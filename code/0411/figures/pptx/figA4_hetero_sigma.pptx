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968016" cy="38113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68016" cy="38113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15660" y="743102"/>
            <a:ext cx="3480989" cy="25913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3035197" y="2214587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F7A98B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1530682" y="1530423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779AF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1361839" y="2046657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6788E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2361587" y="2285648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E4D9D2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953925" y="2130760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5875E1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2833021" y="2246998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F7BA9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1499501" y="1553393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7597F6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2361795" y="2437855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E0DBD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2348158" y="2729244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E0DBD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646188" y="1986808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8DB0F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664776" y="2955542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4257C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582533" y="1801501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92B4F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671623" y="2927279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4257C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2351780" y="1260301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E3D9D3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2720645" y="1963075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EDD1C2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1590137" y="1973541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9BBC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1229923" y="2142212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81A4FB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1585447" y="1675985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94B6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1567451" y="1973646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98B9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1419190" y="1975082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82A6FB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1726383" y="2236306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A3C2F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2269466" y="1689005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E8D6CC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1285561" y="2395221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799CF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2453722" y="1318609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EFCEB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1863147" y="1717217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B5CDF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1285561" y="2395221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6C8FF1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1573649" y="2282011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92B4F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1163128" y="3076574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779AF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1211062" y="2384598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7093F3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1301201" y="2000681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80A3F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2423047" y="1321065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EED0C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1904848" y="1637789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BFD3F6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2290805" y="2122147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F6BFA6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2520435" y="1178991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E1DAD6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1539767" y="1852597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85A8FC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1411970" y="2010521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7DA0F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1621657" y="1607926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9EBE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2074117" y="1848390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E8D6CC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1876678" y="1716475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DBDCD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2833053" y="1965424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EE846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1352482" y="2568393"/>
            <a:ext cx="40160" cy="40160"/>
          </a:xfrm>
          <a:custGeom>
            <a:avLst/>
            <a:gdLst/>
            <a:ahLst/>
            <a:cxnLst/>
            <a:rect l="l" t="t" r="r" b="b"/>
            <a:pathLst>
              <a:path w="40160" h="40160">
                <a:moveTo>
                  <a:pt x="20080" y="40160"/>
                </a:moveTo>
                <a:lnTo>
                  <a:pt x="34279" y="34279"/>
                </a:lnTo>
                <a:close/>
                <a:lnTo>
                  <a:pt x="40160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0"/>
                </a:lnTo>
                <a:close/>
                <a:lnTo>
                  <a:pt x="20080" y="40160"/>
                </a:lnTo>
                <a:close/>
              </a:path>
            </a:pathLst>
          </a:custGeom>
          <a:solidFill>
            <a:srgbClr val="7396F5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2355962" y="2469087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DCDDD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2630508" y="2709923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F2CBB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1865088" y="1992563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9EBE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1520490" y="1813160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84A7FC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2159325" y="1802424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D6DCE4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2137480" y="2049207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CFDAE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1768937" y="1956622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98B9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2632136" y="2091598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EFCEB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2092911" y="1900012"/>
            <a:ext cx="40161" cy="40160"/>
          </a:xfrm>
          <a:custGeom>
            <a:avLst/>
            <a:gdLst/>
            <a:ahLst/>
            <a:cxnLst/>
            <a:rect l="l" t="t" r="r" b="b"/>
            <a:pathLst>
              <a:path w="40161" h="40160">
                <a:moveTo>
                  <a:pt x="20080" y="40160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0"/>
                </a:lnTo>
                <a:close/>
                <a:lnTo>
                  <a:pt x="20080" y="40160"/>
                </a:lnTo>
                <a:close/>
              </a:path>
            </a:pathLst>
          </a:custGeom>
          <a:solidFill>
            <a:srgbClr val="D1DAE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1720221" y="1960765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B3CDFB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1087254" y="2250655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5D7CE6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1438251" y="2487866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93B5F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2738608" y="2340623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F2CBB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1627318" y="1903425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8CAFF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2074348" y="1883250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E3D9D3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1371515" y="1673864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7EA1F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1356167" y="1700749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7B9FF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2795411" y="1588358"/>
            <a:ext cx="40161" cy="40160"/>
          </a:xfrm>
          <a:custGeom>
            <a:avLst/>
            <a:gdLst/>
            <a:ahLst/>
            <a:cxnLst/>
            <a:rect l="l" t="t" r="r" b="b"/>
            <a:pathLst>
              <a:path w="40161" h="40160">
                <a:moveTo>
                  <a:pt x="20081" y="40160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0"/>
                </a:lnTo>
                <a:close/>
                <a:lnTo>
                  <a:pt x="20081" y="40160"/>
                </a:lnTo>
                <a:close/>
              </a:path>
            </a:pathLst>
          </a:custGeom>
          <a:solidFill>
            <a:srgbClr val="E9D5CB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1634909" y="1661171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AEC9FC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2343874" y="1903188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E0DBD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2513017" y="1489183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EDD1C2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2323449" y="1328011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EFCFB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2524961" y="1820003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E8D6CC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974148" y="2494002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5875E1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2247478" y="1720587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F0CDBB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1597467" y="2051802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8DB0F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Freeform 70"/>
          <p:cNvSpPr/>
          <p:nvPr/>
        </p:nvSpPr>
        <p:spPr>
          <a:xfrm>
            <a:off x="1054800" y="2098175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6180E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1157986" y="3001363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7093F3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Freeform 72"/>
          <p:cNvSpPr/>
          <p:nvPr/>
        </p:nvSpPr>
        <p:spPr>
          <a:xfrm>
            <a:off x="1813274" y="1185760"/>
            <a:ext cx="40161" cy="40160"/>
          </a:xfrm>
          <a:custGeom>
            <a:avLst/>
            <a:gdLst/>
            <a:ahLst/>
            <a:cxnLst/>
            <a:rect l="l" t="t" r="r" b="b"/>
            <a:pathLst>
              <a:path w="40161" h="40160">
                <a:moveTo>
                  <a:pt x="20081" y="40160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0"/>
                </a:lnTo>
                <a:close/>
                <a:lnTo>
                  <a:pt x="20081" y="40160"/>
                </a:lnTo>
                <a:close/>
              </a:path>
            </a:pathLst>
          </a:custGeom>
          <a:solidFill>
            <a:srgbClr val="B3CDFB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Freeform 73"/>
          <p:cNvSpPr/>
          <p:nvPr/>
        </p:nvSpPr>
        <p:spPr>
          <a:xfrm>
            <a:off x="1603963" y="2562939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94B6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Freeform 74"/>
          <p:cNvSpPr/>
          <p:nvPr/>
        </p:nvSpPr>
        <p:spPr>
          <a:xfrm>
            <a:off x="1553542" y="2254292"/>
            <a:ext cx="40161" cy="40160"/>
          </a:xfrm>
          <a:custGeom>
            <a:avLst/>
            <a:gdLst/>
            <a:ahLst/>
            <a:cxnLst/>
            <a:rect l="l" t="t" r="r" b="b"/>
            <a:pathLst>
              <a:path w="40161" h="40160">
                <a:moveTo>
                  <a:pt x="20081" y="40160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0"/>
                </a:lnTo>
                <a:close/>
                <a:lnTo>
                  <a:pt x="20081" y="40160"/>
                </a:lnTo>
                <a:close/>
              </a:path>
            </a:pathLst>
          </a:custGeom>
          <a:solidFill>
            <a:srgbClr val="90B2F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Freeform 75"/>
          <p:cNvSpPr/>
          <p:nvPr/>
        </p:nvSpPr>
        <p:spPr>
          <a:xfrm>
            <a:off x="2373126" y="1173214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DDDCDC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Freeform 76"/>
          <p:cNvSpPr/>
          <p:nvPr/>
        </p:nvSpPr>
        <p:spPr>
          <a:xfrm>
            <a:off x="1719051" y="1637818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ABC8F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Freeform 77"/>
          <p:cNvSpPr/>
          <p:nvPr/>
        </p:nvSpPr>
        <p:spPr>
          <a:xfrm>
            <a:off x="1774946" y="1428543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B1CBFC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Freeform 78"/>
          <p:cNvSpPr/>
          <p:nvPr/>
        </p:nvSpPr>
        <p:spPr>
          <a:xfrm>
            <a:off x="2252385" y="1448620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E8D6CC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Freeform 79"/>
          <p:cNvSpPr/>
          <p:nvPr/>
        </p:nvSpPr>
        <p:spPr>
          <a:xfrm>
            <a:off x="2273547" y="1647778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DFDBD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Freeform 80"/>
          <p:cNvSpPr/>
          <p:nvPr/>
        </p:nvSpPr>
        <p:spPr>
          <a:xfrm>
            <a:off x="1240353" y="2818268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80A3F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Freeform 81"/>
          <p:cNvSpPr/>
          <p:nvPr/>
        </p:nvSpPr>
        <p:spPr>
          <a:xfrm>
            <a:off x="1604553" y="1704178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92B4F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Freeform 82"/>
          <p:cNvSpPr/>
          <p:nvPr/>
        </p:nvSpPr>
        <p:spPr>
          <a:xfrm>
            <a:off x="1581424" y="1356976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9DBD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Freeform 83"/>
          <p:cNvSpPr/>
          <p:nvPr/>
        </p:nvSpPr>
        <p:spPr>
          <a:xfrm>
            <a:off x="1917835" y="1648782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BFD3F6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Freeform 84"/>
          <p:cNvSpPr/>
          <p:nvPr/>
        </p:nvSpPr>
        <p:spPr>
          <a:xfrm>
            <a:off x="1601517" y="1373973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90B2F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Freeform 85"/>
          <p:cNvSpPr/>
          <p:nvPr/>
        </p:nvSpPr>
        <p:spPr>
          <a:xfrm>
            <a:off x="2450921" y="1926302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E4D9D2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Freeform 86"/>
          <p:cNvSpPr/>
          <p:nvPr/>
        </p:nvSpPr>
        <p:spPr>
          <a:xfrm>
            <a:off x="1505110" y="1870661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7396F5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Freeform 87"/>
          <p:cNvSpPr/>
          <p:nvPr/>
        </p:nvSpPr>
        <p:spPr>
          <a:xfrm>
            <a:off x="1710775" y="2505654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B1CBFC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Freeform 88"/>
          <p:cNvSpPr/>
          <p:nvPr/>
        </p:nvSpPr>
        <p:spPr>
          <a:xfrm>
            <a:off x="1578062" y="2525350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9FBF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Freeform 89"/>
          <p:cNvSpPr/>
          <p:nvPr/>
        </p:nvSpPr>
        <p:spPr>
          <a:xfrm>
            <a:off x="1519565" y="2047241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9DBD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Freeform 90"/>
          <p:cNvSpPr/>
          <p:nvPr/>
        </p:nvSpPr>
        <p:spPr>
          <a:xfrm>
            <a:off x="2069234" y="2025054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DFDBD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Freeform 91"/>
          <p:cNvSpPr/>
          <p:nvPr/>
        </p:nvSpPr>
        <p:spPr>
          <a:xfrm>
            <a:off x="2262191" y="1233985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D8DCE2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Freeform 92"/>
          <p:cNvSpPr/>
          <p:nvPr/>
        </p:nvSpPr>
        <p:spPr>
          <a:xfrm>
            <a:off x="1798142" y="2048789"/>
            <a:ext cx="40161" cy="40160"/>
          </a:xfrm>
          <a:custGeom>
            <a:avLst/>
            <a:gdLst/>
            <a:ahLst/>
            <a:cxnLst/>
            <a:rect l="l" t="t" r="r" b="b"/>
            <a:pathLst>
              <a:path w="40161" h="40160">
                <a:moveTo>
                  <a:pt x="20080" y="40160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0"/>
                </a:lnTo>
                <a:close/>
                <a:lnTo>
                  <a:pt x="20080" y="40160"/>
                </a:lnTo>
                <a:close/>
              </a:path>
            </a:pathLst>
          </a:custGeom>
          <a:solidFill>
            <a:srgbClr val="BED2F6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Freeform 93"/>
          <p:cNvSpPr/>
          <p:nvPr/>
        </p:nvSpPr>
        <p:spPr>
          <a:xfrm>
            <a:off x="2173302" y="1390054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E4D9D2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Freeform 94"/>
          <p:cNvSpPr/>
          <p:nvPr/>
        </p:nvSpPr>
        <p:spPr>
          <a:xfrm>
            <a:off x="1691044" y="1617308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B7CFF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Freeform 95"/>
          <p:cNvSpPr/>
          <p:nvPr/>
        </p:nvSpPr>
        <p:spPr>
          <a:xfrm>
            <a:off x="3504731" y="2116674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D44E41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Freeform 96"/>
          <p:cNvSpPr/>
          <p:nvPr/>
        </p:nvSpPr>
        <p:spPr>
          <a:xfrm>
            <a:off x="1513827" y="2248712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9DBD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Freeform 97"/>
          <p:cNvSpPr/>
          <p:nvPr/>
        </p:nvSpPr>
        <p:spPr>
          <a:xfrm>
            <a:off x="1805720" y="1768526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BFD3F6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Freeform 98"/>
          <p:cNvSpPr/>
          <p:nvPr/>
        </p:nvSpPr>
        <p:spPr>
          <a:xfrm>
            <a:off x="1721128" y="1904639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B5CDF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Freeform 99"/>
          <p:cNvSpPr/>
          <p:nvPr/>
        </p:nvSpPr>
        <p:spPr>
          <a:xfrm>
            <a:off x="1905140" y="1482477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BCD2F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Freeform 100"/>
          <p:cNvSpPr/>
          <p:nvPr/>
        </p:nvSpPr>
        <p:spPr>
          <a:xfrm>
            <a:off x="2094131" y="1312966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C0D4F5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Freeform 101"/>
          <p:cNvSpPr/>
          <p:nvPr/>
        </p:nvSpPr>
        <p:spPr>
          <a:xfrm>
            <a:off x="2281996" y="2373966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F2CAB5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Freeform 102"/>
          <p:cNvSpPr/>
          <p:nvPr/>
        </p:nvSpPr>
        <p:spPr>
          <a:xfrm>
            <a:off x="994012" y="2429867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5A78E4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Freeform 103"/>
          <p:cNvSpPr/>
          <p:nvPr/>
        </p:nvSpPr>
        <p:spPr>
          <a:xfrm>
            <a:off x="736317" y="2339737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4358CB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Freeform 104"/>
          <p:cNvSpPr/>
          <p:nvPr/>
        </p:nvSpPr>
        <p:spPr>
          <a:xfrm>
            <a:off x="1704586" y="2423075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9DBD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Freeform 105"/>
          <p:cNvSpPr/>
          <p:nvPr/>
        </p:nvSpPr>
        <p:spPr>
          <a:xfrm>
            <a:off x="2170310" y="1227731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C6D6F1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Freeform 106"/>
          <p:cNvSpPr/>
          <p:nvPr/>
        </p:nvSpPr>
        <p:spPr>
          <a:xfrm>
            <a:off x="1597362" y="2413275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B1CBFC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Freeform 107"/>
          <p:cNvSpPr/>
          <p:nvPr/>
        </p:nvSpPr>
        <p:spPr>
          <a:xfrm>
            <a:off x="1659474" y="1158914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A2C1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Freeform 108"/>
          <p:cNvSpPr/>
          <p:nvPr/>
        </p:nvSpPr>
        <p:spPr>
          <a:xfrm>
            <a:off x="2318877" y="1494644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DADCE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2238138" y="1458188"/>
            <a:ext cx="40161" cy="40160"/>
          </a:xfrm>
          <a:custGeom>
            <a:avLst/>
            <a:gdLst/>
            <a:ahLst/>
            <a:cxnLst/>
            <a:rect l="l" t="t" r="r" b="b"/>
            <a:pathLst>
              <a:path w="40161" h="40160">
                <a:moveTo>
                  <a:pt x="20080" y="40160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0"/>
                </a:lnTo>
                <a:close/>
                <a:lnTo>
                  <a:pt x="20080" y="40160"/>
                </a:lnTo>
                <a:close/>
              </a:path>
            </a:pathLst>
          </a:custGeom>
          <a:solidFill>
            <a:srgbClr val="D2DBE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1199218" y="2135653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7EA1F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1946777" y="2226334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E8D6CC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2414191" y="904170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F7B396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1925149" y="2152437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C6D6F1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2431091" y="1146432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E5D8D1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1228062" y="2673004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779AF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2539343" y="854012"/>
            <a:ext cx="40161" cy="40160"/>
          </a:xfrm>
          <a:custGeom>
            <a:avLst/>
            <a:gdLst/>
            <a:ahLst/>
            <a:cxnLst/>
            <a:rect l="l" t="t" r="r" b="b"/>
            <a:pathLst>
              <a:path w="40161" h="40160">
                <a:moveTo>
                  <a:pt x="20081" y="40160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0"/>
                </a:lnTo>
                <a:close/>
                <a:lnTo>
                  <a:pt x="20081" y="40160"/>
                </a:lnTo>
                <a:close/>
              </a:path>
            </a:pathLst>
          </a:custGeom>
          <a:solidFill>
            <a:srgbClr val="EAD5C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2080682" y="1293607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DEDCDB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965724" y="2500532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5B7AE5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Freeform 119"/>
          <p:cNvSpPr/>
          <p:nvPr/>
        </p:nvSpPr>
        <p:spPr>
          <a:xfrm>
            <a:off x="851845" y="2843319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506BD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Freeform 120"/>
          <p:cNvSpPr/>
          <p:nvPr/>
        </p:nvSpPr>
        <p:spPr>
          <a:xfrm>
            <a:off x="2062844" y="2218193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D1DAE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Freeform 121"/>
          <p:cNvSpPr/>
          <p:nvPr/>
        </p:nvSpPr>
        <p:spPr>
          <a:xfrm>
            <a:off x="2268106" y="2263925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E0DBD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Freeform 122"/>
          <p:cNvSpPr/>
          <p:nvPr/>
        </p:nvSpPr>
        <p:spPr>
          <a:xfrm>
            <a:off x="861278" y="2546458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536ED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Freeform 123"/>
          <p:cNvSpPr/>
          <p:nvPr/>
        </p:nvSpPr>
        <p:spPr>
          <a:xfrm>
            <a:off x="1309358" y="2516488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7699F6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Freeform 124"/>
          <p:cNvSpPr/>
          <p:nvPr/>
        </p:nvSpPr>
        <p:spPr>
          <a:xfrm>
            <a:off x="2260563" y="1743837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DBDCD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Freeform 125"/>
          <p:cNvSpPr/>
          <p:nvPr/>
        </p:nvSpPr>
        <p:spPr>
          <a:xfrm>
            <a:off x="1818380" y="1934112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B7CFF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Freeform 126"/>
          <p:cNvSpPr/>
          <p:nvPr/>
        </p:nvSpPr>
        <p:spPr>
          <a:xfrm>
            <a:off x="2206548" y="1139420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CDD9EC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Freeform 127"/>
          <p:cNvSpPr/>
          <p:nvPr/>
        </p:nvSpPr>
        <p:spPr>
          <a:xfrm>
            <a:off x="2069553" y="1751905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C1D4F4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Freeform 128"/>
          <p:cNvSpPr/>
          <p:nvPr/>
        </p:nvSpPr>
        <p:spPr>
          <a:xfrm>
            <a:off x="2322627" y="2207824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F3C8B2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Freeform 129"/>
          <p:cNvSpPr/>
          <p:nvPr/>
        </p:nvSpPr>
        <p:spPr>
          <a:xfrm>
            <a:off x="1709283" y="1510660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9EBE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Freeform 130"/>
          <p:cNvSpPr/>
          <p:nvPr/>
        </p:nvSpPr>
        <p:spPr>
          <a:xfrm>
            <a:off x="1955864" y="1517146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B9D0F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Freeform 131"/>
          <p:cNvSpPr/>
          <p:nvPr/>
        </p:nvSpPr>
        <p:spPr>
          <a:xfrm>
            <a:off x="1650517" y="2536454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8DB0F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Freeform 132"/>
          <p:cNvSpPr/>
          <p:nvPr/>
        </p:nvSpPr>
        <p:spPr>
          <a:xfrm>
            <a:off x="2057688" y="1011215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E1DAD6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Freeform 133"/>
          <p:cNvSpPr/>
          <p:nvPr/>
        </p:nvSpPr>
        <p:spPr>
          <a:xfrm>
            <a:off x="1868365" y="1308421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B7CFF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Freeform 134"/>
          <p:cNvSpPr/>
          <p:nvPr/>
        </p:nvSpPr>
        <p:spPr>
          <a:xfrm>
            <a:off x="2057688" y="1011215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C7D7F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Freeform 135"/>
          <p:cNvSpPr/>
          <p:nvPr/>
        </p:nvSpPr>
        <p:spPr>
          <a:xfrm>
            <a:off x="1421327" y="2203585"/>
            <a:ext cx="40160" cy="40161"/>
          </a:xfrm>
          <a:custGeom>
            <a:avLst/>
            <a:gdLst/>
            <a:ahLst/>
            <a:cxnLst/>
            <a:rect l="l" t="t" r="r" b="b"/>
            <a:pathLst>
              <a:path w="40160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0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7EA1F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Freeform 136"/>
          <p:cNvSpPr/>
          <p:nvPr/>
        </p:nvSpPr>
        <p:spPr>
          <a:xfrm>
            <a:off x="775086" y="2741682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4961D2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Freeform 137"/>
          <p:cNvSpPr/>
          <p:nvPr/>
        </p:nvSpPr>
        <p:spPr>
          <a:xfrm>
            <a:off x="2003112" y="2165774"/>
            <a:ext cx="40161" cy="40160"/>
          </a:xfrm>
          <a:custGeom>
            <a:avLst/>
            <a:gdLst/>
            <a:ahLst/>
            <a:cxnLst/>
            <a:rect l="l" t="t" r="r" b="b"/>
            <a:pathLst>
              <a:path w="40161" h="40160">
                <a:moveTo>
                  <a:pt x="20080" y="40160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0"/>
                </a:lnTo>
                <a:close/>
                <a:lnTo>
                  <a:pt x="20080" y="40160"/>
                </a:lnTo>
                <a:close/>
              </a:path>
            </a:pathLst>
          </a:custGeom>
          <a:solidFill>
            <a:srgbClr val="D2DBE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Freeform 138"/>
          <p:cNvSpPr/>
          <p:nvPr/>
        </p:nvSpPr>
        <p:spPr>
          <a:xfrm>
            <a:off x="1683934" y="1547148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9FBF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Freeform 139"/>
          <p:cNvSpPr/>
          <p:nvPr/>
        </p:nvSpPr>
        <p:spPr>
          <a:xfrm>
            <a:off x="1718435" y="1798822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96B7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Freeform 140"/>
          <p:cNvSpPr/>
          <p:nvPr/>
        </p:nvSpPr>
        <p:spPr>
          <a:xfrm>
            <a:off x="1966313" y="2084513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D1DAE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Freeform 141"/>
          <p:cNvSpPr/>
          <p:nvPr/>
        </p:nvSpPr>
        <p:spPr>
          <a:xfrm>
            <a:off x="946753" y="2695126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5875E1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Freeform 142"/>
          <p:cNvSpPr/>
          <p:nvPr/>
        </p:nvSpPr>
        <p:spPr>
          <a:xfrm>
            <a:off x="2574329" y="2620742"/>
            <a:ext cx="40160" cy="40161"/>
          </a:xfrm>
          <a:custGeom>
            <a:avLst/>
            <a:gdLst/>
            <a:ahLst/>
            <a:cxnLst/>
            <a:rect l="l" t="t" r="r" b="b"/>
            <a:pathLst>
              <a:path w="40160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0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F5C0A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Freeform 143"/>
          <p:cNvSpPr/>
          <p:nvPr/>
        </p:nvSpPr>
        <p:spPr>
          <a:xfrm>
            <a:off x="1445853" y="1668856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88ABF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Freeform 144"/>
          <p:cNvSpPr/>
          <p:nvPr/>
        </p:nvSpPr>
        <p:spPr>
          <a:xfrm>
            <a:off x="1822862" y="1568056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A6C4F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Freeform 145"/>
          <p:cNvSpPr/>
          <p:nvPr/>
        </p:nvSpPr>
        <p:spPr>
          <a:xfrm>
            <a:off x="829431" y="3087774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4358CB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Freeform 146"/>
          <p:cNvSpPr/>
          <p:nvPr/>
        </p:nvSpPr>
        <p:spPr>
          <a:xfrm>
            <a:off x="2361881" y="1183369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E4D9D2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Freeform 147"/>
          <p:cNvSpPr/>
          <p:nvPr/>
        </p:nvSpPr>
        <p:spPr>
          <a:xfrm>
            <a:off x="2503011" y="1498801"/>
            <a:ext cx="40161" cy="40160"/>
          </a:xfrm>
          <a:custGeom>
            <a:avLst/>
            <a:gdLst/>
            <a:ahLst/>
            <a:cxnLst/>
            <a:rect l="l" t="t" r="r" b="b"/>
            <a:pathLst>
              <a:path w="40161" h="40160">
                <a:moveTo>
                  <a:pt x="20080" y="40160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0"/>
                </a:lnTo>
                <a:close/>
                <a:lnTo>
                  <a:pt x="20080" y="40160"/>
                </a:lnTo>
                <a:close/>
              </a:path>
            </a:pathLst>
          </a:custGeom>
          <a:solidFill>
            <a:srgbClr val="EFCFB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Freeform 148"/>
          <p:cNvSpPr/>
          <p:nvPr/>
        </p:nvSpPr>
        <p:spPr>
          <a:xfrm>
            <a:off x="1811649" y="2015697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CEDAEB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Freeform 149"/>
          <p:cNvSpPr/>
          <p:nvPr/>
        </p:nvSpPr>
        <p:spPr>
          <a:xfrm>
            <a:off x="1786378" y="1989237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B5CDF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Freeform 150"/>
          <p:cNvSpPr/>
          <p:nvPr/>
        </p:nvSpPr>
        <p:spPr>
          <a:xfrm>
            <a:off x="1644438" y="2240288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A7C5F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Freeform 151"/>
          <p:cNvSpPr/>
          <p:nvPr/>
        </p:nvSpPr>
        <p:spPr>
          <a:xfrm>
            <a:off x="1197985" y="2950521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80A3F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Freeform 152"/>
          <p:cNvSpPr/>
          <p:nvPr/>
        </p:nvSpPr>
        <p:spPr>
          <a:xfrm>
            <a:off x="2175620" y="1295781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CDD9EC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Freeform 153"/>
          <p:cNvSpPr/>
          <p:nvPr/>
        </p:nvSpPr>
        <p:spPr>
          <a:xfrm>
            <a:off x="1789430" y="1868213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B6CEF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Freeform 154"/>
          <p:cNvSpPr/>
          <p:nvPr/>
        </p:nvSpPr>
        <p:spPr>
          <a:xfrm>
            <a:off x="1156733" y="1796344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6788E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Freeform 155"/>
          <p:cNvSpPr/>
          <p:nvPr/>
        </p:nvSpPr>
        <p:spPr>
          <a:xfrm>
            <a:off x="1958374" y="1469140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BFD3F6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Freeform 156"/>
          <p:cNvSpPr/>
          <p:nvPr/>
        </p:nvSpPr>
        <p:spPr>
          <a:xfrm>
            <a:off x="1851620" y="1852380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BCD2F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Freeform 157"/>
          <p:cNvSpPr/>
          <p:nvPr/>
        </p:nvSpPr>
        <p:spPr>
          <a:xfrm>
            <a:off x="2047851" y="1064779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C7D7F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Freeform 158"/>
          <p:cNvSpPr/>
          <p:nvPr/>
        </p:nvSpPr>
        <p:spPr>
          <a:xfrm>
            <a:off x="2075208" y="1474537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C7D7F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Freeform 159"/>
          <p:cNvSpPr/>
          <p:nvPr/>
        </p:nvSpPr>
        <p:spPr>
          <a:xfrm>
            <a:off x="3168170" y="1585380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EE866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Freeform 160"/>
          <p:cNvSpPr/>
          <p:nvPr/>
        </p:nvSpPr>
        <p:spPr>
          <a:xfrm>
            <a:off x="1738362" y="2320097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B2CCFB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Freeform 161"/>
          <p:cNvSpPr/>
          <p:nvPr/>
        </p:nvSpPr>
        <p:spPr>
          <a:xfrm>
            <a:off x="1495173" y="2082507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A9C6F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Freeform 162"/>
          <p:cNvSpPr/>
          <p:nvPr/>
        </p:nvSpPr>
        <p:spPr>
          <a:xfrm>
            <a:off x="1652453" y="1980863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BCD2F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Freeform 163"/>
          <p:cNvSpPr/>
          <p:nvPr/>
        </p:nvSpPr>
        <p:spPr>
          <a:xfrm>
            <a:off x="2033851" y="1758794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C5D6F2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Freeform 164"/>
          <p:cNvSpPr/>
          <p:nvPr/>
        </p:nvSpPr>
        <p:spPr>
          <a:xfrm>
            <a:off x="1252323" y="2812272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81A4FB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Freeform 165"/>
          <p:cNvSpPr/>
          <p:nvPr/>
        </p:nvSpPr>
        <p:spPr>
          <a:xfrm>
            <a:off x="1651005" y="1553215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A9C6F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Freeform 166"/>
          <p:cNvSpPr/>
          <p:nvPr/>
        </p:nvSpPr>
        <p:spPr>
          <a:xfrm>
            <a:off x="1256436" y="2572434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84A7FC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Freeform 167"/>
          <p:cNvSpPr/>
          <p:nvPr/>
        </p:nvSpPr>
        <p:spPr>
          <a:xfrm>
            <a:off x="814323" y="3093191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516DDB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Freeform 168"/>
          <p:cNvSpPr/>
          <p:nvPr/>
        </p:nvSpPr>
        <p:spPr>
          <a:xfrm>
            <a:off x="1624430" y="1859268"/>
            <a:ext cx="40160" cy="40161"/>
          </a:xfrm>
          <a:custGeom>
            <a:avLst/>
            <a:gdLst/>
            <a:ahLst/>
            <a:cxnLst/>
            <a:rect l="l" t="t" r="r" b="b"/>
            <a:pathLst>
              <a:path w="40160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0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98B9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Freeform 169"/>
          <p:cNvSpPr/>
          <p:nvPr/>
        </p:nvSpPr>
        <p:spPr>
          <a:xfrm>
            <a:off x="1565310" y="2112330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AFCAFC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Freeform 170"/>
          <p:cNvSpPr/>
          <p:nvPr/>
        </p:nvSpPr>
        <p:spPr>
          <a:xfrm>
            <a:off x="1263126" y="2927585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6F92F3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Freeform 171"/>
          <p:cNvSpPr/>
          <p:nvPr/>
        </p:nvSpPr>
        <p:spPr>
          <a:xfrm>
            <a:off x="2281559" y="1290423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CFDAE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Freeform 172"/>
          <p:cNvSpPr/>
          <p:nvPr/>
        </p:nvSpPr>
        <p:spPr>
          <a:xfrm>
            <a:off x="2086490" y="1747197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B9D0F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Freeform 173"/>
          <p:cNvSpPr/>
          <p:nvPr/>
        </p:nvSpPr>
        <p:spPr>
          <a:xfrm>
            <a:off x="2158348" y="1409108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C1D4F4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Freeform 174"/>
          <p:cNvSpPr/>
          <p:nvPr/>
        </p:nvSpPr>
        <p:spPr>
          <a:xfrm>
            <a:off x="3000148" y="1692964"/>
            <a:ext cx="40161" cy="40160"/>
          </a:xfrm>
          <a:custGeom>
            <a:avLst/>
            <a:gdLst/>
            <a:ahLst/>
            <a:cxnLst/>
            <a:rect l="l" t="t" r="r" b="b"/>
            <a:pathLst>
              <a:path w="40161" h="40160">
                <a:moveTo>
                  <a:pt x="20081" y="40160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0"/>
                </a:lnTo>
                <a:close/>
                <a:lnTo>
                  <a:pt x="20081" y="40160"/>
                </a:lnTo>
                <a:close/>
              </a:path>
            </a:pathLst>
          </a:custGeom>
          <a:solidFill>
            <a:srgbClr val="F29274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Freeform 175"/>
          <p:cNvSpPr/>
          <p:nvPr/>
        </p:nvSpPr>
        <p:spPr>
          <a:xfrm>
            <a:off x="1774425" y="2291020"/>
            <a:ext cx="40160" cy="40161"/>
          </a:xfrm>
          <a:custGeom>
            <a:avLst/>
            <a:gdLst/>
            <a:ahLst/>
            <a:cxnLst/>
            <a:rect l="l" t="t" r="r" b="b"/>
            <a:pathLst>
              <a:path w="40160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0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96B7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Freeform 176"/>
          <p:cNvSpPr/>
          <p:nvPr/>
        </p:nvSpPr>
        <p:spPr>
          <a:xfrm>
            <a:off x="1540265" y="1902376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97B8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Freeform 177"/>
          <p:cNvSpPr/>
          <p:nvPr/>
        </p:nvSpPr>
        <p:spPr>
          <a:xfrm>
            <a:off x="653806" y="3123400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3C4EC2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Freeform 178"/>
          <p:cNvSpPr/>
          <p:nvPr/>
        </p:nvSpPr>
        <p:spPr>
          <a:xfrm>
            <a:off x="1803814" y="2167815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97B8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Freeform 179"/>
          <p:cNvSpPr/>
          <p:nvPr/>
        </p:nvSpPr>
        <p:spPr>
          <a:xfrm>
            <a:off x="951244" y="2090018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5F7FE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Freeform 180"/>
          <p:cNvSpPr/>
          <p:nvPr/>
        </p:nvSpPr>
        <p:spPr>
          <a:xfrm>
            <a:off x="2118947" y="2005169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C4D5F3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Freeform 181"/>
          <p:cNvSpPr/>
          <p:nvPr/>
        </p:nvSpPr>
        <p:spPr>
          <a:xfrm>
            <a:off x="1739490" y="2740332"/>
            <a:ext cx="40160" cy="40161"/>
          </a:xfrm>
          <a:custGeom>
            <a:avLst/>
            <a:gdLst/>
            <a:ahLst/>
            <a:cxnLst/>
            <a:rect l="l" t="t" r="r" b="b"/>
            <a:pathLst>
              <a:path w="40160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0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ADC9F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Freeform 182"/>
          <p:cNvSpPr/>
          <p:nvPr/>
        </p:nvSpPr>
        <p:spPr>
          <a:xfrm>
            <a:off x="1862786" y="1804349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ABC8F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Freeform 183"/>
          <p:cNvSpPr/>
          <p:nvPr/>
        </p:nvSpPr>
        <p:spPr>
          <a:xfrm>
            <a:off x="898862" y="2429262"/>
            <a:ext cx="40161" cy="40160"/>
          </a:xfrm>
          <a:custGeom>
            <a:avLst/>
            <a:gdLst/>
            <a:ahLst/>
            <a:cxnLst/>
            <a:rect l="l" t="t" r="r" b="b"/>
            <a:pathLst>
              <a:path w="40161" h="40160">
                <a:moveTo>
                  <a:pt x="20080" y="40160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0"/>
                </a:lnTo>
                <a:close/>
                <a:lnTo>
                  <a:pt x="20080" y="40160"/>
                </a:lnTo>
                <a:close/>
              </a:path>
            </a:pathLst>
          </a:custGeom>
          <a:solidFill>
            <a:srgbClr val="5F7FE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Freeform 184"/>
          <p:cNvSpPr/>
          <p:nvPr/>
        </p:nvSpPr>
        <p:spPr>
          <a:xfrm>
            <a:off x="2463141" y="2230919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DDDCDC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Freeform 185"/>
          <p:cNvSpPr/>
          <p:nvPr/>
        </p:nvSpPr>
        <p:spPr>
          <a:xfrm>
            <a:off x="2578099" y="3045188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ECD3C5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Freeform 186"/>
          <p:cNvSpPr/>
          <p:nvPr/>
        </p:nvSpPr>
        <p:spPr>
          <a:xfrm>
            <a:off x="1591923" y="2015415"/>
            <a:ext cx="40161" cy="40160"/>
          </a:xfrm>
          <a:custGeom>
            <a:avLst/>
            <a:gdLst/>
            <a:ahLst/>
            <a:cxnLst/>
            <a:rect l="l" t="t" r="r" b="b"/>
            <a:pathLst>
              <a:path w="40161" h="40160">
                <a:moveTo>
                  <a:pt x="20080" y="40160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0"/>
                </a:lnTo>
                <a:close/>
                <a:lnTo>
                  <a:pt x="20080" y="40160"/>
                </a:lnTo>
                <a:close/>
              </a:path>
            </a:pathLst>
          </a:custGeom>
          <a:solidFill>
            <a:srgbClr val="A1C0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Freeform 187"/>
          <p:cNvSpPr/>
          <p:nvPr/>
        </p:nvSpPr>
        <p:spPr>
          <a:xfrm>
            <a:off x="2597573" y="3126965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EED0C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Freeform 188"/>
          <p:cNvSpPr/>
          <p:nvPr/>
        </p:nvSpPr>
        <p:spPr>
          <a:xfrm>
            <a:off x="1922604" y="1866327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C9D7F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Freeform 189"/>
          <p:cNvSpPr/>
          <p:nvPr/>
        </p:nvSpPr>
        <p:spPr>
          <a:xfrm>
            <a:off x="1851321" y="1612702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C3D5F4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Freeform 190"/>
          <p:cNvSpPr/>
          <p:nvPr/>
        </p:nvSpPr>
        <p:spPr>
          <a:xfrm>
            <a:off x="2340219" y="1325994"/>
            <a:ext cx="40161" cy="40160"/>
          </a:xfrm>
          <a:custGeom>
            <a:avLst/>
            <a:gdLst/>
            <a:ahLst/>
            <a:cxnLst/>
            <a:rect l="l" t="t" r="r" b="b"/>
            <a:pathLst>
              <a:path w="40161" h="40160">
                <a:moveTo>
                  <a:pt x="20081" y="40160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0"/>
                </a:lnTo>
                <a:close/>
                <a:lnTo>
                  <a:pt x="20081" y="40160"/>
                </a:lnTo>
                <a:close/>
              </a:path>
            </a:pathLst>
          </a:custGeom>
          <a:solidFill>
            <a:srgbClr val="CBD8E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Freeform 191"/>
          <p:cNvSpPr/>
          <p:nvPr/>
        </p:nvSpPr>
        <p:spPr>
          <a:xfrm>
            <a:off x="2200079" y="2547536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D1DAE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Freeform 192"/>
          <p:cNvSpPr/>
          <p:nvPr/>
        </p:nvSpPr>
        <p:spPr>
          <a:xfrm>
            <a:off x="1768071" y="1816096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BAD0F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Freeform 193"/>
          <p:cNvSpPr/>
          <p:nvPr/>
        </p:nvSpPr>
        <p:spPr>
          <a:xfrm>
            <a:off x="1686644" y="2538719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C5D6F2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Freeform 194"/>
          <p:cNvSpPr/>
          <p:nvPr/>
        </p:nvSpPr>
        <p:spPr>
          <a:xfrm>
            <a:off x="1904649" y="1061019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C4D5F3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Freeform 195"/>
          <p:cNvSpPr/>
          <p:nvPr/>
        </p:nvSpPr>
        <p:spPr>
          <a:xfrm>
            <a:off x="2833280" y="1043121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F2CAB5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Freeform 196"/>
          <p:cNvSpPr/>
          <p:nvPr/>
        </p:nvSpPr>
        <p:spPr>
          <a:xfrm>
            <a:off x="1771389" y="2467581"/>
            <a:ext cx="40161" cy="40160"/>
          </a:xfrm>
          <a:custGeom>
            <a:avLst/>
            <a:gdLst/>
            <a:ahLst/>
            <a:cxnLst/>
            <a:rect l="l" t="t" r="r" b="b"/>
            <a:pathLst>
              <a:path w="40161" h="40160">
                <a:moveTo>
                  <a:pt x="20081" y="40160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0"/>
                </a:lnTo>
                <a:close/>
                <a:lnTo>
                  <a:pt x="20081" y="40160"/>
                </a:lnTo>
                <a:close/>
              </a:path>
            </a:pathLst>
          </a:custGeom>
          <a:solidFill>
            <a:srgbClr val="C9D7F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Freeform 197"/>
          <p:cNvSpPr/>
          <p:nvPr/>
        </p:nvSpPr>
        <p:spPr>
          <a:xfrm>
            <a:off x="1733237" y="1519422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97B8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Freeform 198"/>
          <p:cNvSpPr/>
          <p:nvPr/>
        </p:nvSpPr>
        <p:spPr>
          <a:xfrm>
            <a:off x="2584680" y="1122018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E7D7C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Freeform 199"/>
          <p:cNvSpPr/>
          <p:nvPr/>
        </p:nvSpPr>
        <p:spPr>
          <a:xfrm>
            <a:off x="1476059" y="1657335"/>
            <a:ext cx="40161" cy="40160"/>
          </a:xfrm>
          <a:custGeom>
            <a:avLst/>
            <a:gdLst/>
            <a:ahLst/>
            <a:cxnLst/>
            <a:rect l="l" t="t" r="r" b="b"/>
            <a:pathLst>
              <a:path w="40161" h="40160">
                <a:moveTo>
                  <a:pt x="20080" y="40160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0"/>
                </a:lnTo>
                <a:close/>
                <a:lnTo>
                  <a:pt x="20080" y="40160"/>
                </a:lnTo>
                <a:close/>
              </a:path>
            </a:pathLst>
          </a:custGeom>
          <a:solidFill>
            <a:srgbClr val="8BADF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Freeform 200"/>
          <p:cNvSpPr/>
          <p:nvPr/>
        </p:nvSpPr>
        <p:spPr>
          <a:xfrm>
            <a:off x="1631283" y="1509192"/>
            <a:ext cx="40160" cy="40161"/>
          </a:xfrm>
          <a:custGeom>
            <a:avLst/>
            <a:gdLst/>
            <a:ahLst/>
            <a:cxnLst/>
            <a:rect l="l" t="t" r="r" b="b"/>
            <a:pathLst>
              <a:path w="40160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0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AAC7F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Freeform 201"/>
          <p:cNvSpPr/>
          <p:nvPr/>
        </p:nvSpPr>
        <p:spPr>
          <a:xfrm>
            <a:off x="1302010" y="2518348"/>
            <a:ext cx="40161" cy="40160"/>
          </a:xfrm>
          <a:custGeom>
            <a:avLst/>
            <a:gdLst/>
            <a:ahLst/>
            <a:cxnLst/>
            <a:rect l="l" t="t" r="r" b="b"/>
            <a:pathLst>
              <a:path w="40161" h="40160">
                <a:moveTo>
                  <a:pt x="20081" y="40160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0"/>
                </a:lnTo>
                <a:close/>
                <a:lnTo>
                  <a:pt x="20081" y="40160"/>
                </a:lnTo>
                <a:close/>
              </a:path>
            </a:pathLst>
          </a:custGeom>
          <a:solidFill>
            <a:srgbClr val="7B9FF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Freeform 202"/>
          <p:cNvSpPr/>
          <p:nvPr/>
        </p:nvSpPr>
        <p:spPr>
          <a:xfrm>
            <a:off x="1995328" y="2438849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DEDCDB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Freeform 203"/>
          <p:cNvSpPr/>
          <p:nvPr/>
        </p:nvSpPr>
        <p:spPr>
          <a:xfrm>
            <a:off x="1707870" y="2066610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98B9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Freeform 204"/>
          <p:cNvSpPr/>
          <p:nvPr/>
        </p:nvSpPr>
        <p:spPr>
          <a:xfrm>
            <a:off x="1742260" y="1987352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97B8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Freeform 205"/>
          <p:cNvSpPr/>
          <p:nvPr/>
        </p:nvSpPr>
        <p:spPr>
          <a:xfrm>
            <a:off x="1065359" y="2363382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7699F6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Freeform 206"/>
          <p:cNvSpPr/>
          <p:nvPr/>
        </p:nvSpPr>
        <p:spPr>
          <a:xfrm>
            <a:off x="1014890" y="2510505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6F92F3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Freeform 207"/>
          <p:cNvSpPr/>
          <p:nvPr/>
        </p:nvSpPr>
        <p:spPr>
          <a:xfrm>
            <a:off x="1689784" y="2007531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97B8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Freeform 208"/>
          <p:cNvSpPr/>
          <p:nvPr/>
        </p:nvSpPr>
        <p:spPr>
          <a:xfrm>
            <a:off x="1014890" y="2510505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5F7FE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Freeform 209"/>
          <p:cNvSpPr/>
          <p:nvPr/>
        </p:nvSpPr>
        <p:spPr>
          <a:xfrm>
            <a:off x="1831747" y="1876133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A3C2F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Freeform 210"/>
          <p:cNvSpPr/>
          <p:nvPr/>
        </p:nvSpPr>
        <p:spPr>
          <a:xfrm>
            <a:off x="1496251" y="2174094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7DA0F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Freeform 211"/>
          <p:cNvSpPr/>
          <p:nvPr/>
        </p:nvSpPr>
        <p:spPr>
          <a:xfrm>
            <a:off x="1530591" y="2193340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81A4FB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Freeform 212"/>
          <p:cNvSpPr/>
          <p:nvPr/>
        </p:nvSpPr>
        <p:spPr>
          <a:xfrm>
            <a:off x="2746858" y="1195209"/>
            <a:ext cx="40160" cy="40161"/>
          </a:xfrm>
          <a:custGeom>
            <a:avLst/>
            <a:gdLst/>
            <a:ahLst/>
            <a:cxnLst/>
            <a:rect l="l" t="t" r="r" b="b"/>
            <a:pathLst>
              <a:path w="40160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0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F6BFA6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Freeform 213"/>
          <p:cNvSpPr/>
          <p:nvPr/>
        </p:nvSpPr>
        <p:spPr>
          <a:xfrm>
            <a:off x="2277343" y="3144108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E5D8D1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Freeform 214"/>
          <p:cNvSpPr/>
          <p:nvPr/>
        </p:nvSpPr>
        <p:spPr>
          <a:xfrm>
            <a:off x="2746117" y="1197035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F3C8B2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Freeform 215"/>
          <p:cNvSpPr/>
          <p:nvPr/>
        </p:nvSpPr>
        <p:spPr>
          <a:xfrm>
            <a:off x="890163" y="2951755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4E68D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Freeform 216"/>
          <p:cNvSpPr/>
          <p:nvPr/>
        </p:nvSpPr>
        <p:spPr>
          <a:xfrm>
            <a:off x="956183" y="2865605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536ED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Freeform 217"/>
          <p:cNvSpPr/>
          <p:nvPr/>
        </p:nvSpPr>
        <p:spPr>
          <a:xfrm>
            <a:off x="1752599" y="1307114"/>
            <a:ext cx="40161" cy="40160"/>
          </a:xfrm>
          <a:custGeom>
            <a:avLst/>
            <a:gdLst/>
            <a:ahLst/>
            <a:cxnLst/>
            <a:rect l="l" t="t" r="r" b="b"/>
            <a:pathLst>
              <a:path w="40161" h="40160">
                <a:moveTo>
                  <a:pt x="20080" y="40160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0"/>
                </a:lnTo>
                <a:close/>
                <a:lnTo>
                  <a:pt x="20080" y="40160"/>
                </a:lnTo>
                <a:close/>
              </a:path>
            </a:pathLst>
          </a:custGeom>
          <a:solidFill>
            <a:srgbClr val="ABC8F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Freeform 218"/>
          <p:cNvSpPr/>
          <p:nvPr/>
        </p:nvSpPr>
        <p:spPr>
          <a:xfrm>
            <a:off x="1340132" y="1648330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81A4FB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Freeform 219"/>
          <p:cNvSpPr/>
          <p:nvPr/>
        </p:nvSpPr>
        <p:spPr>
          <a:xfrm>
            <a:off x="962657" y="2769294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536ED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Freeform 220"/>
          <p:cNvSpPr/>
          <p:nvPr/>
        </p:nvSpPr>
        <p:spPr>
          <a:xfrm>
            <a:off x="1208132" y="2715447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7295F4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Freeform 221"/>
          <p:cNvSpPr/>
          <p:nvPr/>
        </p:nvSpPr>
        <p:spPr>
          <a:xfrm>
            <a:off x="1887174" y="2377778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B1CBFC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Freeform 222"/>
          <p:cNvSpPr/>
          <p:nvPr/>
        </p:nvSpPr>
        <p:spPr>
          <a:xfrm>
            <a:off x="2746117" y="1197035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F6BFA6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Freeform 223"/>
          <p:cNvSpPr/>
          <p:nvPr/>
        </p:nvSpPr>
        <p:spPr>
          <a:xfrm>
            <a:off x="1421901" y="1663876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799CF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Freeform 224"/>
          <p:cNvSpPr/>
          <p:nvPr/>
        </p:nvSpPr>
        <p:spPr>
          <a:xfrm>
            <a:off x="1701224" y="2178266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98B9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Freeform 225"/>
          <p:cNvSpPr/>
          <p:nvPr/>
        </p:nvSpPr>
        <p:spPr>
          <a:xfrm>
            <a:off x="1328698" y="1626465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9ABB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Freeform 226"/>
          <p:cNvSpPr/>
          <p:nvPr/>
        </p:nvSpPr>
        <p:spPr>
          <a:xfrm>
            <a:off x="1819304" y="2352111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A5C3F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Freeform 227"/>
          <p:cNvSpPr/>
          <p:nvPr/>
        </p:nvSpPr>
        <p:spPr>
          <a:xfrm>
            <a:off x="1477688" y="1685889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7EA1F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Freeform 228"/>
          <p:cNvSpPr/>
          <p:nvPr/>
        </p:nvSpPr>
        <p:spPr>
          <a:xfrm>
            <a:off x="1381855" y="2080111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6485EC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Freeform 229"/>
          <p:cNvSpPr/>
          <p:nvPr/>
        </p:nvSpPr>
        <p:spPr>
          <a:xfrm>
            <a:off x="1601286" y="2105083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7B9FF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Freeform 230"/>
          <p:cNvSpPr/>
          <p:nvPr/>
        </p:nvSpPr>
        <p:spPr>
          <a:xfrm>
            <a:off x="1363681" y="1506252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9EBE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Freeform 231"/>
          <p:cNvSpPr/>
          <p:nvPr/>
        </p:nvSpPr>
        <p:spPr>
          <a:xfrm>
            <a:off x="1565858" y="1865785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86A9FC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Freeform 232"/>
          <p:cNvSpPr/>
          <p:nvPr/>
        </p:nvSpPr>
        <p:spPr>
          <a:xfrm>
            <a:off x="1671336" y="1469678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8CAFF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Freeform 233"/>
          <p:cNvSpPr/>
          <p:nvPr/>
        </p:nvSpPr>
        <p:spPr>
          <a:xfrm>
            <a:off x="2345160" y="2325759"/>
            <a:ext cx="40160" cy="40161"/>
          </a:xfrm>
          <a:custGeom>
            <a:avLst/>
            <a:gdLst/>
            <a:ahLst/>
            <a:cxnLst/>
            <a:rect l="l" t="t" r="r" b="b"/>
            <a:pathLst>
              <a:path w="40160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0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E0DBD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Freeform 234"/>
          <p:cNvSpPr/>
          <p:nvPr/>
        </p:nvSpPr>
        <p:spPr>
          <a:xfrm>
            <a:off x="1534219" y="2138185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90B2F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Freeform 235"/>
          <p:cNvSpPr/>
          <p:nvPr/>
        </p:nvSpPr>
        <p:spPr>
          <a:xfrm>
            <a:off x="1558595" y="2509671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A2C1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Freeform 236"/>
          <p:cNvSpPr/>
          <p:nvPr/>
        </p:nvSpPr>
        <p:spPr>
          <a:xfrm>
            <a:off x="2429565" y="1434348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E3D9D3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Freeform 237"/>
          <p:cNvSpPr/>
          <p:nvPr/>
        </p:nvSpPr>
        <p:spPr>
          <a:xfrm>
            <a:off x="1870285" y="2141960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C7D7F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Freeform 238"/>
          <p:cNvSpPr/>
          <p:nvPr/>
        </p:nvSpPr>
        <p:spPr>
          <a:xfrm>
            <a:off x="1828703" y="2154238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C3D5F4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Freeform 239"/>
          <p:cNvSpPr/>
          <p:nvPr/>
        </p:nvSpPr>
        <p:spPr>
          <a:xfrm>
            <a:off x="2021237" y="2070804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CCD9E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Freeform 240"/>
          <p:cNvSpPr/>
          <p:nvPr/>
        </p:nvSpPr>
        <p:spPr>
          <a:xfrm>
            <a:off x="1717606" y="1896787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97B8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Freeform 241"/>
          <p:cNvSpPr/>
          <p:nvPr/>
        </p:nvSpPr>
        <p:spPr>
          <a:xfrm>
            <a:off x="1730850" y="1244100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A7C5F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Freeform 242"/>
          <p:cNvSpPr/>
          <p:nvPr/>
        </p:nvSpPr>
        <p:spPr>
          <a:xfrm>
            <a:off x="2105503" y="1964868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D5DBE5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Freeform 243"/>
          <p:cNvSpPr/>
          <p:nvPr/>
        </p:nvSpPr>
        <p:spPr>
          <a:xfrm>
            <a:off x="1938702" y="2157130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AFCAFC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Freeform 244"/>
          <p:cNvSpPr/>
          <p:nvPr/>
        </p:nvSpPr>
        <p:spPr>
          <a:xfrm>
            <a:off x="2088478" y="2286658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BFD3F6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Freeform 245"/>
          <p:cNvSpPr/>
          <p:nvPr/>
        </p:nvSpPr>
        <p:spPr>
          <a:xfrm>
            <a:off x="1675530" y="2146650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B7CFF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Freeform 246"/>
          <p:cNvSpPr/>
          <p:nvPr/>
        </p:nvSpPr>
        <p:spPr>
          <a:xfrm>
            <a:off x="1879699" y="1854925"/>
            <a:ext cx="40161" cy="40160"/>
          </a:xfrm>
          <a:custGeom>
            <a:avLst/>
            <a:gdLst/>
            <a:ahLst/>
            <a:cxnLst/>
            <a:rect l="l" t="t" r="r" b="b"/>
            <a:pathLst>
              <a:path w="40161" h="40160">
                <a:moveTo>
                  <a:pt x="20080" y="40160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0"/>
                </a:lnTo>
                <a:close/>
                <a:lnTo>
                  <a:pt x="20080" y="40160"/>
                </a:lnTo>
                <a:close/>
              </a:path>
            </a:pathLst>
          </a:custGeom>
          <a:solidFill>
            <a:srgbClr val="CCD9E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Freeform 247"/>
          <p:cNvSpPr/>
          <p:nvPr/>
        </p:nvSpPr>
        <p:spPr>
          <a:xfrm>
            <a:off x="2089332" y="2283966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C0D4F5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Freeform 248"/>
          <p:cNvSpPr/>
          <p:nvPr/>
        </p:nvSpPr>
        <p:spPr>
          <a:xfrm>
            <a:off x="1206244" y="2866604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6282E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Freeform 249"/>
          <p:cNvSpPr/>
          <p:nvPr/>
        </p:nvSpPr>
        <p:spPr>
          <a:xfrm>
            <a:off x="1482289" y="1597771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9BBC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Freeform 250"/>
          <p:cNvSpPr/>
          <p:nvPr/>
        </p:nvSpPr>
        <p:spPr>
          <a:xfrm>
            <a:off x="1093210" y="2271647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6384EB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Freeform 251"/>
          <p:cNvSpPr/>
          <p:nvPr/>
        </p:nvSpPr>
        <p:spPr>
          <a:xfrm>
            <a:off x="3818341" y="2170631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B40426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Freeform 252"/>
          <p:cNvSpPr/>
          <p:nvPr/>
        </p:nvSpPr>
        <p:spPr>
          <a:xfrm>
            <a:off x="2449240" y="1562457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E4D9D2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Freeform 253"/>
          <p:cNvSpPr/>
          <p:nvPr/>
        </p:nvSpPr>
        <p:spPr>
          <a:xfrm>
            <a:off x="1424520" y="1700823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7B9FF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Freeform 254"/>
          <p:cNvSpPr/>
          <p:nvPr/>
        </p:nvSpPr>
        <p:spPr>
          <a:xfrm>
            <a:off x="2127318" y="1539919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CAD8E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Freeform 255"/>
          <p:cNvSpPr/>
          <p:nvPr/>
        </p:nvSpPr>
        <p:spPr>
          <a:xfrm>
            <a:off x="2251407" y="1506776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DEDCDB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Freeform 256"/>
          <p:cNvSpPr/>
          <p:nvPr/>
        </p:nvSpPr>
        <p:spPr>
          <a:xfrm>
            <a:off x="1271355" y="2134944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6F92F3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Freeform 257"/>
          <p:cNvSpPr/>
          <p:nvPr/>
        </p:nvSpPr>
        <p:spPr>
          <a:xfrm>
            <a:off x="2263546" y="1358895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E1DAD6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Freeform 258"/>
          <p:cNvSpPr/>
          <p:nvPr/>
        </p:nvSpPr>
        <p:spPr>
          <a:xfrm>
            <a:off x="2196914" y="1444401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DADCE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Freeform 259"/>
          <p:cNvSpPr/>
          <p:nvPr/>
        </p:nvSpPr>
        <p:spPr>
          <a:xfrm>
            <a:off x="2419849" y="1093909"/>
            <a:ext cx="40161" cy="40160"/>
          </a:xfrm>
          <a:custGeom>
            <a:avLst/>
            <a:gdLst/>
            <a:ahLst/>
            <a:cxnLst/>
            <a:rect l="l" t="t" r="r" b="b"/>
            <a:pathLst>
              <a:path w="40161" h="40160">
                <a:moveTo>
                  <a:pt x="20081" y="40160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0"/>
                </a:lnTo>
                <a:close/>
                <a:lnTo>
                  <a:pt x="20081" y="40160"/>
                </a:lnTo>
                <a:close/>
              </a:path>
            </a:pathLst>
          </a:custGeom>
          <a:solidFill>
            <a:srgbClr val="EBD3C6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Freeform 260"/>
          <p:cNvSpPr/>
          <p:nvPr/>
        </p:nvSpPr>
        <p:spPr>
          <a:xfrm>
            <a:off x="935224" y="2929595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506BD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Freeform 261"/>
          <p:cNvSpPr/>
          <p:nvPr/>
        </p:nvSpPr>
        <p:spPr>
          <a:xfrm>
            <a:off x="1338497" y="2521146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7597F6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Freeform 262"/>
          <p:cNvSpPr/>
          <p:nvPr/>
        </p:nvSpPr>
        <p:spPr>
          <a:xfrm>
            <a:off x="1275096" y="2090835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6788E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Freeform 263"/>
          <p:cNvSpPr/>
          <p:nvPr/>
        </p:nvSpPr>
        <p:spPr>
          <a:xfrm>
            <a:off x="1540388" y="1854223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9BBC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Freeform 264"/>
          <p:cNvSpPr/>
          <p:nvPr/>
        </p:nvSpPr>
        <p:spPr>
          <a:xfrm>
            <a:off x="2991006" y="2213521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F7B49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Freeform 265"/>
          <p:cNvSpPr/>
          <p:nvPr/>
        </p:nvSpPr>
        <p:spPr>
          <a:xfrm>
            <a:off x="1429507" y="2665289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81A4FB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Freeform 266"/>
          <p:cNvSpPr/>
          <p:nvPr/>
        </p:nvSpPr>
        <p:spPr>
          <a:xfrm>
            <a:off x="1548776" y="2553727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ABC8F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Freeform 267"/>
          <p:cNvSpPr/>
          <p:nvPr/>
        </p:nvSpPr>
        <p:spPr>
          <a:xfrm>
            <a:off x="1591665" y="1488346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AAC7F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Freeform 268"/>
          <p:cNvSpPr/>
          <p:nvPr/>
        </p:nvSpPr>
        <p:spPr>
          <a:xfrm>
            <a:off x="2592392" y="971986"/>
            <a:ext cx="40160" cy="40161"/>
          </a:xfrm>
          <a:custGeom>
            <a:avLst/>
            <a:gdLst/>
            <a:ahLst/>
            <a:cxnLst/>
            <a:rect l="l" t="t" r="r" b="b"/>
            <a:pathLst>
              <a:path w="40160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0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EAD5C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Freeform 269"/>
          <p:cNvSpPr/>
          <p:nvPr/>
        </p:nvSpPr>
        <p:spPr>
          <a:xfrm>
            <a:off x="834869" y="3196543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3B4CC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Freeform 270"/>
          <p:cNvSpPr/>
          <p:nvPr/>
        </p:nvSpPr>
        <p:spPr>
          <a:xfrm>
            <a:off x="2089618" y="2446897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D1DAE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Freeform 271"/>
          <p:cNvSpPr/>
          <p:nvPr/>
        </p:nvSpPr>
        <p:spPr>
          <a:xfrm>
            <a:off x="1728205" y="2114168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ABC8F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Freeform 272"/>
          <p:cNvSpPr/>
          <p:nvPr/>
        </p:nvSpPr>
        <p:spPr>
          <a:xfrm>
            <a:off x="2462784" y="905322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F49A7B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Freeform 273"/>
          <p:cNvSpPr/>
          <p:nvPr/>
        </p:nvSpPr>
        <p:spPr>
          <a:xfrm>
            <a:off x="1739223" y="1357761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B2CCFB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Freeform 274"/>
          <p:cNvSpPr/>
          <p:nvPr/>
        </p:nvSpPr>
        <p:spPr>
          <a:xfrm>
            <a:off x="1831727" y="2763814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AFCAFC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Freeform 275"/>
          <p:cNvSpPr/>
          <p:nvPr/>
        </p:nvSpPr>
        <p:spPr>
          <a:xfrm>
            <a:off x="1771443" y="2102629"/>
            <a:ext cx="40160" cy="40161"/>
          </a:xfrm>
          <a:custGeom>
            <a:avLst/>
            <a:gdLst/>
            <a:ahLst/>
            <a:cxnLst/>
            <a:rect l="l" t="t" r="r" b="b"/>
            <a:pathLst>
              <a:path w="40160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0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B1CBFC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Freeform 276"/>
          <p:cNvSpPr/>
          <p:nvPr/>
        </p:nvSpPr>
        <p:spPr>
          <a:xfrm>
            <a:off x="1245604" y="3012588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7295F4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Freeform 277"/>
          <p:cNvSpPr/>
          <p:nvPr/>
        </p:nvSpPr>
        <p:spPr>
          <a:xfrm>
            <a:off x="1701002" y="3022935"/>
            <a:ext cx="40161" cy="40160"/>
          </a:xfrm>
          <a:custGeom>
            <a:avLst/>
            <a:gdLst/>
            <a:ahLst/>
            <a:cxnLst/>
            <a:rect l="l" t="t" r="r" b="b"/>
            <a:pathLst>
              <a:path w="40161" h="40160">
                <a:moveTo>
                  <a:pt x="20080" y="40160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0"/>
                </a:lnTo>
                <a:close/>
                <a:lnTo>
                  <a:pt x="20080" y="40160"/>
                </a:lnTo>
                <a:close/>
              </a:path>
            </a:pathLst>
          </a:custGeom>
          <a:solidFill>
            <a:srgbClr val="A1C0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Freeform 278"/>
          <p:cNvSpPr/>
          <p:nvPr/>
        </p:nvSpPr>
        <p:spPr>
          <a:xfrm>
            <a:off x="2420405" y="2013700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EFCFB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Freeform 279"/>
          <p:cNvSpPr/>
          <p:nvPr/>
        </p:nvSpPr>
        <p:spPr>
          <a:xfrm>
            <a:off x="1369012" y="2417455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86A9FC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Freeform 280"/>
          <p:cNvSpPr/>
          <p:nvPr/>
        </p:nvSpPr>
        <p:spPr>
          <a:xfrm>
            <a:off x="1550234" y="3006621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90B2F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Freeform 281"/>
          <p:cNvSpPr/>
          <p:nvPr/>
        </p:nvSpPr>
        <p:spPr>
          <a:xfrm>
            <a:off x="2088089" y="2051775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D4DBE6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Freeform 282"/>
          <p:cNvSpPr/>
          <p:nvPr/>
        </p:nvSpPr>
        <p:spPr>
          <a:xfrm>
            <a:off x="1920701" y="1412691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AFCAFC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Freeform 283"/>
          <p:cNvSpPr/>
          <p:nvPr/>
        </p:nvSpPr>
        <p:spPr>
          <a:xfrm>
            <a:off x="2375476" y="2755411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E6D7C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Freeform 284"/>
          <p:cNvSpPr/>
          <p:nvPr/>
        </p:nvSpPr>
        <p:spPr>
          <a:xfrm>
            <a:off x="1840410" y="1366853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A7C5F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Freeform 285"/>
          <p:cNvSpPr/>
          <p:nvPr/>
        </p:nvSpPr>
        <p:spPr>
          <a:xfrm>
            <a:off x="1953576" y="1572309"/>
            <a:ext cx="40161" cy="40160"/>
          </a:xfrm>
          <a:custGeom>
            <a:avLst/>
            <a:gdLst/>
            <a:ahLst/>
            <a:cxnLst/>
            <a:rect l="l" t="t" r="r" b="b"/>
            <a:pathLst>
              <a:path w="40161" h="40160">
                <a:moveTo>
                  <a:pt x="20081" y="40160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0"/>
                </a:lnTo>
                <a:close/>
                <a:lnTo>
                  <a:pt x="20081" y="40160"/>
                </a:lnTo>
                <a:close/>
              </a:path>
            </a:pathLst>
          </a:custGeom>
          <a:solidFill>
            <a:srgbClr val="B5CDF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Freeform 286"/>
          <p:cNvSpPr/>
          <p:nvPr/>
        </p:nvSpPr>
        <p:spPr>
          <a:xfrm>
            <a:off x="2637738" y="2002770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EFCFB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Freeform 287"/>
          <p:cNvSpPr/>
          <p:nvPr/>
        </p:nvSpPr>
        <p:spPr>
          <a:xfrm>
            <a:off x="1440194" y="1800308"/>
            <a:ext cx="40160" cy="40161"/>
          </a:xfrm>
          <a:custGeom>
            <a:avLst/>
            <a:gdLst/>
            <a:ahLst/>
            <a:cxnLst/>
            <a:rect l="l" t="t" r="r" b="b"/>
            <a:pathLst>
              <a:path w="40160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0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86A9FC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Freeform 288"/>
          <p:cNvSpPr/>
          <p:nvPr/>
        </p:nvSpPr>
        <p:spPr>
          <a:xfrm>
            <a:off x="2891331" y="2109416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E16751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Freeform 289"/>
          <p:cNvSpPr/>
          <p:nvPr/>
        </p:nvSpPr>
        <p:spPr>
          <a:xfrm>
            <a:off x="1711514" y="1466108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9FBF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Freeform 290"/>
          <p:cNvSpPr/>
          <p:nvPr/>
        </p:nvSpPr>
        <p:spPr>
          <a:xfrm>
            <a:off x="1657191" y="1422954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A6C4F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Freeform 291"/>
          <p:cNvSpPr/>
          <p:nvPr/>
        </p:nvSpPr>
        <p:spPr>
          <a:xfrm>
            <a:off x="1749117" y="1289422"/>
            <a:ext cx="40160" cy="40161"/>
          </a:xfrm>
          <a:custGeom>
            <a:avLst/>
            <a:gdLst/>
            <a:ahLst/>
            <a:cxnLst/>
            <a:rect l="l" t="t" r="r" b="b"/>
            <a:pathLst>
              <a:path w="40160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0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AFCAFC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Freeform 292"/>
          <p:cNvSpPr/>
          <p:nvPr/>
        </p:nvSpPr>
        <p:spPr>
          <a:xfrm>
            <a:off x="1719572" y="1413997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ADC9F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Freeform 293"/>
          <p:cNvSpPr/>
          <p:nvPr/>
        </p:nvSpPr>
        <p:spPr>
          <a:xfrm>
            <a:off x="1757991" y="2030306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CFDAE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Freeform 294"/>
          <p:cNvSpPr/>
          <p:nvPr/>
        </p:nvSpPr>
        <p:spPr>
          <a:xfrm>
            <a:off x="2057948" y="1887039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C1D4F4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Freeform 295"/>
          <p:cNvSpPr/>
          <p:nvPr/>
        </p:nvSpPr>
        <p:spPr>
          <a:xfrm>
            <a:off x="1742409" y="1819283"/>
            <a:ext cx="40161" cy="40160"/>
          </a:xfrm>
          <a:custGeom>
            <a:avLst/>
            <a:gdLst/>
            <a:ahLst/>
            <a:cxnLst/>
            <a:rect l="l" t="t" r="r" b="b"/>
            <a:pathLst>
              <a:path w="40161" h="40160">
                <a:moveTo>
                  <a:pt x="20081" y="40160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0"/>
                </a:lnTo>
                <a:close/>
                <a:lnTo>
                  <a:pt x="20081" y="40160"/>
                </a:lnTo>
                <a:close/>
              </a:path>
            </a:pathLst>
          </a:custGeom>
          <a:solidFill>
            <a:srgbClr val="C1D4F4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Freeform 296"/>
          <p:cNvSpPr/>
          <p:nvPr/>
        </p:nvSpPr>
        <p:spPr>
          <a:xfrm>
            <a:off x="1806118" y="1906165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C6D6F1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Freeform 297"/>
          <p:cNvSpPr/>
          <p:nvPr/>
        </p:nvSpPr>
        <p:spPr>
          <a:xfrm>
            <a:off x="1616052" y="2103128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B7CFF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Freeform 298"/>
          <p:cNvSpPr/>
          <p:nvPr/>
        </p:nvSpPr>
        <p:spPr>
          <a:xfrm>
            <a:off x="1406436" y="2510957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8DB0F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Freeform 299"/>
          <p:cNvSpPr/>
          <p:nvPr/>
        </p:nvSpPr>
        <p:spPr>
          <a:xfrm>
            <a:off x="1719304" y="1782813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AEC9FC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Freeform 300"/>
          <p:cNvSpPr/>
          <p:nvPr/>
        </p:nvSpPr>
        <p:spPr>
          <a:xfrm>
            <a:off x="1237662" y="2300278"/>
            <a:ext cx="40161" cy="40160"/>
          </a:xfrm>
          <a:custGeom>
            <a:avLst/>
            <a:gdLst/>
            <a:ahLst/>
            <a:cxnLst/>
            <a:rect l="l" t="t" r="r" b="b"/>
            <a:pathLst>
              <a:path w="40161" h="40160">
                <a:moveTo>
                  <a:pt x="20080" y="40160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0"/>
                </a:lnTo>
                <a:close/>
                <a:lnTo>
                  <a:pt x="20080" y="40160"/>
                </a:lnTo>
                <a:close/>
              </a:path>
            </a:pathLst>
          </a:custGeom>
          <a:solidFill>
            <a:srgbClr val="89ACF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Freeform 301"/>
          <p:cNvSpPr/>
          <p:nvPr/>
        </p:nvSpPr>
        <p:spPr>
          <a:xfrm>
            <a:off x="1609523" y="2852100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92B4F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Freeform 302"/>
          <p:cNvSpPr/>
          <p:nvPr/>
        </p:nvSpPr>
        <p:spPr>
          <a:xfrm>
            <a:off x="1793280" y="1814816"/>
            <a:ext cx="40161" cy="40160"/>
          </a:xfrm>
          <a:custGeom>
            <a:avLst/>
            <a:gdLst/>
            <a:ahLst/>
            <a:cxnLst/>
            <a:rect l="l" t="t" r="r" b="b"/>
            <a:pathLst>
              <a:path w="40161" h="40160">
                <a:moveTo>
                  <a:pt x="20080" y="40160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0"/>
                </a:lnTo>
                <a:close/>
                <a:lnTo>
                  <a:pt x="20080" y="40160"/>
                </a:lnTo>
                <a:close/>
              </a:path>
            </a:pathLst>
          </a:custGeom>
          <a:solidFill>
            <a:srgbClr val="C6D6F1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Freeform 303"/>
          <p:cNvSpPr/>
          <p:nvPr/>
        </p:nvSpPr>
        <p:spPr>
          <a:xfrm>
            <a:off x="2702702" y="2266129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F7BA9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Freeform 304"/>
          <p:cNvSpPr/>
          <p:nvPr/>
        </p:nvSpPr>
        <p:spPr>
          <a:xfrm>
            <a:off x="2389342" y="1577304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EDD1C2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Freeform 305"/>
          <p:cNvSpPr/>
          <p:nvPr/>
        </p:nvSpPr>
        <p:spPr>
          <a:xfrm>
            <a:off x="1934318" y="1442359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AFCAFC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Freeform 306"/>
          <p:cNvSpPr/>
          <p:nvPr/>
        </p:nvSpPr>
        <p:spPr>
          <a:xfrm>
            <a:off x="2026094" y="1485075"/>
            <a:ext cx="40161" cy="40160"/>
          </a:xfrm>
          <a:custGeom>
            <a:avLst/>
            <a:gdLst/>
            <a:ahLst/>
            <a:cxnLst/>
            <a:rect l="l" t="t" r="r" b="b"/>
            <a:pathLst>
              <a:path w="40161" h="40160">
                <a:moveTo>
                  <a:pt x="20080" y="40160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0"/>
                </a:lnTo>
                <a:close/>
                <a:lnTo>
                  <a:pt x="20080" y="40160"/>
                </a:lnTo>
                <a:close/>
              </a:path>
            </a:pathLst>
          </a:custGeom>
          <a:solidFill>
            <a:srgbClr val="D1DAE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Freeform 307"/>
          <p:cNvSpPr/>
          <p:nvPr/>
        </p:nvSpPr>
        <p:spPr>
          <a:xfrm>
            <a:off x="2041322" y="1577891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B5CDF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Freeform 308"/>
          <p:cNvSpPr/>
          <p:nvPr/>
        </p:nvSpPr>
        <p:spPr>
          <a:xfrm>
            <a:off x="1957797" y="1280034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AAC7F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Freeform 309"/>
          <p:cNvSpPr/>
          <p:nvPr/>
        </p:nvSpPr>
        <p:spPr>
          <a:xfrm>
            <a:off x="1707499" y="2003109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AEC9FC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Freeform 310"/>
          <p:cNvSpPr/>
          <p:nvPr/>
        </p:nvSpPr>
        <p:spPr>
          <a:xfrm>
            <a:off x="2001985" y="1595070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CCD9E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Freeform 311"/>
          <p:cNvSpPr/>
          <p:nvPr/>
        </p:nvSpPr>
        <p:spPr>
          <a:xfrm>
            <a:off x="2132358" y="2302914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D2DBE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Freeform 312"/>
          <p:cNvSpPr/>
          <p:nvPr/>
        </p:nvSpPr>
        <p:spPr>
          <a:xfrm>
            <a:off x="1126589" y="2003264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6384EB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Freeform 313"/>
          <p:cNvSpPr/>
          <p:nvPr/>
        </p:nvSpPr>
        <p:spPr>
          <a:xfrm>
            <a:off x="1645011" y="2765022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A1C0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Freeform 314"/>
          <p:cNvSpPr/>
          <p:nvPr/>
        </p:nvSpPr>
        <p:spPr>
          <a:xfrm>
            <a:off x="2042895" y="1487370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D1DAE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Freeform 315"/>
          <p:cNvSpPr/>
          <p:nvPr/>
        </p:nvSpPr>
        <p:spPr>
          <a:xfrm>
            <a:off x="1771984" y="2703931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B5CDF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Freeform 316"/>
          <p:cNvSpPr/>
          <p:nvPr/>
        </p:nvSpPr>
        <p:spPr>
          <a:xfrm>
            <a:off x="1974743" y="1523458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CAD8E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Freeform 317"/>
          <p:cNvSpPr/>
          <p:nvPr/>
        </p:nvSpPr>
        <p:spPr>
          <a:xfrm>
            <a:off x="1736271" y="2172650"/>
            <a:ext cx="40161" cy="40160"/>
          </a:xfrm>
          <a:custGeom>
            <a:avLst/>
            <a:gdLst/>
            <a:ahLst/>
            <a:cxnLst/>
            <a:rect l="l" t="t" r="r" b="b"/>
            <a:pathLst>
              <a:path w="40161" h="40160">
                <a:moveTo>
                  <a:pt x="20081" y="40160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0"/>
                </a:lnTo>
                <a:close/>
                <a:lnTo>
                  <a:pt x="20081" y="40160"/>
                </a:lnTo>
                <a:close/>
              </a:path>
            </a:pathLst>
          </a:custGeom>
          <a:solidFill>
            <a:srgbClr val="C4D5F3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Freeform 318"/>
          <p:cNvSpPr/>
          <p:nvPr/>
        </p:nvSpPr>
        <p:spPr>
          <a:xfrm>
            <a:off x="1915801" y="1327631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C6D6F1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Freeform 319"/>
          <p:cNvSpPr/>
          <p:nvPr/>
        </p:nvSpPr>
        <p:spPr>
          <a:xfrm>
            <a:off x="2042895" y="1487370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E0DBD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Freeform 320"/>
          <p:cNvSpPr/>
          <p:nvPr/>
        </p:nvSpPr>
        <p:spPr>
          <a:xfrm>
            <a:off x="2458513" y="2828743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E7D7C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Freeform 321"/>
          <p:cNvSpPr/>
          <p:nvPr/>
        </p:nvSpPr>
        <p:spPr>
          <a:xfrm>
            <a:off x="2317008" y="2931608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D4DBE6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Freeform 322"/>
          <p:cNvSpPr/>
          <p:nvPr/>
        </p:nvSpPr>
        <p:spPr>
          <a:xfrm>
            <a:off x="2495562" y="1477362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EBD3C6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Freeform 323"/>
          <p:cNvSpPr/>
          <p:nvPr/>
        </p:nvSpPr>
        <p:spPr>
          <a:xfrm>
            <a:off x="1543780" y="2202943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92B4F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Freeform 324"/>
          <p:cNvSpPr/>
          <p:nvPr/>
        </p:nvSpPr>
        <p:spPr>
          <a:xfrm>
            <a:off x="2159667" y="1645765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D9DCE1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Freeform 325"/>
          <p:cNvSpPr/>
          <p:nvPr/>
        </p:nvSpPr>
        <p:spPr>
          <a:xfrm>
            <a:off x="1554505" y="1993943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A5C3F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Freeform 326"/>
          <p:cNvSpPr/>
          <p:nvPr/>
        </p:nvSpPr>
        <p:spPr>
          <a:xfrm>
            <a:off x="2343325" y="3149199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DEDCDB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Freeform 327"/>
          <p:cNvSpPr/>
          <p:nvPr/>
        </p:nvSpPr>
        <p:spPr>
          <a:xfrm>
            <a:off x="1322345" y="2339994"/>
            <a:ext cx="40161" cy="40160"/>
          </a:xfrm>
          <a:custGeom>
            <a:avLst/>
            <a:gdLst/>
            <a:ahLst/>
            <a:cxnLst/>
            <a:rect l="l" t="t" r="r" b="b"/>
            <a:pathLst>
              <a:path w="40161" h="40160">
                <a:moveTo>
                  <a:pt x="20080" y="40160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0"/>
                </a:lnTo>
                <a:close/>
                <a:lnTo>
                  <a:pt x="20080" y="40160"/>
                </a:lnTo>
                <a:close/>
              </a:path>
            </a:pathLst>
          </a:custGeom>
          <a:solidFill>
            <a:srgbClr val="779AF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Freeform 328"/>
          <p:cNvSpPr/>
          <p:nvPr/>
        </p:nvSpPr>
        <p:spPr>
          <a:xfrm>
            <a:off x="1295110" y="2141623"/>
            <a:ext cx="40160" cy="40161"/>
          </a:xfrm>
          <a:custGeom>
            <a:avLst/>
            <a:gdLst/>
            <a:ahLst/>
            <a:cxnLst/>
            <a:rect l="l" t="t" r="r" b="b"/>
            <a:pathLst>
              <a:path w="40160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0" y="20081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779AF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Freeform 329"/>
          <p:cNvSpPr/>
          <p:nvPr/>
        </p:nvSpPr>
        <p:spPr>
          <a:xfrm>
            <a:off x="1087972" y="2987004"/>
            <a:ext cx="40161" cy="40160"/>
          </a:xfrm>
          <a:custGeom>
            <a:avLst/>
            <a:gdLst/>
            <a:ahLst/>
            <a:cxnLst/>
            <a:rect l="l" t="t" r="r" b="b"/>
            <a:pathLst>
              <a:path w="40161" h="40160">
                <a:moveTo>
                  <a:pt x="20080" y="40160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0"/>
                </a:lnTo>
                <a:close/>
                <a:lnTo>
                  <a:pt x="20080" y="40160"/>
                </a:lnTo>
                <a:close/>
              </a:path>
            </a:pathLst>
          </a:custGeom>
          <a:solidFill>
            <a:srgbClr val="6282E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Freeform 330"/>
          <p:cNvSpPr/>
          <p:nvPr/>
        </p:nvSpPr>
        <p:spPr>
          <a:xfrm>
            <a:off x="2067012" y="840809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D7DCE3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Freeform 331"/>
          <p:cNvSpPr/>
          <p:nvPr/>
        </p:nvSpPr>
        <p:spPr>
          <a:xfrm>
            <a:off x="1834209" y="3093181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ADC9F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Freeform 332"/>
          <p:cNvSpPr/>
          <p:nvPr/>
        </p:nvSpPr>
        <p:spPr>
          <a:xfrm>
            <a:off x="1849002" y="1873013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C0D4F5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Freeform 333"/>
          <p:cNvSpPr/>
          <p:nvPr/>
        </p:nvSpPr>
        <p:spPr>
          <a:xfrm>
            <a:off x="1409636" y="2019779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8DB0F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Freeform 334"/>
          <p:cNvSpPr/>
          <p:nvPr/>
        </p:nvSpPr>
        <p:spPr>
          <a:xfrm>
            <a:off x="2137489" y="2195145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D9DCE1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Freeform 335"/>
          <p:cNvSpPr/>
          <p:nvPr/>
        </p:nvSpPr>
        <p:spPr>
          <a:xfrm>
            <a:off x="1602681" y="2126953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94B6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Freeform 336"/>
          <p:cNvSpPr/>
          <p:nvPr/>
        </p:nvSpPr>
        <p:spPr>
          <a:xfrm>
            <a:off x="1489657" y="1466396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7DA0F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Freeform 337"/>
          <p:cNvSpPr/>
          <p:nvPr/>
        </p:nvSpPr>
        <p:spPr>
          <a:xfrm>
            <a:off x="1478881" y="1488724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7A9DF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Freeform 338"/>
          <p:cNvSpPr/>
          <p:nvPr/>
        </p:nvSpPr>
        <p:spPr>
          <a:xfrm>
            <a:off x="1697861" y="2126790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9EBE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Freeform 339"/>
          <p:cNvSpPr/>
          <p:nvPr/>
        </p:nvSpPr>
        <p:spPr>
          <a:xfrm>
            <a:off x="2292710" y="1526636"/>
            <a:ext cx="40160" cy="40160"/>
          </a:xfrm>
          <a:custGeom>
            <a:avLst/>
            <a:gdLst/>
            <a:ahLst/>
            <a:cxnLst/>
            <a:rect l="l" t="t" r="r" b="b"/>
            <a:pathLst>
              <a:path w="40160" h="40160">
                <a:moveTo>
                  <a:pt x="20080" y="40160"/>
                </a:moveTo>
                <a:lnTo>
                  <a:pt x="34279" y="34279"/>
                </a:lnTo>
                <a:close/>
                <a:lnTo>
                  <a:pt x="40160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0"/>
                </a:lnTo>
                <a:close/>
                <a:lnTo>
                  <a:pt x="20080" y="40160"/>
                </a:lnTo>
                <a:close/>
              </a:path>
            </a:pathLst>
          </a:custGeom>
          <a:solidFill>
            <a:srgbClr val="CAD8E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Freeform 340"/>
          <p:cNvSpPr/>
          <p:nvPr/>
        </p:nvSpPr>
        <p:spPr>
          <a:xfrm>
            <a:off x="1465476" y="2323316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85A8FC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Freeform 341"/>
          <p:cNvSpPr/>
          <p:nvPr/>
        </p:nvSpPr>
        <p:spPr>
          <a:xfrm>
            <a:off x="2101833" y="1667972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E0DBD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Freeform 342"/>
          <p:cNvSpPr/>
          <p:nvPr/>
        </p:nvSpPr>
        <p:spPr>
          <a:xfrm>
            <a:off x="2211744" y="1082189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E9D5CB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Freeform 343"/>
          <p:cNvSpPr/>
          <p:nvPr/>
        </p:nvSpPr>
        <p:spPr>
          <a:xfrm>
            <a:off x="1388237" y="2901040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7DA0F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Freeform 344"/>
          <p:cNvSpPr/>
          <p:nvPr/>
        </p:nvSpPr>
        <p:spPr>
          <a:xfrm>
            <a:off x="2691295" y="1794430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F3C7B1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Freeform 345"/>
          <p:cNvSpPr/>
          <p:nvPr/>
        </p:nvSpPr>
        <p:spPr>
          <a:xfrm>
            <a:off x="2366319" y="1429087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EFCEB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Freeform 346"/>
          <p:cNvSpPr/>
          <p:nvPr/>
        </p:nvSpPr>
        <p:spPr>
          <a:xfrm>
            <a:off x="2472405" y="2214100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EDD1C2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Freeform 347"/>
          <p:cNvSpPr/>
          <p:nvPr/>
        </p:nvSpPr>
        <p:spPr>
          <a:xfrm>
            <a:off x="1395384" y="1706022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88ABF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Freeform 348"/>
          <p:cNvSpPr/>
          <p:nvPr/>
        </p:nvSpPr>
        <p:spPr>
          <a:xfrm>
            <a:off x="1265553" y="2268011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7093F3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Freeform 349"/>
          <p:cNvSpPr/>
          <p:nvPr/>
        </p:nvSpPr>
        <p:spPr>
          <a:xfrm>
            <a:off x="1960546" y="1634975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C4D5F3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Freeform 350"/>
          <p:cNvSpPr/>
          <p:nvPr/>
        </p:nvSpPr>
        <p:spPr>
          <a:xfrm>
            <a:off x="1983779" y="1817409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C7D7F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Freeform 351"/>
          <p:cNvSpPr/>
          <p:nvPr/>
        </p:nvSpPr>
        <p:spPr>
          <a:xfrm>
            <a:off x="2508455" y="1594135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EAD4C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Freeform 352"/>
          <p:cNvSpPr/>
          <p:nvPr/>
        </p:nvSpPr>
        <p:spPr>
          <a:xfrm>
            <a:off x="1940530" y="1753507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C1D4F4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Freeform 353"/>
          <p:cNvSpPr/>
          <p:nvPr/>
        </p:nvSpPr>
        <p:spPr>
          <a:xfrm>
            <a:off x="1856695" y="1808337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BAD0F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Freeform 354"/>
          <p:cNvSpPr/>
          <p:nvPr/>
        </p:nvSpPr>
        <p:spPr>
          <a:xfrm>
            <a:off x="2560742" y="1747472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F2C9B4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Freeform 355"/>
          <p:cNvSpPr/>
          <p:nvPr/>
        </p:nvSpPr>
        <p:spPr>
          <a:xfrm>
            <a:off x="1599251" y="1603740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90B2F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Freeform 356"/>
          <p:cNvSpPr/>
          <p:nvPr/>
        </p:nvSpPr>
        <p:spPr>
          <a:xfrm>
            <a:off x="1605545" y="1626039"/>
            <a:ext cx="40160" cy="40161"/>
          </a:xfrm>
          <a:custGeom>
            <a:avLst/>
            <a:gdLst/>
            <a:ahLst/>
            <a:cxnLst/>
            <a:rect l="l" t="t" r="r" b="b"/>
            <a:pathLst>
              <a:path w="40160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0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B2CCFB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Freeform 357"/>
          <p:cNvSpPr/>
          <p:nvPr/>
        </p:nvSpPr>
        <p:spPr>
          <a:xfrm>
            <a:off x="1344144" y="2212417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8BADF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Freeform 358"/>
          <p:cNvSpPr/>
          <p:nvPr/>
        </p:nvSpPr>
        <p:spPr>
          <a:xfrm>
            <a:off x="1172216" y="2479523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6180E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Freeform 359"/>
          <p:cNvSpPr/>
          <p:nvPr/>
        </p:nvSpPr>
        <p:spPr>
          <a:xfrm>
            <a:off x="1548236" y="2169352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89ACF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Freeform 360"/>
          <p:cNvSpPr/>
          <p:nvPr/>
        </p:nvSpPr>
        <p:spPr>
          <a:xfrm>
            <a:off x="1744816" y="2347026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9EBE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Freeform 361"/>
          <p:cNvSpPr/>
          <p:nvPr/>
        </p:nvSpPr>
        <p:spPr>
          <a:xfrm>
            <a:off x="1975721" y="1815056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C0D4F5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Freeform 362"/>
          <p:cNvSpPr/>
          <p:nvPr/>
        </p:nvSpPr>
        <p:spPr>
          <a:xfrm>
            <a:off x="3097793" y="2290988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F08A6C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Freeform 363"/>
          <p:cNvSpPr/>
          <p:nvPr/>
        </p:nvSpPr>
        <p:spPr>
          <a:xfrm>
            <a:off x="1458141" y="2134042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90B2F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Freeform 364"/>
          <p:cNvSpPr/>
          <p:nvPr/>
        </p:nvSpPr>
        <p:spPr>
          <a:xfrm>
            <a:off x="1975721" y="1815056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CBD8E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Freeform 365"/>
          <p:cNvSpPr/>
          <p:nvPr/>
        </p:nvSpPr>
        <p:spPr>
          <a:xfrm>
            <a:off x="2424949" y="1843984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EAD4C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Freeform 366"/>
          <p:cNvSpPr/>
          <p:nvPr/>
        </p:nvSpPr>
        <p:spPr>
          <a:xfrm>
            <a:off x="1746727" y="2632845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A6C4F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Freeform 367"/>
          <p:cNvSpPr/>
          <p:nvPr/>
        </p:nvSpPr>
        <p:spPr>
          <a:xfrm>
            <a:off x="2101265" y="1853586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D2DBE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Freeform 368"/>
          <p:cNvSpPr/>
          <p:nvPr/>
        </p:nvSpPr>
        <p:spPr>
          <a:xfrm>
            <a:off x="1800605" y="2972311"/>
            <a:ext cx="40160" cy="40161"/>
          </a:xfrm>
          <a:custGeom>
            <a:avLst/>
            <a:gdLst/>
            <a:ahLst/>
            <a:cxnLst/>
            <a:rect l="l" t="t" r="r" b="b"/>
            <a:pathLst>
              <a:path w="40160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0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AFCAFC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Freeform 369"/>
          <p:cNvSpPr/>
          <p:nvPr/>
        </p:nvSpPr>
        <p:spPr>
          <a:xfrm>
            <a:off x="2051854" y="2222640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C7D7F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Freeform 370"/>
          <p:cNvSpPr/>
          <p:nvPr/>
        </p:nvSpPr>
        <p:spPr>
          <a:xfrm>
            <a:off x="1863141" y="2003465"/>
            <a:ext cx="40161" cy="40160"/>
          </a:xfrm>
          <a:custGeom>
            <a:avLst/>
            <a:gdLst/>
            <a:ahLst/>
            <a:cxnLst/>
            <a:rect l="l" t="t" r="r" b="b"/>
            <a:pathLst>
              <a:path w="40161" h="40160">
                <a:moveTo>
                  <a:pt x="20080" y="40160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0"/>
                </a:lnTo>
                <a:close/>
                <a:lnTo>
                  <a:pt x="20080" y="40160"/>
                </a:lnTo>
                <a:close/>
              </a:path>
            </a:pathLst>
          </a:custGeom>
          <a:solidFill>
            <a:srgbClr val="C7D7F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Freeform 371"/>
          <p:cNvSpPr/>
          <p:nvPr/>
        </p:nvSpPr>
        <p:spPr>
          <a:xfrm>
            <a:off x="2475688" y="1597049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EDD2C3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Freeform 372"/>
          <p:cNvSpPr/>
          <p:nvPr/>
        </p:nvSpPr>
        <p:spPr>
          <a:xfrm>
            <a:off x="788529" y="3123557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455CC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Freeform 373"/>
          <p:cNvSpPr/>
          <p:nvPr/>
        </p:nvSpPr>
        <p:spPr>
          <a:xfrm>
            <a:off x="804011" y="3123449"/>
            <a:ext cx="40161" cy="40160"/>
          </a:xfrm>
          <a:custGeom>
            <a:avLst/>
            <a:gdLst/>
            <a:ahLst/>
            <a:cxnLst/>
            <a:rect l="l" t="t" r="r" b="b"/>
            <a:pathLst>
              <a:path w="40161" h="40160">
                <a:moveTo>
                  <a:pt x="20081" y="40160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0"/>
                </a:lnTo>
                <a:close/>
                <a:lnTo>
                  <a:pt x="20081" y="40160"/>
                </a:lnTo>
                <a:close/>
              </a:path>
            </a:pathLst>
          </a:custGeom>
          <a:solidFill>
            <a:srgbClr val="465EC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Freeform 374"/>
          <p:cNvSpPr/>
          <p:nvPr/>
        </p:nvSpPr>
        <p:spPr>
          <a:xfrm>
            <a:off x="802915" y="3127044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465EC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Freeform 375"/>
          <p:cNvSpPr/>
          <p:nvPr/>
        </p:nvSpPr>
        <p:spPr>
          <a:xfrm>
            <a:off x="1325761" y="2884608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688AE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Freeform 376"/>
          <p:cNvSpPr/>
          <p:nvPr/>
        </p:nvSpPr>
        <p:spPr>
          <a:xfrm>
            <a:off x="2570427" y="1630700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E1DAD6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Freeform 377"/>
          <p:cNvSpPr/>
          <p:nvPr/>
        </p:nvSpPr>
        <p:spPr>
          <a:xfrm>
            <a:off x="2581700" y="2826318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F0CDBB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Freeform 378"/>
          <p:cNvSpPr/>
          <p:nvPr/>
        </p:nvSpPr>
        <p:spPr>
          <a:xfrm>
            <a:off x="1206581" y="2516186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799CF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Freeform 379"/>
          <p:cNvSpPr/>
          <p:nvPr/>
        </p:nvSpPr>
        <p:spPr>
          <a:xfrm>
            <a:off x="1608678" y="1297092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98B9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Freeform 380"/>
          <p:cNvSpPr/>
          <p:nvPr/>
        </p:nvSpPr>
        <p:spPr>
          <a:xfrm>
            <a:off x="1625296" y="2013185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A3C2F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Freeform 381"/>
          <p:cNvSpPr/>
          <p:nvPr/>
        </p:nvSpPr>
        <p:spPr>
          <a:xfrm>
            <a:off x="1869513" y="2476394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C0D4F5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Freeform 382"/>
          <p:cNvSpPr/>
          <p:nvPr/>
        </p:nvSpPr>
        <p:spPr>
          <a:xfrm>
            <a:off x="2321287" y="2273567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D5DBE5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Freeform 383"/>
          <p:cNvSpPr/>
          <p:nvPr/>
        </p:nvSpPr>
        <p:spPr>
          <a:xfrm>
            <a:off x="1618183" y="1848702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98B9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Freeform 384"/>
          <p:cNvSpPr/>
          <p:nvPr/>
        </p:nvSpPr>
        <p:spPr>
          <a:xfrm>
            <a:off x="1583365" y="1425618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1" y="5881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AAC7F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Freeform 385"/>
          <p:cNvSpPr/>
          <p:nvPr/>
        </p:nvSpPr>
        <p:spPr>
          <a:xfrm>
            <a:off x="2034371" y="1400110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C3D5F4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Freeform 386"/>
          <p:cNvSpPr/>
          <p:nvPr/>
        </p:nvSpPr>
        <p:spPr>
          <a:xfrm>
            <a:off x="1807325" y="1930748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A7C5F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Freeform 387"/>
          <p:cNvSpPr/>
          <p:nvPr/>
        </p:nvSpPr>
        <p:spPr>
          <a:xfrm>
            <a:off x="1387970" y="2449546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92B4F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Freeform 388"/>
          <p:cNvSpPr/>
          <p:nvPr/>
        </p:nvSpPr>
        <p:spPr>
          <a:xfrm>
            <a:off x="2087024" y="2448564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CDD9EC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Freeform 389"/>
          <p:cNvSpPr/>
          <p:nvPr/>
        </p:nvSpPr>
        <p:spPr>
          <a:xfrm>
            <a:off x="2095676" y="1454667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C7D7F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Freeform 390"/>
          <p:cNvSpPr/>
          <p:nvPr/>
        </p:nvSpPr>
        <p:spPr>
          <a:xfrm>
            <a:off x="2947495" y="2323365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F18F71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Freeform 391"/>
          <p:cNvSpPr/>
          <p:nvPr/>
        </p:nvSpPr>
        <p:spPr>
          <a:xfrm>
            <a:off x="2255247" y="1858212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DADCE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Freeform 392"/>
          <p:cNvSpPr/>
          <p:nvPr/>
        </p:nvSpPr>
        <p:spPr>
          <a:xfrm>
            <a:off x="2087024" y="2448564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DEDCDB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Freeform 393"/>
          <p:cNvSpPr/>
          <p:nvPr/>
        </p:nvSpPr>
        <p:spPr>
          <a:xfrm>
            <a:off x="1962830" y="1181998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B6CEF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Freeform 394"/>
          <p:cNvSpPr/>
          <p:nvPr/>
        </p:nvSpPr>
        <p:spPr>
          <a:xfrm>
            <a:off x="1387970" y="2449546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81A4FB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Freeform 395"/>
          <p:cNvSpPr/>
          <p:nvPr/>
        </p:nvSpPr>
        <p:spPr>
          <a:xfrm>
            <a:off x="1338885" y="2281573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7EA1F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Freeform 396"/>
          <p:cNvSpPr/>
          <p:nvPr/>
        </p:nvSpPr>
        <p:spPr>
          <a:xfrm>
            <a:off x="1792405" y="1811241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ADC9F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Freeform 397"/>
          <p:cNvSpPr/>
          <p:nvPr/>
        </p:nvSpPr>
        <p:spPr>
          <a:xfrm>
            <a:off x="1813349" y="1396244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CBD8E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Freeform 398"/>
          <p:cNvSpPr/>
          <p:nvPr/>
        </p:nvSpPr>
        <p:spPr>
          <a:xfrm>
            <a:off x="2028393" y="1116645"/>
            <a:ext cx="40160" cy="40161"/>
          </a:xfrm>
          <a:custGeom>
            <a:avLst/>
            <a:gdLst/>
            <a:ahLst/>
            <a:cxnLst/>
            <a:rect l="l" t="t" r="r" b="b"/>
            <a:pathLst>
              <a:path w="40160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0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BFD3F6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Freeform 399"/>
          <p:cNvSpPr/>
          <p:nvPr/>
        </p:nvSpPr>
        <p:spPr>
          <a:xfrm>
            <a:off x="1607252" y="2082727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92B4F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Freeform 400"/>
          <p:cNvSpPr/>
          <p:nvPr/>
        </p:nvSpPr>
        <p:spPr>
          <a:xfrm>
            <a:off x="2223490" y="1645671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E2DAD5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Freeform 401"/>
          <p:cNvSpPr/>
          <p:nvPr/>
        </p:nvSpPr>
        <p:spPr>
          <a:xfrm>
            <a:off x="2541595" y="2063591"/>
            <a:ext cx="40160" cy="40160"/>
          </a:xfrm>
          <a:custGeom>
            <a:avLst/>
            <a:gdLst/>
            <a:ahLst/>
            <a:cxnLst/>
            <a:rect l="l" t="t" r="r" b="b"/>
            <a:pathLst>
              <a:path w="40160" h="40160">
                <a:moveTo>
                  <a:pt x="20080" y="40160"/>
                </a:moveTo>
                <a:lnTo>
                  <a:pt x="34279" y="34279"/>
                </a:lnTo>
                <a:close/>
                <a:lnTo>
                  <a:pt x="40160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0"/>
                </a:lnTo>
                <a:close/>
                <a:lnTo>
                  <a:pt x="20080" y="40160"/>
                </a:lnTo>
                <a:close/>
              </a:path>
            </a:pathLst>
          </a:custGeom>
          <a:solidFill>
            <a:srgbClr val="F2CAB5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Freeform 402"/>
          <p:cNvSpPr/>
          <p:nvPr/>
        </p:nvSpPr>
        <p:spPr>
          <a:xfrm>
            <a:off x="1254918" y="2181537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7699F6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Freeform 403"/>
          <p:cNvSpPr/>
          <p:nvPr/>
        </p:nvSpPr>
        <p:spPr>
          <a:xfrm>
            <a:off x="1703708" y="1367906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98B9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Freeform 404"/>
          <p:cNvSpPr/>
          <p:nvPr/>
        </p:nvSpPr>
        <p:spPr>
          <a:xfrm>
            <a:off x="1429737" y="2414856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96B7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Freeform 405"/>
          <p:cNvSpPr/>
          <p:nvPr/>
        </p:nvSpPr>
        <p:spPr>
          <a:xfrm>
            <a:off x="2218346" y="1768922"/>
            <a:ext cx="40160" cy="40161"/>
          </a:xfrm>
          <a:custGeom>
            <a:avLst/>
            <a:gdLst/>
            <a:ahLst/>
            <a:cxnLst/>
            <a:rect l="l" t="t" r="r" b="b"/>
            <a:pathLst>
              <a:path w="40160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0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E3D9D3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Freeform 406"/>
          <p:cNvSpPr/>
          <p:nvPr/>
        </p:nvSpPr>
        <p:spPr>
          <a:xfrm>
            <a:off x="2024579" y="2110489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C6D6F1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Freeform 407"/>
          <p:cNvSpPr/>
          <p:nvPr/>
        </p:nvSpPr>
        <p:spPr>
          <a:xfrm>
            <a:off x="1925458" y="2052890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D6DCE4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Freeform 408"/>
          <p:cNvSpPr/>
          <p:nvPr/>
        </p:nvSpPr>
        <p:spPr>
          <a:xfrm>
            <a:off x="2144744" y="1853951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DDDCDC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Freeform 409"/>
          <p:cNvSpPr/>
          <p:nvPr/>
        </p:nvSpPr>
        <p:spPr>
          <a:xfrm>
            <a:off x="1931469" y="2066294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BED2F6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Freeform 410"/>
          <p:cNvSpPr/>
          <p:nvPr/>
        </p:nvSpPr>
        <p:spPr>
          <a:xfrm>
            <a:off x="2280650" y="1475031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DEDCDB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Freeform 411"/>
          <p:cNvSpPr/>
          <p:nvPr/>
        </p:nvSpPr>
        <p:spPr>
          <a:xfrm>
            <a:off x="1184112" y="2544122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779AF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Freeform 412"/>
          <p:cNvSpPr/>
          <p:nvPr/>
        </p:nvSpPr>
        <p:spPr>
          <a:xfrm>
            <a:off x="1716229" y="1960208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8CAFF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Freeform 413"/>
          <p:cNvSpPr/>
          <p:nvPr/>
        </p:nvSpPr>
        <p:spPr>
          <a:xfrm>
            <a:off x="1352178" y="1799105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7B9FF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Freeform 414"/>
          <p:cNvSpPr/>
          <p:nvPr/>
        </p:nvSpPr>
        <p:spPr>
          <a:xfrm>
            <a:off x="1244496" y="1971447"/>
            <a:ext cx="40161" cy="40160"/>
          </a:xfrm>
          <a:custGeom>
            <a:avLst/>
            <a:gdLst/>
            <a:ahLst/>
            <a:cxnLst/>
            <a:rect l="l" t="t" r="r" b="b"/>
            <a:pathLst>
              <a:path w="40161" h="40160">
                <a:moveTo>
                  <a:pt x="20081" y="40160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0"/>
                </a:lnTo>
                <a:close/>
                <a:lnTo>
                  <a:pt x="20081" y="40160"/>
                </a:lnTo>
                <a:close/>
              </a:path>
            </a:pathLst>
          </a:custGeom>
          <a:solidFill>
            <a:srgbClr val="7093F3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Freeform 415"/>
          <p:cNvSpPr/>
          <p:nvPr/>
        </p:nvSpPr>
        <p:spPr>
          <a:xfrm>
            <a:off x="1320942" y="1915512"/>
            <a:ext cx="40161" cy="40160"/>
          </a:xfrm>
          <a:custGeom>
            <a:avLst/>
            <a:gdLst/>
            <a:ahLst/>
            <a:cxnLst/>
            <a:rect l="l" t="t" r="r" b="b"/>
            <a:pathLst>
              <a:path w="40161" h="40160">
                <a:moveTo>
                  <a:pt x="20080" y="40160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0"/>
                </a:lnTo>
                <a:close/>
                <a:lnTo>
                  <a:pt x="20080" y="40160"/>
                </a:lnTo>
                <a:close/>
              </a:path>
            </a:pathLst>
          </a:custGeom>
          <a:solidFill>
            <a:srgbClr val="799CF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Freeform 416"/>
          <p:cNvSpPr/>
          <p:nvPr/>
        </p:nvSpPr>
        <p:spPr>
          <a:xfrm>
            <a:off x="2035332" y="1187794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DBDCD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Freeform 417"/>
          <p:cNvSpPr/>
          <p:nvPr/>
        </p:nvSpPr>
        <p:spPr>
          <a:xfrm>
            <a:off x="2238452" y="2725602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CBD8E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Freeform 418"/>
          <p:cNvSpPr/>
          <p:nvPr/>
        </p:nvSpPr>
        <p:spPr>
          <a:xfrm>
            <a:off x="1486984" y="2405395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9BBC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Freeform 419"/>
          <p:cNvSpPr/>
          <p:nvPr/>
        </p:nvSpPr>
        <p:spPr>
          <a:xfrm>
            <a:off x="1567749" y="2230505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A3C2F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Freeform 420"/>
          <p:cNvSpPr/>
          <p:nvPr/>
        </p:nvSpPr>
        <p:spPr>
          <a:xfrm>
            <a:off x="1160451" y="2033313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6F92F3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Freeform 421"/>
          <p:cNvSpPr/>
          <p:nvPr/>
        </p:nvSpPr>
        <p:spPr>
          <a:xfrm>
            <a:off x="2244346" y="1487357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D5DBE5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Freeform 422"/>
          <p:cNvSpPr/>
          <p:nvPr/>
        </p:nvSpPr>
        <p:spPr>
          <a:xfrm>
            <a:off x="1325032" y="2783109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799CF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Freeform 423"/>
          <p:cNvSpPr/>
          <p:nvPr/>
        </p:nvSpPr>
        <p:spPr>
          <a:xfrm>
            <a:off x="2452264" y="1529293"/>
            <a:ext cx="40160" cy="40161"/>
          </a:xfrm>
          <a:custGeom>
            <a:avLst/>
            <a:gdLst/>
            <a:ahLst/>
            <a:cxnLst/>
            <a:rect l="l" t="t" r="r" b="b"/>
            <a:pathLst>
              <a:path w="40160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0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E1DAD6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Freeform 424"/>
          <p:cNvSpPr/>
          <p:nvPr/>
        </p:nvSpPr>
        <p:spPr>
          <a:xfrm>
            <a:off x="1559550" y="2616781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8DB0F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Freeform 425"/>
          <p:cNvSpPr/>
          <p:nvPr/>
        </p:nvSpPr>
        <p:spPr>
          <a:xfrm>
            <a:off x="1167841" y="2093385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6F92F3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Freeform 426"/>
          <p:cNvSpPr/>
          <p:nvPr/>
        </p:nvSpPr>
        <p:spPr>
          <a:xfrm>
            <a:off x="2566453" y="1566547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EAD5C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Freeform 427"/>
          <p:cNvSpPr/>
          <p:nvPr/>
        </p:nvSpPr>
        <p:spPr>
          <a:xfrm>
            <a:off x="1389120" y="1900760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7295F4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Freeform 428"/>
          <p:cNvSpPr/>
          <p:nvPr/>
        </p:nvSpPr>
        <p:spPr>
          <a:xfrm>
            <a:off x="1412494" y="1957838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8BADF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Freeform 429"/>
          <p:cNvSpPr/>
          <p:nvPr/>
        </p:nvSpPr>
        <p:spPr>
          <a:xfrm>
            <a:off x="1131226" y="3116833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506BD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Freeform 430"/>
          <p:cNvSpPr/>
          <p:nvPr/>
        </p:nvSpPr>
        <p:spPr>
          <a:xfrm>
            <a:off x="1397498" y="3058747"/>
            <a:ext cx="40161" cy="40160"/>
          </a:xfrm>
          <a:custGeom>
            <a:avLst/>
            <a:gdLst/>
            <a:ahLst/>
            <a:cxnLst/>
            <a:rect l="l" t="t" r="r" b="b"/>
            <a:pathLst>
              <a:path w="40161" h="40160">
                <a:moveTo>
                  <a:pt x="20081" y="40160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0"/>
                </a:lnTo>
                <a:close/>
                <a:lnTo>
                  <a:pt x="20081" y="40160"/>
                </a:lnTo>
                <a:close/>
              </a:path>
            </a:pathLst>
          </a:custGeom>
          <a:solidFill>
            <a:srgbClr val="9DBD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Freeform 431"/>
          <p:cNvSpPr/>
          <p:nvPr/>
        </p:nvSpPr>
        <p:spPr>
          <a:xfrm>
            <a:off x="1284843" y="2520090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7A9DF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Freeform 432"/>
          <p:cNvSpPr/>
          <p:nvPr/>
        </p:nvSpPr>
        <p:spPr>
          <a:xfrm>
            <a:off x="1134538" y="3150577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516DDB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Freeform 433"/>
          <p:cNvSpPr/>
          <p:nvPr/>
        </p:nvSpPr>
        <p:spPr>
          <a:xfrm>
            <a:off x="1425600" y="1938922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86A9FC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Freeform 434"/>
          <p:cNvSpPr/>
          <p:nvPr/>
        </p:nvSpPr>
        <p:spPr>
          <a:xfrm>
            <a:off x="1172610" y="3055267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85A8FC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Freeform 435"/>
          <p:cNvSpPr/>
          <p:nvPr/>
        </p:nvSpPr>
        <p:spPr>
          <a:xfrm>
            <a:off x="1399468" y="1686602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7B9FF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Freeform 436"/>
          <p:cNvSpPr/>
          <p:nvPr/>
        </p:nvSpPr>
        <p:spPr>
          <a:xfrm>
            <a:off x="915130" y="2556516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455CC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Freeform 437"/>
          <p:cNvSpPr/>
          <p:nvPr/>
        </p:nvSpPr>
        <p:spPr>
          <a:xfrm>
            <a:off x="2316774" y="2487177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D3DBE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Freeform 438"/>
          <p:cNvSpPr/>
          <p:nvPr/>
        </p:nvSpPr>
        <p:spPr>
          <a:xfrm>
            <a:off x="719495" y="333441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TextBox 439"/>
          <p:cNvSpPr txBox="1"/>
          <p:nvPr/>
        </p:nvSpPr>
        <p:spPr>
          <a:xfrm>
            <a:off x="598289" y="339281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sp>
        <p:nvSpPr>
          <p:cNvPr id="441" name="Freeform 440"/>
          <p:cNvSpPr/>
          <p:nvPr/>
        </p:nvSpPr>
        <p:spPr>
          <a:xfrm>
            <a:off x="1167360" y="333441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TextBox 441"/>
          <p:cNvSpPr txBox="1"/>
          <p:nvPr/>
        </p:nvSpPr>
        <p:spPr>
          <a:xfrm>
            <a:off x="1046154" y="339281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125</a:t>
            </a:r>
          </a:p>
        </p:txBody>
      </p:sp>
      <p:sp>
        <p:nvSpPr>
          <p:cNvPr id="443" name="Freeform 442"/>
          <p:cNvSpPr/>
          <p:nvPr/>
        </p:nvSpPr>
        <p:spPr>
          <a:xfrm>
            <a:off x="1615224" y="333441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TextBox 443"/>
          <p:cNvSpPr txBox="1"/>
          <p:nvPr/>
        </p:nvSpPr>
        <p:spPr>
          <a:xfrm>
            <a:off x="1494019" y="339281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150</a:t>
            </a:r>
          </a:p>
        </p:txBody>
      </p:sp>
      <p:sp>
        <p:nvSpPr>
          <p:cNvPr id="445" name="Freeform 444"/>
          <p:cNvSpPr/>
          <p:nvPr/>
        </p:nvSpPr>
        <p:spPr>
          <a:xfrm>
            <a:off x="2063089" y="333441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TextBox 445"/>
          <p:cNvSpPr txBox="1"/>
          <p:nvPr/>
        </p:nvSpPr>
        <p:spPr>
          <a:xfrm>
            <a:off x="1941883" y="339281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175</a:t>
            </a:r>
          </a:p>
        </p:txBody>
      </p:sp>
      <p:sp>
        <p:nvSpPr>
          <p:cNvPr id="447" name="Freeform 446"/>
          <p:cNvSpPr/>
          <p:nvPr/>
        </p:nvSpPr>
        <p:spPr>
          <a:xfrm>
            <a:off x="2510954" y="333441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TextBox 447"/>
          <p:cNvSpPr txBox="1"/>
          <p:nvPr/>
        </p:nvSpPr>
        <p:spPr>
          <a:xfrm>
            <a:off x="2389748" y="339281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200</a:t>
            </a:r>
          </a:p>
        </p:txBody>
      </p:sp>
      <p:sp>
        <p:nvSpPr>
          <p:cNvPr id="449" name="Freeform 448"/>
          <p:cNvSpPr/>
          <p:nvPr/>
        </p:nvSpPr>
        <p:spPr>
          <a:xfrm>
            <a:off x="2958818" y="333441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TextBox 449"/>
          <p:cNvSpPr txBox="1"/>
          <p:nvPr/>
        </p:nvSpPr>
        <p:spPr>
          <a:xfrm>
            <a:off x="2837613" y="339281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225</a:t>
            </a:r>
          </a:p>
        </p:txBody>
      </p:sp>
      <p:sp>
        <p:nvSpPr>
          <p:cNvPr id="451" name="Freeform 450"/>
          <p:cNvSpPr/>
          <p:nvPr/>
        </p:nvSpPr>
        <p:spPr>
          <a:xfrm>
            <a:off x="3406683" y="333441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TextBox 451"/>
          <p:cNvSpPr txBox="1"/>
          <p:nvPr/>
        </p:nvSpPr>
        <p:spPr>
          <a:xfrm>
            <a:off x="3285477" y="339281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250</a:t>
            </a:r>
          </a:p>
        </p:txBody>
      </p:sp>
      <p:sp>
        <p:nvSpPr>
          <p:cNvPr id="453" name="Freeform 452"/>
          <p:cNvSpPr/>
          <p:nvPr/>
        </p:nvSpPr>
        <p:spPr>
          <a:xfrm>
            <a:off x="3854548" y="333441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TextBox 453"/>
          <p:cNvSpPr txBox="1"/>
          <p:nvPr/>
        </p:nvSpPr>
        <p:spPr>
          <a:xfrm>
            <a:off x="3733342" y="339281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275</a:t>
            </a:r>
          </a:p>
        </p:txBody>
      </p:sp>
      <p:sp>
        <p:nvSpPr>
          <p:cNvPr id="455" name="TextBox 454"/>
          <p:cNvSpPr txBox="1"/>
          <p:nvPr/>
        </p:nvSpPr>
        <p:spPr>
          <a:xfrm>
            <a:off x="1350892" y="3566523"/>
            <a:ext cx="2184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Predicted mean stress (MPa)</a:t>
            </a:r>
          </a:p>
        </p:txBody>
      </p:sp>
      <p:sp>
        <p:nvSpPr>
          <p:cNvPr id="456" name="Freeform 455"/>
          <p:cNvSpPr/>
          <p:nvPr/>
        </p:nvSpPr>
        <p:spPr>
          <a:xfrm>
            <a:off x="471210" y="295483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TextBox 456"/>
          <p:cNvSpPr txBox="1"/>
          <p:nvPr/>
        </p:nvSpPr>
        <p:spPr>
          <a:xfrm>
            <a:off x="345956" y="2876084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458" name="Freeform 457"/>
          <p:cNvSpPr/>
          <p:nvPr/>
        </p:nvSpPr>
        <p:spPr>
          <a:xfrm>
            <a:off x="471210" y="245475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TextBox 458"/>
          <p:cNvSpPr txBox="1"/>
          <p:nvPr/>
        </p:nvSpPr>
        <p:spPr>
          <a:xfrm>
            <a:off x="345956" y="2376000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sp>
        <p:nvSpPr>
          <p:cNvPr id="460" name="Freeform 459"/>
          <p:cNvSpPr/>
          <p:nvPr/>
        </p:nvSpPr>
        <p:spPr>
          <a:xfrm>
            <a:off x="471210" y="1954666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TextBox 460"/>
          <p:cNvSpPr txBox="1"/>
          <p:nvPr/>
        </p:nvSpPr>
        <p:spPr>
          <a:xfrm>
            <a:off x="265152" y="1875916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462" name="Freeform 461"/>
          <p:cNvSpPr/>
          <p:nvPr/>
        </p:nvSpPr>
        <p:spPr>
          <a:xfrm>
            <a:off x="471210" y="1454581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TextBox 462"/>
          <p:cNvSpPr txBox="1"/>
          <p:nvPr/>
        </p:nvSpPr>
        <p:spPr>
          <a:xfrm>
            <a:off x="265152" y="1375832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12</a:t>
            </a:r>
          </a:p>
        </p:txBody>
      </p:sp>
      <p:sp>
        <p:nvSpPr>
          <p:cNvPr id="464" name="Freeform 463"/>
          <p:cNvSpPr/>
          <p:nvPr/>
        </p:nvSpPr>
        <p:spPr>
          <a:xfrm>
            <a:off x="471210" y="954497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TextBox 464"/>
          <p:cNvSpPr txBox="1"/>
          <p:nvPr/>
        </p:nvSpPr>
        <p:spPr>
          <a:xfrm>
            <a:off x="265152" y="875747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14</a:t>
            </a:r>
          </a:p>
        </p:txBody>
      </p:sp>
      <p:sp>
        <p:nvSpPr>
          <p:cNvPr id="466" name="TextBox 465"/>
          <p:cNvSpPr txBox="1"/>
          <p:nvPr/>
        </p:nvSpPr>
        <p:spPr>
          <a:xfrm rot="16200000">
            <a:off x="92690" y="1757918"/>
            <a:ext cx="1422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Predicted σ (MPa)</a:t>
            </a:r>
          </a:p>
        </p:txBody>
      </p:sp>
      <p:sp>
        <p:nvSpPr>
          <p:cNvPr id="467" name="Freeform 466"/>
          <p:cNvSpPr/>
          <p:nvPr/>
        </p:nvSpPr>
        <p:spPr>
          <a:xfrm>
            <a:off x="515660" y="743102"/>
            <a:ext cx="0" cy="2591308"/>
          </a:xfrm>
          <a:custGeom>
            <a:avLst/>
            <a:gdLst/>
            <a:ahLst/>
            <a:cxnLst/>
            <a:rect l="l" t="t" r="r" b="b"/>
            <a:pathLst>
              <a:path w="0" h="2591308">
                <a:moveTo>
                  <a:pt x="0" y="2591308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Freeform 467"/>
          <p:cNvSpPr/>
          <p:nvPr/>
        </p:nvSpPr>
        <p:spPr>
          <a:xfrm>
            <a:off x="515660" y="3334410"/>
            <a:ext cx="3480988" cy="0"/>
          </a:xfrm>
          <a:custGeom>
            <a:avLst/>
            <a:gdLst/>
            <a:ahLst/>
            <a:cxnLst/>
            <a:rect l="l" t="t" r="r" b="b"/>
            <a:pathLst>
              <a:path w="3480988" h="0">
                <a:moveTo>
                  <a:pt x="0" y="0"/>
                </a:moveTo>
                <a:lnTo>
                  <a:pt x="3480988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TextBox 468"/>
          <p:cNvSpPr txBox="1"/>
          <p:nvPr/>
        </p:nvSpPr>
        <p:spPr>
          <a:xfrm>
            <a:off x="1207027" y="411151"/>
            <a:ext cx="2581910" cy="1809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50" b="0" i="0">
                <a:solidFill>
                  <a:srgbClr val="000000"/>
                </a:solidFill>
                <a:latin typeface="Arial"/>
              </a:rPr>
              <a:t>(A)  Predicted σ vs predicted mean</a:t>
            </a:r>
          </a:p>
        </p:txBody>
      </p:sp>
      <p:sp>
        <p:nvSpPr>
          <p:cNvPr id="470" name="Rectangle 469"/>
          <p:cNvSpPr/>
          <p:nvPr/>
        </p:nvSpPr>
        <p:spPr>
          <a:xfrm>
            <a:off x="5525340" y="743102"/>
            <a:ext cx="4351236" cy="25913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Rectangle 470"/>
          <p:cNvSpPr/>
          <p:nvPr/>
        </p:nvSpPr>
        <p:spPr>
          <a:xfrm>
            <a:off x="5723123" y="2968794"/>
            <a:ext cx="98892" cy="365617"/>
          </a:xfrm>
          <a:prstGeom prst="rect">
            <a:avLst/>
          </a:prstGeom>
          <a:solidFill>
            <a:srgbClr val="2E86AB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" name="Rectangle 471"/>
          <p:cNvSpPr/>
          <p:nvPr/>
        </p:nvSpPr>
        <p:spPr>
          <a:xfrm>
            <a:off x="5822015" y="2511773"/>
            <a:ext cx="98892" cy="822637"/>
          </a:xfrm>
          <a:prstGeom prst="rect">
            <a:avLst/>
          </a:prstGeom>
          <a:solidFill>
            <a:srgbClr val="2E86AB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Rectangle 472"/>
          <p:cNvSpPr/>
          <p:nvPr/>
        </p:nvSpPr>
        <p:spPr>
          <a:xfrm>
            <a:off x="5920907" y="2877390"/>
            <a:ext cx="98892" cy="457021"/>
          </a:xfrm>
          <a:prstGeom prst="rect">
            <a:avLst/>
          </a:prstGeom>
          <a:solidFill>
            <a:srgbClr val="2E86AB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Rectangle 473"/>
          <p:cNvSpPr/>
          <p:nvPr/>
        </p:nvSpPr>
        <p:spPr>
          <a:xfrm>
            <a:off x="6019799" y="2877390"/>
            <a:ext cx="98892" cy="457021"/>
          </a:xfrm>
          <a:prstGeom prst="rect">
            <a:avLst/>
          </a:prstGeom>
          <a:solidFill>
            <a:srgbClr val="2E86AB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Rectangle 474"/>
          <p:cNvSpPr/>
          <p:nvPr/>
        </p:nvSpPr>
        <p:spPr>
          <a:xfrm>
            <a:off x="6118690" y="2694581"/>
            <a:ext cx="98892" cy="639829"/>
          </a:xfrm>
          <a:prstGeom prst="rect">
            <a:avLst/>
          </a:prstGeom>
          <a:solidFill>
            <a:srgbClr val="2E86AB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Rectangle 475"/>
          <p:cNvSpPr/>
          <p:nvPr/>
        </p:nvSpPr>
        <p:spPr>
          <a:xfrm>
            <a:off x="6217582" y="2785985"/>
            <a:ext cx="98892" cy="548425"/>
          </a:xfrm>
          <a:prstGeom prst="rect">
            <a:avLst/>
          </a:prstGeom>
          <a:solidFill>
            <a:srgbClr val="2E86AB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Rectangle 476"/>
          <p:cNvSpPr/>
          <p:nvPr/>
        </p:nvSpPr>
        <p:spPr>
          <a:xfrm>
            <a:off x="6316474" y="2968794"/>
            <a:ext cx="98892" cy="365617"/>
          </a:xfrm>
          <a:prstGeom prst="rect">
            <a:avLst/>
          </a:prstGeom>
          <a:solidFill>
            <a:srgbClr val="2E86AB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Rectangle 477"/>
          <p:cNvSpPr/>
          <p:nvPr/>
        </p:nvSpPr>
        <p:spPr>
          <a:xfrm>
            <a:off x="6415366" y="2511773"/>
            <a:ext cx="98892" cy="822637"/>
          </a:xfrm>
          <a:prstGeom prst="rect">
            <a:avLst/>
          </a:prstGeom>
          <a:solidFill>
            <a:srgbClr val="2E86AB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Rectangle 478"/>
          <p:cNvSpPr/>
          <p:nvPr/>
        </p:nvSpPr>
        <p:spPr>
          <a:xfrm>
            <a:off x="6514257" y="2877390"/>
            <a:ext cx="98892" cy="457021"/>
          </a:xfrm>
          <a:prstGeom prst="rect">
            <a:avLst/>
          </a:prstGeom>
          <a:solidFill>
            <a:srgbClr val="2E86AB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Rectangle 479"/>
          <p:cNvSpPr/>
          <p:nvPr/>
        </p:nvSpPr>
        <p:spPr>
          <a:xfrm>
            <a:off x="6613149" y="2968794"/>
            <a:ext cx="98892" cy="365617"/>
          </a:xfrm>
          <a:prstGeom prst="rect">
            <a:avLst/>
          </a:prstGeom>
          <a:solidFill>
            <a:srgbClr val="2E86AB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" name="Rectangle 480"/>
          <p:cNvSpPr/>
          <p:nvPr/>
        </p:nvSpPr>
        <p:spPr>
          <a:xfrm>
            <a:off x="6712041" y="2877390"/>
            <a:ext cx="98892" cy="457021"/>
          </a:xfrm>
          <a:prstGeom prst="rect">
            <a:avLst/>
          </a:prstGeom>
          <a:solidFill>
            <a:srgbClr val="2E86AB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Rectangle 481"/>
          <p:cNvSpPr/>
          <p:nvPr/>
        </p:nvSpPr>
        <p:spPr>
          <a:xfrm>
            <a:off x="6810932" y="1689135"/>
            <a:ext cx="98892" cy="1645275"/>
          </a:xfrm>
          <a:prstGeom prst="rect">
            <a:avLst/>
          </a:prstGeom>
          <a:solidFill>
            <a:srgbClr val="2E86AB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Rectangle 482"/>
          <p:cNvSpPr/>
          <p:nvPr/>
        </p:nvSpPr>
        <p:spPr>
          <a:xfrm>
            <a:off x="6909824" y="2146156"/>
            <a:ext cx="98892" cy="1188254"/>
          </a:xfrm>
          <a:prstGeom prst="rect">
            <a:avLst/>
          </a:prstGeom>
          <a:solidFill>
            <a:srgbClr val="2E86AB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Rectangle 483"/>
          <p:cNvSpPr/>
          <p:nvPr/>
        </p:nvSpPr>
        <p:spPr>
          <a:xfrm>
            <a:off x="7008716" y="2237560"/>
            <a:ext cx="98892" cy="1096850"/>
          </a:xfrm>
          <a:prstGeom prst="rect">
            <a:avLst/>
          </a:prstGeom>
          <a:solidFill>
            <a:srgbClr val="2E86AB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Rectangle 484"/>
          <p:cNvSpPr/>
          <p:nvPr/>
        </p:nvSpPr>
        <p:spPr>
          <a:xfrm>
            <a:off x="7107608" y="2420369"/>
            <a:ext cx="98892" cy="914042"/>
          </a:xfrm>
          <a:prstGeom prst="rect">
            <a:avLst/>
          </a:prstGeom>
          <a:solidFill>
            <a:srgbClr val="2E86AB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Rectangle 485"/>
          <p:cNvSpPr/>
          <p:nvPr/>
        </p:nvSpPr>
        <p:spPr>
          <a:xfrm>
            <a:off x="7206499" y="1963348"/>
            <a:ext cx="98892" cy="1371062"/>
          </a:xfrm>
          <a:prstGeom prst="rect">
            <a:avLst/>
          </a:prstGeom>
          <a:solidFill>
            <a:srgbClr val="2E86AB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Rectangle 486"/>
          <p:cNvSpPr/>
          <p:nvPr/>
        </p:nvSpPr>
        <p:spPr>
          <a:xfrm>
            <a:off x="7305391" y="1780540"/>
            <a:ext cx="98892" cy="1553871"/>
          </a:xfrm>
          <a:prstGeom prst="rect">
            <a:avLst/>
          </a:prstGeom>
          <a:solidFill>
            <a:srgbClr val="2E86AB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Rectangle 487"/>
          <p:cNvSpPr/>
          <p:nvPr/>
        </p:nvSpPr>
        <p:spPr>
          <a:xfrm>
            <a:off x="7404283" y="1689135"/>
            <a:ext cx="98892" cy="1645275"/>
          </a:xfrm>
          <a:prstGeom prst="rect">
            <a:avLst/>
          </a:prstGeom>
          <a:solidFill>
            <a:srgbClr val="2E86AB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Rectangle 488"/>
          <p:cNvSpPr/>
          <p:nvPr/>
        </p:nvSpPr>
        <p:spPr>
          <a:xfrm>
            <a:off x="7503174" y="1140711"/>
            <a:ext cx="98892" cy="2193700"/>
          </a:xfrm>
          <a:prstGeom prst="rect">
            <a:avLst/>
          </a:prstGeom>
          <a:solidFill>
            <a:srgbClr val="2E86AB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" name="Rectangle 489"/>
          <p:cNvSpPr/>
          <p:nvPr/>
        </p:nvSpPr>
        <p:spPr>
          <a:xfrm>
            <a:off x="7602066" y="1963348"/>
            <a:ext cx="98892" cy="1371062"/>
          </a:xfrm>
          <a:prstGeom prst="rect">
            <a:avLst/>
          </a:prstGeom>
          <a:solidFill>
            <a:srgbClr val="2E86AB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Rectangle 490"/>
          <p:cNvSpPr/>
          <p:nvPr/>
        </p:nvSpPr>
        <p:spPr>
          <a:xfrm>
            <a:off x="7700958" y="866498"/>
            <a:ext cx="98892" cy="2467912"/>
          </a:xfrm>
          <a:prstGeom prst="rect">
            <a:avLst/>
          </a:prstGeom>
          <a:solidFill>
            <a:srgbClr val="2E86AB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Rectangle 491"/>
          <p:cNvSpPr/>
          <p:nvPr/>
        </p:nvSpPr>
        <p:spPr>
          <a:xfrm>
            <a:off x="7799850" y="2237560"/>
            <a:ext cx="98892" cy="1096850"/>
          </a:xfrm>
          <a:prstGeom prst="rect">
            <a:avLst/>
          </a:prstGeom>
          <a:solidFill>
            <a:srgbClr val="2E86AB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" name="Rectangle 492"/>
          <p:cNvSpPr/>
          <p:nvPr/>
        </p:nvSpPr>
        <p:spPr>
          <a:xfrm>
            <a:off x="7898741" y="1323519"/>
            <a:ext cx="98892" cy="2010892"/>
          </a:xfrm>
          <a:prstGeom prst="rect">
            <a:avLst/>
          </a:prstGeom>
          <a:solidFill>
            <a:srgbClr val="2E86AB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Rectangle 493"/>
          <p:cNvSpPr/>
          <p:nvPr/>
        </p:nvSpPr>
        <p:spPr>
          <a:xfrm>
            <a:off x="7997633" y="1689135"/>
            <a:ext cx="98892" cy="1645275"/>
          </a:xfrm>
          <a:prstGeom prst="rect">
            <a:avLst/>
          </a:prstGeom>
          <a:solidFill>
            <a:srgbClr val="2E86AB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Rectangle 494"/>
          <p:cNvSpPr/>
          <p:nvPr/>
        </p:nvSpPr>
        <p:spPr>
          <a:xfrm>
            <a:off x="8096525" y="2511773"/>
            <a:ext cx="98892" cy="822637"/>
          </a:xfrm>
          <a:prstGeom prst="rect">
            <a:avLst/>
          </a:prstGeom>
          <a:solidFill>
            <a:srgbClr val="2E86AB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" name="Rectangle 495"/>
          <p:cNvSpPr/>
          <p:nvPr/>
        </p:nvSpPr>
        <p:spPr>
          <a:xfrm>
            <a:off x="8195416" y="1963348"/>
            <a:ext cx="98892" cy="1371062"/>
          </a:xfrm>
          <a:prstGeom prst="rect">
            <a:avLst/>
          </a:prstGeom>
          <a:solidFill>
            <a:srgbClr val="2E86AB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" name="Rectangle 496"/>
          <p:cNvSpPr/>
          <p:nvPr/>
        </p:nvSpPr>
        <p:spPr>
          <a:xfrm>
            <a:off x="8294308" y="1780540"/>
            <a:ext cx="98892" cy="1553871"/>
          </a:xfrm>
          <a:prstGeom prst="rect">
            <a:avLst/>
          </a:prstGeom>
          <a:solidFill>
            <a:srgbClr val="2E86AB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Rectangle 497"/>
          <p:cNvSpPr/>
          <p:nvPr/>
        </p:nvSpPr>
        <p:spPr>
          <a:xfrm>
            <a:off x="8393200" y="1963348"/>
            <a:ext cx="98892" cy="1371062"/>
          </a:xfrm>
          <a:prstGeom prst="rect">
            <a:avLst/>
          </a:prstGeom>
          <a:solidFill>
            <a:srgbClr val="2E86AB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" name="Rectangle 498"/>
          <p:cNvSpPr/>
          <p:nvPr/>
        </p:nvSpPr>
        <p:spPr>
          <a:xfrm>
            <a:off x="8492092" y="1871944"/>
            <a:ext cx="98892" cy="1462467"/>
          </a:xfrm>
          <a:prstGeom prst="rect">
            <a:avLst/>
          </a:prstGeom>
          <a:solidFill>
            <a:srgbClr val="2E86AB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Rectangle 499"/>
          <p:cNvSpPr/>
          <p:nvPr/>
        </p:nvSpPr>
        <p:spPr>
          <a:xfrm>
            <a:off x="8590983" y="1597731"/>
            <a:ext cx="98892" cy="1736679"/>
          </a:xfrm>
          <a:prstGeom prst="rect">
            <a:avLst/>
          </a:prstGeom>
          <a:solidFill>
            <a:srgbClr val="2E86AB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Rectangle 500"/>
          <p:cNvSpPr/>
          <p:nvPr/>
        </p:nvSpPr>
        <p:spPr>
          <a:xfrm>
            <a:off x="8689875" y="2328965"/>
            <a:ext cx="98892" cy="1005446"/>
          </a:xfrm>
          <a:prstGeom prst="rect">
            <a:avLst/>
          </a:prstGeom>
          <a:solidFill>
            <a:srgbClr val="2E86AB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" name="Rectangle 501"/>
          <p:cNvSpPr/>
          <p:nvPr/>
        </p:nvSpPr>
        <p:spPr>
          <a:xfrm>
            <a:off x="8788767" y="2328965"/>
            <a:ext cx="98892" cy="1005446"/>
          </a:xfrm>
          <a:prstGeom prst="rect">
            <a:avLst/>
          </a:prstGeom>
          <a:solidFill>
            <a:srgbClr val="2E86AB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Rectangle 502"/>
          <p:cNvSpPr/>
          <p:nvPr/>
        </p:nvSpPr>
        <p:spPr>
          <a:xfrm>
            <a:off x="8887659" y="2511773"/>
            <a:ext cx="98892" cy="822637"/>
          </a:xfrm>
          <a:prstGeom prst="rect">
            <a:avLst/>
          </a:prstGeom>
          <a:solidFill>
            <a:srgbClr val="2E86AB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" name="Rectangle 503"/>
          <p:cNvSpPr/>
          <p:nvPr/>
        </p:nvSpPr>
        <p:spPr>
          <a:xfrm>
            <a:off x="8986550" y="2785985"/>
            <a:ext cx="98892" cy="548425"/>
          </a:xfrm>
          <a:prstGeom prst="rect">
            <a:avLst/>
          </a:prstGeom>
          <a:solidFill>
            <a:srgbClr val="2E86AB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" name="Rectangle 504"/>
          <p:cNvSpPr/>
          <p:nvPr/>
        </p:nvSpPr>
        <p:spPr>
          <a:xfrm>
            <a:off x="9085442" y="2511773"/>
            <a:ext cx="98892" cy="822637"/>
          </a:xfrm>
          <a:prstGeom prst="rect">
            <a:avLst/>
          </a:prstGeom>
          <a:solidFill>
            <a:srgbClr val="2E86AB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" name="Rectangle 505"/>
          <p:cNvSpPr/>
          <p:nvPr/>
        </p:nvSpPr>
        <p:spPr>
          <a:xfrm>
            <a:off x="9184334" y="2968794"/>
            <a:ext cx="98892" cy="365617"/>
          </a:xfrm>
          <a:prstGeom prst="rect">
            <a:avLst/>
          </a:prstGeom>
          <a:solidFill>
            <a:srgbClr val="2E86AB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" name="Rectangle 506"/>
          <p:cNvSpPr/>
          <p:nvPr/>
        </p:nvSpPr>
        <p:spPr>
          <a:xfrm>
            <a:off x="9283225" y="3060198"/>
            <a:ext cx="98892" cy="274212"/>
          </a:xfrm>
          <a:prstGeom prst="rect">
            <a:avLst/>
          </a:prstGeom>
          <a:solidFill>
            <a:srgbClr val="2E86AB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" name="Rectangle 507"/>
          <p:cNvSpPr/>
          <p:nvPr/>
        </p:nvSpPr>
        <p:spPr>
          <a:xfrm>
            <a:off x="9382117" y="3060198"/>
            <a:ext cx="98892" cy="274212"/>
          </a:xfrm>
          <a:prstGeom prst="rect">
            <a:avLst/>
          </a:prstGeom>
          <a:solidFill>
            <a:srgbClr val="2E86AB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" name="Rectangle 508"/>
          <p:cNvSpPr/>
          <p:nvPr/>
        </p:nvSpPr>
        <p:spPr>
          <a:xfrm>
            <a:off x="9481009" y="3151602"/>
            <a:ext cx="98892" cy="182808"/>
          </a:xfrm>
          <a:prstGeom prst="rect">
            <a:avLst/>
          </a:prstGeom>
          <a:solidFill>
            <a:srgbClr val="2E86AB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" name="Rectangle 509"/>
          <p:cNvSpPr/>
          <p:nvPr/>
        </p:nvSpPr>
        <p:spPr>
          <a:xfrm>
            <a:off x="9579901" y="3151602"/>
            <a:ext cx="98892" cy="182808"/>
          </a:xfrm>
          <a:prstGeom prst="rect">
            <a:avLst/>
          </a:prstGeom>
          <a:solidFill>
            <a:srgbClr val="2E86AB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" name="Freeform 510"/>
          <p:cNvSpPr/>
          <p:nvPr/>
        </p:nvSpPr>
        <p:spPr>
          <a:xfrm>
            <a:off x="6162711" y="333441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" name="TextBox 511"/>
          <p:cNvSpPr txBox="1"/>
          <p:nvPr/>
        </p:nvSpPr>
        <p:spPr>
          <a:xfrm>
            <a:off x="6122309" y="3392811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513" name="Freeform 512"/>
          <p:cNvSpPr/>
          <p:nvPr/>
        </p:nvSpPr>
        <p:spPr>
          <a:xfrm>
            <a:off x="7002436" y="333441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" name="TextBox 513"/>
          <p:cNvSpPr txBox="1"/>
          <p:nvPr/>
        </p:nvSpPr>
        <p:spPr>
          <a:xfrm>
            <a:off x="6962034" y="3392811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sp>
        <p:nvSpPr>
          <p:cNvPr id="515" name="Freeform 514"/>
          <p:cNvSpPr/>
          <p:nvPr/>
        </p:nvSpPr>
        <p:spPr>
          <a:xfrm>
            <a:off x="7842160" y="333441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" name="TextBox 515"/>
          <p:cNvSpPr txBox="1"/>
          <p:nvPr/>
        </p:nvSpPr>
        <p:spPr>
          <a:xfrm>
            <a:off x="7761356" y="3392811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517" name="Freeform 516"/>
          <p:cNvSpPr/>
          <p:nvPr/>
        </p:nvSpPr>
        <p:spPr>
          <a:xfrm>
            <a:off x="8681884" y="333441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" name="TextBox 517"/>
          <p:cNvSpPr txBox="1"/>
          <p:nvPr/>
        </p:nvSpPr>
        <p:spPr>
          <a:xfrm>
            <a:off x="8601081" y="3392811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12</a:t>
            </a:r>
          </a:p>
        </p:txBody>
      </p:sp>
      <p:sp>
        <p:nvSpPr>
          <p:cNvPr id="519" name="Freeform 518"/>
          <p:cNvSpPr/>
          <p:nvPr/>
        </p:nvSpPr>
        <p:spPr>
          <a:xfrm>
            <a:off x="9521609" y="333441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" name="TextBox 519"/>
          <p:cNvSpPr txBox="1"/>
          <p:nvPr/>
        </p:nvSpPr>
        <p:spPr>
          <a:xfrm>
            <a:off x="9440805" y="3392811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14</a:t>
            </a:r>
          </a:p>
        </p:txBody>
      </p:sp>
      <p:sp>
        <p:nvSpPr>
          <p:cNvPr id="521" name="TextBox 520"/>
          <p:cNvSpPr txBox="1"/>
          <p:nvPr/>
        </p:nvSpPr>
        <p:spPr>
          <a:xfrm>
            <a:off x="7143597" y="3566523"/>
            <a:ext cx="1422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Predicted σ (MPa)</a:t>
            </a:r>
          </a:p>
        </p:txBody>
      </p:sp>
      <p:sp>
        <p:nvSpPr>
          <p:cNvPr id="522" name="Freeform 521"/>
          <p:cNvSpPr/>
          <p:nvPr/>
        </p:nvSpPr>
        <p:spPr>
          <a:xfrm>
            <a:off x="5480890" y="333441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" name="TextBox 522"/>
          <p:cNvSpPr txBox="1"/>
          <p:nvPr/>
        </p:nvSpPr>
        <p:spPr>
          <a:xfrm>
            <a:off x="5355636" y="3255660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524" name="Freeform 523"/>
          <p:cNvSpPr/>
          <p:nvPr/>
        </p:nvSpPr>
        <p:spPr>
          <a:xfrm>
            <a:off x="5480890" y="287739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" name="TextBox 524"/>
          <p:cNvSpPr txBox="1"/>
          <p:nvPr/>
        </p:nvSpPr>
        <p:spPr>
          <a:xfrm>
            <a:off x="5355636" y="2798640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526" name="Freeform 525"/>
          <p:cNvSpPr/>
          <p:nvPr/>
        </p:nvSpPr>
        <p:spPr>
          <a:xfrm>
            <a:off x="5480890" y="2420369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" name="TextBox 526"/>
          <p:cNvSpPr txBox="1"/>
          <p:nvPr/>
        </p:nvSpPr>
        <p:spPr>
          <a:xfrm>
            <a:off x="5274833" y="2341619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528" name="Freeform 527"/>
          <p:cNvSpPr/>
          <p:nvPr/>
        </p:nvSpPr>
        <p:spPr>
          <a:xfrm>
            <a:off x="5480890" y="1963348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" name="TextBox 528"/>
          <p:cNvSpPr txBox="1"/>
          <p:nvPr/>
        </p:nvSpPr>
        <p:spPr>
          <a:xfrm>
            <a:off x="5274833" y="1884598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15</a:t>
            </a:r>
          </a:p>
        </p:txBody>
      </p:sp>
      <p:sp>
        <p:nvSpPr>
          <p:cNvPr id="530" name="Freeform 529"/>
          <p:cNvSpPr/>
          <p:nvPr/>
        </p:nvSpPr>
        <p:spPr>
          <a:xfrm>
            <a:off x="5480890" y="1506327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" name="TextBox 530"/>
          <p:cNvSpPr txBox="1"/>
          <p:nvPr/>
        </p:nvSpPr>
        <p:spPr>
          <a:xfrm>
            <a:off x="5274833" y="1427577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sp>
        <p:nvSpPr>
          <p:cNvPr id="532" name="Freeform 531"/>
          <p:cNvSpPr/>
          <p:nvPr/>
        </p:nvSpPr>
        <p:spPr>
          <a:xfrm>
            <a:off x="5480890" y="1049306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" name="TextBox 532"/>
          <p:cNvSpPr txBox="1"/>
          <p:nvPr/>
        </p:nvSpPr>
        <p:spPr>
          <a:xfrm>
            <a:off x="5274833" y="970556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25</a:t>
            </a:r>
          </a:p>
        </p:txBody>
      </p:sp>
      <p:sp>
        <p:nvSpPr>
          <p:cNvPr id="534" name="TextBox 533"/>
          <p:cNvSpPr txBox="1"/>
          <p:nvPr/>
        </p:nvSpPr>
        <p:spPr>
          <a:xfrm rot="16200000">
            <a:off x="5102371" y="1846332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Count</a:t>
            </a:r>
          </a:p>
        </p:txBody>
      </p:sp>
      <p:sp>
        <p:nvSpPr>
          <p:cNvPr id="535" name="Freeform 534"/>
          <p:cNvSpPr/>
          <p:nvPr/>
        </p:nvSpPr>
        <p:spPr>
          <a:xfrm>
            <a:off x="7722389" y="743102"/>
            <a:ext cx="0" cy="2591308"/>
          </a:xfrm>
          <a:custGeom>
            <a:avLst/>
            <a:gdLst/>
            <a:ahLst/>
            <a:cxnLst/>
            <a:rect l="l" t="t" r="r" b="b"/>
            <a:pathLst>
              <a:path w="0" h="2591308">
                <a:moveTo>
                  <a:pt x="0" y="2591308"/>
                </a:move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" name="Freeform 535"/>
          <p:cNvSpPr/>
          <p:nvPr/>
        </p:nvSpPr>
        <p:spPr>
          <a:xfrm>
            <a:off x="5525340" y="743102"/>
            <a:ext cx="0" cy="2591308"/>
          </a:xfrm>
          <a:custGeom>
            <a:avLst/>
            <a:gdLst/>
            <a:ahLst/>
            <a:cxnLst/>
            <a:rect l="l" t="t" r="r" b="b"/>
            <a:pathLst>
              <a:path w="0" h="2591308">
                <a:moveTo>
                  <a:pt x="0" y="2591308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" name="Freeform 536"/>
          <p:cNvSpPr/>
          <p:nvPr/>
        </p:nvSpPr>
        <p:spPr>
          <a:xfrm>
            <a:off x="5525340" y="3334410"/>
            <a:ext cx="4351236" cy="0"/>
          </a:xfrm>
          <a:custGeom>
            <a:avLst/>
            <a:gdLst/>
            <a:ahLst/>
            <a:cxnLst/>
            <a:rect l="l" t="t" r="r" b="b"/>
            <a:pathLst>
              <a:path w="4351236" h="0">
                <a:moveTo>
                  <a:pt x="0" y="0"/>
                </a:moveTo>
                <a:lnTo>
                  <a:pt x="4351236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" name="TextBox 537"/>
          <p:cNvSpPr txBox="1"/>
          <p:nvPr/>
        </p:nvSpPr>
        <p:spPr>
          <a:xfrm>
            <a:off x="6473910" y="546252"/>
            <a:ext cx="3161030" cy="1809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50" b="0" i="0">
                <a:solidFill>
                  <a:srgbClr val="000000"/>
                </a:solidFill>
                <a:latin typeface="Arial"/>
              </a:rPr>
              <a:t>(B)  Distribution of predicted uncertainty</a:t>
            </a:r>
          </a:p>
        </p:txBody>
      </p:sp>
      <p:sp>
        <p:nvSpPr>
          <p:cNvPr id="539" name="Freeform 538"/>
          <p:cNvSpPr/>
          <p:nvPr/>
        </p:nvSpPr>
        <p:spPr>
          <a:xfrm>
            <a:off x="8368780" y="800252"/>
            <a:ext cx="1450646" cy="202061"/>
          </a:xfrm>
          <a:custGeom>
            <a:avLst/>
            <a:gdLst/>
            <a:ahLst/>
            <a:cxnLst/>
            <a:rect l="l" t="t" r="r" b="b"/>
            <a:pathLst>
              <a:path w="1450646" h="202061">
                <a:moveTo>
                  <a:pt x="22860" y="202061"/>
                </a:moveTo>
                <a:lnTo>
                  <a:pt x="1427786" y="202061"/>
                </a:lnTo>
                <a:close/>
                <a:lnTo>
                  <a:pt x="1444931" y="196346"/>
                </a:lnTo>
                <a:close/>
                <a:lnTo>
                  <a:pt x="1450646" y="179201"/>
                </a:lnTo>
                <a:close/>
                <a:lnTo>
                  <a:pt x="1450646" y="22860"/>
                </a:lnTo>
                <a:close/>
                <a:lnTo>
                  <a:pt x="1444931" y="5715"/>
                </a:lnTo>
                <a:close/>
                <a:lnTo>
                  <a:pt x="1427786" y="0"/>
                </a:lnTo>
                <a:close/>
                <a:lnTo>
                  <a:pt x="22860" y="0"/>
                </a:lnTo>
                <a:close/>
                <a:lnTo>
                  <a:pt x="5715" y="5715"/>
                </a:lnTo>
                <a:close/>
                <a:lnTo>
                  <a:pt x="0" y="22860"/>
                </a:lnTo>
                <a:close/>
                <a:lnTo>
                  <a:pt x="0" y="179201"/>
                </a:lnTo>
                <a:close/>
                <a:lnTo>
                  <a:pt x="5715" y="196346"/>
                </a:lnTo>
                <a:close/>
                <a:lnTo>
                  <a:pt x="22860" y="202061"/>
                </a:lnTo>
                <a:close/>
                <a:lnTo>
                  <a:pt x="22860" y="202061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 w="12700">
            <a:solidFill>
              <a:srgbClr val="CCCCCC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Freeform 539"/>
          <p:cNvSpPr/>
          <p:nvPr/>
        </p:nvSpPr>
        <p:spPr>
          <a:xfrm>
            <a:off x="8414500" y="892818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 h="0">
                <a:moveTo>
                  <a:pt x="0" y="0"/>
                </a:moveTo>
                <a:lnTo>
                  <a:pt x="114300" y="0"/>
                </a:lnTo>
                <a:close/>
                <a:lnTo>
                  <a:pt x="228600" y="0"/>
                </a:lnTo>
                <a:close/>
              </a:path>
            </a:pathLst>
          </a:custGeom>
          <a:noFill/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TextBox 540"/>
          <p:cNvSpPr txBox="1"/>
          <p:nvPr/>
        </p:nvSpPr>
        <p:spPr>
          <a:xfrm>
            <a:off x="8734540" y="818523"/>
            <a:ext cx="1211580" cy="1714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Mean σ = 9.7 MPa</a:t>
            </a:r>
          </a:p>
        </p:txBody>
      </p:sp>
      <p:sp>
        <p:nvSpPr>
          <p:cNvPr id="542" name="Rectangle 541"/>
          <p:cNvSpPr/>
          <p:nvPr/>
        </p:nvSpPr>
        <p:spPr>
          <a:xfrm>
            <a:off x="4214210" y="937450"/>
            <a:ext cx="110131" cy="22026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Freeform 542"/>
          <p:cNvSpPr/>
          <p:nvPr/>
        </p:nvSpPr>
        <p:spPr>
          <a:xfrm>
            <a:off x="4324341" y="310614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0" y="0"/>
                </a:moveTo>
                <a:lnTo>
                  <a:pt x="4445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" name="TextBox 543"/>
          <p:cNvSpPr txBox="1"/>
          <p:nvPr/>
        </p:nvSpPr>
        <p:spPr>
          <a:xfrm>
            <a:off x="4413241" y="3027394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sp>
        <p:nvSpPr>
          <p:cNvPr id="545" name="Freeform 544"/>
          <p:cNvSpPr/>
          <p:nvPr/>
        </p:nvSpPr>
        <p:spPr>
          <a:xfrm>
            <a:off x="4324341" y="2802218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0" y="0"/>
                </a:moveTo>
                <a:lnTo>
                  <a:pt x="4445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TextBox 545"/>
          <p:cNvSpPr txBox="1"/>
          <p:nvPr/>
        </p:nvSpPr>
        <p:spPr>
          <a:xfrm>
            <a:off x="4413241" y="2723468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125</a:t>
            </a:r>
          </a:p>
        </p:txBody>
      </p:sp>
      <p:sp>
        <p:nvSpPr>
          <p:cNvPr id="547" name="Freeform 546"/>
          <p:cNvSpPr/>
          <p:nvPr/>
        </p:nvSpPr>
        <p:spPr>
          <a:xfrm>
            <a:off x="4324341" y="2498292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0" y="0"/>
                </a:moveTo>
                <a:lnTo>
                  <a:pt x="4445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" name="TextBox 547"/>
          <p:cNvSpPr txBox="1"/>
          <p:nvPr/>
        </p:nvSpPr>
        <p:spPr>
          <a:xfrm>
            <a:off x="4413241" y="2419542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150</a:t>
            </a:r>
          </a:p>
        </p:txBody>
      </p:sp>
      <p:sp>
        <p:nvSpPr>
          <p:cNvPr id="549" name="Freeform 548"/>
          <p:cNvSpPr/>
          <p:nvPr/>
        </p:nvSpPr>
        <p:spPr>
          <a:xfrm>
            <a:off x="4324341" y="2194366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0" y="0"/>
                </a:moveTo>
                <a:lnTo>
                  <a:pt x="4445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" name="TextBox 549"/>
          <p:cNvSpPr txBox="1"/>
          <p:nvPr/>
        </p:nvSpPr>
        <p:spPr>
          <a:xfrm>
            <a:off x="4413241" y="2115617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175</a:t>
            </a:r>
          </a:p>
        </p:txBody>
      </p:sp>
      <p:sp>
        <p:nvSpPr>
          <p:cNvPr id="551" name="Freeform 550"/>
          <p:cNvSpPr/>
          <p:nvPr/>
        </p:nvSpPr>
        <p:spPr>
          <a:xfrm>
            <a:off x="4324341" y="1890441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0" y="0"/>
                </a:moveTo>
                <a:lnTo>
                  <a:pt x="4445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" name="TextBox 551"/>
          <p:cNvSpPr txBox="1"/>
          <p:nvPr/>
        </p:nvSpPr>
        <p:spPr>
          <a:xfrm>
            <a:off x="4413241" y="181169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200</a:t>
            </a:r>
          </a:p>
        </p:txBody>
      </p:sp>
      <p:sp>
        <p:nvSpPr>
          <p:cNvPr id="553" name="Freeform 552"/>
          <p:cNvSpPr/>
          <p:nvPr/>
        </p:nvSpPr>
        <p:spPr>
          <a:xfrm>
            <a:off x="4324341" y="1586515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0" y="0"/>
                </a:moveTo>
                <a:lnTo>
                  <a:pt x="4445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" name="TextBox 553"/>
          <p:cNvSpPr txBox="1"/>
          <p:nvPr/>
        </p:nvSpPr>
        <p:spPr>
          <a:xfrm>
            <a:off x="4413241" y="1507765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225</a:t>
            </a:r>
          </a:p>
        </p:txBody>
      </p:sp>
      <p:sp>
        <p:nvSpPr>
          <p:cNvPr id="555" name="Freeform 554"/>
          <p:cNvSpPr/>
          <p:nvPr/>
        </p:nvSpPr>
        <p:spPr>
          <a:xfrm>
            <a:off x="4324341" y="1282589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0" y="0"/>
                </a:moveTo>
                <a:lnTo>
                  <a:pt x="4445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" name="TextBox 555"/>
          <p:cNvSpPr txBox="1"/>
          <p:nvPr/>
        </p:nvSpPr>
        <p:spPr>
          <a:xfrm>
            <a:off x="4413241" y="1203839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250</a:t>
            </a:r>
          </a:p>
        </p:txBody>
      </p:sp>
      <p:sp>
        <p:nvSpPr>
          <p:cNvPr id="557" name="Freeform 556"/>
          <p:cNvSpPr/>
          <p:nvPr/>
        </p:nvSpPr>
        <p:spPr>
          <a:xfrm>
            <a:off x="4324341" y="978663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0" y="0"/>
                </a:moveTo>
                <a:lnTo>
                  <a:pt x="4445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" name="TextBox 557"/>
          <p:cNvSpPr txBox="1"/>
          <p:nvPr/>
        </p:nvSpPr>
        <p:spPr>
          <a:xfrm>
            <a:off x="4413241" y="899913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275</a:t>
            </a:r>
          </a:p>
        </p:txBody>
      </p:sp>
      <p:sp>
        <p:nvSpPr>
          <p:cNvPr id="559" name="TextBox 558"/>
          <p:cNvSpPr txBox="1"/>
          <p:nvPr/>
        </p:nvSpPr>
        <p:spPr>
          <a:xfrm rot="16200000">
            <a:off x="4707702" y="1742321"/>
            <a:ext cx="1422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True stress (MPa)</a:t>
            </a:r>
          </a:p>
        </p:txBody>
      </p:sp>
      <p:sp>
        <p:nvSpPr>
          <p:cNvPr id="560" name="Freeform 559"/>
          <p:cNvSpPr/>
          <p:nvPr/>
        </p:nvSpPr>
        <p:spPr>
          <a:xfrm>
            <a:off x="4214210" y="937450"/>
            <a:ext cx="110131" cy="2202612"/>
          </a:xfrm>
          <a:custGeom>
            <a:avLst/>
            <a:gdLst/>
            <a:ahLst/>
            <a:cxnLst/>
            <a:rect l="l" t="t" r="r" b="b"/>
            <a:pathLst>
              <a:path w="110131" h="2202612">
                <a:moveTo>
                  <a:pt x="0" y="2202612"/>
                </a:moveTo>
                <a:lnTo>
                  <a:pt x="55065" y="2202612"/>
                </a:lnTo>
                <a:close/>
                <a:lnTo>
                  <a:pt x="110131" y="2202612"/>
                </a:lnTo>
                <a:close/>
                <a:lnTo>
                  <a:pt x="110131" y="0"/>
                </a:lnTo>
                <a:close/>
                <a:lnTo>
                  <a:pt x="55065" y="0"/>
                </a:lnTo>
                <a:close/>
                <a:lnTo>
                  <a:pt x="0" y="0"/>
                </a:lnTo>
                <a:close/>
                <a:lnTo>
                  <a:pt x="0" y="2202612"/>
                </a:lnTo>
                <a:close/>
                <a:lnTo>
                  <a:pt x="0" y="2202612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" name="TextBox 560"/>
          <p:cNvSpPr txBox="1"/>
          <p:nvPr/>
        </p:nvSpPr>
        <p:spPr>
          <a:xfrm>
            <a:off x="2810347" y="55507"/>
            <a:ext cx="4724400" cy="2286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200" b="1" i="0">
                <a:solidFill>
                  <a:srgbClr val="000000"/>
                </a:solidFill>
                <a:latin typeface="Arial"/>
              </a:rPr>
              <a:t>Figure A4 | Heteroscedastic predictive uncertainty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