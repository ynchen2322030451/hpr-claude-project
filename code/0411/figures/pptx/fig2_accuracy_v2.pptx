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68047" cy="40802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68047" cy="4080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463" y="603504"/>
            <a:ext cx="3460449" cy="2999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988756" y="141143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289483" y="27291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128208" y="28770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04291" y="200142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73991" y="323433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60" y="6959"/>
                </a:lnTo>
                <a:close/>
                <a:lnTo>
                  <a:pt x="0" y="23759"/>
                </a:lnTo>
                <a:close/>
                <a:lnTo>
                  <a:pt x="6960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826575" y="15885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9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259436" y="27564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D30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353791" y="20012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35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346913" y="20131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E28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84787" y="26280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63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49908" y="34875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0A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522979" y="268376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49003" y="34815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FA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388906" y="20100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D0B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544027" y="168694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614748" y="26771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374555" y="299260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54474" y="26812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845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593752" y="269697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382519" y="28268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692218" y="255777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8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446284" y="20821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948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295999" y="294387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576608" y="192072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4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856390" y="24379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4D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86491" y="294387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525875" y="26915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E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283691" y="30511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8B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221425" y="300912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B5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361161" y="293017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550362" y="194759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963364" y="24014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43E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775351" y="206342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A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364470" y="18622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203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408946" y="27212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336363" y="28331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644433" y="264950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239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53344" y="22532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277407" y="24261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4D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288862" y="15884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2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243870" y="288525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4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293516" y="20063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66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631814" y="17658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E08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648053" y="24362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8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404964" y="27381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13512" y="21785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138757" y="21977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594295" y="25205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584753" y="176446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150704" y="223674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841909" y="25631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25940" y="311756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B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538545" y="28101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9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30547" y="16712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5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474470" y="264454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386734" y="22530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03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43241" y="28685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845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328580" y="28820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A4A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469272" y="16214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136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800459" y="26378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347275" y="20169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536063" y="18687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561946" y="203482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452438" y="185833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33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76164" y="32166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A6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594165" y="21013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4D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92932" y="26706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72458" y="31459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7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223597" y="30556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3A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846616" y="24816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550311" y="26649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4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518635" y="270915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B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306549" y="199131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203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773671" y="25641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43E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817112" y="25152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448999" y="20970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51E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329717" y="20785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363152" y="298346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79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533115" y="26644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A4A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636650" y="26847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A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968251" y="23900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516644" y="26671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B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394879" y="19231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83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248757" y="27515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826162" y="257144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B6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660905" y="2687682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ECF6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635745" y="27389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341302" y="22574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E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250618" y="20884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908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955580" y="24949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399585" y="216633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D16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880463" y="25887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33B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635667" y="100019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9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628686" y="27439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9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969156" y="24882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7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856933" y="25623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943996" y="24012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723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972414" y="22356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4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636520" y="20711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A5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002952" y="319922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15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62578" y="34249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5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628686" y="257686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05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042825" y="2168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908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822361" y="26707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F5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677557" y="26163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002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276864" y="20388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926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172967" y="210954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1F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349576" y="30194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45198" y="23647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7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894814" y="19553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8B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045540" y="23836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E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407187" y="194054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BE01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279528" y="29942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E8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470358" y="18457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8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317771" y="224745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10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017433" y="322400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B6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905029" y="332374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FE99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150885" y="22630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48361" y="20833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C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930188" y="33154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1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270115" y="29230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285733" y="20899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3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892953" y="24771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A3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118847" y="213721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BD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989247" y="22572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5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669463" y="20355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5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643166" y="25727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898021" y="23567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A29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485692" y="262422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06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365737" y="22675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A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87342" y="24334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30F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051513" y="22675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A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342879" y="282496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5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821585" y="3390976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E28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174415" y="231539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F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656017" y="2594954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D2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69859" y="256473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160659" y="234762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82137" y="324062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F8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763224" y="18150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A7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444242" y="28034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723713" y="247327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F33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761130" y="33433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9B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404110" y="200116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569368" y="187755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926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123734" y="24830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860734" y="25052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63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738556" y="26295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9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65505" y="30205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0A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116494" y="21643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10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874852" y="250255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132914" y="30567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D2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964631" y="23545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937299" y="244808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053142" y="22762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AE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056762" y="22522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270942" y="129497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035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831592" y="25472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34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744891" y="2760281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5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932774" y="26225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033774" y="2288475"/>
            <a:ext cx="47520" cy="47520"/>
          </a:xfrm>
          <a:custGeom>
            <a:avLst/>
            <a:gdLst/>
            <a:ahLst/>
            <a:cxnLst/>
            <a:rect l="l" t="t" r="r" b="b"/>
            <a:pathLst>
              <a:path w="47520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20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C55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376727" y="29729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79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748330" y="26237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D30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404059" y="29693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57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906839" y="33566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9B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589408" y="26470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811682" y="269885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9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202058" y="296352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FA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140205" y="20715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00D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897478" y="22423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3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983455" y="217943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018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176096" y="14421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948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60809" y="25156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573841" y="27207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683479" y="34972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580719" y="2489956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051462" y="32366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010063" y="22139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779463" y="25462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E28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767154" y="243830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049289" y="3282567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15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306187" y="19124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8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508912" y="18117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6B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673937" y="26755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550905" y="17947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071966" y="238591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999384" y="244834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239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090610" y="20201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158668" y="21428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1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910148" y="252126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2027439" y="25925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06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08977" y="24016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AC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640321" y="15882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A8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068346" y="25183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66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582711" y="25517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A29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438320" y="18060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B9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459446" y="277702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642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761724" y="26410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323693" y="292946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320486" y="232221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35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597734" y="25739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3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582349" y="25438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63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266857" y="31367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9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213280" y="31809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583616" y="25898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058340" y="31809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693123" y="2465490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6E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341612" y="27593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377632" y="272926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24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767749" y="16639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405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406644" y="20752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CC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665300" y="16646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405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880955" y="32901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0A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31817" y="323236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B9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774757" y="25348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30F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378718" y="289607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28921" y="32266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48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228484" y="3011689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EE08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821637" y="241694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B5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768111" y="16646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405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299981" y="282445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597010" y="25798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14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602259" y="29060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D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712672" y="24763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85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354645" y="27755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846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104677" y="2859532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5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327132" y="266734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639365" y="287545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426503" y="269837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478814" y="260598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353610" y="20158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44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520807" y="27260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679186" y="27047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379856" y="19418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31A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052780" y="24317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005357" y="246815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E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109072" y="22995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3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581987" y="2565461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723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730953" y="255386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A09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206091" y="22257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2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805527" y="23718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F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969699" y="22406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881549" y="2602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098574" y="24234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974948" y="22398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E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083137" y="30133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B9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616015" y="277156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138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094722" y="311234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D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3942651" y="725513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404110" y="192465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E31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316996" y="28221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A4A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080655" y="22066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C2C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324106" y="209792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207488" y="2956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363565" y="20872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A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270529" y="21456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41C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496061" y="19503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B4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896702" y="3250718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FA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255997" y="28975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126036" y="29530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617282" y="272067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884497" y="14501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378175" y="28177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D7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766249" y="27133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36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764801" y="26757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481037" y="179927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9B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663206" y="33386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FC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154324" y="22396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775481" y="25561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9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3120346" y="19127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8D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836479" y="254652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A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808967" y="24655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48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821637" y="25183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237172" y="29788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4B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669412" y="258000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5B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561946" y="19499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422340" y="28707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05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520264" y="271205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FF4B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194507" y="22409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806794" y="238757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119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427641" y="1989260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60"/>
                </a:lnTo>
                <a:close/>
                <a:lnTo>
                  <a:pt x="23759" y="0"/>
                </a:lnTo>
                <a:close/>
                <a:lnTo>
                  <a:pt x="6959" y="6960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FE48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734574" y="24579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B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866707" y="23587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F33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568463" y="17595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426684" y="280843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3482356" y="153744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653483" y="25707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1F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717197" y="26183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810596" y="253786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00D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785617" y="25637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119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146359" y="2530090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D8F3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990514" y="22673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03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991600" y="25437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33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2044635" y="24879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881911" y="26544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492570" y="28380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795934" y="256397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B2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447500" y="29858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0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523703" y="26601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A9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2042282" y="24991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822774" y="17026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C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543846" y="197711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035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813854" y="23756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41C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157220" y="22952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861096" y="22819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035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758466" y="2355088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CF0C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91409" y="25743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110158" y="2316386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136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166632" y="22021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0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097075" y="30831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63801" y="262904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48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155591" y="2280554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863811" y="25178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E08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076130" y="234024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018751" y="25491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037576" y="23918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344741" y="2280554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436691" y="19165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99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196860" y="20404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FA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497509" y="18840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723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521893" y="27177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5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264375" y="21782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707242" y="2708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8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327002" y="201742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CC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284958" y="29116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5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280433" y="29355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085852" y="31169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3A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227631" y="22594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80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781816" y="246333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9B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970423" y="24503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6E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488226" y="283520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E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262564" y="2197703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4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547415" y="266612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A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333286" y="27651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61F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315004" y="2774551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644433" y="25827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A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077216" y="20617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406231" y="278629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44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342026" y="22289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461851" y="21326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B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330571" y="28539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DA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679599" y="1712647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D2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582581" y="19972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536425" y="19043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431934" y="28476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B4B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226493" y="29613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D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2020199" y="23526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E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2048074" y="23323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33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489544" y="187278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136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985989" y="237021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5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910510" y="24436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649010" y="18269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3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512300" y="26691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138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834126" y="266361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D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462161" y="289256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072639" y="30431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9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456731" y="27138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646243" y="25416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6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981283" y="23393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248859" y="135661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517187" y="279271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086447" y="23393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489182" y="194592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725161" y="25399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B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162650" y="22294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816026" y="24927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1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053323" y="22727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7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2052418" y="243799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533348" y="19014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138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787195" y="337920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00770" y="33656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01132" y="336660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139249" y="290866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C9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365013" y="18185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D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595251" y="18086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89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292198" y="30130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593028" y="26608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10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696382" y="26463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972414" y="24324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86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212064" y="203672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D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593390" y="26525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761181" y="26830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995944" y="2288020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20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F17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728057" y="24868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A3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529314" y="28541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123553" y="22419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056581" y="22343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51E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209219" y="14882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44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276502" y="20945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319038" y="22419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877205" y="23506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375279" y="28541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349576" y="289716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E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778558" y="24999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2089705" y="248160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F17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958114" y="2293256"/>
            <a:ext cx="47520" cy="47520"/>
          </a:xfrm>
          <a:custGeom>
            <a:avLst/>
            <a:gdLst/>
            <a:ahLst/>
            <a:cxnLst/>
            <a:rect l="l" t="t" r="r" b="b"/>
            <a:pathLst>
              <a:path w="47520" h="47520">
                <a:moveTo>
                  <a:pt x="23760" y="47520"/>
                </a:moveTo>
                <a:lnTo>
                  <a:pt x="40561" y="40561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B7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529314" y="266211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D95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379313" y="21223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644485" y="18437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2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269572" y="29707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14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594114" y="25776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B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567144" y="281759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05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384924" y="212688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7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041558" y="22965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2216589" y="23834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307092" y="219134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945625" y="23781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3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327545" y="2072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282243" y="30327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1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1480624" y="25666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328761" y="288552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219072" y="29798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2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295999" y="291288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63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279398" y="22871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096040" y="210927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E18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611490" y="27674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F5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696925" y="26967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8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211108" y="305345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F3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210616" y="210411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290931" y="29093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59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360669" y="192200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494561" y="27038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97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207126" y="3046978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7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479770" y="18219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E31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231742" y="28531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462342" y="28326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906477" y="30790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AC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634840" y="28458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7B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308307" y="29445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914441" y="30761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DC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424693" y="28212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C3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415100" y="30428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7B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325684" y="28441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846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780135" y="32683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36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176949" y="204067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9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737466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616261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41" name="Freeform 440"/>
          <p:cNvSpPr/>
          <p:nvPr/>
        </p:nvSpPr>
        <p:spPr>
          <a:xfrm>
            <a:off x="1189978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68772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43" name="Freeform 442"/>
          <p:cNvSpPr/>
          <p:nvPr/>
        </p:nvSpPr>
        <p:spPr>
          <a:xfrm>
            <a:off x="16424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521284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45" name="Freeform 444"/>
          <p:cNvSpPr/>
          <p:nvPr/>
        </p:nvSpPr>
        <p:spPr>
          <a:xfrm>
            <a:off x="209500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97379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47" name="Freeform 446"/>
          <p:cNvSpPr/>
          <p:nvPr/>
        </p:nvSpPr>
        <p:spPr>
          <a:xfrm>
            <a:off x="2547514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2426308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49" name="Freeform 448"/>
          <p:cNvSpPr/>
          <p:nvPr/>
        </p:nvSpPr>
        <p:spPr>
          <a:xfrm>
            <a:off x="3000026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2878820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51" name="Freeform 450"/>
          <p:cNvSpPr/>
          <p:nvPr/>
        </p:nvSpPr>
        <p:spPr>
          <a:xfrm>
            <a:off x="3452538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3331332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53" name="Freeform 452"/>
          <p:cNvSpPr/>
          <p:nvPr/>
        </p:nvSpPr>
        <p:spPr>
          <a:xfrm>
            <a:off x="390505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3783844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784924" y="3835356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stress (MPa)</a:t>
            </a:r>
          </a:p>
        </p:txBody>
      </p:sp>
      <p:sp>
        <p:nvSpPr>
          <p:cNvPr id="456" name="Freeform 455"/>
          <p:cNvSpPr/>
          <p:nvPr/>
        </p:nvSpPr>
        <p:spPr>
          <a:xfrm>
            <a:off x="552013" y="34810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265152" y="340226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58" name="Freeform 457"/>
          <p:cNvSpPr/>
          <p:nvPr/>
        </p:nvSpPr>
        <p:spPr>
          <a:xfrm>
            <a:off x="552013" y="308874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265152" y="300999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60" name="Freeform 459"/>
          <p:cNvSpPr/>
          <p:nvPr/>
        </p:nvSpPr>
        <p:spPr>
          <a:xfrm>
            <a:off x="552013" y="26964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265152" y="261773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62" name="Freeform 461"/>
          <p:cNvSpPr/>
          <p:nvPr/>
        </p:nvSpPr>
        <p:spPr>
          <a:xfrm>
            <a:off x="552013" y="23042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265152" y="222546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552013" y="19119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265152" y="183319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66" name="Freeform 465"/>
          <p:cNvSpPr/>
          <p:nvPr/>
        </p:nvSpPr>
        <p:spPr>
          <a:xfrm>
            <a:off x="552013" y="151968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265152" y="14409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68" name="Freeform 467"/>
          <p:cNvSpPr/>
          <p:nvPr/>
        </p:nvSpPr>
        <p:spPr>
          <a:xfrm>
            <a:off x="552013" y="11274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265152" y="104866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70" name="Freeform 469"/>
          <p:cNvSpPr/>
          <p:nvPr/>
        </p:nvSpPr>
        <p:spPr>
          <a:xfrm>
            <a:off x="552013" y="7351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265152" y="6563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72" name="TextBox 471"/>
          <p:cNvSpPr txBox="1"/>
          <p:nvPr/>
        </p:nvSpPr>
        <p:spPr>
          <a:xfrm rot="16200000">
            <a:off x="92690" y="1779673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stress (MPa)</a:t>
            </a:r>
          </a:p>
        </p:txBody>
      </p:sp>
      <p:sp>
        <p:nvSpPr>
          <p:cNvPr id="473" name="Freeform 472"/>
          <p:cNvSpPr/>
          <p:nvPr/>
        </p:nvSpPr>
        <p:spPr>
          <a:xfrm>
            <a:off x="596463" y="603504"/>
            <a:ext cx="3460450" cy="2999740"/>
          </a:xfrm>
          <a:custGeom>
            <a:avLst/>
            <a:gdLst/>
            <a:ahLst/>
            <a:cxnLst/>
            <a:rect l="l" t="t" r="r" b="b"/>
            <a:pathLst>
              <a:path w="3460450" h="2999740">
                <a:moveTo>
                  <a:pt x="0" y="2999740"/>
                </a:moveTo>
                <a:lnTo>
                  <a:pt x="346045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596463" y="603504"/>
            <a:ext cx="0" cy="2999740"/>
          </a:xfrm>
          <a:custGeom>
            <a:avLst/>
            <a:gdLst/>
            <a:ahLst/>
            <a:cxnLst/>
            <a:rect l="l" t="t" r="r" b="b"/>
            <a:pathLst>
              <a:path w="0" h="2999740">
                <a:moveTo>
                  <a:pt x="0" y="29997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596463" y="3603244"/>
            <a:ext cx="3460450" cy="0"/>
          </a:xfrm>
          <a:custGeom>
            <a:avLst/>
            <a:gdLst/>
            <a:ahLst/>
            <a:cxnLst/>
            <a:rect l="l" t="t" r="r" b="b"/>
            <a:pathLst>
              <a:path w="3460450" h="0">
                <a:moveTo>
                  <a:pt x="0" y="0"/>
                </a:moveTo>
                <a:lnTo>
                  <a:pt x="3460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292557" y="406654"/>
            <a:ext cx="26543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Parity coloured by predicted σ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5551046" y="603504"/>
            <a:ext cx="4325562" cy="2999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5747662" y="739856"/>
            <a:ext cx="3932329" cy="2727036"/>
          </a:xfrm>
          <a:custGeom>
            <a:avLst/>
            <a:gdLst/>
            <a:ahLst/>
            <a:cxnLst/>
            <a:rect l="l" t="t" r="r" b="b"/>
            <a:pathLst>
              <a:path w="3932329" h="2727036">
                <a:moveTo>
                  <a:pt x="0" y="2354320"/>
                </a:moveTo>
                <a:lnTo>
                  <a:pt x="0" y="2575713"/>
                </a:lnTo>
                <a:close/>
                <a:lnTo>
                  <a:pt x="9061" y="2719566"/>
                </a:lnTo>
                <a:close/>
                <a:lnTo>
                  <a:pt x="18122" y="2723583"/>
                </a:lnTo>
                <a:close/>
                <a:lnTo>
                  <a:pt x="27182" y="2726250"/>
                </a:lnTo>
                <a:close/>
                <a:lnTo>
                  <a:pt x="36243" y="2589558"/>
                </a:lnTo>
                <a:close/>
                <a:lnTo>
                  <a:pt x="45304" y="2727036"/>
                </a:lnTo>
                <a:close/>
                <a:lnTo>
                  <a:pt x="54364" y="2572050"/>
                </a:lnTo>
                <a:close/>
                <a:lnTo>
                  <a:pt x="63425" y="2617380"/>
                </a:lnTo>
                <a:close/>
                <a:lnTo>
                  <a:pt x="72486" y="2605648"/>
                </a:lnTo>
                <a:close/>
                <a:lnTo>
                  <a:pt x="81546" y="2606158"/>
                </a:lnTo>
                <a:close/>
                <a:lnTo>
                  <a:pt x="90607" y="2661707"/>
                </a:lnTo>
                <a:close/>
                <a:lnTo>
                  <a:pt x="99668" y="2555658"/>
                </a:lnTo>
                <a:close/>
                <a:lnTo>
                  <a:pt x="108728" y="2523465"/>
                </a:lnTo>
                <a:close/>
                <a:lnTo>
                  <a:pt x="117789" y="2594410"/>
                </a:lnTo>
                <a:close/>
                <a:lnTo>
                  <a:pt x="126850" y="2358084"/>
                </a:lnTo>
                <a:close/>
                <a:lnTo>
                  <a:pt x="135910" y="2600532"/>
                </a:lnTo>
                <a:close/>
                <a:lnTo>
                  <a:pt x="144971" y="2352556"/>
                </a:lnTo>
                <a:close/>
                <a:lnTo>
                  <a:pt x="154032" y="2516988"/>
                </a:lnTo>
                <a:close/>
                <a:lnTo>
                  <a:pt x="163092" y="2613790"/>
                </a:lnTo>
                <a:close/>
                <a:lnTo>
                  <a:pt x="172153" y="2513289"/>
                </a:lnTo>
                <a:close/>
                <a:lnTo>
                  <a:pt x="181214" y="2580684"/>
                </a:lnTo>
                <a:close/>
                <a:lnTo>
                  <a:pt x="190274" y="2532880"/>
                </a:lnTo>
                <a:close/>
                <a:lnTo>
                  <a:pt x="199335" y="2535679"/>
                </a:lnTo>
                <a:close/>
                <a:lnTo>
                  <a:pt x="208396" y="2523548"/>
                </a:lnTo>
                <a:close/>
                <a:lnTo>
                  <a:pt x="217456" y="2538685"/>
                </a:lnTo>
                <a:close/>
                <a:lnTo>
                  <a:pt x="226517" y="2468853"/>
                </a:lnTo>
                <a:close/>
                <a:lnTo>
                  <a:pt x="235578" y="2595762"/>
                </a:lnTo>
                <a:close/>
                <a:lnTo>
                  <a:pt x="244638" y="2586359"/>
                </a:lnTo>
                <a:close/>
                <a:lnTo>
                  <a:pt x="253699" y="2500506"/>
                </a:lnTo>
                <a:close/>
                <a:lnTo>
                  <a:pt x="262760" y="2507094"/>
                </a:lnTo>
                <a:close/>
                <a:lnTo>
                  <a:pt x="271820" y="2383962"/>
                </a:lnTo>
                <a:close/>
                <a:lnTo>
                  <a:pt x="280881" y="2323558"/>
                </a:lnTo>
                <a:close/>
                <a:lnTo>
                  <a:pt x="289942" y="2402492"/>
                </a:lnTo>
                <a:close/>
                <a:lnTo>
                  <a:pt x="299002" y="2462459"/>
                </a:lnTo>
                <a:close/>
                <a:lnTo>
                  <a:pt x="308063" y="2461134"/>
                </a:lnTo>
                <a:close/>
                <a:lnTo>
                  <a:pt x="317124" y="2260675"/>
                </a:lnTo>
                <a:close/>
                <a:lnTo>
                  <a:pt x="326184" y="2340681"/>
                </a:lnTo>
                <a:close/>
                <a:lnTo>
                  <a:pt x="335245" y="2278845"/>
                </a:lnTo>
                <a:close/>
                <a:lnTo>
                  <a:pt x="344306" y="2456768"/>
                </a:lnTo>
                <a:close/>
                <a:lnTo>
                  <a:pt x="353366" y="2231309"/>
                </a:lnTo>
                <a:close/>
                <a:lnTo>
                  <a:pt x="362427" y="2305538"/>
                </a:lnTo>
                <a:close/>
                <a:lnTo>
                  <a:pt x="371488" y="2274969"/>
                </a:lnTo>
                <a:close/>
                <a:lnTo>
                  <a:pt x="380548" y="2421794"/>
                </a:lnTo>
                <a:close/>
                <a:lnTo>
                  <a:pt x="389609" y="2339576"/>
                </a:lnTo>
                <a:close/>
                <a:lnTo>
                  <a:pt x="398670" y="2432768"/>
                </a:lnTo>
                <a:close/>
                <a:lnTo>
                  <a:pt x="407730" y="2500506"/>
                </a:lnTo>
                <a:close/>
                <a:lnTo>
                  <a:pt x="416791" y="2374559"/>
                </a:lnTo>
                <a:close/>
                <a:lnTo>
                  <a:pt x="425852" y="2362986"/>
                </a:lnTo>
                <a:close/>
                <a:lnTo>
                  <a:pt x="434912" y="2348111"/>
                </a:lnTo>
                <a:close/>
                <a:lnTo>
                  <a:pt x="443973" y="2332082"/>
                </a:lnTo>
                <a:close/>
                <a:lnTo>
                  <a:pt x="453034" y="2335637"/>
                </a:lnTo>
                <a:close/>
                <a:lnTo>
                  <a:pt x="462094" y="2271196"/>
                </a:lnTo>
                <a:close/>
                <a:lnTo>
                  <a:pt x="471155" y="2280659"/>
                </a:lnTo>
                <a:close/>
                <a:lnTo>
                  <a:pt x="480216" y="2239308"/>
                </a:lnTo>
                <a:close/>
                <a:lnTo>
                  <a:pt x="489276" y="2185921"/>
                </a:lnTo>
                <a:close/>
                <a:lnTo>
                  <a:pt x="498337" y="2254137"/>
                </a:lnTo>
                <a:close/>
                <a:lnTo>
                  <a:pt x="507398" y="2218533"/>
                </a:lnTo>
                <a:close/>
                <a:lnTo>
                  <a:pt x="516458" y="2475381"/>
                </a:lnTo>
                <a:close/>
                <a:lnTo>
                  <a:pt x="525519" y="2347876"/>
                </a:lnTo>
                <a:close/>
                <a:lnTo>
                  <a:pt x="534580" y="2276652"/>
                </a:lnTo>
                <a:close/>
                <a:lnTo>
                  <a:pt x="543640" y="2324315"/>
                </a:lnTo>
                <a:close/>
                <a:lnTo>
                  <a:pt x="552701" y="2320963"/>
                </a:lnTo>
                <a:close/>
                <a:lnTo>
                  <a:pt x="561762" y="2369166"/>
                </a:lnTo>
                <a:close/>
                <a:lnTo>
                  <a:pt x="570822" y="2337489"/>
                </a:lnTo>
                <a:close/>
                <a:lnTo>
                  <a:pt x="579883" y="2282578"/>
                </a:lnTo>
                <a:close/>
                <a:lnTo>
                  <a:pt x="588944" y="2196939"/>
                </a:lnTo>
                <a:close/>
                <a:lnTo>
                  <a:pt x="598004" y="2240933"/>
                </a:lnTo>
                <a:close/>
                <a:lnTo>
                  <a:pt x="607065" y="2354623"/>
                </a:lnTo>
                <a:close/>
                <a:lnTo>
                  <a:pt x="616126" y="2305538"/>
                </a:lnTo>
                <a:close/>
                <a:lnTo>
                  <a:pt x="625186" y="2321583"/>
                </a:lnTo>
                <a:close/>
                <a:lnTo>
                  <a:pt x="634247" y="2267509"/>
                </a:lnTo>
                <a:close/>
                <a:lnTo>
                  <a:pt x="643308" y="2294921"/>
                </a:lnTo>
                <a:close/>
                <a:lnTo>
                  <a:pt x="652368" y="2239951"/>
                </a:lnTo>
                <a:close/>
                <a:lnTo>
                  <a:pt x="661429" y="2262220"/>
                </a:lnTo>
                <a:close/>
                <a:lnTo>
                  <a:pt x="670490" y="2282058"/>
                </a:lnTo>
                <a:close/>
                <a:lnTo>
                  <a:pt x="679550" y="2282490"/>
                </a:lnTo>
                <a:close/>
                <a:lnTo>
                  <a:pt x="688611" y="2092029"/>
                </a:lnTo>
                <a:close/>
                <a:lnTo>
                  <a:pt x="697672" y="2314064"/>
                </a:lnTo>
                <a:close/>
                <a:lnTo>
                  <a:pt x="706732" y="2308299"/>
                </a:lnTo>
                <a:close/>
                <a:lnTo>
                  <a:pt x="715793" y="2182459"/>
                </a:lnTo>
                <a:close/>
                <a:lnTo>
                  <a:pt x="724854" y="2233775"/>
                </a:lnTo>
                <a:close/>
                <a:lnTo>
                  <a:pt x="733914" y="2244057"/>
                </a:lnTo>
                <a:close/>
                <a:lnTo>
                  <a:pt x="742975" y="2165518"/>
                </a:lnTo>
                <a:close/>
                <a:lnTo>
                  <a:pt x="752036" y="2219704"/>
                </a:lnTo>
                <a:close/>
                <a:lnTo>
                  <a:pt x="761096" y="2304828"/>
                </a:lnTo>
                <a:close/>
                <a:lnTo>
                  <a:pt x="770157" y="2275256"/>
                </a:lnTo>
                <a:close/>
                <a:lnTo>
                  <a:pt x="779218" y="2394220"/>
                </a:lnTo>
                <a:close/>
                <a:lnTo>
                  <a:pt x="788278" y="2223233"/>
                </a:lnTo>
                <a:close/>
                <a:lnTo>
                  <a:pt x="797339" y="2328942"/>
                </a:lnTo>
                <a:close/>
                <a:lnTo>
                  <a:pt x="806400" y="2302010"/>
                </a:lnTo>
                <a:close/>
                <a:lnTo>
                  <a:pt x="815460" y="2322320"/>
                </a:lnTo>
                <a:close/>
                <a:lnTo>
                  <a:pt x="824521" y="2370348"/>
                </a:lnTo>
                <a:close/>
                <a:lnTo>
                  <a:pt x="833581" y="2223017"/>
                </a:lnTo>
                <a:close/>
                <a:lnTo>
                  <a:pt x="842642" y="2293469"/>
                </a:lnTo>
                <a:close/>
                <a:lnTo>
                  <a:pt x="851703" y="2137755"/>
                </a:lnTo>
                <a:close/>
                <a:lnTo>
                  <a:pt x="860763" y="2172232"/>
                </a:lnTo>
                <a:close/>
                <a:lnTo>
                  <a:pt x="869824" y="2330911"/>
                </a:lnTo>
                <a:close/>
                <a:lnTo>
                  <a:pt x="878885" y="2241748"/>
                </a:lnTo>
                <a:close/>
                <a:lnTo>
                  <a:pt x="887945" y="2311786"/>
                </a:lnTo>
                <a:close/>
                <a:lnTo>
                  <a:pt x="897006" y="2179397"/>
                </a:lnTo>
                <a:close/>
                <a:lnTo>
                  <a:pt x="906067" y="2175520"/>
                </a:lnTo>
                <a:close/>
                <a:lnTo>
                  <a:pt x="915127" y="2161253"/>
                </a:lnTo>
                <a:close/>
                <a:lnTo>
                  <a:pt x="924188" y="2332202"/>
                </a:lnTo>
                <a:close/>
                <a:lnTo>
                  <a:pt x="933249" y="2240262"/>
                </a:lnTo>
                <a:close/>
                <a:lnTo>
                  <a:pt x="942309" y="2240120"/>
                </a:lnTo>
                <a:close/>
                <a:lnTo>
                  <a:pt x="951370" y="2140287"/>
                </a:lnTo>
                <a:close/>
                <a:lnTo>
                  <a:pt x="960431" y="2241441"/>
                </a:lnTo>
                <a:close/>
                <a:lnTo>
                  <a:pt x="969491" y="2283851"/>
                </a:lnTo>
                <a:close/>
                <a:lnTo>
                  <a:pt x="978552" y="2248898"/>
                </a:lnTo>
                <a:close/>
                <a:lnTo>
                  <a:pt x="987613" y="2350350"/>
                </a:lnTo>
                <a:close/>
                <a:lnTo>
                  <a:pt x="996673" y="2126518"/>
                </a:lnTo>
                <a:close/>
                <a:lnTo>
                  <a:pt x="1005734" y="2227021"/>
                </a:lnTo>
                <a:close/>
                <a:lnTo>
                  <a:pt x="1014795" y="2277449"/>
                </a:lnTo>
                <a:close/>
                <a:lnTo>
                  <a:pt x="1023855" y="2248368"/>
                </a:lnTo>
                <a:close/>
                <a:lnTo>
                  <a:pt x="1032916" y="2090312"/>
                </a:lnTo>
                <a:close/>
                <a:lnTo>
                  <a:pt x="1041977" y="2095698"/>
                </a:lnTo>
                <a:close/>
                <a:lnTo>
                  <a:pt x="1051037" y="2017807"/>
                </a:lnTo>
                <a:close/>
                <a:lnTo>
                  <a:pt x="1060098" y="2068548"/>
                </a:lnTo>
                <a:close/>
                <a:lnTo>
                  <a:pt x="1069159" y="2016137"/>
                </a:lnTo>
                <a:close/>
                <a:lnTo>
                  <a:pt x="1078219" y="2244999"/>
                </a:lnTo>
                <a:close/>
                <a:lnTo>
                  <a:pt x="1087280" y="2203523"/>
                </a:lnTo>
                <a:close/>
                <a:lnTo>
                  <a:pt x="1096341" y="2099688"/>
                </a:lnTo>
                <a:close/>
                <a:lnTo>
                  <a:pt x="1105401" y="2077945"/>
                </a:lnTo>
                <a:close/>
                <a:lnTo>
                  <a:pt x="1114462" y="2138384"/>
                </a:lnTo>
                <a:close/>
                <a:lnTo>
                  <a:pt x="1123523" y="2157202"/>
                </a:lnTo>
                <a:close/>
                <a:lnTo>
                  <a:pt x="1132583" y="2198000"/>
                </a:lnTo>
                <a:close/>
                <a:lnTo>
                  <a:pt x="1141644" y="2114901"/>
                </a:lnTo>
                <a:close/>
                <a:lnTo>
                  <a:pt x="1150705" y="2050166"/>
                </a:lnTo>
                <a:close/>
                <a:lnTo>
                  <a:pt x="1159765" y="2139934"/>
                </a:lnTo>
                <a:close/>
                <a:lnTo>
                  <a:pt x="1168826" y="2126894"/>
                </a:lnTo>
                <a:close/>
                <a:lnTo>
                  <a:pt x="1177887" y="2133386"/>
                </a:lnTo>
                <a:close/>
                <a:lnTo>
                  <a:pt x="1186947" y="2019013"/>
                </a:lnTo>
                <a:close/>
                <a:lnTo>
                  <a:pt x="1196008" y="2097175"/>
                </a:lnTo>
                <a:close/>
                <a:lnTo>
                  <a:pt x="1205069" y="2223017"/>
                </a:lnTo>
                <a:close/>
                <a:lnTo>
                  <a:pt x="1214129" y="2089503"/>
                </a:lnTo>
                <a:close/>
                <a:lnTo>
                  <a:pt x="1223190" y="2125385"/>
                </a:lnTo>
                <a:close/>
                <a:lnTo>
                  <a:pt x="1232251" y="2181459"/>
                </a:lnTo>
                <a:close/>
                <a:lnTo>
                  <a:pt x="1241311" y="2089017"/>
                </a:lnTo>
                <a:close/>
                <a:lnTo>
                  <a:pt x="1250372" y="2049075"/>
                </a:lnTo>
                <a:close/>
                <a:lnTo>
                  <a:pt x="1259433" y="2142395"/>
                </a:lnTo>
                <a:close/>
                <a:lnTo>
                  <a:pt x="1268493" y="1944105"/>
                </a:lnTo>
                <a:close/>
                <a:lnTo>
                  <a:pt x="1277554" y="2194442"/>
                </a:lnTo>
                <a:close/>
                <a:lnTo>
                  <a:pt x="1286615" y="2030560"/>
                </a:lnTo>
                <a:close/>
                <a:lnTo>
                  <a:pt x="1295675" y="2156425"/>
                </a:lnTo>
                <a:close/>
                <a:lnTo>
                  <a:pt x="1304736" y="1932828"/>
                </a:lnTo>
                <a:close/>
                <a:lnTo>
                  <a:pt x="1313797" y="2022432"/>
                </a:lnTo>
                <a:close/>
                <a:lnTo>
                  <a:pt x="1322857" y="1995640"/>
                </a:lnTo>
                <a:close/>
                <a:lnTo>
                  <a:pt x="1331918" y="2044308"/>
                </a:lnTo>
                <a:close/>
                <a:lnTo>
                  <a:pt x="1340979" y="2033633"/>
                </a:lnTo>
                <a:close/>
                <a:lnTo>
                  <a:pt x="1350039" y="2096449"/>
                </a:lnTo>
                <a:close/>
                <a:lnTo>
                  <a:pt x="1359100" y="2158643"/>
                </a:lnTo>
                <a:close/>
                <a:lnTo>
                  <a:pt x="1368161" y="2102131"/>
                </a:lnTo>
                <a:close/>
                <a:lnTo>
                  <a:pt x="1377221" y="2129438"/>
                </a:lnTo>
                <a:close/>
                <a:lnTo>
                  <a:pt x="1386282" y="2080245"/>
                </a:lnTo>
                <a:close/>
                <a:lnTo>
                  <a:pt x="1395343" y="1978155"/>
                </a:lnTo>
                <a:close/>
                <a:lnTo>
                  <a:pt x="1404403" y="2009697"/>
                </a:lnTo>
                <a:close/>
                <a:lnTo>
                  <a:pt x="1413464" y="2014637"/>
                </a:lnTo>
                <a:close/>
                <a:lnTo>
                  <a:pt x="1422525" y="2341537"/>
                </a:lnTo>
                <a:close/>
                <a:lnTo>
                  <a:pt x="1431585" y="2151872"/>
                </a:lnTo>
                <a:close/>
                <a:lnTo>
                  <a:pt x="1440646" y="2112243"/>
                </a:lnTo>
                <a:close/>
                <a:lnTo>
                  <a:pt x="1449707" y="2227620"/>
                </a:lnTo>
                <a:close/>
                <a:lnTo>
                  <a:pt x="1458767" y="2160636"/>
                </a:lnTo>
                <a:close/>
                <a:lnTo>
                  <a:pt x="1467828" y="1985266"/>
                </a:lnTo>
                <a:close/>
                <a:lnTo>
                  <a:pt x="1476889" y="2145519"/>
                </a:lnTo>
                <a:close/>
                <a:lnTo>
                  <a:pt x="1485949" y="2161339"/>
                </a:lnTo>
                <a:close/>
                <a:lnTo>
                  <a:pt x="1495010" y="2159175"/>
                </a:lnTo>
                <a:close/>
                <a:lnTo>
                  <a:pt x="1504071" y="2173960"/>
                </a:lnTo>
                <a:close/>
                <a:lnTo>
                  <a:pt x="1513131" y="2325751"/>
                </a:lnTo>
                <a:close/>
                <a:lnTo>
                  <a:pt x="1522192" y="2063257"/>
                </a:lnTo>
                <a:close/>
                <a:lnTo>
                  <a:pt x="1531253" y="2016849"/>
                </a:lnTo>
                <a:close/>
                <a:lnTo>
                  <a:pt x="1540313" y="2121018"/>
                </a:lnTo>
                <a:close/>
                <a:lnTo>
                  <a:pt x="1549374" y="1961553"/>
                </a:lnTo>
                <a:close/>
                <a:lnTo>
                  <a:pt x="1558435" y="1902024"/>
                </a:lnTo>
                <a:close/>
                <a:lnTo>
                  <a:pt x="1567495" y="2065547"/>
                </a:lnTo>
                <a:close/>
                <a:lnTo>
                  <a:pt x="1576556" y="2079220"/>
                </a:lnTo>
                <a:close/>
                <a:lnTo>
                  <a:pt x="1585617" y="2072078"/>
                </a:lnTo>
                <a:close/>
                <a:lnTo>
                  <a:pt x="1594677" y="1999883"/>
                </a:lnTo>
                <a:close/>
                <a:lnTo>
                  <a:pt x="1603738" y="1934367"/>
                </a:lnTo>
                <a:close/>
                <a:lnTo>
                  <a:pt x="1612799" y="2107145"/>
                </a:lnTo>
                <a:close/>
                <a:lnTo>
                  <a:pt x="1621859" y="2132471"/>
                </a:lnTo>
                <a:close/>
                <a:lnTo>
                  <a:pt x="1630920" y="2088243"/>
                </a:lnTo>
                <a:close/>
                <a:lnTo>
                  <a:pt x="1639981" y="1985429"/>
                </a:lnTo>
                <a:close/>
                <a:lnTo>
                  <a:pt x="1649041" y="1937715"/>
                </a:lnTo>
                <a:close/>
                <a:lnTo>
                  <a:pt x="1658102" y="2082035"/>
                </a:lnTo>
                <a:close/>
                <a:lnTo>
                  <a:pt x="1667163" y="2106253"/>
                </a:lnTo>
                <a:close/>
                <a:lnTo>
                  <a:pt x="1676223" y="2137442"/>
                </a:lnTo>
                <a:close/>
                <a:lnTo>
                  <a:pt x="1685284" y="1904608"/>
                </a:lnTo>
                <a:close/>
                <a:lnTo>
                  <a:pt x="1694345" y="2110602"/>
                </a:lnTo>
                <a:close/>
                <a:lnTo>
                  <a:pt x="1703405" y="1971990"/>
                </a:lnTo>
                <a:close/>
                <a:lnTo>
                  <a:pt x="1712466" y="1934557"/>
                </a:lnTo>
                <a:close/>
                <a:lnTo>
                  <a:pt x="1721527" y="1951355"/>
                </a:lnTo>
                <a:close/>
                <a:lnTo>
                  <a:pt x="1730587" y="2070726"/>
                </a:lnTo>
                <a:close/>
                <a:lnTo>
                  <a:pt x="1739648" y="1976666"/>
                </a:lnTo>
                <a:close/>
                <a:lnTo>
                  <a:pt x="1748709" y="2047219"/>
                </a:lnTo>
                <a:close/>
                <a:lnTo>
                  <a:pt x="1757769" y="2174522"/>
                </a:lnTo>
                <a:close/>
                <a:lnTo>
                  <a:pt x="1766830" y="2103651"/>
                </a:lnTo>
                <a:close/>
                <a:lnTo>
                  <a:pt x="1775891" y="1895402"/>
                </a:lnTo>
                <a:close/>
                <a:lnTo>
                  <a:pt x="1784951" y="2166353"/>
                </a:lnTo>
                <a:close/>
                <a:lnTo>
                  <a:pt x="1794012" y="2122543"/>
                </a:lnTo>
                <a:close/>
                <a:lnTo>
                  <a:pt x="1803073" y="2154451"/>
                </a:lnTo>
                <a:close/>
                <a:lnTo>
                  <a:pt x="1812133" y="2091752"/>
                </a:lnTo>
                <a:close/>
                <a:lnTo>
                  <a:pt x="1821194" y="1920592"/>
                </a:lnTo>
                <a:close/>
                <a:lnTo>
                  <a:pt x="1830255" y="2044483"/>
                </a:lnTo>
                <a:close/>
                <a:lnTo>
                  <a:pt x="1839315" y="2048600"/>
                </a:lnTo>
                <a:close/>
                <a:lnTo>
                  <a:pt x="1848376" y="1994964"/>
                </a:lnTo>
                <a:close/>
                <a:lnTo>
                  <a:pt x="1857437" y="1973352"/>
                </a:lnTo>
                <a:close/>
                <a:lnTo>
                  <a:pt x="1866497" y="1930438"/>
                </a:lnTo>
                <a:close/>
                <a:lnTo>
                  <a:pt x="1875558" y="1827066"/>
                </a:lnTo>
                <a:close/>
                <a:lnTo>
                  <a:pt x="1884619" y="2064094"/>
                </a:lnTo>
                <a:close/>
                <a:lnTo>
                  <a:pt x="1893679" y="2020594"/>
                </a:lnTo>
                <a:close/>
                <a:lnTo>
                  <a:pt x="1902740" y="2031332"/>
                </a:lnTo>
                <a:close/>
                <a:lnTo>
                  <a:pt x="1911801" y="2106208"/>
                </a:lnTo>
                <a:close/>
                <a:lnTo>
                  <a:pt x="1920861" y="1831486"/>
                </a:lnTo>
                <a:close/>
                <a:lnTo>
                  <a:pt x="1929922" y="1911677"/>
                </a:lnTo>
                <a:close/>
                <a:lnTo>
                  <a:pt x="1938983" y="1858388"/>
                </a:lnTo>
                <a:close/>
                <a:lnTo>
                  <a:pt x="1948043" y="2052823"/>
                </a:lnTo>
                <a:close/>
                <a:lnTo>
                  <a:pt x="1957104" y="2118665"/>
                </a:lnTo>
                <a:close/>
                <a:lnTo>
                  <a:pt x="1966165" y="1898698"/>
                </a:lnTo>
                <a:close/>
                <a:lnTo>
                  <a:pt x="1975225" y="1863355"/>
                </a:lnTo>
                <a:close/>
                <a:lnTo>
                  <a:pt x="1984286" y="2020799"/>
                </a:lnTo>
                <a:close/>
                <a:lnTo>
                  <a:pt x="1993347" y="1963205"/>
                </a:lnTo>
                <a:close/>
                <a:lnTo>
                  <a:pt x="2002407" y="1850843"/>
                </a:lnTo>
                <a:close/>
                <a:lnTo>
                  <a:pt x="2011468" y="2067459"/>
                </a:lnTo>
                <a:close/>
                <a:lnTo>
                  <a:pt x="2020529" y="1973191"/>
                </a:lnTo>
                <a:close/>
                <a:lnTo>
                  <a:pt x="2029589" y="1968855"/>
                </a:lnTo>
                <a:close/>
                <a:lnTo>
                  <a:pt x="2038650" y="2131618"/>
                </a:lnTo>
                <a:close/>
                <a:lnTo>
                  <a:pt x="2047711" y="2054217"/>
                </a:lnTo>
                <a:close/>
                <a:lnTo>
                  <a:pt x="2056771" y="2014730"/>
                </a:lnTo>
                <a:close/>
                <a:lnTo>
                  <a:pt x="2065832" y="2013432"/>
                </a:lnTo>
                <a:close/>
                <a:lnTo>
                  <a:pt x="2074893" y="1928106"/>
                </a:lnTo>
                <a:close/>
                <a:lnTo>
                  <a:pt x="2083953" y="2019059"/>
                </a:lnTo>
                <a:close/>
                <a:lnTo>
                  <a:pt x="2093014" y="1962013"/>
                </a:lnTo>
                <a:close/>
                <a:lnTo>
                  <a:pt x="2102075" y="1805434"/>
                </a:lnTo>
                <a:close/>
                <a:lnTo>
                  <a:pt x="2111135" y="1909049"/>
                </a:lnTo>
                <a:close/>
                <a:lnTo>
                  <a:pt x="2120196" y="1872478"/>
                </a:lnTo>
                <a:close/>
                <a:lnTo>
                  <a:pt x="2129257" y="1970516"/>
                </a:lnTo>
                <a:close/>
                <a:lnTo>
                  <a:pt x="2138317" y="1900347"/>
                </a:lnTo>
                <a:close/>
                <a:lnTo>
                  <a:pt x="2147378" y="2067557"/>
                </a:lnTo>
                <a:close/>
                <a:lnTo>
                  <a:pt x="2156439" y="2032009"/>
                </a:lnTo>
                <a:close/>
                <a:lnTo>
                  <a:pt x="2165499" y="2081006"/>
                </a:lnTo>
                <a:close/>
                <a:lnTo>
                  <a:pt x="2174560" y="1960688"/>
                </a:lnTo>
                <a:close/>
                <a:lnTo>
                  <a:pt x="2183621" y="1942670"/>
                </a:lnTo>
                <a:close/>
                <a:lnTo>
                  <a:pt x="2192681" y="1756046"/>
                </a:lnTo>
                <a:close/>
                <a:lnTo>
                  <a:pt x="2201742" y="1875674"/>
                </a:lnTo>
                <a:close/>
                <a:lnTo>
                  <a:pt x="2210803" y="1991373"/>
                </a:lnTo>
                <a:close/>
                <a:lnTo>
                  <a:pt x="2219863" y="1924855"/>
                </a:lnTo>
                <a:close/>
                <a:lnTo>
                  <a:pt x="2228924" y="2064328"/>
                </a:lnTo>
                <a:close/>
                <a:lnTo>
                  <a:pt x="2237985" y="1924767"/>
                </a:lnTo>
                <a:close/>
                <a:lnTo>
                  <a:pt x="2247045" y="1917241"/>
                </a:lnTo>
                <a:close/>
                <a:lnTo>
                  <a:pt x="2256106" y="1845091"/>
                </a:lnTo>
                <a:close/>
                <a:lnTo>
                  <a:pt x="2265167" y="1947769"/>
                </a:lnTo>
                <a:close/>
                <a:lnTo>
                  <a:pt x="2274227" y="1856467"/>
                </a:lnTo>
                <a:close/>
                <a:lnTo>
                  <a:pt x="2283288" y="1903580"/>
                </a:lnTo>
                <a:close/>
                <a:lnTo>
                  <a:pt x="2292349" y="1878061"/>
                </a:lnTo>
                <a:close/>
                <a:lnTo>
                  <a:pt x="2301409" y="1892749"/>
                </a:lnTo>
                <a:close/>
                <a:lnTo>
                  <a:pt x="2310470" y="1967072"/>
                </a:lnTo>
                <a:close/>
                <a:lnTo>
                  <a:pt x="2319531" y="1706320"/>
                </a:lnTo>
                <a:close/>
                <a:lnTo>
                  <a:pt x="2328591" y="1924909"/>
                </a:lnTo>
                <a:close/>
                <a:lnTo>
                  <a:pt x="2337652" y="1855422"/>
                </a:lnTo>
                <a:close/>
                <a:lnTo>
                  <a:pt x="2346713" y="1789064"/>
                </a:lnTo>
                <a:close/>
                <a:lnTo>
                  <a:pt x="2355773" y="1705914"/>
                </a:lnTo>
                <a:close/>
                <a:lnTo>
                  <a:pt x="2364834" y="1833986"/>
                </a:lnTo>
                <a:close/>
                <a:lnTo>
                  <a:pt x="2373895" y="1731770"/>
                </a:lnTo>
                <a:close/>
                <a:lnTo>
                  <a:pt x="2382955" y="1866176"/>
                </a:lnTo>
                <a:close/>
                <a:lnTo>
                  <a:pt x="2392016" y="1768470"/>
                </a:lnTo>
                <a:close/>
                <a:lnTo>
                  <a:pt x="2401077" y="1765193"/>
                </a:lnTo>
                <a:close/>
                <a:lnTo>
                  <a:pt x="2410137" y="2010549"/>
                </a:lnTo>
                <a:close/>
                <a:lnTo>
                  <a:pt x="2419198" y="1826596"/>
                </a:lnTo>
                <a:close/>
                <a:lnTo>
                  <a:pt x="2428259" y="1946417"/>
                </a:lnTo>
                <a:close/>
                <a:lnTo>
                  <a:pt x="2437319" y="1915166"/>
                </a:lnTo>
                <a:close/>
                <a:lnTo>
                  <a:pt x="2446380" y="1955284"/>
                </a:lnTo>
                <a:close/>
                <a:lnTo>
                  <a:pt x="2455441" y="1708373"/>
                </a:lnTo>
                <a:close/>
                <a:lnTo>
                  <a:pt x="2464501" y="1983620"/>
                </a:lnTo>
                <a:close/>
                <a:lnTo>
                  <a:pt x="2473562" y="1861592"/>
                </a:lnTo>
                <a:close/>
                <a:lnTo>
                  <a:pt x="2482623" y="1988536"/>
                </a:lnTo>
                <a:close/>
                <a:lnTo>
                  <a:pt x="2491683" y="1794930"/>
                </a:lnTo>
                <a:close/>
                <a:lnTo>
                  <a:pt x="2500744" y="1922996"/>
                </a:lnTo>
                <a:close/>
                <a:lnTo>
                  <a:pt x="2509805" y="1770527"/>
                </a:lnTo>
                <a:close/>
                <a:lnTo>
                  <a:pt x="2518865" y="1972369"/>
                </a:lnTo>
                <a:close/>
                <a:lnTo>
                  <a:pt x="2527926" y="1738910"/>
                </a:lnTo>
                <a:close/>
                <a:lnTo>
                  <a:pt x="2536987" y="1954468"/>
                </a:lnTo>
                <a:close/>
                <a:lnTo>
                  <a:pt x="2546047" y="1842184"/>
                </a:lnTo>
                <a:close/>
                <a:lnTo>
                  <a:pt x="2555108" y="1827665"/>
                </a:lnTo>
                <a:close/>
                <a:lnTo>
                  <a:pt x="2564169" y="1843673"/>
                </a:lnTo>
                <a:close/>
                <a:lnTo>
                  <a:pt x="2573229" y="1902526"/>
                </a:lnTo>
                <a:close/>
                <a:lnTo>
                  <a:pt x="2582290" y="1884729"/>
                </a:lnTo>
                <a:close/>
                <a:lnTo>
                  <a:pt x="2591351" y="1846345"/>
                </a:lnTo>
                <a:close/>
                <a:lnTo>
                  <a:pt x="2600411" y="1739818"/>
                </a:lnTo>
                <a:close/>
                <a:lnTo>
                  <a:pt x="2609472" y="1775227"/>
                </a:lnTo>
                <a:close/>
                <a:lnTo>
                  <a:pt x="2618533" y="1788973"/>
                </a:lnTo>
                <a:close/>
                <a:lnTo>
                  <a:pt x="2627593" y="1930625"/>
                </a:lnTo>
                <a:close/>
                <a:lnTo>
                  <a:pt x="2636654" y="1869687"/>
                </a:lnTo>
                <a:close/>
                <a:lnTo>
                  <a:pt x="2645715" y="1860792"/>
                </a:lnTo>
                <a:close/>
                <a:lnTo>
                  <a:pt x="2654775" y="1619367"/>
                </a:lnTo>
                <a:close/>
                <a:lnTo>
                  <a:pt x="2663836" y="1743610"/>
                </a:lnTo>
                <a:close/>
                <a:lnTo>
                  <a:pt x="2672897" y="1833986"/>
                </a:lnTo>
                <a:close/>
                <a:lnTo>
                  <a:pt x="2681957" y="1994562"/>
                </a:lnTo>
                <a:close/>
                <a:lnTo>
                  <a:pt x="2691018" y="1601270"/>
                </a:lnTo>
                <a:close/>
                <a:lnTo>
                  <a:pt x="2700079" y="1553349"/>
                </a:lnTo>
                <a:close/>
                <a:lnTo>
                  <a:pt x="2709139" y="1903245"/>
                </a:lnTo>
                <a:close/>
                <a:lnTo>
                  <a:pt x="2718200" y="1776609"/>
                </a:lnTo>
                <a:close/>
                <a:lnTo>
                  <a:pt x="2727261" y="1833731"/>
                </a:lnTo>
                <a:close/>
                <a:lnTo>
                  <a:pt x="2736321" y="1728800"/>
                </a:lnTo>
                <a:close/>
                <a:lnTo>
                  <a:pt x="2745382" y="1719320"/>
                </a:lnTo>
                <a:close/>
                <a:lnTo>
                  <a:pt x="2754443" y="1692952"/>
                </a:lnTo>
                <a:close/>
                <a:lnTo>
                  <a:pt x="2763503" y="1940483"/>
                </a:lnTo>
                <a:close/>
                <a:lnTo>
                  <a:pt x="2772564" y="1690382"/>
                </a:lnTo>
                <a:close/>
                <a:lnTo>
                  <a:pt x="2781625" y="1648936"/>
                </a:lnTo>
                <a:close/>
                <a:lnTo>
                  <a:pt x="2790685" y="1979871"/>
                </a:lnTo>
                <a:close/>
                <a:lnTo>
                  <a:pt x="2799746" y="1737518"/>
                </a:lnTo>
                <a:close/>
                <a:lnTo>
                  <a:pt x="2808807" y="1731881"/>
                </a:lnTo>
                <a:close/>
                <a:lnTo>
                  <a:pt x="2817867" y="1691134"/>
                </a:lnTo>
                <a:close/>
                <a:lnTo>
                  <a:pt x="2826928" y="1812332"/>
                </a:lnTo>
                <a:close/>
                <a:lnTo>
                  <a:pt x="2835989" y="1825279"/>
                </a:lnTo>
                <a:close/>
                <a:lnTo>
                  <a:pt x="2845049" y="1598366"/>
                </a:lnTo>
                <a:close/>
                <a:lnTo>
                  <a:pt x="2854110" y="1817037"/>
                </a:lnTo>
                <a:close/>
                <a:lnTo>
                  <a:pt x="2863170" y="1735332"/>
                </a:lnTo>
                <a:close/>
                <a:lnTo>
                  <a:pt x="2872231" y="1671589"/>
                </a:lnTo>
                <a:close/>
                <a:lnTo>
                  <a:pt x="2881292" y="1666871"/>
                </a:lnTo>
                <a:close/>
                <a:lnTo>
                  <a:pt x="2890352" y="1781866"/>
                </a:lnTo>
                <a:close/>
                <a:lnTo>
                  <a:pt x="2899413" y="1515262"/>
                </a:lnTo>
                <a:close/>
                <a:lnTo>
                  <a:pt x="2908474" y="1727610"/>
                </a:lnTo>
                <a:close/>
                <a:lnTo>
                  <a:pt x="2917534" y="1475360"/>
                </a:lnTo>
                <a:close/>
                <a:lnTo>
                  <a:pt x="2926595" y="1722171"/>
                </a:lnTo>
                <a:close/>
                <a:lnTo>
                  <a:pt x="2935656" y="1659556"/>
                </a:lnTo>
                <a:close/>
                <a:lnTo>
                  <a:pt x="2944716" y="1530932"/>
                </a:lnTo>
                <a:close/>
                <a:lnTo>
                  <a:pt x="2953777" y="1695873"/>
                </a:lnTo>
                <a:close/>
                <a:lnTo>
                  <a:pt x="2962838" y="1850847"/>
                </a:lnTo>
                <a:close/>
                <a:lnTo>
                  <a:pt x="2971898" y="1851833"/>
                </a:lnTo>
                <a:close/>
                <a:lnTo>
                  <a:pt x="2980959" y="1668669"/>
                </a:lnTo>
                <a:close/>
                <a:lnTo>
                  <a:pt x="2990020" y="1677331"/>
                </a:lnTo>
                <a:close/>
                <a:lnTo>
                  <a:pt x="2999080" y="1709616"/>
                </a:lnTo>
                <a:close/>
                <a:lnTo>
                  <a:pt x="3008141" y="1699367"/>
                </a:lnTo>
                <a:close/>
                <a:lnTo>
                  <a:pt x="3017202" y="1618141"/>
                </a:lnTo>
                <a:close/>
                <a:lnTo>
                  <a:pt x="3026262" y="1602381"/>
                </a:lnTo>
                <a:close/>
                <a:lnTo>
                  <a:pt x="3035323" y="1917911"/>
                </a:lnTo>
                <a:close/>
                <a:lnTo>
                  <a:pt x="3044384" y="1844844"/>
                </a:lnTo>
                <a:close/>
                <a:lnTo>
                  <a:pt x="3053444" y="1624332"/>
                </a:lnTo>
                <a:close/>
                <a:lnTo>
                  <a:pt x="3062505" y="1487159"/>
                </a:lnTo>
                <a:close/>
                <a:lnTo>
                  <a:pt x="3071566" y="1427164"/>
                </a:lnTo>
                <a:close/>
                <a:lnTo>
                  <a:pt x="3080626" y="1589970"/>
                </a:lnTo>
                <a:close/>
                <a:lnTo>
                  <a:pt x="3089687" y="1702326"/>
                </a:lnTo>
                <a:close/>
                <a:lnTo>
                  <a:pt x="3098748" y="1800994"/>
                </a:lnTo>
                <a:close/>
                <a:lnTo>
                  <a:pt x="3107808" y="1692952"/>
                </a:lnTo>
                <a:close/>
                <a:lnTo>
                  <a:pt x="3116869" y="1763361"/>
                </a:lnTo>
                <a:close/>
                <a:lnTo>
                  <a:pt x="3125930" y="1652465"/>
                </a:lnTo>
                <a:close/>
                <a:lnTo>
                  <a:pt x="3134990" y="1435953"/>
                </a:lnTo>
                <a:close/>
                <a:lnTo>
                  <a:pt x="3144051" y="1633125"/>
                </a:lnTo>
                <a:close/>
                <a:lnTo>
                  <a:pt x="3153112" y="1623071"/>
                </a:lnTo>
                <a:close/>
                <a:lnTo>
                  <a:pt x="3162172" y="1744298"/>
                </a:lnTo>
                <a:close/>
                <a:lnTo>
                  <a:pt x="3171233" y="1751492"/>
                </a:lnTo>
                <a:close/>
                <a:lnTo>
                  <a:pt x="3180294" y="1812332"/>
                </a:lnTo>
                <a:close/>
                <a:lnTo>
                  <a:pt x="3189354" y="1469824"/>
                </a:lnTo>
                <a:close/>
                <a:lnTo>
                  <a:pt x="3198415" y="1546907"/>
                </a:lnTo>
                <a:close/>
                <a:lnTo>
                  <a:pt x="3207476" y="1572125"/>
                </a:lnTo>
                <a:close/>
                <a:lnTo>
                  <a:pt x="3216536" y="1508162"/>
                </a:lnTo>
                <a:close/>
                <a:lnTo>
                  <a:pt x="3225597" y="1485527"/>
                </a:lnTo>
                <a:close/>
                <a:lnTo>
                  <a:pt x="3234658" y="1498126"/>
                </a:lnTo>
                <a:close/>
                <a:lnTo>
                  <a:pt x="3243718" y="1656477"/>
                </a:lnTo>
                <a:close/>
                <a:lnTo>
                  <a:pt x="3252779" y="1477736"/>
                </a:lnTo>
                <a:close/>
                <a:lnTo>
                  <a:pt x="3261840" y="1399448"/>
                </a:lnTo>
                <a:close/>
                <a:lnTo>
                  <a:pt x="3270900" y="1843673"/>
                </a:lnTo>
                <a:close/>
                <a:lnTo>
                  <a:pt x="3279961" y="1661222"/>
                </a:lnTo>
                <a:close/>
                <a:lnTo>
                  <a:pt x="3289022" y="1523826"/>
                </a:lnTo>
                <a:close/>
                <a:lnTo>
                  <a:pt x="3298082" y="1654107"/>
                </a:lnTo>
                <a:close/>
                <a:lnTo>
                  <a:pt x="3307143" y="1753094"/>
                </a:lnTo>
                <a:close/>
                <a:lnTo>
                  <a:pt x="3316204" y="1598374"/>
                </a:lnTo>
                <a:close/>
                <a:lnTo>
                  <a:pt x="3325264" y="1463658"/>
                </a:lnTo>
                <a:close/>
                <a:lnTo>
                  <a:pt x="3334325" y="1722131"/>
                </a:lnTo>
                <a:close/>
                <a:lnTo>
                  <a:pt x="3343386" y="1497455"/>
                </a:lnTo>
                <a:close/>
                <a:lnTo>
                  <a:pt x="3352446" y="1597590"/>
                </a:lnTo>
                <a:close/>
                <a:lnTo>
                  <a:pt x="3361507" y="1499289"/>
                </a:lnTo>
                <a:close/>
                <a:lnTo>
                  <a:pt x="3370568" y="1486448"/>
                </a:lnTo>
                <a:close/>
                <a:lnTo>
                  <a:pt x="3379628" y="1548403"/>
                </a:lnTo>
                <a:close/>
                <a:lnTo>
                  <a:pt x="3388689" y="1446768"/>
                </a:lnTo>
                <a:close/>
                <a:lnTo>
                  <a:pt x="3397750" y="1377239"/>
                </a:lnTo>
                <a:close/>
                <a:lnTo>
                  <a:pt x="3406810" y="1434106"/>
                </a:lnTo>
                <a:close/>
                <a:lnTo>
                  <a:pt x="3415871" y="1819177"/>
                </a:lnTo>
                <a:close/>
                <a:lnTo>
                  <a:pt x="3424932" y="1622481"/>
                </a:lnTo>
                <a:close/>
                <a:lnTo>
                  <a:pt x="3433992" y="1656922"/>
                </a:lnTo>
                <a:close/>
                <a:lnTo>
                  <a:pt x="3443053" y="1417009"/>
                </a:lnTo>
                <a:close/>
                <a:lnTo>
                  <a:pt x="3452114" y="1756385"/>
                </a:lnTo>
                <a:close/>
                <a:lnTo>
                  <a:pt x="3461174" y="1720496"/>
                </a:lnTo>
                <a:close/>
                <a:lnTo>
                  <a:pt x="3470235" y="1232608"/>
                </a:lnTo>
                <a:close/>
                <a:lnTo>
                  <a:pt x="3479296" y="1492444"/>
                </a:lnTo>
                <a:close/>
                <a:lnTo>
                  <a:pt x="3488356" y="1408196"/>
                </a:lnTo>
                <a:close/>
                <a:lnTo>
                  <a:pt x="3497417" y="1441668"/>
                </a:lnTo>
                <a:close/>
                <a:lnTo>
                  <a:pt x="3506478" y="1490713"/>
                </a:lnTo>
                <a:close/>
                <a:lnTo>
                  <a:pt x="3515538" y="1449715"/>
                </a:lnTo>
                <a:close/>
                <a:lnTo>
                  <a:pt x="3524599" y="1561624"/>
                </a:lnTo>
                <a:close/>
                <a:lnTo>
                  <a:pt x="3533660" y="1469930"/>
                </a:lnTo>
                <a:close/>
                <a:lnTo>
                  <a:pt x="3542720" y="1267200"/>
                </a:lnTo>
                <a:close/>
                <a:lnTo>
                  <a:pt x="3551781" y="1474305"/>
                </a:lnTo>
                <a:close/>
                <a:lnTo>
                  <a:pt x="3560842" y="1455636"/>
                </a:lnTo>
                <a:close/>
                <a:lnTo>
                  <a:pt x="3569902" y="1421641"/>
                </a:lnTo>
                <a:close/>
                <a:lnTo>
                  <a:pt x="3578963" y="1541553"/>
                </a:lnTo>
                <a:close/>
                <a:lnTo>
                  <a:pt x="3588024" y="1255817"/>
                </a:lnTo>
                <a:close/>
                <a:lnTo>
                  <a:pt x="3597084" y="1538895"/>
                </a:lnTo>
                <a:close/>
                <a:lnTo>
                  <a:pt x="3606145" y="1245122"/>
                </a:lnTo>
                <a:close/>
                <a:lnTo>
                  <a:pt x="3615206" y="1613808"/>
                </a:lnTo>
                <a:close/>
                <a:lnTo>
                  <a:pt x="3624266" y="1478989"/>
                </a:lnTo>
                <a:close/>
                <a:lnTo>
                  <a:pt x="3633327" y="1315144"/>
                </a:lnTo>
                <a:close/>
                <a:lnTo>
                  <a:pt x="3642388" y="1462365"/>
                </a:lnTo>
                <a:close/>
                <a:lnTo>
                  <a:pt x="3651448" y="1515851"/>
                </a:lnTo>
                <a:close/>
                <a:lnTo>
                  <a:pt x="3660509" y="1572261"/>
                </a:lnTo>
                <a:close/>
                <a:lnTo>
                  <a:pt x="3669570" y="1311453"/>
                </a:lnTo>
                <a:close/>
                <a:lnTo>
                  <a:pt x="3678630" y="1636334"/>
                </a:lnTo>
                <a:close/>
                <a:lnTo>
                  <a:pt x="3687691" y="1284032"/>
                </a:lnTo>
                <a:close/>
                <a:lnTo>
                  <a:pt x="3696752" y="1208448"/>
                </a:lnTo>
                <a:close/>
                <a:lnTo>
                  <a:pt x="3705812" y="1257421"/>
                </a:lnTo>
                <a:close/>
                <a:lnTo>
                  <a:pt x="3714873" y="1551755"/>
                </a:lnTo>
                <a:close/>
                <a:lnTo>
                  <a:pt x="3723934" y="1252623"/>
                </a:lnTo>
                <a:close/>
                <a:lnTo>
                  <a:pt x="3732994" y="1382622"/>
                </a:lnTo>
                <a:close/>
                <a:lnTo>
                  <a:pt x="3742055" y="1396356"/>
                </a:lnTo>
                <a:close/>
                <a:lnTo>
                  <a:pt x="3751116" y="1304970"/>
                </a:lnTo>
                <a:close/>
                <a:lnTo>
                  <a:pt x="3760176" y="1535792"/>
                </a:lnTo>
                <a:close/>
                <a:lnTo>
                  <a:pt x="3769237" y="1293149"/>
                </a:lnTo>
                <a:close/>
                <a:lnTo>
                  <a:pt x="3778298" y="1307998"/>
                </a:lnTo>
                <a:close/>
                <a:lnTo>
                  <a:pt x="3787358" y="1304571"/>
                </a:lnTo>
                <a:close/>
                <a:lnTo>
                  <a:pt x="3796419" y="1304970"/>
                </a:lnTo>
                <a:close/>
                <a:lnTo>
                  <a:pt x="3805480" y="1567583"/>
                </a:lnTo>
                <a:close/>
                <a:lnTo>
                  <a:pt x="3814540" y="1242337"/>
                </a:lnTo>
                <a:close/>
                <a:lnTo>
                  <a:pt x="3823601" y="1145215"/>
                </a:lnTo>
                <a:close/>
                <a:lnTo>
                  <a:pt x="3832662" y="1028393"/>
                </a:lnTo>
                <a:close/>
                <a:lnTo>
                  <a:pt x="3841722" y="1582874"/>
                </a:lnTo>
                <a:close/>
                <a:lnTo>
                  <a:pt x="3850783" y="994785"/>
                </a:lnTo>
                <a:close/>
                <a:lnTo>
                  <a:pt x="3859844" y="1545919"/>
                </a:lnTo>
                <a:close/>
                <a:lnTo>
                  <a:pt x="3868904" y="1067989"/>
                </a:lnTo>
                <a:close/>
                <a:lnTo>
                  <a:pt x="3877965" y="1051574"/>
                </a:lnTo>
                <a:close/>
                <a:lnTo>
                  <a:pt x="3887026" y="940484"/>
                </a:lnTo>
                <a:close/>
                <a:lnTo>
                  <a:pt x="3896086" y="950179"/>
                </a:lnTo>
                <a:close/>
                <a:lnTo>
                  <a:pt x="3905147" y="1170358"/>
                </a:lnTo>
                <a:close/>
                <a:lnTo>
                  <a:pt x="3914208" y="1113291"/>
                </a:lnTo>
                <a:close/>
                <a:lnTo>
                  <a:pt x="3923268" y="647449"/>
                </a:lnTo>
                <a:close/>
                <a:lnTo>
                  <a:pt x="3932329" y="404788"/>
                </a:lnTo>
                <a:close/>
                <a:lnTo>
                  <a:pt x="3932329" y="0"/>
                </a:lnTo>
                <a:close/>
                <a:lnTo>
                  <a:pt x="3932329" y="0"/>
                </a:lnTo>
                <a:close/>
                <a:lnTo>
                  <a:pt x="3923268" y="233015"/>
                </a:lnTo>
                <a:close/>
                <a:lnTo>
                  <a:pt x="3914208" y="697560"/>
                </a:lnTo>
                <a:close/>
                <a:lnTo>
                  <a:pt x="3905147" y="728886"/>
                </a:lnTo>
                <a:close/>
                <a:lnTo>
                  <a:pt x="3896086" y="440769"/>
                </a:lnTo>
                <a:close/>
                <a:lnTo>
                  <a:pt x="3887026" y="557211"/>
                </a:lnTo>
                <a:close/>
                <a:lnTo>
                  <a:pt x="3877965" y="674089"/>
                </a:lnTo>
                <a:close/>
                <a:lnTo>
                  <a:pt x="3868904" y="577811"/>
                </a:lnTo>
                <a:close/>
                <a:lnTo>
                  <a:pt x="3859844" y="914939"/>
                </a:lnTo>
                <a:close/>
                <a:lnTo>
                  <a:pt x="3850783" y="597854"/>
                </a:lnTo>
                <a:close/>
                <a:lnTo>
                  <a:pt x="3841722" y="951689"/>
                </a:lnTo>
                <a:close/>
                <a:lnTo>
                  <a:pt x="3832662" y="631272"/>
                </a:lnTo>
                <a:close/>
                <a:lnTo>
                  <a:pt x="3823601" y="754078"/>
                </a:lnTo>
                <a:close/>
                <a:lnTo>
                  <a:pt x="3814540" y="854620"/>
                </a:lnTo>
                <a:close/>
                <a:lnTo>
                  <a:pt x="3805480" y="1154128"/>
                </a:lnTo>
                <a:close/>
                <a:lnTo>
                  <a:pt x="3796419" y="726137"/>
                </a:lnTo>
                <a:close/>
                <a:lnTo>
                  <a:pt x="3787358" y="725412"/>
                </a:lnTo>
                <a:close/>
                <a:lnTo>
                  <a:pt x="3778298" y="983673"/>
                </a:lnTo>
                <a:close/>
                <a:lnTo>
                  <a:pt x="3769237" y="821110"/>
                </a:lnTo>
                <a:close/>
                <a:lnTo>
                  <a:pt x="3760176" y="1137652"/>
                </a:lnTo>
                <a:close/>
                <a:lnTo>
                  <a:pt x="3751116" y="726137"/>
                </a:lnTo>
                <a:close/>
                <a:lnTo>
                  <a:pt x="3742055" y="915922"/>
                </a:lnTo>
                <a:close/>
                <a:lnTo>
                  <a:pt x="3732994" y="958699"/>
                </a:lnTo>
                <a:close/>
                <a:lnTo>
                  <a:pt x="3723934" y="646277"/>
                </a:lnTo>
                <a:close/>
                <a:lnTo>
                  <a:pt x="3714873" y="1183316"/>
                </a:lnTo>
                <a:close/>
                <a:lnTo>
                  <a:pt x="3705812" y="949039"/>
                </a:lnTo>
                <a:close/>
                <a:lnTo>
                  <a:pt x="3696752" y="834048"/>
                </a:lnTo>
                <a:close/>
                <a:lnTo>
                  <a:pt x="3687691" y="996457"/>
                </a:lnTo>
                <a:close/>
                <a:lnTo>
                  <a:pt x="3678630" y="1151094"/>
                </a:lnTo>
                <a:close/>
                <a:lnTo>
                  <a:pt x="3669570" y="892536"/>
                </a:lnTo>
                <a:close/>
                <a:lnTo>
                  <a:pt x="3660509" y="1034912"/>
                </a:lnTo>
                <a:close/>
                <a:lnTo>
                  <a:pt x="3651448" y="958752"/>
                </a:lnTo>
                <a:close/>
                <a:lnTo>
                  <a:pt x="3642388" y="937478"/>
                </a:lnTo>
                <a:close/>
                <a:lnTo>
                  <a:pt x="3633327" y="880348"/>
                </a:lnTo>
                <a:close/>
                <a:lnTo>
                  <a:pt x="3624266" y="1046147"/>
                </a:lnTo>
                <a:close/>
                <a:lnTo>
                  <a:pt x="3615206" y="1058389"/>
                </a:lnTo>
                <a:close/>
                <a:lnTo>
                  <a:pt x="3606145" y="1011292"/>
                </a:lnTo>
                <a:close/>
                <a:lnTo>
                  <a:pt x="3597084" y="982235"/>
                </a:lnTo>
                <a:close/>
                <a:lnTo>
                  <a:pt x="3588024" y="813925"/>
                </a:lnTo>
                <a:close/>
                <a:lnTo>
                  <a:pt x="3578963" y="1030700"/>
                </a:lnTo>
                <a:close/>
                <a:lnTo>
                  <a:pt x="3569902" y="1024623"/>
                </a:lnTo>
                <a:close/>
                <a:lnTo>
                  <a:pt x="3560842" y="929029"/>
                </a:lnTo>
                <a:close/>
                <a:lnTo>
                  <a:pt x="3551781" y="966981"/>
                </a:lnTo>
                <a:close/>
                <a:lnTo>
                  <a:pt x="3542720" y="1018751"/>
                </a:lnTo>
                <a:close/>
                <a:lnTo>
                  <a:pt x="3533660" y="941211"/>
                </a:lnTo>
                <a:close/>
                <a:lnTo>
                  <a:pt x="3524599" y="964356"/>
                </a:lnTo>
                <a:close/>
                <a:lnTo>
                  <a:pt x="3515538" y="941870"/>
                </a:lnTo>
                <a:close/>
                <a:lnTo>
                  <a:pt x="3506478" y="1027532"/>
                </a:lnTo>
                <a:close/>
                <a:lnTo>
                  <a:pt x="3497417" y="822605"/>
                </a:lnTo>
                <a:close/>
                <a:lnTo>
                  <a:pt x="3488356" y="895420"/>
                </a:lnTo>
                <a:close/>
                <a:lnTo>
                  <a:pt x="3479296" y="852291"/>
                </a:lnTo>
                <a:close/>
                <a:lnTo>
                  <a:pt x="3470235" y="723730"/>
                </a:lnTo>
                <a:close/>
                <a:lnTo>
                  <a:pt x="3461174" y="1121133"/>
                </a:lnTo>
                <a:close/>
                <a:lnTo>
                  <a:pt x="3452114" y="1293992"/>
                </a:lnTo>
                <a:close/>
                <a:lnTo>
                  <a:pt x="3443053" y="949541"/>
                </a:lnTo>
                <a:close/>
                <a:lnTo>
                  <a:pt x="3433992" y="1123064"/>
                </a:lnTo>
                <a:close/>
                <a:lnTo>
                  <a:pt x="3424932" y="1131596"/>
                </a:lnTo>
                <a:close/>
                <a:lnTo>
                  <a:pt x="3415871" y="1424346"/>
                </a:lnTo>
                <a:close/>
                <a:lnTo>
                  <a:pt x="3406810" y="841864"/>
                </a:lnTo>
                <a:close/>
                <a:lnTo>
                  <a:pt x="3397750" y="1090097"/>
                </a:lnTo>
                <a:close/>
                <a:lnTo>
                  <a:pt x="3388689" y="1146517"/>
                </a:lnTo>
                <a:close/>
                <a:lnTo>
                  <a:pt x="3379628" y="960525"/>
                </a:lnTo>
                <a:close/>
                <a:lnTo>
                  <a:pt x="3370568" y="1255682"/>
                </a:lnTo>
                <a:close/>
                <a:lnTo>
                  <a:pt x="3361507" y="1115062"/>
                </a:lnTo>
                <a:close/>
                <a:lnTo>
                  <a:pt x="3352446" y="1016315"/>
                </a:lnTo>
                <a:close/>
                <a:lnTo>
                  <a:pt x="3343386" y="983947"/>
                </a:lnTo>
                <a:close/>
                <a:lnTo>
                  <a:pt x="3334325" y="1177804"/>
                </a:lnTo>
                <a:close/>
                <a:lnTo>
                  <a:pt x="3325264" y="1015193"/>
                </a:lnTo>
                <a:close/>
                <a:lnTo>
                  <a:pt x="3316204" y="1030852"/>
                </a:lnTo>
                <a:close/>
                <a:lnTo>
                  <a:pt x="3307143" y="1296932"/>
                </a:lnTo>
                <a:close/>
                <a:lnTo>
                  <a:pt x="3298082" y="1177508"/>
                </a:lnTo>
                <a:close/>
                <a:lnTo>
                  <a:pt x="3289022" y="987417"/>
                </a:lnTo>
                <a:close/>
                <a:lnTo>
                  <a:pt x="3279961" y="1162590"/>
                </a:lnTo>
                <a:close/>
                <a:lnTo>
                  <a:pt x="3270900" y="1231623"/>
                </a:lnTo>
                <a:close/>
                <a:lnTo>
                  <a:pt x="3261840" y="898140"/>
                </a:lnTo>
                <a:close/>
                <a:lnTo>
                  <a:pt x="3252779" y="895678"/>
                </a:lnTo>
                <a:close/>
                <a:lnTo>
                  <a:pt x="3243718" y="1106579"/>
                </a:lnTo>
                <a:close/>
                <a:lnTo>
                  <a:pt x="3234658" y="978689"/>
                </a:lnTo>
                <a:close/>
                <a:lnTo>
                  <a:pt x="3225597" y="1128508"/>
                </a:lnTo>
                <a:close/>
                <a:lnTo>
                  <a:pt x="3216536" y="1131105"/>
                </a:lnTo>
                <a:close/>
                <a:lnTo>
                  <a:pt x="3207476" y="1184015"/>
                </a:lnTo>
                <a:close/>
                <a:lnTo>
                  <a:pt x="3198415" y="1094309"/>
                </a:lnTo>
                <a:close/>
                <a:lnTo>
                  <a:pt x="3189354" y="1164896"/>
                </a:lnTo>
                <a:close/>
                <a:lnTo>
                  <a:pt x="3180294" y="1285401"/>
                </a:lnTo>
                <a:close/>
                <a:lnTo>
                  <a:pt x="3171233" y="1256846"/>
                </a:lnTo>
                <a:close/>
                <a:lnTo>
                  <a:pt x="3162172" y="1313486"/>
                </a:lnTo>
                <a:close/>
                <a:lnTo>
                  <a:pt x="3153112" y="1124815"/>
                </a:lnTo>
                <a:close/>
                <a:lnTo>
                  <a:pt x="3144051" y="1103989"/>
                </a:lnTo>
                <a:close/>
                <a:lnTo>
                  <a:pt x="3134990" y="1206097"/>
                </a:lnTo>
                <a:close/>
                <a:lnTo>
                  <a:pt x="3125930" y="1129004"/>
                </a:lnTo>
                <a:close/>
                <a:lnTo>
                  <a:pt x="3116869" y="1406521"/>
                </a:lnTo>
                <a:close/>
                <a:lnTo>
                  <a:pt x="3107808" y="1337848"/>
                </a:lnTo>
                <a:close/>
                <a:lnTo>
                  <a:pt x="3098748" y="1239425"/>
                </a:lnTo>
                <a:close/>
                <a:lnTo>
                  <a:pt x="3089687" y="1240927"/>
                </a:lnTo>
                <a:close/>
                <a:lnTo>
                  <a:pt x="3080626" y="1006879"/>
                </a:lnTo>
                <a:close/>
                <a:lnTo>
                  <a:pt x="3071566" y="1033153"/>
                </a:lnTo>
                <a:close/>
                <a:lnTo>
                  <a:pt x="3062505" y="1135724"/>
                </a:lnTo>
                <a:close/>
                <a:lnTo>
                  <a:pt x="3053444" y="1143248"/>
                </a:lnTo>
                <a:close/>
                <a:lnTo>
                  <a:pt x="3044384" y="1264360"/>
                </a:lnTo>
                <a:close/>
                <a:lnTo>
                  <a:pt x="3035323" y="1431936"/>
                </a:lnTo>
                <a:close/>
                <a:lnTo>
                  <a:pt x="3026262" y="1076751"/>
                </a:lnTo>
                <a:close/>
                <a:lnTo>
                  <a:pt x="3017202" y="1157503"/>
                </a:lnTo>
                <a:close/>
                <a:lnTo>
                  <a:pt x="3008141" y="1164755"/>
                </a:lnTo>
                <a:close/>
                <a:lnTo>
                  <a:pt x="2999080" y="1211001"/>
                </a:lnTo>
                <a:close/>
                <a:lnTo>
                  <a:pt x="2990020" y="1276925"/>
                </a:lnTo>
                <a:close/>
                <a:lnTo>
                  <a:pt x="2980959" y="1096442"/>
                </a:lnTo>
                <a:close/>
                <a:lnTo>
                  <a:pt x="2971898" y="1209321"/>
                </a:lnTo>
                <a:close/>
                <a:lnTo>
                  <a:pt x="2962838" y="1425011"/>
                </a:lnTo>
                <a:close/>
                <a:lnTo>
                  <a:pt x="2953777" y="1225263"/>
                </a:lnTo>
                <a:close/>
                <a:lnTo>
                  <a:pt x="2944716" y="1144545"/>
                </a:lnTo>
                <a:close/>
                <a:lnTo>
                  <a:pt x="2935656" y="1132623"/>
                </a:lnTo>
                <a:close/>
                <a:lnTo>
                  <a:pt x="2926595" y="1280600"/>
                </a:lnTo>
                <a:close/>
                <a:lnTo>
                  <a:pt x="2917534" y="1206607"/>
                </a:lnTo>
                <a:close/>
                <a:lnTo>
                  <a:pt x="2908474" y="1301575"/>
                </a:lnTo>
                <a:close/>
                <a:lnTo>
                  <a:pt x="2899413" y="1167060"/>
                </a:lnTo>
                <a:close/>
                <a:lnTo>
                  <a:pt x="2890352" y="1376210"/>
                </a:lnTo>
                <a:close/>
                <a:lnTo>
                  <a:pt x="2881292" y="1134724"/>
                </a:lnTo>
                <a:close/>
                <a:lnTo>
                  <a:pt x="2872231" y="1290448"/>
                </a:lnTo>
                <a:close/>
                <a:lnTo>
                  <a:pt x="2863170" y="1273867"/>
                </a:lnTo>
                <a:close/>
                <a:lnTo>
                  <a:pt x="2854110" y="1396854"/>
                </a:lnTo>
                <a:close/>
                <a:lnTo>
                  <a:pt x="2845049" y="1260955"/>
                </a:lnTo>
                <a:close/>
                <a:lnTo>
                  <a:pt x="2835989" y="1297938"/>
                </a:lnTo>
                <a:close/>
                <a:lnTo>
                  <a:pt x="2826928" y="1285401"/>
                </a:lnTo>
                <a:close/>
                <a:lnTo>
                  <a:pt x="2817867" y="1335732"/>
                </a:lnTo>
                <a:close/>
                <a:lnTo>
                  <a:pt x="2808807" y="1335594"/>
                </a:lnTo>
                <a:close/>
                <a:lnTo>
                  <a:pt x="2799746" y="1284353"/>
                </a:lnTo>
                <a:close/>
                <a:lnTo>
                  <a:pt x="2790685" y="1549997"/>
                </a:lnTo>
                <a:close/>
                <a:lnTo>
                  <a:pt x="2781625" y="1086798"/>
                </a:lnTo>
                <a:close/>
                <a:lnTo>
                  <a:pt x="2772564" y="1263888"/>
                </a:lnTo>
                <a:close/>
                <a:lnTo>
                  <a:pt x="2763503" y="1507998"/>
                </a:lnTo>
                <a:close/>
                <a:lnTo>
                  <a:pt x="2754443" y="1337848"/>
                </a:lnTo>
                <a:close/>
                <a:lnTo>
                  <a:pt x="2745382" y="1130189"/>
                </a:lnTo>
                <a:close/>
                <a:lnTo>
                  <a:pt x="2736321" y="1167620"/>
                </a:lnTo>
                <a:close/>
                <a:lnTo>
                  <a:pt x="2727261" y="1326053"/>
                </a:lnTo>
                <a:close/>
                <a:lnTo>
                  <a:pt x="2718200" y="1353975"/>
                </a:lnTo>
                <a:close/>
                <a:lnTo>
                  <a:pt x="2709139" y="1442020"/>
                </a:lnTo>
                <a:close/>
                <a:lnTo>
                  <a:pt x="2700079" y="1247769"/>
                </a:lnTo>
                <a:close/>
                <a:lnTo>
                  <a:pt x="2691018" y="1045491"/>
                </a:lnTo>
                <a:close/>
                <a:lnTo>
                  <a:pt x="2681957" y="1451341"/>
                </a:lnTo>
                <a:close/>
                <a:lnTo>
                  <a:pt x="2672897" y="1365634"/>
                </a:lnTo>
                <a:close/>
                <a:lnTo>
                  <a:pt x="2663836" y="1226073"/>
                </a:lnTo>
                <a:close/>
                <a:lnTo>
                  <a:pt x="2654775" y="1099455"/>
                </a:lnTo>
                <a:close/>
                <a:lnTo>
                  <a:pt x="2645715" y="1340313"/>
                </a:lnTo>
                <a:close/>
                <a:lnTo>
                  <a:pt x="2636654" y="1410500"/>
                </a:lnTo>
                <a:close/>
                <a:lnTo>
                  <a:pt x="2627593" y="1578921"/>
                </a:lnTo>
                <a:close/>
                <a:lnTo>
                  <a:pt x="2618533" y="1259748"/>
                </a:lnTo>
                <a:close/>
                <a:lnTo>
                  <a:pt x="2609472" y="1242450"/>
                </a:lnTo>
                <a:close/>
                <a:lnTo>
                  <a:pt x="2600411" y="1344327"/>
                </a:lnTo>
                <a:close/>
                <a:lnTo>
                  <a:pt x="2591351" y="1243871"/>
                </a:lnTo>
                <a:close/>
                <a:lnTo>
                  <a:pt x="2582290" y="1474815"/>
                </a:lnTo>
                <a:close/>
                <a:lnTo>
                  <a:pt x="2573229" y="1467854"/>
                </a:lnTo>
                <a:close/>
                <a:lnTo>
                  <a:pt x="2564169" y="1231623"/>
                </a:lnTo>
                <a:close/>
                <a:lnTo>
                  <a:pt x="2555108" y="1359733"/>
                </a:lnTo>
                <a:close/>
                <a:lnTo>
                  <a:pt x="2546047" y="1434143"/>
                </a:lnTo>
                <a:close/>
                <a:lnTo>
                  <a:pt x="2536987" y="1502403"/>
                </a:lnTo>
                <a:close/>
                <a:lnTo>
                  <a:pt x="2527926" y="1165565"/>
                </a:lnTo>
                <a:close/>
                <a:lnTo>
                  <a:pt x="2518865" y="1503974"/>
                </a:lnTo>
                <a:close/>
                <a:lnTo>
                  <a:pt x="2509805" y="1354988"/>
                </a:lnTo>
                <a:close/>
                <a:lnTo>
                  <a:pt x="2500744" y="1367510"/>
                </a:lnTo>
                <a:close/>
                <a:lnTo>
                  <a:pt x="2491683" y="1316520"/>
                </a:lnTo>
                <a:close/>
                <a:lnTo>
                  <a:pt x="2482623" y="1649548"/>
                </a:lnTo>
                <a:close/>
                <a:lnTo>
                  <a:pt x="2473562" y="1361047"/>
                </a:lnTo>
                <a:close/>
                <a:lnTo>
                  <a:pt x="2464501" y="1579192"/>
                </a:lnTo>
                <a:close/>
                <a:lnTo>
                  <a:pt x="2455441" y="1274006"/>
                </a:lnTo>
                <a:close/>
                <a:lnTo>
                  <a:pt x="2446380" y="1352137"/>
                </a:lnTo>
                <a:close/>
                <a:lnTo>
                  <a:pt x="2437319" y="1507447"/>
                </a:lnTo>
                <a:close/>
                <a:lnTo>
                  <a:pt x="2428259" y="1441891"/>
                </a:lnTo>
                <a:close/>
                <a:lnTo>
                  <a:pt x="2419198" y="1284066"/>
                </a:lnTo>
                <a:close/>
                <a:lnTo>
                  <a:pt x="2410137" y="1542952"/>
                </a:lnTo>
                <a:close/>
                <a:lnTo>
                  <a:pt x="2401077" y="1309709"/>
                </a:lnTo>
                <a:close/>
                <a:lnTo>
                  <a:pt x="2392016" y="1288829"/>
                </a:lnTo>
                <a:close/>
                <a:lnTo>
                  <a:pt x="2382955" y="1386821"/>
                </a:lnTo>
                <a:close/>
                <a:lnTo>
                  <a:pt x="2373895" y="1190849"/>
                </a:lnTo>
                <a:close/>
                <a:lnTo>
                  <a:pt x="2364834" y="1365634"/>
                </a:lnTo>
                <a:close/>
                <a:lnTo>
                  <a:pt x="2355773" y="1321385"/>
                </a:lnTo>
                <a:close/>
                <a:lnTo>
                  <a:pt x="2346713" y="1230956"/>
                </a:lnTo>
                <a:close/>
                <a:lnTo>
                  <a:pt x="2337652" y="1505293"/>
                </a:lnTo>
                <a:close/>
                <a:lnTo>
                  <a:pt x="2328591" y="1466917"/>
                </a:lnTo>
                <a:close/>
                <a:lnTo>
                  <a:pt x="2319531" y="1322273"/>
                </a:lnTo>
                <a:close/>
                <a:lnTo>
                  <a:pt x="2310470" y="1490401"/>
                </a:lnTo>
                <a:close/>
                <a:lnTo>
                  <a:pt x="2301409" y="1394672"/>
                </a:lnTo>
                <a:close/>
                <a:lnTo>
                  <a:pt x="2292349" y="1347871"/>
                </a:lnTo>
                <a:close/>
                <a:lnTo>
                  <a:pt x="2283288" y="1403539"/>
                </a:lnTo>
                <a:close/>
                <a:lnTo>
                  <a:pt x="2274227" y="1263264"/>
                </a:lnTo>
                <a:close/>
                <a:lnTo>
                  <a:pt x="2265167" y="1521199"/>
                </a:lnTo>
                <a:close/>
                <a:lnTo>
                  <a:pt x="2256106" y="1421651"/>
                </a:lnTo>
                <a:close/>
                <a:lnTo>
                  <a:pt x="2247045" y="1389436"/>
                </a:lnTo>
                <a:close/>
                <a:lnTo>
                  <a:pt x="2237985" y="1463087"/>
                </a:lnTo>
                <a:close/>
                <a:lnTo>
                  <a:pt x="2228924" y="1625616"/>
                </a:lnTo>
                <a:close/>
                <a:lnTo>
                  <a:pt x="2219863" y="1455301"/>
                </a:lnTo>
                <a:close/>
                <a:lnTo>
                  <a:pt x="2210803" y="1523206"/>
                </a:lnTo>
                <a:close/>
                <a:lnTo>
                  <a:pt x="2201742" y="1354066"/>
                </a:lnTo>
                <a:close/>
                <a:lnTo>
                  <a:pt x="2192681" y="1275563"/>
                </a:lnTo>
                <a:close/>
                <a:lnTo>
                  <a:pt x="2183621" y="1495601"/>
                </a:lnTo>
                <a:close/>
                <a:lnTo>
                  <a:pt x="2174560" y="1401767"/>
                </a:lnTo>
                <a:close/>
                <a:lnTo>
                  <a:pt x="2165499" y="1664151"/>
                </a:lnTo>
                <a:close/>
                <a:lnTo>
                  <a:pt x="2156439" y="1622934"/>
                </a:lnTo>
                <a:close/>
                <a:lnTo>
                  <a:pt x="2147378" y="1563854"/>
                </a:lnTo>
                <a:close/>
                <a:lnTo>
                  <a:pt x="2138317" y="1318827"/>
                </a:lnTo>
                <a:close/>
                <a:lnTo>
                  <a:pt x="2129257" y="1511666"/>
                </a:lnTo>
                <a:close/>
                <a:lnTo>
                  <a:pt x="2120196" y="1360731"/>
                </a:lnTo>
                <a:close/>
                <a:lnTo>
                  <a:pt x="2111135" y="1599595"/>
                </a:lnTo>
                <a:close/>
                <a:lnTo>
                  <a:pt x="2102075" y="1294685"/>
                </a:lnTo>
                <a:close/>
                <a:lnTo>
                  <a:pt x="2093014" y="1524798"/>
                </a:lnTo>
                <a:close/>
                <a:lnTo>
                  <a:pt x="2083953" y="1566721"/>
                </a:lnTo>
                <a:close/>
                <a:lnTo>
                  <a:pt x="2074893" y="1442264"/>
                </a:lnTo>
                <a:close/>
                <a:lnTo>
                  <a:pt x="2065832" y="1432584"/>
                </a:lnTo>
                <a:close/>
                <a:lnTo>
                  <a:pt x="2056771" y="1572426"/>
                </a:lnTo>
                <a:close/>
                <a:lnTo>
                  <a:pt x="2047711" y="1504117"/>
                </a:lnTo>
                <a:close/>
                <a:lnTo>
                  <a:pt x="2038650" y="1629476"/>
                </a:lnTo>
                <a:close/>
                <a:lnTo>
                  <a:pt x="2029589" y="1590785"/>
                </a:lnTo>
                <a:close/>
                <a:lnTo>
                  <a:pt x="2020529" y="1628293"/>
                </a:lnTo>
                <a:close/>
                <a:lnTo>
                  <a:pt x="2011468" y="1706047"/>
                </a:lnTo>
                <a:close/>
                <a:lnTo>
                  <a:pt x="2002407" y="1483085"/>
                </a:lnTo>
                <a:close/>
                <a:lnTo>
                  <a:pt x="1993347" y="1546260"/>
                </a:lnTo>
                <a:close/>
                <a:lnTo>
                  <a:pt x="1984286" y="1483352"/>
                </a:lnTo>
                <a:close/>
                <a:lnTo>
                  <a:pt x="1975225" y="1601878"/>
                </a:lnTo>
                <a:close/>
                <a:lnTo>
                  <a:pt x="1966165" y="1363721"/>
                </a:lnTo>
                <a:close/>
                <a:lnTo>
                  <a:pt x="1957104" y="1703455"/>
                </a:lnTo>
                <a:close/>
                <a:lnTo>
                  <a:pt x="1948043" y="1490506"/>
                </a:lnTo>
                <a:close/>
                <a:lnTo>
                  <a:pt x="1938983" y="1559639"/>
                </a:lnTo>
                <a:close/>
                <a:lnTo>
                  <a:pt x="1929922" y="1371396"/>
                </a:lnTo>
                <a:close/>
                <a:lnTo>
                  <a:pt x="1920861" y="1424284"/>
                </a:lnTo>
                <a:close/>
                <a:lnTo>
                  <a:pt x="1911801" y="1610347"/>
                </a:lnTo>
                <a:close/>
                <a:lnTo>
                  <a:pt x="1902740" y="1557216"/>
                </a:lnTo>
                <a:close/>
                <a:lnTo>
                  <a:pt x="1893679" y="1585859"/>
                </a:lnTo>
                <a:close/>
                <a:lnTo>
                  <a:pt x="1884619" y="1524046"/>
                </a:lnTo>
                <a:close/>
                <a:lnTo>
                  <a:pt x="1875558" y="1587196"/>
                </a:lnTo>
                <a:close/>
                <a:lnTo>
                  <a:pt x="1866497" y="1627492"/>
                </a:lnTo>
                <a:close/>
                <a:lnTo>
                  <a:pt x="1857437" y="1504318"/>
                </a:lnTo>
                <a:close/>
                <a:lnTo>
                  <a:pt x="1848376" y="1580082"/>
                </a:lnTo>
                <a:close/>
                <a:lnTo>
                  <a:pt x="1839315" y="1489446"/>
                </a:lnTo>
                <a:close/>
                <a:lnTo>
                  <a:pt x="1830255" y="1544447"/>
                </a:lnTo>
                <a:close/>
                <a:lnTo>
                  <a:pt x="1821194" y="1450325"/>
                </a:lnTo>
                <a:close/>
                <a:lnTo>
                  <a:pt x="1812133" y="1755447"/>
                </a:lnTo>
                <a:close/>
                <a:lnTo>
                  <a:pt x="1803073" y="1627695"/>
                </a:lnTo>
                <a:close/>
                <a:lnTo>
                  <a:pt x="1794012" y="1599513"/>
                </a:lnTo>
                <a:close/>
                <a:lnTo>
                  <a:pt x="1784951" y="1628383"/>
                </a:lnTo>
                <a:close/>
                <a:lnTo>
                  <a:pt x="1775891" y="1331407"/>
                </a:lnTo>
                <a:close/>
                <a:lnTo>
                  <a:pt x="1766830" y="1588491"/>
                </a:lnTo>
                <a:close/>
                <a:lnTo>
                  <a:pt x="1757769" y="1753980"/>
                </a:lnTo>
                <a:close/>
                <a:lnTo>
                  <a:pt x="1748709" y="1654883"/>
                </a:lnTo>
                <a:close/>
                <a:lnTo>
                  <a:pt x="1739648" y="1428191"/>
                </a:lnTo>
                <a:close/>
                <a:lnTo>
                  <a:pt x="1730587" y="1500308"/>
                </a:lnTo>
                <a:close/>
                <a:lnTo>
                  <a:pt x="1721527" y="1503684"/>
                </a:lnTo>
                <a:close/>
                <a:lnTo>
                  <a:pt x="1712466" y="1612396"/>
                </a:lnTo>
                <a:close/>
                <a:lnTo>
                  <a:pt x="1703405" y="1459483"/>
                </a:lnTo>
                <a:close/>
                <a:lnTo>
                  <a:pt x="1694345" y="1572156"/>
                </a:lnTo>
                <a:close/>
                <a:lnTo>
                  <a:pt x="1685284" y="1532262"/>
                </a:lnTo>
                <a:close/>
                <a:lnTo>
                  <a:pt x="1676223" y="1701068"/>
                </a:lnTo>
                <a:close/>
                <a:lnTo>
                  <a:pt x="1667163" y="1712168"/>
                </a:lnTo>
                <a:close/>
                <a:lnTo>
                  <a:pt x="1658102" y="1649101"/>
                </a:lnTo>
                <a:close/>
                <a:lnTo>
                  <a:pt x="1649041" y="1480281"/>
                </a:lnTo>
                <a:close/>
                <a:lnTo>
                  <a:pt x="1639981" y="1592381"/>
                </a:lnTo>
                <a:close/>
                <a:lnTo>
                  <a:pt x="1630920" y="1744063"/>
                </a:lnTo>
                <a:close/>
                <a:lnTo>
                  <a:pt x="1621859" y="1546824"/>
                </a:lnTo>
                <a:close/>
                <a:lnTo>
                  <a:pt x="1612799" y="1674610"/>
                </a:lnTo>
                <a:close/>
                <a:lnTo>
                  <a:pt x="1603738" y="1681940"/>
                </a:lnTo>
                <a:close/>
                <a:lnTo>
                  <a:pt x="1594677" y="1701350"/>
                </a:lnTo>
                <a:close/>
                <a:lnTo>
                  <a:pt x="1585617" y="1730701"/>
                </a:lnTo>
                <a:close/>
                <a:lnTo>
                  <a:pt x="1576556" y="1562975"/>
                </a:lnTo>
                <a:close/>
                <a:lnTo>
                  <a:pt x="1567495" y="1534815"/>
                </a:lnTo>
                <a:close/>
                <a:lnTo>
                  <a:pt x="1558435" y="1465403"/>
                </a:lnTo>
                <a:close/>
                <a:lnTo>
                  <a:pt x="1549374" y="1588298"/>
                </a:lnTo>
                <a:close/>
                <a:lnTo>
                  <a:pt x="1540313" y="1615638"/>
                </a:lnTo>
                <a:close/>
                <a:lnTo>
                  <a:pt x="1531253" y="1604223"/>
                </a:lnTo>
                <a:close/>
                <a:lnTo>
                  <a:pt x="1522192" y="1540490"/>
                </a:lnTo>
                <a:close/>
                <a:lnTo>
                  <a:pt x="1513131" y="1802196"/>
                </a:lnTo>
                <a:close/>
                <a:lnTo>
                  <a:pt x="1504071" y="1623719"/>
                </a:lnTo>
                <a:close/>
                <a:lnTo>
                  <a:pt x="1495010" y="1732329"/>
                </a:lnTo>
                <a:close/>
                <a:lnTo>
                  <a:pt x="1485949" y="1915314"/>
                </a:lnTo>
                <a:close/>
                <a:lnTo>
                  <a:pt x="1476889" y="1754689"/>
                </a:lnTo>
                <a:close/>
                <a:lnTo>
                  <a:pt x="1467828" y="1625605"/>
                </a:lnTo>
                <a:close/>
                <a:lnTo>
                  <a:pt x="1458767" y="1699285"/>
                </a:lnTo>
                <a:close/>
                <a:lnTo>
                  <a:pt x="1449707" y="1720425"/>
                </a:lnTo>
                <a:close/>
                <a:lnTo>
                  <a:pt x="1440646" y="1672222"/>
                </a:lnTo>
                <a:close/>
                <a:lnTo>
                  <a:pt x="1431585" y="1789051"/>
                </a:lnTo>
                <a:close/>
                <a:lnTo>
                  <a:pt x="1422525" y="1839471"/>
                </a:lnTo>
                <a:close/>
                <a:lnTo>
                  <a:pt x="1413464" y="1591253"/>
                </a:lnTo>
                <a:close/>
                <a:lnTo>
                  <a:pt x="1404403" y="1606274"/>
                </a:lnTo>
                <a:close/>
                <a:lnTo>
                  <a:pt x="1395343" y="1535110"/>
                </a:lnTo>
                <a:close/>
                <a:lnTo>
                  <a:pt x="1386282" y="1531958"/>
                </a:lnTo>
                <a:close/>
                <a:lnTo>
                  <a:pt x="1377221" y="1689435"/>
                </a:lnTo>
                <a:close/>
                <a:lnTo>
                  <a:pt x="1368161" y="1639793"/>
                </a:lnTo>
                <a:close/>
                <a:lnTo>
                  <a:pt x="1359100" y="1597698"/>
                </a:lnTo>
                <a:close/>
                <a:lnTo>
                  <a:pt x="1350039" y="1636001"/>
                </a:lnTo>
                <a:close/>
                <a:lnTo>
                  <a:pt x="1340979" y="1599688"/>
                </a:lnTo>
                <a:close/>
                <a:lnTo>
                  <a:pt x="1331918" y="1523107"/>
                </a:lnTo>
                <a:close/>
                <a:lnTo>
                  <a:pt x="1322857" y="1558088"/>
                </a:lnTo>
                <a:close/>
                <a:lnTo>
                  <a:pt x="1313797" y="1568690"/>
                </a:lnTo>
                <a:close/>
                <a:lnTo>
                  <a:pt x="1304736" y="1527536"/>
                </a:lnTo>
                <a:close/>
                <a:lnTo>
                  <a:pt x="1295675" y="1703682"/>
                </a:lnTo>
                <a:close/>
                <a:lnTo>
                  <a:pt x="1286615" y="1559305"/>
                </a:lnTo>
                <a:close/>
                <a:lnTo>
                  <a:pt x="1277554" y="1833312"/>
                </a:lnTo>
                <a:close/>
                <a:lnTo>
                  <a:pt x="1268493" y="1560837"/>
                </a:lnTo>
                <a:close/>
                <a:lnTo>
                  <a:pt x="1259433" y="1649182"/>
                </a:lnTo>
                <a:close/>
                <a:lnTo>
                  <a:pt x="1250372" y="1714417"/>
                </a:lnTo>
                <a:close/>
                <a:lnTo>
                  <a:pt x="1241311" y="1676420"/>
                </a:lnTo>
                <a:close/>
                <a:lnTo>
                  <a:pt x="1232251" y="1833381"/>
                </a:lnTo>
                <a:close/>
                <a:lnTo>
                  <a:pt x="1223190" y="1637212"/>
                </a:lnTo>
                <a:close/>
                <a:lnTo>
                  <a:pt x="1214129" y="1669001"/>
                </a:lnTo>
                <a:close/>
                <a:lnTo>
                  <a:pt x="1205069" y="1868089"/>
                </a:lnTo>
                <a:close/>
                <a:lnTo>
                  <a:pt x="1196008" y="1712297"/>
                </a:lnTo>
                <a:close/>
                <a:lnTo>
                  <a:pt x="1186947" y="1736047"/>
                </a:lnTo>
                <a:close/>
                <a:lnTo>
                  <a:pt x="1177887" y="1662611"/>
                </a:lnTo>
                <a:close/>
                <a:lnTo>
                  <a:pt x="1168826" y="1727882"/>
                </a:lnTo>
                <a:close/>
                <a:lnTo>
                  <a:pt x="1159765" y="1729345"/>
                </a:lnTo>
                <a:close/>
                <a:lnTo>
                  <a:pt x="1150705" y="1794822"/>
                </a:lnTo>
                <a:close/>
                <a:lnTo>
                  <a:pt x="1141644" y="1725068"/>
                </a:lnTo>
                <a:close/>
                <a:lnTo>
                  <a:pt x="1132583" y="1786671"/>
                </a:lnTo>
                <a:close/>
                <a:lnTo>
                  <a:pt x="1123523" y="1610000"/>
                </a:lnTo>
                <a:close/>
                <a:lnTo>
                  <a:pt x="1114462" y="1632256"/>
                </a:lnTo>
                <a:close/>
                <a:lnTo>
                  <a:pt x="1105401" y="1752912"/>
                </a:lnTo>
                <a:close/>
                <a:lnTo>
                  <a:pt x="1096341" y="1673658"/>
                </a:lnTo>
                <a:close/>
                <a:lnTo>
                  <a:pt x="1087280" y="1859573"/>
                </a:lnTo>
                <a:close/>
                <a:lnTo>
                  <a:pt x="1078219" y="1813243"/>
                </a:lnTo>
                <a:close/>
                <a:lnTo>
                  <a:pt x="1069159" y="1676744"/>
                </a:lnTo>
                <a:close/>
                <a:lnTo>
                  <a:pt x="1060098" y="1630899"/>
                </a:lnTo>
                <a:close/>
                <a:lnTo>
                  <a:pt x="1051037" y="1575403"/>
                </a:lnTo>
                <a:close/>
                <a:lnTo>
                  <a:pt x="1041977" y="1565605"/>
                </a:lnTo>
                <a:close/>
                <a:lnTo>
                  <a:pt x="1032916" y="1637757"/>
                </a:lnTo>
                <a:close/>
                <a:lnTo>
                  <a:pt x="1023855" y="1805540"/>
                </a:lnTo>
                <a:close/>
                <a:lnTo>
                  <a:pt x="1014795" y="1880130"/>
                </a:lnTo>
                <a:close/>
                <a:lnTo>
                  <a:pt x="1005734" y="1730474"/>
                </a:lnTo>
                <a:close/>
                <a:lnTo>
                  <a:pt x="996673" y="1721501"/>
                </a:lnTo>
                <a:close/>
                <a:lnTo>
                  <a:pt x="987613" y="1968738"/>
                </a:lnTo>
                <a:close/>
                <a:lnTo>
                  <a:pt x="978552" y="1754411"/>
                </a:lnTo>
                <a:close/>
                <a:lnTo>
                  <a:pt x="969491" y="1796008"/>
                </a:lnTo>
                <a:close/>
                <a:lnTo>
                  <a:pt x="960431" y="1770453"/>
                </a:lnTo>
                <a:close/>
                <a:lnTo>
                  <a:pt x="951370" y="1681003"/>
                </a:lnTo>
                <a:close/>
                <a:lnTo>
                  <a:pt x="942309" y="1793910"/>
                </a:lnTo>
                <a:close/>
                <a:lnTo>
                  <a:pt x="933249" y="1879597"/>
                </a:lnTo>
                <a:close/>
                <a:lnTo>
                  <a:pt x="924188" y="2085554"/>
                </a:lnTo>
                <a:close/>
                <a:lnTo>
                  <a:pt x="915127" y="1699611"/>
                </a:lnTo>
                <a:close/>
                <a:lnTo>
                  <a:pt x="906067" y="1798026"/>
                </a:lnTo>
                <a:close/>
                <a:lnTo>
                  <a:pt x="897006" y="1710705"/>
                </a:lnTo>
                <a:close/>
                <a:lnTo>
                  <a:pt x="887945" y="1978826"/>
                </a:lnTo>
                <a:close/>
                <a:lnTo>
                  <a:pt x="878885" y="1802003"/>
                </a:lnTo>
                <a:close/>
                <a:lnTo>
                  <a:pt x="869824" y="1832754"/>
                </a:lnTo>
                <a:close/>
                <a:lnTo>
                  <a:pt x="860763" y="1855871"/>
                </a:lnTo>
                <a:close/>
                <a:lnTo>
                  <a:pt x="851703" y="1737026"/>
                </a:lnTo>
                <a:close/>
                <a:lnTo>
                  <a:pt x="842642" y="2003382"/>
                </a:lnTo>
                <a:close/>
                <a:lnTo>
                  <a:pt x="833581" y="1868089"/>
                </a:lnTo>
                <a:close/>
                <a:lnTo>
                  <a:pt x="824521" y="1960479"/>
                </a:lnTo>
                <a:close/>
                <a:lnTo>
                  <a:pt x="815460" y="2056948"/>
                </a:lnTo>
                <a:close/>
                <a:lnTo>
                  <a:pt x="806400" y="2012996"/>
                </a:lnTo>
                <a:close/>
                <a:lnTo>
                  <a:pt x="797339" y="1893772"/>
                </a:lnTo>
                <a:close/>
                <a:lnTo>
                  <a:pt x="788278" y="1731790"/>
                </a:lnTo>
                <a:close/>
                <a:lnTo>
                  <a:pt x="779218" y="1983179"/>
                </a:lnTo>
                <a:close/>
                <a:lnTo>
                  <a:pt x="770157" y="1890300"/>
                </a:lnTo>
                <a:close/>
                <a:lnTo>
                  <a:pt x="761096" y="1811235"/>
                </a:lnTo>
                <a:close/>
                <a:lnTo>
                  <a:pt x="752036" y="1820807"/>
                </a:lnTo>
                <a:close/>
                <a:lnTo>
                  <a:pt x="742975" y="1761349"/>
                </a:lnTo>
                <a:close/>
                <a:lnTo>
                  <a:pt x="733914" y="1810646"/>
                </a:lnTo>
                <a:close/>
                <a:lnTo>
                  <a:pt x="724854" y="1703095"/>
                </a:lnTo>
                <a:close/>
                <a:lnTo>
                  <a:pt x="715793" y="1908241"/>
                </a:lnTo>
                <a:close/>
                <a:lnTo>
                  <a:pt x="706732" y="1837095"/>
                </a:lnTo>
                <a:close/>
                <a:lnTo>
                  <a:pt x="697672" y="1825278"/>
                </a:lnTo>
                <a:close/>
                <a:lnTo>
                  <a:pt x="688611" y="1675523"/>
                </a:lnTo>
                <a:close/>
                <a:lnTo>
                  <a:pt x="679550" y="1791175"/>
                </a:lnTo>
                <a:close/>
                <a:lnTo>
                  <a:pt x="670490" y="1939428"/>
                </a:lnTo>
                <a:close/>
                <a:lnTo>
                  <a:pt x="661429" y="1773447"/>
                </a:lnTo>
                <a:close/>
                <a:lnTo>
                  <a:pt x="652368" y="1713262"/>
                </a:lnTo>
                <a:close/>
                <a:lnTo>
                  <a:pt x="643308" y="1952603"/>
                </a:lnTo>
                <a:close/>
                <a:lnTo>
                  <a:pt x="634247" y="1772131"/>
                </a:lnTo>
                <a:close/>
                <a:lnTo>
                  <a:pt x="625186" y="1871189"/>
                </a:lnTo>
                <a:close/>
                <a:lnTo>
                  <a:pt x="616126" y="1940898"/>
                </a:lnTo>
                <a:close/>
                <a:lnTo>
                  <a:pt x="607065" y="2011607"/>
                </a:lnTo>
                <a:close/>
                <a:lnTo>
                  <a:pt x="598004" y="1945634"/>
                </a:lnTo>
                <a:close/>
                <a:lnTo>
                  <a:pt x="588944" y="1677704"/>
                </a:lnTo>
                <a:close/>
                <a:lnTo>
                  <a:pt x="579883" y="1908065"/>
                </a:lnTo>
                <a:close/>
                <a:lnTo>
                  <a:pt x="570822" y="2094650"/>
                </a:lnTo>
                <a:close/>
                <a:lnTo>
                  <a:pt x="561762" y="2031144"/>
                </a:lnTo>
                <a:close/>
                <a:lnTo>
                  <a:pt x="552701" y="1910989"/>
                </a:lnTo>
                <a:close/>
                <a:lnTo>
                  <a:pt x="543640" y="2009333"/>
                </a:lnTo>
                <a:close/>
                <a:lnTo>
                  <a:pt x="534580" y="1933690"/>
                </a:lnTo>
                <a:close/>
                <a:lnTo>
                  <a:pt x="525519" y="1945038"/>
                </a:lnTo>
                <a:close/>
                <a:lnTo>
                  <a:pt x="516458" y="2105050"/>
                </a:lnTo>
                <a:close/>
                <a:lnTo>
                  <a:pt x="507398" y="1703405"/>
                </a:lnTo>
                <a:close/>
                <a:lnTo>
                  <a:pt x="498337" y="1912008"/>
                </a:lnTo>
                <a:close/>
                <a:lnTo>
                  <a:pt x="489276" y="1727509"/>
                </a:lnTo>
                <a:close/>
                <a:lnTo>
                  <a:pt x="480216" y="1905625"/>
                </a:lnTo>
                <a:close/>
                <a:lnTo>
                  <a:pt x="471155" y="2026382"/>
                </a:lnTo>
                <a:close/>
                <a:lnTo>
                  <a:pt x="462094" y="1818165"/>
                </a:lnTo>
                <a:close/>
                <a:lnTo>
                  <a:pt x="453034" y="2028242"/>
                </a:lnTo>
                <a:close/>
                <a:lnTo>
                  <a:pt x="443973" y="1944701"/>
                </a:lnTo>
                <a:close/>
                <a:lnTo>
                  <a:pt x="434912" y="2091827"/>
                </a:lnTo>
                <a:close/>
                <a:lnTo>
                  <a:pt x="425852" y="1996448"/>
                </a:lnTo>
                <a:close/>
                <a:lnTo>
                  <a:pt x="416791" y="1934163"/>
                </a:lnTo>
                <a:close/>
                <a:lnTo>
                  <a:pt x="407730" y="2156475"/>
                </a:lnTo>
                <a:close/>
                <a:lnTo>
                  <a:pt x="398670" y="2003432"/>
                </a:lnTo>
                <a:close/>
                <a:lnTo>
                  <a:pt x="389609" y="1928408"/>
                </a:lnTo>
                <a:close/>
                <a:lnTo>
                  <a:pt x="380548" y="2003196"/>
                </a:lnTo>
                <a:close/>
                <a:lnTo>
                  <a:pt x="371488" y="2005496"/>
                </a:lnTo>
                <a:close/>
                <a:lnTo>
                  <a:pt x="362427" y="1940898"/>
                </a:lnTo>
                <a:close/>
                <a:lnTo>
                  <a:pt x="353366" y="1954154"/>
                </a:lnTo>
                <a:close/>
                <a:lnTo>
                  <a:pt x="344306" y="1985070"/>
                </a:lnTo>
                <a:close/>
                <a:lnTo>
                  <a:pt x="335245" y="1851895"/>
                </a:lnTo>
                <a:close/>
                <a:lnTo>
                  <a:pt x="326184" y="1921628"/>
                </a:lnTo>
                <a:close/>
                <a:lnTo>
                  <a:pt x="317124" y="1839705"/>
                </a:lnTo>
                <a:close/>
                <a:lnTo>
                  <a:pt x="308063" y="2026426"/>
                </a:lnTo>
                <a:close/>
                <a:lnTo>
                  <a:pt x="299002" y="2075729"/>
                </a:lnTo>
                <a:close/>
                <a:lnTo>
                  <a:pt x="289942" y="2143641"/>
                </a:lnTo>
                <a:close/>
                <a:lnTo>
                  <a:pt x="280881" y="2043184"/>
                </a:lnTo>
                <a:close/>
                <a:lnTo>
                  <a:pt x="271820" y="2034392"/>
                </a:lnTo>
                <a:close/>
                <a:lnTo>
                  <a:pt x="262760" y="2089353"/>
                </a:lnTo>
                <a:close/>
                <a:lnTo>
                  <a:pt x="253699" y="2156475"/>
                </a:lnTo>
                <a:close/>
                <a:lnTo>
                  <a:pt x="244638" y="2167160"/>
                </a:lnTo>
                <a:close/>
                <a:lnTo>
                  <a:pt x="235578" y="2237208"/>
                </a:lnTo>
                <a:close/>
                <a:lnTo>
                  <a:pt x="226517" y="2078370"/>
                </a:lnTo>
                <a:close/>
                <a:lnTo>
                  <a:pt x="217456" y="2192871"/>
                </a:lnTo>
                <a:close/>
                <a:lnTo>
                  <a:pt x="208396" y="2165102"/>
                </a:lnTo>
                <a:close/>
                <a:lnTo>
                  <a:pt x="199335" y="2224651"/>
                </a:lnTo>
                <a:close/>
                <a:lnTo>
                  <a:pt x="190274" y="2185898"/>
                </a:lnTo>
                <a:close/>
                <a:lnTo>
                  <a:pt x="181214" y="2168768"/>
                </a:lnTo>
                <a:close/>
                <a:lnTo>
                  <a:pt x="172153" y="2232737"/>
                </a:lnTo>
                <a:close/>
                <a:lnTo>
                  <a:pt x="163092" y="2276186"/>
                </a:lnTo>
                <a:close/>
                <a:lnTo>
                  <a:pt x="154032" y="2219219"/>
                </a:lnTo>
                <a:close/>
                <a:lnTo>
                  <a:pt x="144971" y="2122947"/>
                </a:lnTo>
                <a:close/>
                <a:lnTo>
                  <a:pt x="135910" y="2360664"/>
                </a:lnTo>
                <a:close/>
                <a:lnTo>
                  <a:pt x="126850" y="2122442"/>
                </a:lnTo>
                <a:close/>
                <a:lnTo>
                  <a:pt x="117789" y="2309874"/>
                </a:lnTo>
                <a:close/>
                <a:lnTo>
                  <a:pt x="108728" y="2254352"/>
                </a:lnTo>
                <a:close/>
                <a:lnTo>
                  <a:pt x="99668" y="2290506"/>
                </a:lnTo>
                <a:close/>
                <a:lnTo>
                  <a:pt x="90607" y="2359002"/>
                </a:lnTo>
                <a:close/>
                <a:lnTo>
                  <a:pt x="81546" y="2372341"/>
                </a:lnTo>
                <a:close/>
                <a:lnTo>
                  <a:pt x="72486" y="2371189"/>
                </a:lnTo>
                <a:close/>
                <a:lnTo>
                  <a:pt x="63425" y="2382940"/>
                </a:lnTo>
                <a:close/>
                <a:lnTo>
                  <a:pt x="54364" y="2236244"/>
                </a:lnTo>
                <a:close/>
                <a:lnTo>
                  <a:pt x="45304" y="2352478"/>
                </a:lnTo>
                <a:close/>
                <a:lnTo>
                  <a:pt x="36243" y="2348722"/>
                </a:lnTo>
                <a:close/>
                <a:lnTo>
                  <a:pt x="27182" y="2461775"/>
                </a:lnTo>
                <a:close/>
                <a:lnTo>
                  <a:pt x="18122" y="2454056"/>
                </a:lnTo>
                <a:close/>
                <a:lnTo>
                  <a:pt x="9061" y="2485098"/>
                </a:lnTo>
                <a:close/>
                <a:lnTo>
                  <a:pt x="0" y="2354320"/>
                </a:lnTo>
                <a:close/>
                <a:lnTo>
                  <a:pt x="0" y="2354320"/>
                </a:lnTo>
                <a:close/>
              </a:path>
            </a:pathLst>
          </a:cu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5732108" y="332995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5741169" y="33147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5750229" y="32655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5759290" y="32648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5768351" y="32564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5777411" y="325536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5786472" y="32421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5795533" y="323688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5804593" y="322669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5813654" y="322642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5822715" y="321107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5831775" y="31665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5840836" y="315468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5849897" y="31484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5858957" y="314735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5868018" y="314708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5877079" y="314137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5886139" y="31305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5895200" y="31295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5904261" y="312833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5913321" y="309667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5922382" y="309504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5931443" y="30905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5940503" y="307493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5949564" y="30640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5958625" y="30576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5967685" y="30401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5976746" y="303852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5985807" y="303336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5994867" y="302276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6003928" y="302263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6012989" y="301475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6022049" y="301271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6031110" y="300605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6040171" y="30042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6049231" y="29985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6058292" y="29825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6067353" y="29809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6076413" y="297738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6085474" y="297263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6094535" y="293717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6103595" y="292549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6112656" y="29216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6121717" y="292141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6130777" y="29186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6139838" y="291706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6148899" y="29127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6157959" y="291095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6167020" y="290932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6176081" y="290714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6185141" y="29056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6194202" y="29032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6203263" y="289913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6212323" y="28941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6221384" y="289043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6230445" y="288500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6239505" y="288242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6248566" y="287685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6257627" y="28748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6266687" y="28744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6275748" y="28673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6284809" y="28666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6293869" y="286530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6302930" y="286421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6311991" y="286326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6321051" y="28598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6330112" y="285878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6339173" y="285783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6348233" y="28549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6357294" y="285497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6366355" y="285198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6375415" y="28457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6384476" y="284071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6393537" y="28392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6402597" y="28341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6411658" y="283269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6420719" y="283161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6429779" y="283052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6438840" y="28303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6447901" y="28290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6456961" y="282699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6466022" y="28246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6475083" y="282074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6484143" y="28197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6493204" y="28195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6502265" y="28147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6511325" y="281476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6520386" y="281095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6529447" y="280606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6538507" y="28045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6547568" y="280280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6556629" y="27960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6565689" y="279547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6574750" y="279438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6583811" y="279370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6592871" y="27932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6601932" y="27928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6610993" y="279003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6620053" y="27738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6629114" y="27731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6638175" y="27722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6647235" y="27702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6656296" y="27655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6665357" y="276014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6674417" y="275838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6683478" y="27570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6692539" y="27568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6701599" y="275294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6710660" y="274370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6719721" y="27412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6728781" y="27343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6737842" y="273229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6746903" y="273025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6755963" y="273012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6765024" y="272101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6774085" y="27177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6783145" y="271639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6792206" y="271327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6801267" y="271259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6810327" y="27106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6819388" y="27074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6828449" y="270716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6837509" y="270593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6846570" y="269262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6855631" y="268936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6864691" y="268895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6873752" y="268786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6882813" y="26866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6891873" y="268623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6900934" y="268542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6909995" y="268460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6919055" y="26840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6928116" y="26824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6937177" y="267985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6946237" y="267985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6955298" y="267699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6964358" y="26729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6973419" y="266626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6982480" y="26640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6991540" y="266096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7000601" y="265621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7009662" y="265145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7018722" y="26494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7027783" y="264643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7036844" y="264126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7045904" y="264031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7054965" y="264004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7064026" y="263977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7073086" y="26390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7082147" y="26347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7091208" y="263202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7100268" y="26317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7109329" y="263148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7118390" y="26312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7127450" y="26310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7136511" y="262904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7145572" y="262849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7154632" y="26251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7163693" y="26181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7172754" y="261572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7181814" y="261477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7190875" y="26138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7199936" y="260526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7208996" y="260526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7218057" y="260064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7227118" y="259996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7236178" y="25992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7245239" y="25972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7254300" y="25943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7263360" y="25934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7272421" y="25934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7281482" y="25920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7290542" y="259072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7299603" y="25866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7308664" y="25847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7317724" y="25810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7326785" y="257890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7335846" y="25746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7344906" y="257129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7353967" y="256858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7363028" y="256735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7372088" y="25575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7381149" y="25568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7390210" y="255445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7399270" y="25540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7408331" y="25463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7417392" y="254222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7426452" y="253882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7435513" y="25339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7444574" y="253285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7453634" y="253067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7462695" y="25285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7471756" y="252578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7480816" y="252279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7489877" y="251804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7498938" y="251546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7507998" y="25078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7517059" y="250581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7526120" y="25054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7535180" y="250309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7544241" y="250200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7553302" y="250133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7562362" y="249643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7571423" y="249562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7580484" y="249508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7589544" y="24927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7598605" y="24920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7607666" y="249032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7616726" y="24874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7625787" y="248312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7634848" y="24797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7643908" y="247633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7652969" y="247252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7662030" y="247157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7671090" y="246994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7680151" y="24687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7689212" y="246790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7698272" y="24662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7707333" y="246464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7716394" y="24638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7725454" y="246043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7734515" y="246043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7743576" y="24598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7752636" y="24570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7761697" y="245296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7770758" y="245106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7779818" y="244929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7788879" y="24452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7797940" y="24416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7807000" y="243435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7816061" y="24339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7825122" y="24310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7834182" y="243081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7843243" y="242878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7852304" y="242660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7861364" y="24204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7870425" y="241872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7879486" y="24162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7888546" y="241546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7897607" y="24151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7906668" y="24111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7915728" y="24069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7924789" y="240351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7933850" y="240310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7942910" y="239399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7951971" y="239372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7961032" y="237701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7970092" y="237362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7979153" y="236859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7988214" y="23673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7997274" y="235989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8006335" y="235799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8015396" y="235405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8024456" y="235310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8033517" y="23503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8042578" y="234970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8051638" y="234930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8060699" y="23487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8069760" y="23472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8078820" y="234726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8087881" y="234536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8096942" y="23406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8106002" y="233897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8115063" y="23370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8124124" y="23346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8133184" y="23336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8142245" y="23328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8151306" y="23296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8160366" y="23270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8169427" y="232253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8178488" y="23198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8187548" y="231900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8196609" y="231248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8205670" y="23113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8214730" y="230596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8223791" y="23012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8232852" y="229835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8241912" y="22953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8250973" y="229482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8260034" y="229441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8269094" y="22930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8278155" y="229237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8287216" y="229047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8296276" y="22878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8305337" y="228721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8314398" y="228694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8323458" y="22866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8332519" y="228653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8341580" y="22840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8350640" y="22839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8359701" y="227525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8368762" y="227253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8377822" y="226941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8386883" y="226859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8395944" y="22660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8405004" y="226167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8414065" y="225922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8423126" y="22585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8432186" y="225446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8441247" y="225256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8450308" y="22446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8459368" y="22438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8468429" y="223911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8477490" y="223735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8486550" y="223381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8495611" y="223368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8504672" y="22224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8513732" y="22213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8522793" y="221670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8531854" y="22134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8540914" y="221330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8549975" y="22107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8559036" y="22097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8568096" y="22085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8577157" y="220746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8586218" y="220596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8595278" y="22044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8604339" y="22014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8613400" y="21967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8622460" y="21956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8631521" y="21937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8640582" y="218056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8649642" y="217879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8658703" y="217186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8667764" y="216846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8676824" y="21673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8685885" y="21662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8694946" y="216398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8704006" y="215569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8713067" y="213844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8722128" y="212947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8731188" y="212811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8740249" y="212349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8749310" y="21190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8758370" y="211874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8767431" y="211833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8776492" y="21168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8785552" y="21120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8794613" y="210624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8803674" y="20967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8812734" y="209646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8821795" y="209605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8830856" y="208803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8839916" y="20870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8848977" y="20860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8858038" y="208328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8867098" y="208111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8876159" y="208070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8885220" y="207907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8894280" y="20703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8903341" y="206983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8912402" y="20677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8921462" y="206616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8930523" y="206589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8939584" y="206507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8948644" y="206113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8957705" y="206100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8966766" y="205584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8975826" y="205366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8984887" y="205298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8993948" y="20525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9003008" y="205203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9012069" y="204184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9021130" y="20414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9030190" y="203763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9039251" y="20362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9048312" y="20346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9057372" y="203016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9066433" y="202662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9075493" y="20232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9084554" y="20232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9093615" y="202309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9102675" y="202133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9111736" y="20209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9120797" y="20055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9129857" y="19987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9138918" y="199755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9147979" y="19923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9157039" y="199157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9166100" y="19895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9175161" y="19869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9184221" y="19862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9193282" y="19798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9202343" y="19743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9211403" y="197350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9220464" y="19664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9229525" y="196549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9238585" y="19593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9247646" y="19591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9256707" y="19542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9265767" y="195312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9274828" y="19445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9283889" y="19262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9292949" y="19241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9302010" y="192391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9311071" y="191834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9320131" y="19182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9329192" y="191345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9338253" y="19130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9347313" y="19047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9356374" y="19047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9365435" y="18998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9374495" y="18991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9383556" y="189375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9392617" y="188927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9401677" y="18876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9410738" y="18805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9419799" y="18797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9428859" y="185327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9437920" y="185231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9446981" y="184878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9456041" y="184593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9465102" y="18428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9474163" y="183941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9483223" y="182718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9492284" y="182406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9501345" y="181645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9510405" y="175368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9519466" y="175028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9528527" y="17500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9537587" y="17445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9546648" y="170898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9555709" y="17061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9564769" y="166265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9573830" y="16549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9582891" y="158440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9591951" y="148562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9601012" y="144378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9610073" y="141892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9619133" y="138916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9628194" y="13725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9637255" y="13591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9646315" y="121390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9655376" y="109883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9664437" y="8684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574766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TextBox 914"/>
          <p:cNvSpPr txBox="1"/>
          <p:nvPr/>
        </p:nvSpPr>
        <p:spPr>
          <a:xfrm>
            <a:off x="5707260" y="366164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16" name="Freeform 915"/>
          <p:cNvSpPr/>
          <p:nvPr/>
        </p:nvSpPr>
        <p:spPr>
          <a:xfrm>
            <a:off x="6653729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TextBox 916"/>
          <p:cNvSpPr txBox="1"/>
          <p:nvPr/>
        </p:nvSpPr>
        <p:spPr>
          <a:xfrm>
            <a:off x="6532523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918" name="Freeform 917"/>
          <p:cNvSpPr/>
          <p:nvPr/>
        </p:nvSpPr>
        <p:spPr>
          <a:xfrm>
            <a:off x="7559795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TextBox 918"/>
          <p:cNvSpPr txBox="1"/>
          <p:nvPr/>
        </p:nvSpPr>
        <p:spPr>
          <a:xfrm>
            <a:off x="7438590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920" name="Freeform 919"/>
          <p:cNvSpPr/>
          <p:nvPr/>
        </p:nvSpPr>
        <p:spPr>
          <a:xfrm>
            <a:off x="846586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834465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922" name="Freeform 921"/>
          <p:cNvSpPr/>
          <p:nvPr/>
        </p:nvSpPr>
        <p:spPr>
          <a:xfrm>
            <a:off x="9371928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TextBox 922"/>
          <p:cNvSpPr txBox="1"/>
          <p:nvPr/>
        </p:nvSpPr>
        <p:spPr>
          <a:xfrm>
            <a:off x="9250723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575976" y="3835356"/>
            <a:ext cx="2870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Test samples (sorted by true stress)</a:t>
            </a:r>
          </a:p>
        </p:txBody>
      </p:sp>
      <p:sp>
        <p:nvSpPr>
          <p:cNvPr id="925" name="Freeform 924"/>
          <p:cNvSpPr/>
          <p:nvPr/>
        </p:nvSpPr>
        <p:spPr>
          <a:xfrm>
            <a:off x="5506596" y="33075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5219735" y="32288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927" name="Freeform 926"/>
          <p:cNvSpPr/>
          <p:nvPr/>
        </p:nvSpPr>
        <p:spPr>
          <a:xfrm>
            <a:off x="5506596" y="29679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5219735" y="28891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929" name="Freeform 928"/>
          <p:cNvSpPr/>
          <p:nvPr/>
        </p:nvSpPr>
        <p:spPr>
          <a:xfrm>
            <a:off x="5506596" y="262829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5219735" y="254954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931" name="Freeform 930"/>
          <p:cNvSpPr/>
          <p:nvPr/>
        </p:nvSpPr>
        <p:spPr>
          <a:xfrm>
            <a:off x="5506596" y="22886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5219735" y="220988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933" name="Freeform 932"/>
          <p:cNvSpPr/>
          <p:nvPr/>
        </p:nvSpPr>
        <p:spPr>
          <a:xfrm>
            <a:off x="5506596" y="194898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5219735" y="187023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935" name="Freeform 934"/>
          <p:cNvSpPr/>
          <p:nvPr/>
        </p:nvSpPr>
        <p:spPr>
          <a:xfrm>
            <a:off x="5506596" y="16093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TextBox 935"/>
          <p:cNvSpPr txBox="1"/>
          <p:nvPr/>
        </p:nvSpPr>
        <p:spPr>
          <a:xfrm>
            <a:off x="5219735" y="153057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937" name="Freeform 936"/>
          <p:cNvSpPr/>
          <p:nvPr/>
        </p:nvSpPr>
        <p:spPr>
          <a:xfrm>
            <a:off x="5506596" y="12696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TextBox 937"/>
          <p:cNvSpPr txBox="1"/>
          <p:nvPr/>
        </p:nvSpPr>
        <p:spPr>
          <a:xfrm>
            <a:off x="5219735" y="119092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939" name="Freeform 938"/>
          <p:cNvSpPr/>
          <p:nvPr/>
        </p:nvSpPr>
        <p:spPr>
          <a:xfrm>
            <a:off x="5506596" y="9300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5219735" y="85127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941" name="TextBox 940"/>
          <p:cNvSpPr txBox="1"/>
          <p:nvPr/>
        </p:nvSpPr>
        <p:spPr>
          <a:xfrm rot="16200000">
            <a:off x="5047273" y="1849652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Stress (MPa)</a:t>
            </a:r>
          </a:p>
        </p:txBody>
      </p:sp>
      <p:sp>
        <p:nvSpPr>
          <p:cNvPr id="942" name="Freeform 941"/>
          <p:cNvSpPr/>
          <p:nvPr/>
        </p:nvSpPr>
        <p:spPr>
          <a:xfrm>
            <a:off x="5747662" y="942250"/>
            <a:ext cx="3932329" cy="2399938"/>
          </a:xfrm>
          <a:custGeom>
            <a:avLst/>
            <a:gdLst/>
            <a:ahLst/>
            <a:cxnLst/>
            <a:rect l="l" t="t" r="r" b="b"/>
            <a:pathLst>
              <a:path w="3932329" h="2399938">
                <a:moveTo>
                  <a:pt x="0" y="2262622"/>
                </a:moveTo>
                <a:lnTo>
                  <a:pt x="9061" y="2399938"/>
                </a:lnTo>
                <a:close/>
                <a:lnTo>
                  <a:pt x="18122" y="2386426"/>
                </a:lnTo>
                <a:close/>
                <a:lnTo>
                  <a:pt x="27182" y="2391618"/>
                </a:lnTo>
                <a:close/>
                <a:lnTo>
                  <a:pt x="36243" y="2266746"/>
                </a:lnTo>
                <a:close/>
                <a:lnTo>
                  <a:pt x="45304" y="2337363"/>
                </a:lnTo>
                <a:close/>
                <a:lnTo>
                  <a:pt x="54364" y="2201753"/>
                </a:lnTo>
                <a:close/>
                <a:lnTo>
                  <a:pt x="63425" y="2297766"/>
                </a:lnTo>
                <a:close/>
                <a:lnTo>
                  <a:pt x="72486" y="2286025"/>
                </a:lnTo>
                <a:close/>
                <a:lnTo>
                  <a:pt x="81546" y="2286856"/>
                </a:lnTo>
                <a:close/>
                <a:lnTo>
                  <a:pt x="90607" y="2307961"/>
                </a:lnTo>
                <a:close/>
                <a:lnTo>
                  <a:pt x="99668" y="2220688"/>
                </a:lnTo>
                <a:close/>
                <a:lnTo>
                  <a:pt x="108728" y="2186514"/>
                </a:lnTo>
                <a:close/>
                <a:lnTo>
                  <a:pt x="117789" y="2249748"/>
                </a:lnTo>
                <a:close/>
                <a:lnTo>
                  <a:pt x="126850" y="2037869"/>
                </a:lnTo>
                <a:close/>
                <a:lnTo>
                  <a:pt x="135910" y="2278204"/>
                </a:lnTo>
                <a:close/>
                <a:lnTo>
                  <a:pt x="144971" y="2035358"/>
                </a:lnTo>
                <a:close/>
                <a:lnTo>
                  <a:pt x="154032" y="2165710"/>
                </a:lnTo>
                <a:close/>
                <a:lnTo>
                  <a:pt x="163092" y="2242594"/>
                </a:lnTo>
                <a:close/>
                <a:lnTo>
                  <a:pt x="172153" y="2170619"/>
                </a:lnTo>
                <a:close/>
                <a:lnTo>
                  <a:pt x="181214" y="2172332"/>
                </a:lnTo>
                <a:close/>
                <a:lnTo>
                  <a:pt x="190274" y="2156995"/>
                </a:lnTo>
                <a:close/>
                <a:lnTo>
                  <a:pt x="199335" y="2177771"/>
                </a:lnTo>
                <a:close/>
                <a:lnTo>
                  <a:pt x="208396" y="2141931"/>
                </a:lnTo>
                <a:close/>
                <a:lnTo>
                  <a:pt x="217456" y="2163384"/>
                </a:lnTo>
                <a:close/>
                <a:lnTo>
                  <a:pt x="226517" y="2071217"/>
                </a:lnTo>
                <a:close/>
                <a:lnTo>
                  <a:pt x="235578" y="2214091"/>
                </a:lnTo>
                <a:close/>
                <a:lnTo>
                  <a:pt x="244638" y="2174365"/>
                </a:lnTo>
                <a:close/>
                <a:lnTo>
                  <a:pt x="253699" y="2126097"/>
                </a:lnTo>
                <a:close/>
                <a:lnTo>
                  <a:pt x="262760" y="2095830"/>
                </a:lnTo>
                <a:close/>
                <a:lnTo>
                  <a:pt x="271820" y="2006783"/>
                </a:lnTo>
                <a:close/>
                <a:lnTo>
                  <a:pt x="280881" y="1980977"/>
                </a:lnTo>
                <a:close/>
                <a:lnTo>
                  <a:pt x="289942" y="2070673"/>
                </a:lnTo>
                <a:close/>
                <a:lnTo>
                  <a:pt x="299002" y="2066700"/>
                </a:lnTo>
                <a:close/>
                <a:lnTo>
                  <a:pt x="308063" y="2041386"/>
                </a:lnTo>
                <a:close/>
                <a:lnTo>
                  <a:pt x="317124" y="1847796"/>
                </a:lnTo>
                <a:close/>
                <a:lnTo>
                  <a:pt x="326184" y="1928760"/>
                </a:lnTo>
                <a:close/>
                <a:lnTo>
                  <a:pt x="335245" y="1862976"/>
                </a:lnTo>
                <a:close/>
                <a:lnTo>
                  <a:pt x="344306" y="2018525"/>
                </a:lnTo>
                <a:close/>
                <a:lnTo>
                  <a:pt x="353366" y="1890337"/>
                </a:lnTo>
                <a:close/>
                <a:lnTo>
                  <a:pt x="362427" y="1920824"/>
                </a:lnTo>
                <a:close/>
                <a:lnTo>
                  <a:pt x="371488" y="1937839"/>
                </a:lnTo>
                <a:close/>
                <a:lnTo>
                  <a:pt x="380548" y="2010101"/>
                </a:lnTo>
                <a:close/>
                <a:lnTo>
                  <a:pt x="389609" y="1931598"/>
                </a:lnTo>
                <a:close/>
                <a:lnTo>
                  <a:pt x="398670" y="2015706"/>
                </a:lnTo>
                <a:close/>
                <a:lnTo>
                  <a:pt x="407730" y="2126097"/>
                </a:lnTo>
                <a:close/>
                <a:lnTo>
                  <a:pt x="416791" y="1951967"/>
                </a:lnTo>
                <a:close/>
                <a:lnTo>
                  <a:pt x="425852" y="1977323"/>
                </a:lnTo>
                <a:close/>
                <a:lnTo>
                  <a:pt x="434912" y="2017575"/>
                </a:lnTo>
                <a:close/>
                <a:lnTo>
                  <a:pt x="443973" y="1935998"/>
                </a:lnTo>
                <a:close/>
                <a:lnTo>
                  <a:pt x="453034" y="1979545"/>
                </a:lnTo>
                <a:close/>
                <a:lnTo>
                  <a:pt x="462094" y="1842286"/>
                </a:lnTo>
                <a:close/>
                <a:lnTo>
                  <a:pt x="471155" y="1951127"/>
                </a:lnTo>
                <a:close/>
                <a:lnTo>
                  <a:pt x="480216" y="1870072"/>
                </a:lnTo>
                <a:close/>
                <a:lnTo>
                  <a:pt x="489276" y="1754321"/>
                </a:lnTo>
                <a:close/>
                <a:lnTo>
                  <a:pt x="498337" y="1880678"/>
                </a:lnTo>
                <a:close/>
                <a:lnTo>
                  <a:pt x="507398" y="1758575"/>
                </a:lnTo>
                <a:close/>
                <a:lnTo>
                  <a:pt x="516458" y="2087822"/>
                </a:lnTo>
                <a:close/>
                <a:lnTo>
                  <a:pt x="525519" y="1944063"/>
                </a:lnTo>
                <a:close/>
                <a:lnTo>
                  <a:pt x="534580" y="1902777"/>
                </a:lnTo>
                <a:close/>
                <a:lnTo>
                  <a:pt x="543640" y="1964430"/>
                </a:lnTo>
                <a:close/>
                <a:lnTo>
                  <a:pt x="552701" y="1913583"/>
                </a:lnTo>
                <a:close/>
                <a:lnTo>
                  <a:pt x="561762" y="1997761"/>
                </a:lnTo>
                <a:close/>
                <a:lnTo>
                  <a:pt x="570822" y="2013675"/>
                </a:lnTo>
                <a:close/>
                <a:lnTo>
                  <a:pt x="579883" y="1892928"/>
                </a:lnTo>
                <a:close/>
                <a:lnTo>
                  <a:pt x="588944" y="1734928"/>
                </a:lnTo>
                <a:close/>
                <a:lnTo>
                  <a:pt x="598004" y="1890890"/>
                </a:lnTo>
                <a:close/>
                <a:lnTo>
                  <a:pt x="607065" y="1980721"/>
                </a:lnTo>
                <a:close/>
                <a:lnTo>
                  <a:pt x="616126" y="1920824"/>
                </a:lnTo>
                <a:close/>
                <a:lnTo>
                  <a:pt x="625186" y="1893992"/>
                </a:lnTo>
                <a:close/>
                <a:lnTo>
                  <a:pt x="634247" y="1817426"/>
                </a:lnTo>
                <a:close/>
                <a:lnTo>
                  <a:pt x="643308" y="1921368"/>
                </a:lnTo>
                <a:close/>
                <a:lnTo>
                  <a:pt x="652368" y="1774213"/>
                </a:lnTo>
                <a:close/>
                <a:lnTo>
                  <a:pt x="661429" y="1815440"/>
                </a:lnTo>
                <a:close/>
                <a:lnTo>
                  <a:pt x="670490" y="1908349"/>
                </a:lnTo>
                <a:close/>
                <a:lnTo>
                  <a:pt x="679550" y="1834439"/>
                </a:lnTo>
                <a:close/>
                <a:lnTo>
                  <a:pt x="688611" y="1681382"/>
                </a:lnTo>
                <a:close/>
                <a:lnTo>
                  <a:pt x="697672" y="1867277"/>
                </a:lnTo>
                <a:close/>
                <a:lnTo>
                  <a:pt x="706732" y="1870303"/>
                </a:lnTo>
                <a:close/>
                <a:lnTo>
                  <a:pt x="715793" y="1842956"/>
                </a:lnTo>
                <a:close/>
                <a:lnTo>
                  <a:pt x="724854" y="1766041"/>
                </a:lnTo>
                <a:close/>
                <a:lnTo>
                  <a:pt x="733914" y="1824958"/>
                </a:lnTo>
                <a:close/>
                <a:lnTo>
                  <a:pt x="742975" y="1761040"/>
                </a:lnTo>
                <a:close/>
                <a:lnTo>
                  <a:pt x="752036" y="1817861"/>
                </a:lnTo>
                <a:close/>
                <a:lnTo>
                  <a:pt x="761096" y="1855638"/>
                </a:lnTo>
                <a:close/>
                <a:lnTo>
                  <a:pt x="770157" y="1880384"/>
                </a:lnTo>
                <a:close/>
                <a:lnTo>
                  <a:pt x="779218" y="1986305"/>
                </a:lnTo>
                <a:close/>
                <a:lnTo>
                  <a:pt x="788278" y="1775118"/>
                </a:lnTo>
                <a:close/>
                <a:lnTo>
                  <a:pt x="797339" y="1908963"/>
                </a:lnTo>
                <a:close/>
                <a:lnTo>
                  <a:pt x="806400" y="1955109"/>
                </a:lnTo>
                <a:close/>
                <a:lnTo>
                  <a:pt x="815460" y="1987240"/>
                </a:lnTo>
                <a:close/>
                <a:lnTo>
                  <a:pt x="824521" y="1963019"/>
                </a:lnTo>
                <a:close/>
                <a:lnTo>
                  <a:pt x="833581" y="1843159"/>
                </a:lnTo>
                <a:close/>
                <a:lnTo>
                  <a:pt x="842642" y="1946031"/>
                </a:lnTo>
                <a:close/>
                <a:lnTo>
                  <a:pt x="851703" y="1734996"/>
                </a:lnTo>
                <a:close/>
                <a:lnTo>
                  <a:pt x="869824" y="1879438"/>
                </a:lnTo>
                <a:close/>
                <a:lnTo>
                  <a:pt x="878885" y="1819482"/>
                </a:lnTo>
                <a:close/>
                <a:lnTo>
                  <a:pt x="887945" y="1942912"/>
                </a:lnTo>
                <a:close/>
                <a:lnTo>
                  <a:pt x="897006" y="1742657"/>
                </a:lnTo>
                <a:close/>
                <a:lnTo>
                  <a:pt x="906067" y="1784379"/>
                </a:lnTo>
                <a:close/>
                <a:lnTo>
                  <a:pt x="915127" y="1728038"/>
                </a:lnTo>
                <a:close/>
                <a:lnTo>
                  <a:pt x="924188" y="2006484"/>
                </a:lnTo>
                <a:close/>
                <a:lnTo>
                  <a:pt x="933249" y="1857536"/>
                </a:lnTo>
                <a:close/>
                <a:lnTo>
                  <a:pt x="942309" y="1814621"/>
                </a:lnTo>
                <a:close/>
                <a:lnTo>
                  <a:pt x="951370" y="1708251"/>
                </a:lnTo>
                <a:close/>
                <a:lnTo>
                  <a:pt x="960431" y="1803553"/>
                </a:lnTo>
                <a:close/>
                <a:lnTo>
                  <a:pt x="969491" y="1837536"/>
                </a:lnTo>
                <a:close/>
                <a:lnTo>
                  <a:pt x="978552" y="1799261"/>
                </a:lnTo>
                <a:close/>
                <a:lnTo>
                  <a:pt x="987613" y="1957150"/>
                </a:lnTo>
                <a:close/>
                <a:lnTo>
                  <a:pt x="996673" y="1721615"/>
                </a:lnTo>
                <a:close/>
                <a:lnTo>
                  <a:pt x="1005734" y="1776353"/>
                </a:lnTo>
                <a:close/>
                <a:lnTo>
                  <a:pt x="1014795" y="1876396"/>
                </a:lnTo>
                <a:close/>
                <a:lnTo>
                  <a:pt x="1023855" y="1824560"/>
                </a:lnTo>
                <a:close/>
                <a:lnTo>
                  <a:pt x="1032916" y="1661640"/>
                </a:lnTo>
                <a:close/>
                <a:lnTo>
                  <a:pt x="1051037" y="1594211"/>
                </a:lnTo>
                <a:close/>
                <a:lnTo>
                  <a:pt x="1060098" y="1647329"/>
                </a:lnTo>
                <a:close/>
                <a:lnTo>
                  <a:pt x="1069159" y="1644047"/>
                </a:lnTo>
                <a:close/>
                <a:lnTo>
                  <a:pt x="1078219" y="1826727"/>
                </a:lnTo>
                <a:close/>
                <a:lnTo>
                  <a:pt x="1087280" y="1829154"/>
                </a:lnTo>
                <a:close/>
                <a:lnTo>
                  <a:pt x="1096341" y="1684279"/>
                </a:lnTo>
                <a:close/>
                <a:lnTo>
                  <a:pt x="1105401" y="1713035"/>
                </a:lnTo>
                <a:close/>
                <a:lnTo>
                  <a:pt x="1114462" y="1682926"/>
                </a:lnTo>
                <a:close/>
                <a:lnTo>
                  <a:pt x="1123523" y="1681207"/>
                </a:lnTo>
                <a:close/>
                <a:lnTo>
                  <a:pt x="1132583" y="1789942"/>
                </a:lnTo>
                <a:close/>
                <a:lnTo>
                  <a:pt x="1141644" y="1717591"/>
                </a:lnTo>
                <a:close/>
                <a:lnTo>
                  <a:pt x="1150705" y="1720100"/>
                </a:lnTo>
                <a:close/>
                <a:lnTo>
                  <a:pt x="1159765" y="1732245"/>
                </a:lnTo>
                <a:close/>
                <a:lnTo>
                  <a:pt x="1168826" y="1724994"/>
                </a:lnTo>
                <a:close/>
                <a:lnTo>
                  <a:pt x="1177887" y="1695604"/>
                </a:lnTo>
                <a:close/>
                <a:lnTo>
                  <a:pt x="1186947" y="1675136"/>
                </a:lnTo>
                <a:close/>
                <a:lnTo>
                  <a:pt x="1196008" y="1702342"/>
                </a:lnTo>
                <a:close/>
                <a:lnTo>
                  <a:pt x="1205069" y="1843159"/>
                </a:lnTo>
                <a:close/>
                <a:lnTo>
                  <a:pt x="1214129" y="1676858"/>
                </a:lnTo>
                <a:close/>
                <a:lnTo>
                  <a:pt x="1223190" y="1678905"/>
                </a:lnTo>
                <a:close/>
                <a:lnTo>
                  <a:pt x="1232251" y="1805026"/>
                </a:lnTo>
                <a:close/>
                <a:lnTo>
                  <a:pt x="1241311" y="1680325"/>
                </a:lnTo>
                <a:close/>
                <a:lnTo>
                  <a:pt x="1250372" y="1679352"/>
                </a:lnTo>
                <a:close/>
                <a:lnTo>
                  <a:pt x="1259433" y="1693394"/>
                </a:lnTo>
                <a:close/>
                <a:lnTo>
                  <a:pt x="1268493" y="1550077"/>
                </a:lnTo>
                <a:close/>
                <a:lnTo>
                  <a:pt x="1277554" y="1811483"/>
                </a:lnTo>
                <a:close/>
                <a:lnTo>
                  <a:pt x="1286615" y="1592539"/>
                </a:lnTo>
                <a:close/>
                <a:lnTo>
                  <a:pt x="1295675" y="1727660"/>
                </a:lnTo>
                <a:close/>
                <a:lnTo>
                  <a:pt x="1304736" y="1527788"/>
                </a:lnTo>
                <a:close/>
                <a:lnTo>
                  <a:pt x="1313797" y="1593167"/>
                </a:lnTo>
                <a:close/>
                <a:lnTo>
                  <a:pt x="1322857" y="1574470"/>
                </a:lnTo>
                <a:close/>
                <a:lnTo>
                  <a:pt x="1331918" y="1581313"/>
                </a:lnTo>
                <a:close/>
                <a:lnTo>
                  <a:pt x="1340979" y="1614267"/>
                </a:lnTo>
                <a:close/>
                <a:lnTo>
                  <a:pt x="1350039" y="1663831"/>
                </a:lnTo>
                <a:close/>
                <a:lnTo>
                  <a:pt x="1359100" y="1675777"/>
                </a:lnTo>
                <a:close/>
                <a:lnTo>
                  <a:pt x="1368161" y="1668568"/>
                </a:lnTo>
                <a:close/>
                <a:lnTo>
                  <a:pt x="1377221" y="1707043"/>
                </a:lnTo>
                <a:close/>
                <a:lnTo>
                  <a:pt x="1386282" y="1603708"/>
                </a:lnTo>
                <a:close/>
                <a:lnTo>
                  <a:pt x="1395343" y="1554239"/>
                </a:lnTo>
                <a:close/>
                <a:lnTo>
                  <a:pt x="1404403" y="1605591"/>
                </a:lnTo>
                <a:close/>
                <a:lnTo>
                  <a:pt x="1413464" y="1600551"/>
                </a:lnTo>
                <a:close/>
                <a:lnTo>
                  <a:pt x="1422525" y="1888110"/>
                </a:lnTo>
                <a:close/>
                <a:lnTo>
                  <a:pt x="1431585" y="1768068"/>
                </a:lnTo>
                <a:close/>
                <a:lnTo>
                  <a:pt x="1440646" y="1689838"/>
                </a:lnTo>
                <a:close/>
                <a:lnTo>
                  <a:pt x="1449707" y="1771628"/>
                </a:lnTo>
                <a:close/>
                <a:lnTo>
                  <a:pt x="1458767" y="1727567"/>
                </a:lnTo>
                <a:close/>
                <a:lnTo>
                  <a:pt x="1467828" y="1603041"/>
                </a:lnTo>
                <a:close/>
                <a:lnTo>
                  <a:pt x="1476889" y="1747710"/>
                </a:lnTo>
                <a:close/>
                <a:lnTo>
                  <a:pt x="1485949" y="1835932"/>
                </a:lnTo>
                <a:close/>
                <a:lnTo>
                  <a:pt x="1495010" y="1743358"/>
                </a:lnTo>
                <a:close/>
                <a:lnTo>
                  <a:pt x="1504071" y="1696445"/>
                </a:lnTo>
                <a:close/>
                <a:lnTo>
                  <a:pt x="1513131" y="1861579"/>
                </a:lnTo>
                <a:close/>
                <a:lnTo>
                  <a:pt x="1522192" y="1599479"/>
                </a:lnTo>
                <a:close/>
                <a:lnTo>
                  <a:pt x="1531253" y="1608142"/>
                </a:lnTo>
                <a:close/>
                <a:lnTo>
                  <a:pt x="1540313" y="1665934"/>
                </a:lnTo>
                <a:close/>
                <a:lnTo>
                  <a:pt x="1558435" y="1481319"/>
                </a:lnTo>
                <a:close/>
                <a:lnTo>
                  <a:pt x="1567495" y="1597787"/>
                </a:lnTo>
                <a:close/>
                <a:lnTo>
                  <a:pt x="1576556" y="1618704"/>
                </a:lnTo>
                <a:close/>
                <a:lnTo>
                  <a:pt x="1585617" y="1698995"/>
                </a:lnTo>
                <a:close/>
                <a:lnTo>
                  <a:pt x="1594677" y="1648223"/>
                </a:lnTo>
                <a:close/>
                <a:lnTo>
                  <a:pt x="1603738" y="1605760"/>
                </a:lnTo>
                <a:close/>
                <a:lnTo>
                  <a:pt x="1612799" y="1688483"/>
                </a:lnTo>
                <a:close/>
                <a:lnTo>
                  <a:pt x="1621859" y="1637253"/>
                </a:lnTo>
                <a:close/>
                <a:lnTo>
                  <a:pt x="1630920" y="1713759"/>
                </a:lnTo>
                <a:close/>
                <a:lnTo>
                  <a:pt x="1639981" y="1586511"/>
                </a:lnTo>
                <a:close/>
                <a:lnTo>
                  <a:pt x="1649041" y="1506604"/>
                </a:lnTo>
                <a:close/>
                <a:lnTo>
                  <a:pt x="1658102" y="1663174"/>
                </a:lnTo>
                <a:close/>
                <a:lnTo>
                  <a:pt x="1667163" y="1706817"/>
                </a:lnTo>
                <a:close/>
                <a:lnTo>
                  <a:pt x="1676223" y="1716861"/>
                </a:lnTo>
                <a:close/>
                <a:lnTo>
                  <a:pt x="1685284" y="1516041"/>
                </a:lnTo>
                <a:close/>
                <a:lnTo>
                  <a:pt x="1694345" y="1638985"/>
                </a:lnTo>
                <a:close/>
                <a:lnTo>
                  <a:pt x="1703405" y="1513342"/>
                </a:lnTo>
                <a:close/>
                <a:lnTo>
                  <a:pt x="1712466" y="1571083"/>
                </a:lnTo>
                <a:close/>
                <a:lnTo>
                  <a:pt x="1721527" y="1525125"/>
                </a:lnTo>
                <a:close/>
                <a:lnTo>
                  <a:pt x="1730587" y="1583123"/>
                </a:lnTo>
                <a:close/>
                <a:lnTo>
                  <a:pt x="1739648" y="1500034"/>
                </a:lnTo>
                <a:close/>
                <a:lnTo>
                  <a:pt x="1748709" y="1648657"/>
                </a:lnTo>
                <a:close/>
                <a:lnTo>
                  <a:pt x="1757769" y="1761857"/>
                </a:lnTo>
                <a:close/>
                <a:lnTo>
                  <a:pt x="1766830" y="1643677"/>
                </a:lnTo>
                <a:close/>
                <a:lnTo>
                  <a:pt x="1775891" y="1411010"/>
                </a:lnTo>
                <a:close/>
                <a:lnTo>
                  <a:pt x="1784951" y="1694974"/>
                </a:lnTo>
                <a:close/>
                <a:lnTo>
                  <a:pt x="1794012" y="1658634"/>
                </a:lnTo>
                <a:close/>
                <a:lnTo>
                  <a:pt x="1812133" y="1721205"/>
                </a:lnTo>
                <a:close/>
                <a:lnTo>
                  <a:pt x="1821194" y="1483065"/>
                </a:lnTo>
                <a:close/>
                <a:lnTo>
                  <a:pt x="1830255" y="1592071"/>
                </a:lnTo>
                <a:close/>
                <a:lnTo>
                  <a:pt x="1839315" y="1566629"/>
                </a:lnTo>
                <a:close/>
                <a:lnTo>
                  <a:pt x="1848376" y="1585129"/>
                </a:lnTo>
                <a:close/>
                <a:lnTo>
                  <a:pt x="1857437" y="1536441"/>
                </a:lnTo>
                <a:close/>
                <a:lnTo>
                  <a:pt x="1866497" y="1576571"/>
                </a:lnTo>
                <a:close/>
                <a:lnTo>
                  <a:pt x="1875558" y="1504737"/>
                </a:lnTo>
                <a:close/>
                <a:lnTo>
                  <a:pt x="1884619" y="1591676"/>
                </a:lnTo>
                <a:close/>
                <a:lnTo>
                  <a:pt x="1893679" y="1600832"/>
                </a:lnTo>
                <a:close/>
                <a:lnTo>
                  <a:pt x="1902740" y="1591880"/>
                </a:lnTo>
                <a:close/>
                <a:lnTo>
                  <a:pt x="1911801" y="1655884"/>
                </a:lnTo>
                <a:close/>
                <a:lnTo>
                  <a:pt x="1920861" y="1425491"/>
                </a:lnTo>
                <a:close/>
                <a:lnTo>
                  <a:pt x="1929922" y="1439143"/>
                </a:lnTo>
                <a:close/>
                <a:lnTo>
                  <a:pt x="1948043" y="1569270"/>
                </a:lnTo>
                <a:close/>
                <a:lnTo>
                  <a:pt x="1957104" y="1708666"/>
                </a:lnTo>
                <a:close/>
                <a:lnTo>
                  <a:pt x="1966165" y="1428816"/>
                </a:lnTo>
                <a:close/>
                <a:lnTo>
                  <a:pt x="1975225" y="1530222"/>
                </a:lnTo>
                <a:close/>
                <a:lnTo>
                  <a:pt x="1984286" y="1549681"/>
                </a:lnTo>
                <a:close/>
                <a:lnTo>
                  <a:pt x="1993347" y="1552338"/>
                </a:lnTo>
                <a:close/>
                <a:lnTo>
                  <a:pt x="2002407" y="1464570"/>
                </a:lnTo>
                <a:close/>
                <a:lnTo>
                  <a:pt x="2011468" y="1684359"/>
                </a:lnTo>
                <a:close/>
                <a:lnTo>
                  <a:pt x="2020529" y="1598348"/>
                </a:lnTo>
                <a:close/>
                <a:lnTo>
                  <a:pt x="2029589" y="1577426"/>
                </a:lnTo>
                <a:close/>
                <a:lnTo>
                  <a:pt x="2038650" y="1678153"/>
                </a:lnTo>
                <a:close/>
                <a:lnTo>
                  <a:pt x="2047711" y="1576773"/>
                </a:lnTo>
                <a:close/>
                <a:lnTo>
                  <a:pt x="2056771" y="1591184"/>
                </a:lnTo>
                <a:close/>
                <a:lnTo>
                  <a:pt x="2065832" y="1520614"/>
                </a:lnTo>
                <a:close/>
                <a:lnTo>
                  <a:pt x="2074893" y="1482791"/>
                </a:lnTo>
                <a:close/>
                <a:lnTo>
                  <a:pt x="2083953" y="1590496"/>
                </a:lnTo>
                <a:close/>
                <a:lnTo>
                  <a:pt x="2093014" y="1541012"/>
                </a:lnTo>
                <a:close/>
                <a:lnTo>
                  <a:pt x="2102075" y="1347666"/>
                </a:lnTo>
                <a:close/>
                <a:lnTo>
                  <a:pt x="2111135" y="1551928"/>
                </a:lnTo>
                <a:close/>
                <a:lnTo>
                  <a:pt x="2120196" y="1414211"/>
                </a:lnTo>
                <a:close/>
                <a:lnTo>
                  <a:pt x="2129257" y="1538697"/>
                </a:lnTo>
                <a:close/>
                <a:lnTo>
                  <a:pt x="2138317" y="1407193"/>
                </a:lnTo>
                <a:close/>
                <a:lnTo>
                  <a:pt x="2147378" y="1613311"/>
                </a:lnTo>
                <a:close/>
                <a:lnTo>
                  <a:pt x="2156439" y="1625077"/>
                </a:lnTo>
                <a:close/>
                <a:lnTo>
                  <a:pt x="2165499" y="1670185"/>
                </a:lnTo>
                <a:close/>
                <a:lnTo>
                  <a:pt x="2174560" y="1478833"/>
                </a:lnTo>
                <a:close/>
                <a:lnTo>
                  <a:pt x="2183621" y="1516742"/>
                </a:lnTo>
                <a:close/>
                <a:lnTo>
                  <a:pt x="2192681" y="1313411"/>
                </a:lnTo>
                <a:close/>
                <a:lnTo>
                  <a:pt x="2201742" y="1412476"/>
                </a:lnTo>
                <a:close/>
                <a:lnTo>
                  <a:pt x="2210803" y="1554896"/>
                </a:lnTo>
                <a:close/>
                <a:lnTo>
                  <a:pt x="2219863" y="1487684"/>
                </a:lnTo>
                <a:close/>
                <a:lnTo>
                  <a:pt x="2228924" y="1642578"/>
                </a:lnTo>
                <a:close/>
                <a:lnTo>
                  <a:pt x="2237985" y="1491533"/>
                </a:lnTo>
                <a:close/>
                <a:lnTo>
                  <a:pt x="2247045" y="1450944"/>
                </a:lnTo>
                <a:close/>
                <a:lnTo>
                  <a:pt x="2256106" y="1430977"/>
                </a:lnTo>
                <a:close/>
                <a:lnTo>
                  <a:pt x="2265167" y="1532090"/>
                </a:lnTo>
                <a:close/>
                <a:lnTo>
                  <a:pt x="2274227" y="1357471"/>
                </a:lnTo>
                <a:close/>
                <a:lnTo>
                  <a:pt x="2283288" y="1451165"/>
                </a:lnTo>
                <a:close/>
                <a:lnTo>
                  <a:pt x="2292349" y="1410572"/>
                </a:lnTo>
                <a:close/>
                <a:lnTo>
                  <a:pt x="2301409" y="1441316"/>
                </a:lnTo>
                <a:close/>
                <a:lnTo>
                  <a:pt x="2310470" y="1526343"/>
                </a:lnTo>
                <a:close/>
                <a:lnTo>
                  <a:pt x="2319531" y="1311903"/>
                </a:lnTo>
                <a:close/>
                <a:lnTo>
                  <a:pt x="2328591" y="1493519"/>
                </a:lnTo>
                <a:close/>
                <a:lnTo>
                  <a:pt x="2337652" y="1477963"/>
                </a:lnTo>
                <a:close/>
                <a:lnTo>
                  <a:pt x="2346713" y="1307616"/>
                </a:lnTo>
                <a:close/>
                <a:lnTo>
                  <a:pt x="2355773" y="1311256"/>
                </a:lnTo>
                <a:close/>
                <a:lnTo>
                  <a:pt x="2364834" y="1397416"/>
                </a:lnTo>
                <a:close/>
                <a:lnTo>
                  <a:pt x="2373895" y="1258915"/>
                </a:lnTo>
                <a:close/>
                <a:lnTo>
                  <a:pt x="2382955" y="1424105"/>
                </a:lnTo>
                <a:close/>
                <a:lnTo>
                  <a:pt x="2392016" y="1326256"/>
                </a:lnTo>
                <a:close/>
                <a:lnTo>
                  <a:pt x="2401077" y="1335057"/>
                </a:lnTo>
                <a:close/>
                <a:lnTo>
                  <a:pt x="2410137" y="1574357"/>
                </a:lnTo>
                <a:close/>
                <a:lnTo>
                  <a:pt x="2419198" y="1352937"/>
                </a:lnTo>
                <a:close/>
                <a:lnTo>
                  <a:pt x="2428259" y="1491760"/>
                </a:lnTo>
                <a:close/>
                <a:lnTo>
                  <a:pt x="2437319" y="1508913"/>
                </a:lnTo>
                <a:close/>
                <a:lnTo>
                  <a:pt x="2446380" y="1451317"/>
                </a:lnTo>
                <a:close/>
                <a:lnTo>
                  <a:pt x="2455441" y="1288796"/>
                </a:lnTo>
                <a:close/>
                <a:lnTo>
                  <a:pt x="2464501" y="1579012"/>
                </a:lnTo>
                <a:close/>
                <a:lnTo>
                  <a:pt x="2473562" y="1408925"/>
                </a:lnTo>
                <a:close/>
                <a:lnTo>
                  <a:pt x="2482623" y="1616648"/>
                </a:lnTo>
                <a:close/>
                <a:lnTo>
                  <a:pt x="2491683" y="1353331"/>
                </a:lnTo>
                <a:close/>
                <a:lnTo>
                  <a:pt x="2500744" y="1442859"/>
                </a:lnTo>
                <a:close/>
                <a:lnTo>
                  <a:pt x="2509805" y="1360363"/>
                </a:lnTo>
                <a:close/>
                <a:lnTo>
                  <a:pt x="2518865" y="1535777"/>
                </a:lnTo>
                <a:close/>
                <a:lnTo>
                  <a:pt x="2527926" y="1249843"/>
                </a:lnTo>
                <a:close/>
                <a:lnTo>
                  <a:pt x="2536987" y="1526041"/>
                </a:lnTo>
                <a:close/>
                <a:lnTo>
                  <a:pt x="2546047" y="1435770"/>
                </a:lnTo>
                <a:close/>
                <a:lnTo>
                  <a:pt x="2555108" y="1391305"/>
                </a:lnTo>
                <a:close/>
                <a:lnTo>
                  <a:pt x="2564169" y="1335254"/>
                </a:lnTo>
                <a:close/>
                <a:lnTo>
                  <a:pt x="2573229" y="1482796"/>
                </a:lnTo>
                <a:close/>
                <a:lnTo>
                  <a:pt x="2582290" y="1477378"/>
                </a:lnTo>
                <a:close/>
                <a:lnTo>
                  <a:pt x="2591351" y="1342714"/>
                </a:lnTo>
                <a:close/>
                <a:lnTo>
                  <a:pt x="2600411" y="1339678"/>
                </a:lnTo>
                <a:close/>
                <a:lnTo>
                  <a:pt x="2609472" y="1306444"/>
                </a:lnTo>
                <a:close/>
                <a:lnTo>
                  <a:pt x="2618533" y="1321967"/>
                </a:lnTo>
                <a:close/>
                <a:lnTo>
                  <a:pt x="2627593" y="1552379"/>
                </a:lnTo>
                <a:close/>
                <a:lnTo>
                  <a:pt x="2636654" y="1437700"/>
                </a:lnTo>
                <a:close/>
                <a:lnTo>
                  <a:pt x="2645715" y="1398158"/>
                </a:lnTo>
                <a:close/>
                <a:lnTo>
                  <a:pt x="2654775" y="1157017"/>
                </a:lnTo>
                <a:close/>
                <a:lnTo>
                  <a:pt x="2681957" y="1520557"/>
                </a:lnTo>
                <a:close/>
                <a:lnTo>
                  <a:pt x="2691018" y="1120986"/>
                </a:lnTo>
                <a:close/>
                <a:lnTo>
                  <a:pt x="2700079" y="1198165"/>
                </a:lnTo>
                <a:close/>
                <a:lnTo>
                  <a:pt x="2709139" y="1470238"/>
                </a:lnTo>
                <a:close/>
                <a:lnTo>
                  <a:pt x="2718200" y="1362898"/>
                </a:lnTo>
                <a:close/>
                <a:lnTo>
                  <a:pt x="2727261" y="1377498"/>
                </a:lnTo>
                <a:close/>
                <a:lnTo>
                  <a:pt x="2736321" y="1245816"/>
                </a:lnTo>
                <a:close/>
                <a:lnTo>
                  <a:pt x="2745382" y="1222361"/>
                </a:lnTo>
                <a:close/>
                <a:lnTo>
                  <a:pt x="2754443" y="1313006"/>
                </a:lnTo>
                <a:close/>
                <a:lnTo>
                  <a:pt x="2763503" y="1521846"/>
                </a:lnTo>
                <a:close/>
                <a:lnTo>
                  <a:pt x="2772564" y="1274741"/>
                </a:lnTo>
                <a:close/>
                <a:lnTo>
                  <a:pt x="2781625" y="1165473"/>
                </a:lnTo>
                <a:close/>
                <a:lnTo>
                  <a:pt x="2790685" y="1562540"/>
                </a:lnTo>
                <a:close/>
                <a:lnTo>
                  <a:pt x="2799746" y="1308541"/>
                </a:lnTo>
                <a:close/>
                <a:lnTo>
                  <a:pt x="2808807" y="1331343"/>
                </a:lnTo>
                <a:close/>
                <a:lnTo>
                  <a:pt x="2817867" y="1311039"/>
                </a:lnTo>
                <a:close/>
                <a:lnTo>
                  <a:pt x="2826928" y="1346473"/>
                </a:lnTo>
                <a:close/>
                <a:lnTo>
                  <a:pt x="2835989" y="1359215"/>
                </a:lnTo>
                <a:close/>
                <a:lnTo>
                  <a:pt x="2845049" y="1227266"/>
                </a:lnTo>
                <a:close/>
                <a:lnTo>
                  <a:pt x="2854110" y="1404551"/>
                </a:lnTo>
                <a:close/>
                <a:lnTo>
                  <a:pt x="2863170" y="1302206"/>
                </a:lnTo>
                <a:close/>
                <a:lnTo>
                  <a:pt x="2872231" y="1278625"/>
                </a:lnTo>
                <a:close/>
                <a:lnTo>
                  <a:pt x="2881292" y="1198403"/>
                </a:lnTo>
                <a:close/>
                <a:lnTo>
                  <a:pt x="2890352" y="1376644"/>
                </a:lnTo>
                <a:close/>
                <a:lnTo>
                  <a:pt x="2899413" y="1138767"/>
                </a:lnTo>
                <a:close/>
                <a:lnTo>
                  <a:pt x="2908474" y="1312198"/>
                </a:lnTo>
                <a:close/>
                <a:lnTo>
                  <a:pt x="2917534" y="1138590"/>
                </a:lnTo>
                <a:close/>
                <a:lnTo>
                  <a:pt x="2926595" y="1298992"/>
                </a:lnTo>
                <a:close/>
                <a:lnTo>
                  <a:pt x="2935656" y="1193695"/>
                </a:lnTo>
                <a:close/>
                <a:lnTo>
                  <a:pt x="2944716" y="1135344"/>
                </a:lnTo>
                <a:close/>
                <a:lnTo>
                  <a:pt x="2953777" y="1258174"/>
                </a:lnTo>
                <a:close/>
                <a:lnTo>
                  <a:pt x="2962838" y="1435535"/>
                </a:lnTo>
                <a:close/>
                <a:lnTo>
                  <a:pt x="2971898" y="1328183"/>
                </a:lnTo>
                <a:close/>
                <a:lnTo>
                  <a:pt x="2980959" y="1180162"/>
                </a:lnTo>
                <a:close/>
                <a:lnTo>
                  <a:pt x="2990020" y="1274734"/>
                </a:lnTo>
                <a:close/>
                <a:lnTo>
                  <a:pt x="2999080" y="1257915"/>
                </a:lnTo>
                <a:close/>
                <a:lnTo>
                  <a:pt x="3008141" y="1229667"/>
                </a:lnTo>
                <a:close/>
                <a:lnTo>
                  <a:pt x="3026262" y="1137172"/>
                </a:lnTo>
                <a:close/>
                <a:lnTo>
                  <a:pt x="3035323" y="1472529"/>
                </a:lnTo>
                <a:close/>
                <a:lnTo>
                  <a:pt x="3044384" y="1352208"/>
                </a:lnTo>
                <a:close/>
                <a:lnTo>
                  <a:pt x="3053444" y="1181396"/>
                </a:lnTo>
                <a:close/>
                <a:lnTo>
                  <a:pt x="3071566" y="1027764"/>
                </a:lnTo>
                <a:close/>
                <a:lnTo>
                  <a:pt x="3080626" y="1096030"/>
                </a:lnTo>
                <a:close/>
                <a:lnTo>
                  <a:pt x="3089687" y="1269232"/>
                </a:lnTo>
                <a:close/>
                <a:lnTo>
                  <a:pt x="3098748" y="1317815"/>
                </a:lnTo>
                <a:close/>
                <a:lnTo>
                  <a:pt x="3107808" y="1313006"/>
                </a:lnTo>
                <a:close/>
                <a:lnTo>
                  <a:pt x="3116869" y="1382547"/>
                </a:lnTo>
                <a:close/>
                <a:lnTo>
                  <a:pt x="3125930" y="1188340"/>
                </a:lnTo>
                <a:close/>
                <a:lnTo>
                  <a:pt x="3134990" y="1118631"/>
                </a:lnTo>
                <a:close/>
                <a:lnTo>
                  <a:pt x="3144051" y="1166163"/>
                </a:lnTo>
                <a:close/>
                <a:lnTo>
                  <a:pt x="3153112" y="1171549"/>
                </a:lnTo>
                <a:close/>
                <a:lnTo>
                  <a:pt x="3162172" y="1326498"/>
                </a:lnTo>
                <a:close/>
                <a:lnTo>
                  <a:pt x="3171233" y="1301775"/>
                </a:lnTo>
                <a:close/>
                <a:lnTo>
                  <a:pt x="3180294" y="1346473"/>
                </a:lnTo>
                <a:close/>
                <a:lnTo>
                  <a:pt x="3189354" y="1114966"/>
                </a:lnTo>
                <a:close/>
                <a:lnTo>
                  <a:pt x="3198415" y="1118214"/>
                </a:lnTo>
                <a:close/>
                <a:lnTo>
                  <a:pt x="3207476" y="1175676"/>
                </a:lnTo>
                <a:close/>
                <a:lnTo>
                  <a:pt x="3216536" y="1117240"/>
                </a:lnTo>
                <a:close/>
                <a:lnTo>
                  <a:pt x="3225597" y="1104624"/>
                </a:lnTo>
                <a:close/>
                <a:lnTo>
                  <a:pt x="3234658" y="1036014"/>
                </a:lnTo>
                <a:close/>
                <a:lnTo>
                  <a:pt x="3243718" y="1179134"/>
                </a:lnTo>
                <a:close/>
                <a:lnTo>
                  <a:pt x="3252779" y="984313"/>
                </a:lnTo>
                <a:close/>
                <a:lnTo>
                  <a:pt x="3261840" y="946400"/>
                </a:lnTo>
                <a:close/>
                <a:lnTo>
                  <a:pt x="3270900" y="1335254"/>
                </a:lnTo>
                <a:close/>
                <a:lnTo>
                  <a:pt x="3279961" y="1209512"/>
                </a:lnTo>
                <a:close/>
                <a:lnTo>
                  <a:pt x="3289022" y="1053228"/>
                </a:lnTo>
                <a:close/>
                <a:lnTo>
                  <a:pt x="3298082" y="1213414"/>
                </a:lnTo>
                <a:close/>
                <a:lnTo>
                  <a:pt x="3307143" y="1322619"/>
                </a:lnTo>
                <a:close/>
                <a:lnTo>
                  <a:pt x="3316204" y="1112219"/>
                </a:lnTo>
                <a:close/>
                <a:lnTo>
                  <a:pt x="3325264" y="1037032"/>
                </a:lnTo>
                <a:close/>
                <a:lnTo>
                  <a:pt x="3334325" y="1247574"/>
                </a:lnTo>
                <a:close/>
                <a:lnTo>
                  <a:pt x="3343386" y="1038307"/>
                </a:lnTo>
                <a:close/>
                <a:lnTo>
                  <a:pt x="3352446" y="1104559"/>
                </a:lnTo>
                <a:close/>
                <a:lnTo>
                  <a:pt x="3361507" y="1104781"/>
                </a:lnTo>
                <a:close/>
                <a:lnTo>
                  <a:pt x="3370568" y="1168671"/>
                </a:lnTo>
                <a:close/>
                <a:lnTo>
                  <a:pt x="3379628" y="1052070"/>
                </a:lnTo>
                <a:close/>
                <a:lnTo>
                  <a:pt x="3388689" y="1094248"/>
                </a:lnTo>
                <a:close/>
                <a:lnTo>
                  <a:pt x="3397750" y="1031274"/>
                </a:lnTo>
                <a:close/>
                <a:lnTo>
                  <a:pt x="3406810" y="935591"/>
                </a:lnTo>
                <a:close/>
                <a:lnTo>
                  <a:pt x="3415871" y="1419367"/>
                </a:lnTo>
                <a:close/>
                <a:lnTo>
                  <a:pt x="3424932" y="1174644"/>
                </a:lnTo>
                <a:close/>
                <a:lnTo>
                  <a:pt x="3433992" y="1187599"/>
                </a:lnTo>
                <a:close/>
                <a:lnTo>
                  <a:pt x="3443053" y="980881"/>
                </a:lnTo>
                <a:close/>
                <a:lnTo>
                  <a:pt x="3452114" y="1322795"/>
                </a:lnTo>
                <a:close/>
                <a:lnTo>
                  <a:pt x="3461174" y="1218420"/>
                </a:lnTo>
                <a:close/>
                <a:lnTo>
                  <a:pt x="3470235" y="775775"/>
                </a:lnTo>
                <a:close/>
                <a:lnTo>
                  <a:pt x="3479296" y="969973"/>
                </a:lnTo>
                <a:close/>
                <a:lnTo>
                  <a:pt x="3497417" y="929742"/>
                </a:lnTo>
                <a:close/>
                <a:lnTo>
                  <a:pt x="3506478" y="1056728"/>
                </a:lnTo>
                <a:close/>
                <a:lnTo>
                  <a:pt x="3515538" y="993398"/>
                </a:lnTo>
                <a:close/>
                <a:lnTo>
                  <a:pt x="3524599" y="1060596"/>
                </a:lnTo>
                <a:close/>
                <a:lnTo>
                  <a:pt x="3542720" y="940582"/>
                </a:lnTo>
                <a:close/>
                <a:lnTo>
                  <a:pt x="3551781" y="1018249"/>
                </a:lnTo>
                <a:close/>
                <a:lnTo>
                  <a:pt x="3560842" y="989939"/>
                </a:lnTo>
                <a:close/>
                <a:lnTo>
                  <a:pt x="3569902" y="1020738"/>
                </a:lnTo>
                <a:close/>
                <a:lnTo>
                  <a:pt x="3578963" y="1083732"/>
                </a:lnTo>
                <a:close/>
                <a:lnTo>
                  <a:pt x="3588024" y="832477"/>
                </a:lnTo>
                <a:close/>
                <a:lnTo>
                  <a:pt x="3597084" y="1058171"/>
                </a:lnTo>
                <a:close/>
                <a:lnTo>
                  <a:pt x="3606145" y="925813"/>
                </a:lnTo>
                <a:close/>
                <a:lnTo>
                  <a:pt x="3615206" y="1133704"/>
                </a:lnTo>
                <a:close/>
                <a:lnTo>
                  <a:pt x="3624266" y="1060174"/>
                </a:lnTo>
                <a:close/>
                <a:lnTo>
                  <a:pt x="3633327" y="895352"/>
                </a:lnTo>
                <a:close/>
                <a:lnTo>
                  <a:pt x="3642388" y="997528"/>
                </a:lnTo>
                <a:close/>
                <a:lnTo>
                  <a:pt x="3651448" y="1034907"/>
                </a:lnTo>
                <a:close/>
                <a:lnTo>
                  <a:pt x="3660509" y="1101193"/>
                </a:lnTo>
                <a:close/>
                <a:lnTo>
                  <a:pt x="3669570" y="899601"/>
                </a:lnTo>
                <a:close/>
                <a:lnTo>
                  <a:pt x="3678630" y="1191320"/>
                </a:lnTo>
                <a:close/>
                <a:lnTo>
                  <a:pt x="3687691" y="937851"/>
                </a:lnTo>
                <a:close/>
                <a:lnTo>
                  <a:pt x="3696752" y="818854"/>
                </a:lnTo>
                <a:close/>
                <a:lnTo>
                  <a:pt x="3705812" y="900836"/>
                </a:lnTo>
                <a:close/>
                <a:lnTo>
                  <a:pt x="3714873" y="1165142"/>
                </a:lnTo>
                <a:close/>
                <a:lnTo>
                  <a:pt x="3723934" y="747056"/>
                </a:lnTo>
                <a:close/>
                <a:lnTo>
                  <a:pt x="3732994" y="968266"/>
                </a:lnTo>
                <a:close/>
                <a:lnTo>
                  <a:pt x="3742055" y="953745"/>
                </a:lnTo>
                <a:close/>
                <a:lnTo>
                  <a:pt x="3751116" y="813159"/>
                </a:lnTo>
                <a:close/>
                <a:lnTo>
                  <a:pt x="3760176" y="1134328"/>
                </a:lnTo>
                <a:close/>
                <a:lnTo>
                  <a:pt x="3769237" y="854736"/>
                </a:lnTo>
                <a:close/>
                <a:lnTo>
                  <a:pt x="3778298" y="943441"/>
                </a:lnTo>
                <a:close/>
                <a:lnTo>
                  <a:pt x="3787358" y="812598"/>
                </a:lnTo>
                <a:close/>
                <a:lnTo>
                  <a:pt x="3796419" y="813159"/>
                </a:lnTo>
                <a:close/>
                <a:lnTo>
                  <a:pt x="3805480" y="1158462"/>
                </a:lnTo>
                <a:close/>
                <a:lnTo>
                  <a:pt x="3814540" y="846085"/>
                </a:lnTo>
                <a:close/>
                <a:lnTo>
                  <a:pt x="3823601" y="747253"/>
                </a:lnTo>
                <a:close/>
                <a:lnTo>
                  <a:pt x="3832662" y="627439"/>
                </a:lnTo>
                <a:close/>
                <a:lnTo>
                  <a:pt x="3841722" y="1064887"/>
                </a:lnTo>
                <a:close/>
                <a:lnTo>
                  <a:pt x="3850783" y="593925"/>
                </a:lnTo>
                <a:close/>
                <a:lnTo>
                  <a:pt x="3859844" y="1028035"/>
                </a:lnTo>
                <a:close/>
                <a:lnTo>
                  <a:pt x="3868904" y="620506"/>
                </a:lnTo>
                <a:close/>
                <a:lnTo>
                  <a:pt x="3877965" y="660437"/>
                </a:lnTo>
                <a:close/>
                <a:lnTo>
                  <a:pt x="3887026" y="546453"/>
                </a:lnTo>
                <a:close/>
                <a:lnTo>
                  <a:pt x="3896086" y="493080"/>
                </a:lnTo>
                <a:close/>
                <a:lnTo>
                  <a:pt x="3905147" y="747228"/>
                </a:lnTo>
                <a:close/>
                <a:lnTo>
                  <a:pt x="3914208" y="703031"/>
                </a:lnTo>
                <a:close/>
                <a:lnTo>
                  <a:pt x="3923268" y="237838"/>
                </a:lnTo>
                <a:close/>
                <a:lnTo>
                  <a:pt x="3932329" y="0"/>
                </a:lnTo>
                <a:close/>
                <a:lnTo>
                  <a:pt x="3932329" y="0"/>
                </a:lnTo>
                <a:close/>
              </a:path>
            </a:pathLst>
          </a:custGeom>
          <a:noFill/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5551046" y="2886428"/>
            <a:ext cx="4325561" cy="0"/>
          </a:xfrm>
          <a:custGeom>
            <a:avLst/>
            <a:gdLst/>
            <a:ahLst/>
            <a:cxnLst/>
            <a:rect l="l" t="t" r="r" b="b"/>
            <a:pathLst>
              <a:path w="4325561" h="0">
                <a:moveTo>
                  <a:pt x="0" y="0"/>
                </a:moveTo>
                <a:lnTo>
                  <a:pt x="4325561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5551046" y="603504"/>
            <a:ext cx="0" cy="2999740"/>
          </a:xfrm>
          <a:custGeom>
            <a:avLst/>
            <a:gdLst/>
            <a:ahLst/>
            <a:cxnLst/>
            <a:rect l="l" t="t" r="r" b="b"/>
            <a:pathLst>
              <a:path w="0" h="2999740">
                <a:moveTo>
                  <a:pt x="0" y="29997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5551046" y="3603244"/>
            <a:ext cx="4325561" cy="0"/>
          </a:xfrm>
          <a:custGeom>
            <a:avLst/>
            <a:gdLst/>
            <a:ahLst/>
            <a:cxnLst/>
            <a:rect l="l" t="t" r="r" b="b"/>
            <a:pathLst>
              <a:path w="4325561" h="0">
                <a:moveTo>
                  <a:pt x="0" y="0"/>
                </a:moveTo>
                <a:lnTo>
                  <a:pt x="432556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6741265" y="406654"/>
            <a:ext cx="25095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Predictive interval coverage</a:t>
            </a:r>
          </a:p>
        </p:txBody>
      </p:sp>
      <p:sp>
        <p:nvSpPr>
          <p:cNvPr id="947" name="Freeform 946"/>
          <p:cNvSpPr/>
          <p:nvPr/>
        </p:nvSpPr>
        <p:spPr>
          <a:xfrm>
            <a:off x="5601846" y="654304"/>
            <a:ext cx="1309306" cy="626999"/>
          </a:xfrm>
          <a:custGeom>
            <a:avLst/>
            <a:gdLst/>
            <a:ahLst/>
            <a:cxnLst/>
            <a:rect l="l" t="t" r="r" b="b"/>
            <a:pathLst>
              <a:path w="1309306" h="626999">
                <a:moveTo>
                  <a:pt x="20320" y="626999"/>
                </a:moveTo>
                <a:lnTo>
                  <a:pt x="1288986" y="626999"/>
                </a:lnTo>
                <a:close/>
                <a:lnTo>
                  <a:pt x="1304226" y="621919"/>
                </a:lnTo>
                <a:close/>
                <a:lnTo>
                  <a:pt x="1309306" y="606679"/>
                </a:lnTo>
                <a:close/>
                <a:lnTo>
                  <a:pt x="1309306" y="20320"/>
                </a:lnTo>
                <a:close/>
                <a:lnTo>
                  <a:pt x="1304226" y="5080"/>
                </a:lnTo>
                <a:close/>
                <a:lnTo>
                  <a:pt x="1288986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606679"/>
                </a:lnTo>
                <a:close/>
                <a:lnTo>
                  <a:pt x="5080" y="621919"/>
                </a:lnTo>
                <a:close/>
                <a:lnTo>
                  <a:pt x="20320" y="626999"/>
                </a:lnTo>
                <a:close/>
                <a:lnTo>
                  <a:pt x="20320" y="62699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5642486" y="701024"/>
            <a:ext cx="203200" cy="71120"/>
          </a:xfrm>
          <a:prstGeom prst="rect">
            <a:avLst/>
          </a:pr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5926966" y="670544"/>
            <a:ext cx="11988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90% pred. interval</a:t>
            </a:r>
          </a:p>
        </p:txBody>
      </p:sp>
      <p:sp>
        <p:nvSpPr>
          <p:cNvPr id="950" name="Freeform 949"/>
          <p:cNvSpPr/>
          <p:nvPr/>
        </p:nvSpPr>
        <p:spPr>
          <a:xfrm>
            <a:off x="5642486" y="885714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TextBox 950"/>
          <p:cNvSpPr txBox="1"/>
          <p:nvPr/>
        </p:nvSpPr>
        <p:spPr>
          <a:xfrm>
            <a:off x="5926966" y="819674"/>
            <a:ext cx="9550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Predicted mean</a:t>
            </a:r>
          </a:p>
        </p:txBody>
      </p:sp>
      <p:sp>
        <p:nvSpPr>
          <p:cNvPr id="952" name="Freeform 951"/>
          <p:cNvSpPr/>
          <p:nvPr/>
        </p:nvSpPr>
        <p:spPr>
          <a:xfrm>
            <a:off x="5728532" y="10281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926966" y="968804"/>
            <a:ext cx="7112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True value</a:t>
            </a:r>
          </a:p>
        </p:txBody>
      </p:sp>
      <p:sp>
        <p:nvSpPr>
          <p:cNvPr id="954" name="Freeform 953"/>
          <p:cNvSpPr/>
          <p:nvPr/>
        </p:nvSpPr>
        <p:spPr>
          <a:xfrm>
            <a:off x="5642486" y="1183973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5926966" y="1117933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4273191" y="903478"/>
            <a:ext cx="119990" cy="2399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4393180" y="303658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4482080" y="295783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959" name="Freeform 958"/>
          <p:cNvSpPr/>
          <p:nvPr/>
        </p:nvSpPr>
        <p:spPr>
          <a:xfrm>
            <a:off x="4393180" y="25271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4482080" y="244839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61" name="Freeform 960"/>
          <p:cNvSpPr/>
          <p:nvPr/>
        </p:nvSpPr>
        <p:spPr>
          <a:xfrm>
            <a:off x="4393180" y="20177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TextBox 961"/>
          <p:cNvSpPr txBox="1"/>
          <p:nvPr/>
        </p:nvSpPr>
        <p:spPr>
          <a:xfrm>
            <a:off x="4482080" y="193896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63" name="Freeform 962"/>
          <p:cNvSpPr/>
          <p:nvPr/>
        </p:nvSpPr>
        <p:spPr>
          <a:xfrm>
            <a:off x="4393180" y="15082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4482080" y="142952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965" name="Freeform 964"/>
          <p:cNvSpPr/>
          <p:nvPr/>
        </p:nvSpPr>
        <p:spPr>
          <a:xfrm>
            <a:off x="4393180" y="9988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TextBox 965"/>
          <p:cNvSpPr txBox="1"/>
          <p:nvPr/>
        </p:nvSpPr>
        <p:spPr>
          <a:xfrm>
            <a:off x="4482080" y="92008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967" name="TextBox 966"/>
          <p:cNvSpPr txBox="1"/>
          <p:nvPr/>
        </p:nvSpPr>
        <p:spPr>
          <a:xfrm rot="16200000">
            <a:off x="4695488" y="1878703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Predicted σ (MPa)</a:t>
            </a:r>
          </a:p>
        </p:txBody>
      </p:sp>
      <p:sp>
        <p:nvSpPr>
          <p:cNvPr id="968" name="Freeform 967"/>
          <p:cNvSpPr/>
          <p:nvPr/>
        </p:nvSpPr>
        <p:spPr>
          <a:xfrm>
            <a:off x="4273191" y="903478"/>
            <a:ext cx="119989" cy="2399792"/>
          </a:xfrm>
          <a:custGeom>
            <a:avLst/>
            <a:gdLst/>
            <a:ahLst/>
            <a:cxnLst/>
            <a:rect l="l" t="t" r="r" b="b"/>
            <a:pathLst>
              <a:path w="119989" h="2399792">
                <a:moveTo>
                  <a:pt x="0" y="2399792"/>
                </a:moveTo>
                <a:lnTo>
                  <a:pt x="59995" y="2399792"/>
                </a:lnTo>
                <a:close/>
                <a:lnTo>
                  <a:pt x="119989" y="2399792"/>
                </a:lnTo>
                <a:close/>
                <a:lnTo>
                  <a:pt x="119989" y="0"/>
                </a:lnTo>
                <a:close/>
                <a:lnTo>
                  <a:pt x="59995" y="0"/>
                </a:lnTo>
                <a:close/>
                <a:lnTo>
                  <a:pt x="0" y="0"/>
                </a:lnTo>
                <a:close/>
                <a:lnTo>
                  <a:pt x="0" y="2399792"/>
                </a:lnTo>
                <a:close/>
                <a:lnTo>
                  <a:pt x="0" y="2399792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2671743" y="55507"/>
            <a:ext cx="50901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2 (v2) | Parity and heteroscedastic uncertainty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