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269480" cy="4297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6948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14273" y="3619500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14273" y="2680716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938784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814273" y="1741932"/>
            <a:ext cx="963778" cy="1877568"/>
          </a:xfrm>
          <a:custGeom>
            <a:avLst/>
            <a:gdLst/>
            <a:ahLst/>
            <a:cxnLst/>
            <a:rect l="l" t="t" r="r" b="b"/>
            <a:pathLst>
              <a:path w="963778" h="1877568">
                <a:moveTo>
                  <a:pt x="0" y="1877568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814273" y="2948940"/>
            <a:ext cx="963778" cy="670560"/>
          </a:xfrm>
          <a:custGeom>
            <a:avLst/>
            <a:gdLst/>
            <a:ahLst/>
            <a:cxnLst/>
            <a:rect l="l" t="t" r="r" b="b"/>
            <a:pathLst>
              <a:path w="963778" h="670560">
                <a:moveTo>
                  <a:pt x="0" y="0"/>
                </a:moveTo>
                <a:lnTo>
                  <a:pt x="963778" y="67056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814273" y="2680716"/>
            <a:ext cx="963778" cy="268224"/>
          </a:xfrm>
          <a:custGeom>
            <a:avLst/>
            <a:gdLst/>
            <a:ahLst/>
            <a:cxnLst/>
            <a:rect l="l" t="t" r="r" b="b"/>
            <a:pathLst>
              <a:path w="963778" h="268224">
                <a:moveTo>
                  <a:pt x="0" y="268224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814273" y="1741932"/>
            <a:ext cx="963778" cy="1207008"/>
          </a:xfrm>
          <a:custGeom>
            <a:avLst/>
            <a:gdLst/>
            <a:ahLst/>
            <a:cxnLst/>
            <a:rect l="l" t="t" r="r" b="b"/>
            <a:pathLst>
              <a:path w="963778" h="1207008">
                <a:moveTo>
                  <a:pt x="0" y="1207008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814273" y="2278380"/>
            <a:ext cx="963778" cy="1341120"/>
          </a:xfrm>
          <a:custGeom>
            <a:avLst/>
            <a:gdLst/>
            <a:ahLst/>
            <a:cxnLst/>
            <a:rect l="l" t="t" r="r" b="b"/>
            <a:pathLst>
              <a:path w="963778" h="1341120">
                <a:moveTo>
                  <a:pt x="0" y="0"/>
                </a:moveTo>
                <a:lnTo>
                  <a:pt x="963778" y="134112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814273" y="2278380"/>
            <a:ext cx="963778" cy="402336"/>
          </a:xfrm>
          <a:custGeom>
            <a:avLst/>
            <a:gdLst/>
            <a:ahLst/>
            <a:cxnLst/>
            <a:rect l="l" t="t" r="r" b="b"/>
            <a:pathLst>
              <a:path w="963778" h="402336">
                <a:moveTo>
                  <a:pt x="0" y="0"/>
                </a:moveTo>
                <a:lnTo>
                  <a:pt x="963778" y="402336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814273" y="1741932"/>
            <a:ext cx="963778" cy="536448"/>
          </a:xfrm>
          <a:custGeom>
            <a:avLst/>
            <a:gdLst/>
            <a:ahLst/>
            <a:cxnLst/>
            <a:rect l="l" t="t" r="r" b="b"/>
            <a:pathLst>
              <a:path w="963778" h="536448">
                <a:moveTo>
                  <a:pt x="0" y="536448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14273" y="1607820"/>
            <a:ext cx="963778" cy="2011680"/>
          </a:xfrm>
          <a:custGeom>
            <a:avLst/>
            <a:gdLst/>
            <a:ahLst/>
            <a:cxnLst/>
            <a:rect l="l" t="t" r="r" b="b"/>
            <a:pathLst>
              <a:path w="963778" h="2011680">
                <a:moveTo>
                  <a:pt x="0" y="0"/>
                </a:moveTo>
                <a:lnTo>
                  <a:pt x="963778" y="201168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14273" y="1607820"/>
            <a:ext cx="963778" cy="1072896"/>
          </a:xfrm>
          <a:custGeom>
            <a:avLst/>
            <a:gdLst/>
            <a:ahLst/>
            <a:cxnLst/>
            <a:rect l="l" t="t" r="r" b="b"/>
            <a:pathLst>
              <a:path w="963778" h="1072896">
                <a:moveTo>
                  <a:pt x="0" y="0"/>
                </a:moveTo>
                <a:lnTo>
                  <a:pt x="963778" y="1072896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14273" y="1607820"/>
            <a:ext cx="963778" cy="134112"/>
          </a:xfrm>
          <a:custGeom>
            <a:avLst/>
            <a:gdLst/>
            <a:ahLst/>
            <a:cxnLst/>
            <a:rect l="l" t="t" r="r" b="b"/>
            <a:pathLst>
              <a:path w="963778" h="134112">
                <a:moveTo>
                  <a:pt x="0" y="0"/>
                </a:moveTo>
                <a:lnTo>
                  <a:pt x="963778" y="134112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89861" y="3619500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089861" y="2680716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938784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089861" y="1741932"/>
            <a:ext cx="963778" cy="1877568"/>
          </a:xfrm>
          <a:custGeom>
            <a:avLst/>
            <a:gdLst/>
            <a:ahLst/>
            <a:cxnLst/>
            <a:rect l="l" t="t" r="r" b="b"/>
            <a:pathLst>
              <a:path w="963778" h="1877568">
                <a:moveTo>
                  <a:pt x="0" y="1877568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089861" y="2680716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0"/>
                </a:moveTo>
                <a:lnTo>
                  <a:pt x="963778" y="938784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089861" y="2680716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089861" y="1741932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938784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089861" y="1741932"/>
            <a:ext cx="963778" cy="1877568"/>
          </a:xfrm>
          <a:custGeom>
            <a:avLst/>
            <a:gdLst/>
            <a:ahLst/>
            <a:cxnLst/>
            <a:rect l="l" t="t" r="r" b="b"/>
            <a:pathLst>
              <a:path w="963778" h="1877568">
                <a:moveTo>
                  <a:pt x="0" y="0"/>
                </a:moveTo>
                <a:lnTo>
                  <a:pt x="963778" y="1877568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089861" y="1741932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0"/>
                </a:moveTo>
                <a:lnTo>
                  <a:pt x="963778" y="938784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089861" y="1741932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365449" y="3619500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3365449" y="2680716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938784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3365449" y="1741932"/>
            <a:ext cx="963778" cy="1877568"/>
          </a:xfrm>
          <a:custGeom>
            <a:avLst/>
            <a:gdLst/>
            <a:ahLst/>
            <a:cxnLst/>
            <a:rect l="l" t="t" r="r" b="b"/>
            <a:pathLst>
              <a:path w="963778" h="1877568">
                <a:moveTo>
                  <a:pt x="0" y="1877568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365449" y="2680716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0"/>
                </a:moveTo>
                <a:lnTo>
                  <a:pt x="963778" y="938784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365449" y="2680716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365449" y="1741932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938784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365449" y="1741932"/>
            <a:ext cx="963778" cy="1877568"/>
          </a:xfrm>
          <a:custGeom>
            <a:avLst/>
            <a:gdLst/>
            <a:ahLst/>
            <a:cxnLst/>
            <a:rect l="l" t="t" r="r" b="b"/>
            <a:pathLst>
              <a:path w="963778" h="1877568">
                <a:moveTo>
                  <a:pt x="0" y="0"/>
                </a:moveTo>
                <a:lnTo>
                  <a:pt x="963778" y="1877568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365449" y="1741932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0"/>
                </a:moveTo>
                <a:lnTo>
                  <a:pt x="963778" y="938784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365449" y="1741932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641037" y="3619500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641037" y="2948940"/>
            <a:ext cx="963778" cy="670560"/>
          </a:xfrm>
          <a:custGeom>
            <a:avLst/>
            <a:gdLst/>
            <a:ahLst/>
            <a:cxnLst/>
            <a:rect l="l" t="t" r="r" b="b"/>
            <a:pathLst>
              <a:path w="963778" h="670560">
                <a:moveTo>
                  <a:pt x="0" y="67056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641037" y="2278380"/>
            <a:ext cx="963778" cy="1341120"/>
          </a:xfrm>
          <a:custGeom>
            <a:avLst/>
            <a:gdLst/>
            <a:ahLst/>
            <a:cxnLst/>
            <a:rect l="l" t="t" r="r" b="b"/>
            <a:pathLst>
              <a:path w="963778" h="1341120">
                <a:moveTo>
                  <a:pt x="0" y="134112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641037" y="1607820"/>
            <a:ext cx="963778" cy="2011680"/>
          </a:xfrm>
          <a:custGeom>
            <a:avLst/>
            <a:gdLst/>
            <a:ahLst/>
            <a:cxnLst/>
            <a:rect l="l" t="t" r="r" b="b"/>
            <a:pathLst>
              <a:path w="963778" h="2011680">
                <a:moveTo>
                  <a:pt x="0" y="201168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641037" y="2680716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0"/>
                </a:moveTo>
                <a:lnTo>
                  <a:pt x="963778" y="938784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4641037" y="2680716"/>
            <a:ext cx="963778" cy="268224"/>
          </a:xfrm>
          <a:custGeom>
            <a:avLst/>
            <a:gdLst/>
            <a:ahLst/>
            <a:cxnLst/>
            <a:rect l="l" t="t" r="r" b="b"/>
            <a:pathLst>
              <a:path w="963778" h="268224">
                <a:moveTo>
                  <a:pt x="0" y="0"/>
                </a:moveTo>
                <a:lnTo>
                  <a:pt x="963778" y="268224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641037" y="2278380"/>
            <a:ext cx="963778" cy="402336"/>
          </a:xfrm>
          <a:custGeom>
            <a:avLst/>
            <a:gdLst/>
            <a:ahLst/>
            <a:cxnLst/>
            <a:rect l="l" t="t" r="r" b="b"/>
            <a:pathLst>
              <a:path w="963778" h="402336">
                <a:moveTo>
                  <a:pt x="0" y="402336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4641037" y="1607820"/>
            <a:ext cx="963778" cy="1072896"/>
          </a:xfrm>
          <a:custGeom>
            <a:avLst/>
            <a:gdLst/>
            <a:ahLst/>
            <a:cxnLst/>
            <a:rect l="l" t="t" r="r" b="b"/>
            <a:pathLst>
              <a:path w="963778" h="1072896">
                <a:moveTo>
                  <a:pt x="0" y="1072896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641037" y="1741932"/>
            <a:ext cx="963778" cy="1877568"/>
          </a:xfrm>
          <a:custGeom>
            <a:avLst/>
            <a:gdLst/>
            <a:ahLst/>
            <a:cxnLst/>
            <a:rect l="l" t="t" r="r" b="b"/>
            <a:pathLst>
              <a:path w="963778" h="1877568">
                <a:moveTo>
                  <a:pt x="0" y="0"/>
                </a:moveTo>
                <a:lnTo>
                  <a:pt x="963778" y="1877568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4641037" y="1741932"/>
            <a:ext cx="963778" cy="1207008"/>
          </a:xfrm>
          <a:custGeom>
            <a:avLst/>
            <a:gdLst/>
            <a:ahLst/>
            <a:cxnLst/>
            <a:rect l="l" t="t" r="r" b="b"/>
            <a:pathLst>
              <a:path w="963778" h="1207008">
                <a:moveTo>
                  <a:pt x="0" y="0"/>
                </a:moveTo>
                <a:lnTo>
                  <a:pt x="963778" y="1207008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4641037" y="1741932"/>
            <a:ext cx="963778" cy="536448"/>
          </a:xfrm>
          <a:custGeom>
            <a:avLst/>
            <a:gdLst/>
            <a:ahLst/>
            <a:cxnLst/>
            <a:rect l="l" t="t" r="r" b="b"/>
            <a:pathLst>
              <a:path w="963778" h="536448">
                <a:moveTo>
                  <a:pt x="0" y="0"/>
                </a:moveTo>
                <a:lnTo>
                  <a:pt x="963778" y="536448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4641037" y="1607820"/>
            <a:ext cx="963778" cy="134112"/>
          </a:xfrm>
          <a:custGeom>
            <a:avLst/>
            <a:gdLst/>
            <a:ahLst/>
            <a:cxnLst/>
            <a:rect l="l" t="t" r="r" b="b"/>
            <a:pathLst>
              <a:path w="963778" h="134112">
                <a:moveTo>
                  <a:pt x="0" y="134112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5916625" y="3619500"/>
            <a:ext cx="538582" cy="0"/>
          </a:xfrm>
          <a:custGeom>
            <a:avLst/>
            <a:gdLst/>
            <a:ahLst/>
            <a:cxnLst/>
            <a:rect l="l" t="t" r="r" b="b"/>
            <a:pathLst>
              <a:path w="538582" h="0">
                <a:moveTo>
                  <a:pt x="0" y="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5916625" y="2948940"/>
            <a:ext cx="538582" cy="670560"/>
          </a:xfrm>
          <a:custGeom>
            <a:avLst/>
            <a:gdLst/>
            <a:ahLst/>
            <a:cxnLst/>
            <a:rect l="l" t="t" r="r" b="b"/>
            <a:pathLst>
              <a:path w="538582" h="670560">
                <a:moveTo>
                  <a:pt x="0" y="67056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5916625" y="2278380"/>
            <a:ext cx="538582" cy="1341120"/>
          </a:xfrm>
          <a:custGeom>
            <a:avLst/>
            <a:gdLst/>
            <a:ahLst/>
            <a:cxnLst/>
            <a:rect l="l" t="t" r="r" b="b"/>
            <a:pathLst>
              <a:path w="538582" h="1341120">
                <a:moveTo>
                  <a:pt x="0" y="134112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916625" y="1607820"/>
            <a:ext cx="538582" cy="2011680"/>
          </a:xfrm>
          <a:custGeom>
            <a:avLst/>
            <a:gdLst/>
            <a:ahLst/>
            <a:cxnLst/>
            <a:rect l="l" t="t" r="r" b="b"/>
            <a:pathLst>
              <a:path w="538582" h="2011680">
                <a:moveTo>
                  <a:pt x="0" y="201168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5916625" y="2948940"/>
            <a:ext cx="538582" cy="670560"/>
          </a:xfrm>
          <a:custGeom>
            <a:avLst/>
            <a:gdLst/>
            <a:ahLst/>
            <a:cxnLst/>
            <a:rect l="l" t="t" r="r" b="b"/>
            <a:pathLst>
              <a:path w="538582" h="670560">
                <a:moveTo>
                  <a:pt x="0" y="0"/>
                </a:moveTo>
                <a:lnTo>
                  <a:pt x="538582" y="67056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916625" y="2948940"/>
            <a:ext cx="538582" cy="0"/>
          </a:xfrm>
          <a:custGeom>
            <a:avLst/>
            <a:gdLst/>
            <a:ahLst/>
            <a:cxnLst/>
            <a:rect l="l" t="t" r="r" b="b"/>
            <a:pathLst>
              <a:path w="538582" h="0">
                <a:moveTo>
                  <a:pt x="0" y="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5916625" y="2278380"/>
            <a:ext cx="538582" cy="670560"/>
          </a:xfrm>
          <a:custGeom>
            <a:avLst/>
            <a:gdLst/>
            <a:ahLst/>
            <a:cxnLst/>
            <a:rect l="l" t="t" r="r" b="b"/>
            <a:pathLst>
              <a:path w="538582" h="670560">
                <a:moveTo>
                  <a:pt x="0" y="67056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5916625" y="1607820"/>
            <a:ext cx="538582" cy="1341120"/>
          </a:xfrm>
          <a:custGeom>
            <a:avLst/>
            <a:gdLst/>
            <a:ahLst/>
            <a:cxnLst/>
            <a:rect l="l" t="t" r="r" b="b"/>
            <a:pathLst>
              <a:path w="538582" h="1341120">
                <a:moveTo>
                  <a:pt x="0" y="134112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916625" y="2278380"/>
            <a:ext cx="538582" cy="1341120"/>
          </a:xfrm>
          <a:custGeom>
            <a:avLst/>
            <a:gdLst/>
            <a:ahLst/>
            <a:cxnLst/>
            <a:rect l="l" t="t" r="r" b="b"/>
            <a:pathLst>
              <a:path w="538582" h="1341120">
                <a:moveTo>
                  <a:pt x="0" y="0"/>
                </a:moveTo>
                <a:lnTo>
                  <a:pt x="538582" y="134112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5916625" y="2278380"/>
            <a:ext cx="538582" cy="670560"/>
          </a:xfrm>
          <a:custGeom>
            <a:avLst/>
            <a:gdLst/>
            <a:ahLst/>
            <a:cxnLst/>
            <a:rect l="l" t="t" r="r" b="b"/>
            <a:pathLst>
              <a:path w="538582" h="670560">
                <a:moveTo>
                  <a:pt x="0" y="0"/>
                </a:moveTo>
                <a:lnTo>
                  <a:pt x="538582" y="67056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5916625" y="2278380"/>
            <a:ext cx="538582" cy="0"/>
          </a:xfrm>
          <a:custGeom>
            <a:avLst/>
            <a:gdLst/>
            <a:ahLst/>
            <a:cxnLst/>
            <a:rect l="l" t="t" r="r" b="b"/>
            <a:pathLst>
              <a:path w="538582" h="0">
                <a:moveTo>
                  <a:pt x="0" y="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5916625" y="1607820"/>
            <a:ext cx="538582" cy="670560"/>
          </a:xfrm>
          <a:custGeom>
            <a:avLst/>
            <a:gdLst/>
            <a:ahLst/>
            <a:cxnLst/>
            <a:rect l="l" t="t" r="r" b="b"/>
            <a:pathLst>
              <a:path w="538582" h="670560">
                <a:moveTo>
                  <a:pt x="0" y="67056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5916625" y="1607820"/>
            <a:ext cx="538582" cy="2011680"/>
          </a:xfrm>
          <a:custGeom>
            <a:avLst/>
            <a:gdLst/>
            <a:ahLst/>
            <a:cxnLst/>
            <a:rect l="l" t="t" r="r" b="b"/>
            <a:pathLst>
              <a:path w="538582" h="2011680">
                <a:moveTo>
                  <a:pt x="0" y="0"/>
                </a:moveTo>
                <a:lnTo>
                  <a:pt x="538582" y="201168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5916625" y="1607820"/>
            <a:ext cx="538582" cy="1341120"/>
          </a:xfrm>
          <a:custGeom>
            <a:avLst/>
            <a:gdLst/>
            <a:ahLst/>
            <a:cxnLst/>
            <a:rect l="l" t="t" r="r" b="b"/>
            <a:pathLst>
              <a:path w="538582" h="1341120">
                <a:moveTo>
                  <a:pt x="0" y="0"/>
                </a:moveTo>
                <a:lnTo>
                  <a:pt x="538582" y="134112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5916625" y="1607820"/>
            <a:ext cx="538582" cy="670560"/>
          </a:xfrm>
          <a:custGeom>
            <a:avLst/>
            <a:gdLst/>
            <a:ahLst/>
            <a:cxnLst/>
            <a:rect l="l" t="t" r="r" b="b"/>
            <a:pathLst>
              <a:path w="538582" h="670560">
                <a:moveTo>
                  <a:pt x="0" y="0"/>
                </a:moveTo>
                <a:lnTo>
                  <a:pt x="538582" y="67056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5916625" y="1607820"/>
            <a:ext cx="538582" cy="0"/>
          </a:xfrm>
          <a:custGeom>
            <a:avLst/>
            <a:gdLst/>
            <a:ahLst/>
            <a:cxnLst/>
            <a:rect l="l" t="t" r="r" b="b"/>
            <a:pathLst>
              <a:path w="538582" h="0">
                <a:moveTo>
                  <a:pt x="0" y="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6828" y="3902859"/>
            <a:ext cx="4064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05221" y="3902859"/>
            <a:ext cx="5892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Hidden 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80809" y="4016629"/>
            <a:ext cx="5892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Hidden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56397" y="4016629"/>
            <a:ext cx="5892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Hidden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94122" y="3714496"/>
            <a:ext cx="39116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...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5795" y="3902859"/>
            <a:ext cx="5892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Output 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44514" y="3714496"/>
            <a:ext cx="39116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...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72355" y="3902859"/>
            <a:ext cx="8940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Output log σ²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92246" y="722122"/>
            <a:ext cx="4749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100" b="0" i="1">
                <a:solidFill>
                  <a:srgbClr val="57A773"/>
                </a:solidFill>
                <a:latin typeface="Arial"/>
              </a:rPr>
              <a:t>NLL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76140" y="734822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9B5DE5"/>
                </a:solidFill>
                <a:latin typeface="Arial"/>
              </a:rPr>
              <a:t>mono (Spearman rank)</a:t>
            </a:r>
          </a:p>
        </p:txBody>
      </p:sp>
      <p:sp>
        <p:nvSpPr>
          <p:cNvPr id="71" name="Freeform 70"/>
          <p:cNvSpPr/>
          <p:nvPr/>
        </p:nvSpPr>
        <p:spPr>
          <a:xfrm>
            <a:off x="4651466" y="868188"/>
            <a:ext cx="1068148" cy="276368"/>
          </a:xfrm>
          <a:custGeom>
            <a:avLst/>
            <a:gdLst/>
            <a:ahLst/>
            <a:cxnLst/>
            <a:rect l="l" t="t" r="r" b="b"/>
            <a:pathLst>
              <a:path w="1068148" h="276368">
                <a:moveTo>
                  <a:pt x="0" y="0"/>
                </a:moveTo>
                <a:lnTo>
                  <a:pt x="1068148" y="276368"/>
                </a:lnTo>
                <a:close/>
              </a:path>
            </a:pathLst>
          </a:custGeom>
          <a:noFill/>
          <a:ln w="1524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664071" y="1107241"/>
            <a:ext cx="55543" cy="49181"/>
          </a:xfrm>
          <a:custGeom>
            <a:avLst/>
            <a:gdLst/>
            <a:ahLst/>
            <a:cxnLst/>
            <a:rect l="l" t="t" r="r" b="b"/>
            <a:pathLst>
              <a:path w="55543" h="49181">
                <a:moveTo>
                  <a:pt x="12725" y="0"/>
                </a:moveTo>
                <a:lnTo>
                  <a:pt x="55543" y="37315"/>
                </a:lnTo>
                <a:close/>
                <a:lnTo>
                  <a:pt x="0" y="49181"/>
                </a:lnTo>
                <a:close/>
                <a:lnTo>
                  <a:pt x="12725" y="0"/>
                </a:lnTo>
                <a:close/>
              </a:path>
            </a:pathLst>
          </a:custGeom>
          <a:solidFill>
            <a:srgbClr val="9B5DE5"/>
          </a:solidFill>
          <a:ln w="1524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502463" y="34904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502463" y="315513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502463" y="28198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502463" y="248457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502463" y="214929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502463" y="18140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502463" y="147873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502463" y="11434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778051" y="34904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778051" y="3021025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778051" y="2551633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778051" y="2082241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778051" y="1612849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1778051" y="11434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3053639" y="34904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3053639" y="3021025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3053639" y="2551633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3053639" y="2082241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053639" y="1612849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3053639" y="11434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4329227" y="34904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4329227" y="3021025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4329227" y="2551633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329227" y="2082241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4329227" y="1612849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4329227" y="11434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5604815" y="34904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5604815" y="315513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5604815" y="28198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5604815" y="248457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5604815" y="214929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5604815" y="18140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5604815" y="147873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5604815" y="11434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6455207" y="34904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6455207" y="315513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6455207" y="28198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6455207" y="248457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6455207" y="214929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455207" y="18140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6455207" y="147873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55207" y="11434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535287" y="55507"/>
            <a:ext cx="417576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A7 | HeteroMLP architecture schematic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