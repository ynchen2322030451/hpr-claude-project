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559260" cy="708448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559260" cy="70844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1266" y="1042416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10566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2284" y="2134094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" name="Freeform 5"/>
          <p:cNvSpPr/>
          <p:nvPr/>
        </p:nvSpPr>
        <p:spPr>
          <a:xfrm>
            <a:off x="908481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3637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8" name="Freeform 7"/>
          <p:cNvSpPr/>
          <p:nvPr/>
        </p:nvSpPr>
        <p:spPr>
          <a:xfrm>
            <a:off x="1206396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1552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10" name="Freeform 9"/>
          <p:cNvSpPr/>
          <p:nvPr/>
        </p:nvSpPr>
        <p:spPr>
          <a:xfrm>
            <a:off x="1504311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9467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12" name="Freeform 11"/>
          <p:cNvSpPr/>
          <p:nvPr/>
        </p:nvSpPr>
        <p:spPr>
          <a:xfrm>
            <a:off x="1802227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7383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14" name="Freeform 13"/>
          <p:cNvSpPr/>
          <p:nvPr/>
        </p:nvSpPr>
        <p:spPr>
          <a:xfrm>
            <a:off x="2100142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87017" y="2134094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16" name="Freeform 15"/>
          <p:cNvSpPr/>
          <p:nvPr/>
        </p:nvSpPr>
        <p:spPr>
          <a:xfrm>
            <a:off x="2398057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4932" y="2134094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18" name="Freeform 17"/>
          <p:cNvSpPr/>
          <p:nvPr/>
        </p:nvSpPr>
        <p:spPr>
          <a:xfrm>
            <a:off x="476816" y="204739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0987" y="1992269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1.4</a:t>
            </a:r>
          </a:p>
        </p:txBody>
      </p:sp>
      <p:sp>
        <p:nvSpPr>
          <p:cNvPr id="20" name="Freeform 19"/>
          <p:cNvSpPr/>
          <p:nvPr/>
        </p:nvSpPr>
        <p:spPr>
          <a:xfrm>
            <a:off x="476816" y="180262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0987" y="1747499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sp>
        <p:nvSpPr>
          <p:cNvPr id="22" name="Freeform 21"/>
          <p:cNvSpPr/>
          <p:nvPr/>
        </p:nvSpPr>
        <p:spPr>
          <a:xfrm>
            <a:off x="476816" y="155785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0987" y="1502729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1.6</a:t>
            </a:r>
          </a:p>
        </p:txBody>
      </p:sp>
      <p:sp>
        <p:nvSpPr>
          <p:cNvPr id="24" name="Freeform 23"/>
          <p:cNvSpPr/>
          <p:nvPr/>
        </p:nvSpPr>
        <p:spPr>
          <a:xfrm>
            <a:off x="476816" y="131308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0987" y="1257959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1.7</a:t>
            </a:r>
          </a:p>
        </p:txBody>
      </p:sp>
      <p:sp>
        <p:nvSpPr>
          <p:cNvPr id="26" name="Freeform 25"/>
          <p:cNvSpPr/>
          <p:nvPr/>
        </p:nvSpPr>
        <p:spPr>
          <a:xfrm>
            <a:off x="476816" y="106831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0987" y="1013189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139222" y="1275398"/>
            <a:ext cx="9525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1">
                <a:solidFill>
                  <a:srgbClr val="000000"/>
                </a:solidFill>
                <a:latin typeface="Arial"/>
              </a:rPr>
              <a:t>Eintercept (Pa)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66" y="87731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1e11</a:t>
            </a:r>
          </a:p>
        </p:txBody>
      </p:sp>
      <p:sp>
        <p:nvSpPr>
          <p:cNvPr id="30" name="Freeform 29"/>
          <p:cNvSpPr/>
          <p:nvPr/>
        </p:nvSpPr>
        <p:spPr>
          <a:xfrm>
            <a:off x="610566" y="1088967"/>
            <a:ext cx="1786001" cy="931026"/>
          </a:xfrm>
          <a:custGeom>
            <a:avLst/>
            <a:gdLst/>
            <a:ahLst/>
            <a:cxnLst/>
            <a:rect l="l" t="t" r="r" b="b"/>
            <a:pathLst>
              <a:path w="1786001" h="931026">
                <a:moveTo>
                  <a:pt x="0" y="593937"/>
                </a:moveTo>
                <a:lnTo>
                  <a:pt x="1489" y="564061"/>
                </a:lnTo>
                <a:close/>
                <a:lnTo>
                  <a:pt x="2979" y="712630"/>
                </a:lnTo>
                <a:close/>
                <a:lnTo>
                  <a:pt x="8937" y="396984"/>
                </a:lnTo>
                <a:close/>
                <a:lnTo>
                  <a:pt x="10427" y="396984"/>
                </a:lnTo>
                <a:close/>
                <a:lnTo>
                  <a:pt x="11916" y="586887"/>
                </a:lnTo>
                <a:close/>
                <a:lnTo>
                  <a:pt x="16385" y="368863"/>
                </a:lnTo>
                <a:close/>
                <a:lnTo>
                  <a:pt x="17875" y="414513"/>
                </a:lnTo>
                <a:close/>
                <a:lnTo>
                  <a:pt x="20854" y="156870"/>
                </a:lnTo>
                <a:close/>
                <a:lnTo>
                  <a:pt x="23833" y="91446"/>
                </a:lnTo>
                <a:close/>
                <a:lnTo>
                  <a:pt x="25322" y="103689"/>
                </a:lnTo>
                <a:close/>
                <a:lnTo>
                  <a:pt x="32770" y="683085"/>
                </a:lnTo>
                <a:close/>
                <a:lnTo>
                  <a:pt x="34260" y="636524"/>
                </a:lnTo>
                <a:close/>
                <a:lnTo>
                  <a:pt x="37239" y="483519"/>
                </a:lnTo>
                <a:close/>
                <a:lnTo>
                  <a:pt x="38729" y="546831"/>
                </a:lnTo>
                <a:close/>
                <a:lnTo>
                  <a:pt x="41708" y="343583"/>
                </a:lnTo>
                <a:close/>
                <a:lnTo>
                  <a:pt x="43197" y="379965"/>
                </a:lnTo>
                <a:close/>
                <a:lnTo>
                  <a:pt x="47666" y="653109"/>
                </a:lnTo>
                <a:close/>
                <a:lnTo>
                  <a:pt x="49156" y="443044"/>
                </a:lnTo>
                <a:close/>
                <a:lnTo>
                  <a:pt x="50645" y="433320"/>
                </a:lnTo>
                <a:close/>
                <a:lnTo>
                  <a:pt x="52135" y="345439"/>
                </a:lnTo>
                <a:close/>
                <a:lnTo>
                  <a:pt x="53624" y="439895"/>
                </a:lnTo>
                <a:close/>
                <a:lnTo>
                  <a:pt x="55114" y="419354"/>
                </a:lnTo>
                <a:close/>
                <a:lnTo>
                  <a:pt x="56604" y="571080"/>
                </a:lnTo>
                <a:close/>
                <a:lnTo>
                  <a:pt x="58093" y="577532"/>
                </a:lnTo>
                <a:close/>
                <a:lnTo>
                  <a:pt x="62562" y="483226"/>
                </a:lnTo>
                <a:close/>
                <a:lnTo>
                  <a:pt x="64051" y="491877"/>
                </a:lnTo>
                <a:close/>
                <a:lnTo>
                  <a:pt x="65541" y="226975"/>
                </a:lnTo>
                <a:close/>
                <a:lnTo>
                  <a:pt x="68520" y="406310"/>
                </a:lnTo>
                <a:close/>
                <a:lnTo>
                  <a:pt x="70010" y="288156"/>
                </a:lnTo>
                <a:close/>
                <a:lnTo>
                  <a:pt x="71499" y="438695"/>
                </a:lnTo>
                <a:close/>
                <a:lnTo>
                  <a:pt x="74478" y="357411"/>
                </a:lnTo>
                <a:close/>
                <a:lnTo>
                  <a:pt x="75968" y="586550"/>
                </a:lnTo>
                <a:close/>
                <a:lnTo>
                  <a:pt x="78947" y="498471"/>
                </a:lnTo>
                <a:close/>
                <a:lnTo>
                  <a:pt x="80437" y="519743"/>
                </a:lnTo>
                <a:close/>
                <a:lnTo>
                  <a:pt x="83416" y="411273"/>
                </a:lnTo>
                <a:close/>
                <a:lnTo>
                  <a:pt x="86395" y="469311"/>
                </a:lnTo>
                <a:close/>
                <a:lnTo>
                  <a:pt x="89374" y="665359"/>
                </a:lnTo>
                <a:close/>
                <a:lnTo>
                  <a:pt x="90864" y="603938"/>
                </a:lnTo>
                <a:close/>
                <a:lnTo>
                  <a:pt x="92353" y="397653"/>
                </a:lnTo>
                <a:close/>
                <a:lnTo>
                  <a:pt x="93843" y="404491"/>
                </a:lnTo>
                <a:close/>
                <a:lnTo>
                  <a:pt x="96822" y="576864"/>
                </a:lnTo>
                <a:close/>
                <a:lnTo>
                  <a:pt x="98312" y="598064"/>
                </a:lnTo>
                <a:close/>
                <a:lnTo>
                  <a:pt x="99801" y="508825"/>
                </a:lnTo>
                <a:close/>
                <a:lnTo>
                  <a:pt x="101291" y="512617"/>
                </a:lnTo>
                <a:close/>
                <a:lnTo>
                  <a:pt x="104270" y="552730"/>
                </a:lnTo>
                <a:close/>
                <a:lnTo>
                  <a:pt x="105760" y="544526"/>
                </a:lnTo>
                <a:close/>
                <a:lnTo>
                  <a:pt x="108739" y="624085"/>
                </a:lnTo>
                <a:close/>
                <a:lnTo>
                  <a:pt x="110228" y="617514"/>
                </a:lnTo>
                <a:close/>
                <a:lnTo>
                  <a:pt x="113207" y="385683"/>
                </a:lnTo>
                <a:close/>
                <a:lnTo>
                  <a:pt x="114697" y="394530"/>
                </a:lnTo>
                <a:close/>
                <a:lnTo>
                  <a:pt x="117676" y="286282"/>
                </a:lnTo>
                <a:close/>
                <a:lnTo>
                  <a:pt x="119166" y="462892"/>
                </a:lnTo>
                <a:close/>
                <a:lnTo>
                  <a:pt x="120655" y="430646"/>
                </a:lnTo>
                <a:close/>
                <a:lnTo>
                  <a:pt x="123634" y="781146"/>
                </a:lnTo>
                <a:close/>
                <a:lnTo>
                  <a:pt x="128103" y="488490"/>
                </a:lnTo>
                <a:close/>
                <a:lnTo>
                  <a:pt x="131082" y="708834"/>
                </a:lnTo>
                <a:close/>
                <a:lnTo>
                  <a:pt x="132572" y="736677"/>
                </a:lnTo>
                <a:close/>
                <a:lnTo>
                  <a:pt x="135551" y="593642"/>
                </a:lnTo>
                <a:close/>
                <a:lnTo>
                  <a:pt x="137041" y="560722"/>
                </a:lnTo>
                <a:close/>
                <a:lnTo>
                  <a:pt x="140020" y="484716"/>
                </a:lnTo>
                <a:close/>
                <a:lnTo>
                  <a:pt x="142999" y="538242"/>
                </a:lnTo>
                <a:close/>
                <a:lnTo>
                  <a:pt x="145978" y="363390"/>
                </a:lnTo>
                <a:close/>
                <a:lnTo>
                  <a:pt x="147468" y="434206"/>
                </a:lnTo>
                <a:close/>
                <a:lnTo>
                  <a:pt x="148957" y="323912"/>
                </a:lnTo>
                <a:close/>
                <a:lnTo>
                  <a:pt x="150447" y="386133"/>
                </a:lnTo>
                <a:close/>
                <a:lnTo>
                  <a:pt x="151936" y="282384"/>
                </a:lnTo>
                <a:close/>
                <a:lnTo>
                  <a:pt x="154916" y="311682"/>
                </a:lnTo>
                <a:close/>
                <a:lnTo>
                  <a:pt x="156405" y="418688"/>
                </a:lnTo>
                <a:close/>
                <a:lnTo>
                  <a:pt x="157895" y="402303"/>
                </a:lnTo>
                <a:close/>
                <a:lnTo>
                  <a:pt x="160874" y="572047"/>
                </a:lnTo>
                <a:close/>
                <a:lnTo>
                  <a:pt x="163853" y="310076"/>
                </a:lnTo>
                <a:close/>
                <a:lnTo>
                  <a:pt x="166832" y="439600"/>
                </a:lnTo>
                <a:close/>
                <a:lnTo>
                  <a:pt x="168322" y="352659"/>
                </a:lnTo>
                <a:close/>
                <a:lnTo>
                  <a:pt x="169811" y="405722"/>
                </a:lnTo>
                <a:close/>
                <a:lnTo>
                  <a:pt x="171301" y="405722"/>
                </a:lnTo>
                <a:close/>
                <a:lnTo>
                  <a:pt x="172790" y="451262"/>
                </a:lnTo>
                <a:close/>
                <a:lnTo>
                  <a:pt x="177259" y="344337"/>
                </a:lnTo>
                <a:close/>
                <a:lnTo>
                  <a:pt x="178749" y="460835"/>
                </a:lnTo>
                <a:close/>
                <a:lnTo>
                  <a:pt x="180238" y="282111"/>
                </a:lnTo>
                <a:close/>
                <a:lnTo>
                  <a:pt x="181728" y="350689"/>
                </a:lnTo>
                <a:close/>
                <a:lnTo>
                  <a:pt x="183218" y="170133"/>
                </a:lnTo>
                <a:close/>
                <a:lnTo>
                  <a:pt x="187686" y="579074"/>
                </a:lnTo>
                <a:close/>
                <a:lnTo>
                  <a:pt x="190665" y="281641"/>
                </a:lnTo>
                <a:close/>
                <a:lnTo>
                  <a:pt x="192155" y="411957"/>
                </a:lnTo>
                <a:close/>
                <a:lnTo>
                  <a:pt x="193645" y="343568"/>
                </a:lnTo>
                <a:close/>
                <a:lnTo>
                  <a:pt x="195134" y="519386"/>
                </a:lnTo>
                <a:close/>
                <a:lnTo>
                  <a:pt x="196624" y="373700"/>
                </a:lnTo>
                <a:close/>
                <a:lnTo>
                  <a:pt x="198113" y="513285"/>
                </a:lnTo>
                <a:close/>
                <a:lnTo>
                  <a:pt x="199603" y="507394"/>
                </a:lnTo>
                <a:close/>
                <a:lnTo>
                  <a:pt x="201092" y="483099"/>
                </a:lnTo>
                <a:close/>
                <a:lnTo>
                  <a:pt x="211519" y="93196"/>
                </a:lnTo>
                <a:close/>
                <a:lnTo>
                  <a:pt x="213009" y="135927"/>
                </a:lnTo>
                <a:close/>
                <a:lnTo>
                  <a:pt x="214499" y="355513"/>
                </a:lnTo>
                <a:close/>
                <a:lnTo>
                  <a:pt x="215988" y="353311"/>
                </a:lnTo>
                <a:close/>
                <a:lnTo>
                  <a:pt x="217478" y="419816"/>
                </a:lnTo>
                <a:close/>
                <a:lnTo>
                  <a:pt x="218967" y="409579"/>
                </a:lnTo>
                <a:close/>
                <a:lnTo>
                  <a:pt x="220457" y="382845"/>
                </a:lnTo>
                <a:close/>
                <a:lnTo>
                  <a:pt x="224926" y="570325"/>
                </a:lnTo>
                <a:close/>
                <a:lnTo>
                  <a:pt x="227905" y="314013"/>
                </a:lnTo>
                <a:close/>
                <a:lnTo>
                  <a:pt x="229394" y="378516"/>
                </a:lnTo>
                <a:close/>
                <a:lnTo>
                  <a:pt x="230884" y="299076"/>
                </a:lnTo>
                <a:close/>
                <a:lnTo>
                  <a:pt x="233863" y="448740"/>
                </a:lnTo>
                <a:close/>
                <a:lnTo>
                  <a:pt x="235353" y="276474"/>
                </a:lnTo>
                <a:close/>
                <a:lnTo>
                  <a:pt x="236842" y="349171"/>
                </a:lnTo>
                <a:close/>
                <a:lnTo>
                  <a:pt x="239821" y="588059"/>
                </a:lnTo>
                <a:close/>
                <a:lnTo>
                  <a:pt x="241311" y="487667"/>
                </a:lnTo>
                <a:close/>
                <a:lnTo>
                  <a:pt x="242801" y="501456"/>
                </a:lnTo>
                <a:close/>
                <a:lnTo>
                  <a:pt x="245780" y="132556"/>
                </a:lnTo>
                <a:close/>
                <a:lnTo>
                  <a:pt x="250248" y="457042"/>
                </a:lnTo>
                <a:close/>
                <a:lnTo>
                  <a:pt x="251738" y="239521"/>
                </a:lnTo>
                <a:close/>
                <a:lnTo>
                  <a:pt x="254717" y="457784"/>
                </a:lnTo>
                <a:close/>
                <a:lnTo>
                  <a:pt x="256207" y="400319"/>
                </a:lnTo>
                <a:close/>
                <a:lnTo>
                  <a:pt x="257696" y="603594"/>
                </a:lnTo>
                <a:close/>
                <a:lnTo>
                  <a:pt x="260675" y="328865"/>
                </a:lnTo>
                <a:close/>
                <a:lnTo>
                  <a:pt x="263655" y="535775"/>
                </a:lnTo>
                <a:close/>
                <a:lnTo>
                  <a:pt x="265144" y="406572"/>
                </a:lnTo>
                <a:close/>
                <a:lnTo>
                  <a:pt x="266634" y="565914"/>
                </a:lnTo>
                <a:close/>
                <a:lnTo>
                  <a:pt x="268123" y="571767"/>
                </a:lnTo>
                <a:close/>
                <a:lnTo>
                  <a:pt x="271102" y="304608"/>
                </a:lnTo>
                <a:close/>
                <a:lnTo>
                  <a:pt x="274082" y="416131"/>
                </a:lnTo>
                <a:close/>
                <a:lnTo>
                  <a:pt x="275571" y="377316"/>
                </a:lnTo>
                <a:close/>
                <a:lnTo>
                  <a:pt x="278550" y="665602"/>
                </a:lnTo>
                <a:close/>
                <a:lnTo>
                  <a:pt x="280040" y="605614"/>
                </a:lnTo>
                <a:close/>
                <a:lnTo>
                  <a:pt x="281530" y="669153"/>
                </a:lnTo>
                <a:close/>
                <a:lnTo>
                  <a:pt x="284509" y="562448"/>
                </a:lnTo>
                <a:close/>
                <a:lnTo>
                  <a:pt x="285998" y="595831"/>
                </a:lnTo>
                <a:close/>
                <a:lnTo>
                  <a:pt x="287488" y="517976"/>
                </a:lnTo>
                <a:close/>
                <a:lnTo>
                  <a:pt x="288977" y="701140"/>
                </a:lnTo>
                <a:close/>
                <a:lnTo>
                  <a:pt x="291957" y="537476"/>
                </a:lnTo>
                <a:close/>
                <a:lnTo>
                  <a:pt x="294936" y="711606"/>
                </a:lnTo>
                <a:close/>
                <a:lnTo>
                  <a:pt x="297915" y="400998"/>
                </a:lnTo>
                <a:close/>
                <a:lnTo>
                  <a:pt x="299404" y="403325"/>
                </a:lnTo>
                <a:close/>
                <a:lnTo>
                  <a:pt x="300894" y="415487"/>
                </a:lnTo>
                <a:close/>
                <a:lnTo>
                  <a:pt x="302384" y="386904"/>
                </a:lnTo>
                <a:close/>
                <a:lnTo>
                  <a:pt x="305363" y="566728"/>
                </a:lnTo>
                <a:close/>
                <a:lnTo>
                  <a:pt x="308342" y="260269"/>
                </a:lnTo>
                <a:close/>
                <a:lnTo>
                  <a:pt x="309831" y="264688"/>
                </a:lnTo>
                <a:close/>
                <a:lnTo>
                  <a:pt x="311321" y="212324"/>
                </a:lnTo>
                <a:close/>
                <a:lnTo>
                  <a:pt x="314300" y="372777"/>
                </a:lnTo>
                <a:close/>
                <a:lnTo>
                  <a:pt x="315790" y="399886"/>
                </a:lnTo>
                <a:close/>
                <a:lnTo>
                  <a:pt x="317279" y="478014"/>
                </a:lnTo>
                <a:close/>
                <a:lnTo>
                  <a:pt x="318769" y="460119"/>
                </a:lnTo>
                <a:close/>
                <a:lnTo>
                  <a:pt x="320259" y="306189"/>
                </a:lnTo>
                <a:close/>
                <a:lnTo>
                  <a:pt x="323238" y="410226"/>
                </a:lnTo>
                <a:close/>
                <a:lnTo>
                  <a:pt x="324727" y="409908"/>
                </a:lnTo>
                <a:close/>
                <a:lnTo>
                  <a:pt x="326217" y="385166"/>
                </a:lnTo>
                <a:close/>
                <a:lnTo>
                  <a:pt x="329196" y="543333"/>
                </a:lnTo>
                <a:close/>
                <a:lnTo>
                  <a:pt x="330686" y="288981"/>
                </a:lnTo>
                <a:close/>
                <a:lnTo>
                  <a:pt x="332175" y="344591"/>
                </a:lnTo>
                <a:close/>
                <a:lnTo>
                  <a:pt x="333665" y="573479"/>
                </a:lnTo>
                <a:close/>
                <a:lnTo>
                  <a:pt x="335154" y="488320"/>
                </a:lnTo>
                <a:close/>
                <a:lnTo>
                  <a:pt x="336644" y="596176"/>
                </a:lnTo>
                <a:close/>
                <a:lnTo>
                  <a:pt x="338133" y="601158"/>
                </a:lnTo>
                <a:close/>
                <a:lnTo>
                  <a:pt x="339623" y="579044"/>
                </a:lnTo>
                <a:close/>
                <a:lnTo>
                  <a:pt x="342602" y="324556"/>
                </a:lnTo>
                <a:close/>
                <a:lnTo>
                  <a:pt x="345581" y="627737"/>
                </a:lnTo>
                <a:close/>
                <a:lnTo>
                  <a:pt x="347071" y="549671"/>
                </a:lnTo>
                <a:close/>
                <a:lnTo>
                  <a:pt x="348560" y="560519"/>
                </a:lnTo>
                <a:close/>
                <a:lnTo>
                  <a:pt x="350050" y="520789"/>
                </a:lnTo>
                <a:close/>
                <a:lnTo>
                  <a:pt x="351540" y="555071"/>
                </a:lnTo>
                <a:close/>
                <a:lnTo>
                  <a:pt x="353029" y="683144"/>
                </a:lnTo>
                <a:close/>
                <a:lnTo>
                  <a:pt x="354519" y="425504"/>
                </a:lnTo>
                <a:close/>
                <a:lnTo>
                  <a:pt x="356008" y="430007"/>
                </a:lnTo>
                <a:close/>
                <a:lnTo>
                  <a:pt x="357498" y="550997"/>
                </a:lnTo>
                <a:close/>
                <a:lnTo>
                  <a:pt x="358987" y="379362"/>
                </a:lnTo>
                <a:close/>
                <a:lnTo>
                  <a:pt x="361967" y="615125"/>
                </a:lnTo>
                <a:close/>
                <a:lnTo>
                  <a:pt x="363456" y="353264"/>
                </a:lnTo>
                <a:close/>
                <a:lnTo>
                  <a:pt x="366435" y="405390"/>
                </a:lnTo>
                <a:close/>
                <a:lnTo>
                  <a:pt x="369415" y="292167"/>
                </a:lnTo>
                <a:close/>
                <a:lnTo>
                  <a:pt x="370904" y="313008"/>
                </a:lnTo>
                <a:close/>
                <a:lnTo>
                  <a:pt x="373883" y="268740"/>
                </a:lnTo>
                <a:close/>
                <a:lnTo>
                  <a:pt x="375373" y="146476"/>
                </a:lnTo>
                <a:close/>
                <a:lnTo>
                  <a:pt x="376862" y="146316"/>
                </a:lnTo>
                <a:close/>
                <a:lnTo>
                  <a:pt x="378352" y="27769"/>
                </a:lnTo>
                <a:close/>
                <a:lnTo>
                  <a:pt x="379842" y="36487"/>
                </a:lnTo>
                <a:close/>
                <a:lnTo>
                  <a:pt x="381331" y="0"/>
                </a:lnTo>
                <a:close/>
                <a:lnTo>
                  <a:pt x="382821" y="87588"/>
                </a:lnTo>
                <a:close/>
                <a:lnTo>
                  <a:pt x="384310" y="85881"/>
                </a:lnTo>
                <a:close/>
                <a:lnTo>
                  <a:pt x="385800" y="135217"/>
                </a:lnTo>
                <a:close/>
                <a:lnTo>
                  <a:pt x="387289" y="330972"/>
                </a:lnTo>
                <a:close/>
                <a:lnTo>
                  <a:pt x="388779" y="214079"/>
                </a:lnTo>
                <a:close/>
                <a:lnTo>
                  <a:pt x="391758" y="624241"/>
                </a:lnTo>
                <a:close/>
                <a:lnTo>
                  <a:pt x="394737" y="477975"/>
                </a:lnTo>
                <a:close/>
                <a:lnTo>
                  <a:pt x="396227" y="474465"/>
                </a:lnTo>
                <a:close/>
                <a:lnTo>
                  <a:pt x="397716" y="409525"/>
                </a:lnTo>
                <a:close/>
                <a:lnTo>
                  <a:pt x="399206" y="437185"/>
                </a:lnTo>
                <a:close/>
                <a:lnTo>
                  <a:pt x="400696" y="369396"/>
                </a:lnTo>
                <a:close/>
                <a:lnTo>
                  <a:pt x="402185" y="512428"/>
                </a:lnTo>
                <a:close/>
                <a:lnTo>
                  <a:pt x="403675" y="254007"/>
                </a:lnTo>
                <a:close/>
                <a:lnTo>
                  <a:pt x="405164" y="306836"/>
                </a:lnTo>
                <a:close/>
                <a:lnTo>
                  <a:pt x="408144" y="227372"/>
                </a:lnTo>
                <a:close/>
                <a:lnTo>
                  <a:pt x="412612" y="406424"/>
                </a:lnTo>
                <a:close/>
                <a:lnTo>
                  <a:pt x="415591" y="689073"/>
                </a:lnTo>
                <a:close/>
                <a:lnTo>
                  <a:pt x="417081" y="647047"/>
                </a:lnTo>
                <a:close/>
                <a:lnTo>
                  <a:pt x="420060" y="502013"/>
                </a:lnTo>
                <a:close/>
                <a:lnTo>
                  <a:pt x="421550" y="607313"/>
                </a:lnTo>
                <a:close/>
                <a:lnTo>
                  <a:pt x="423039" y="553928"/>
                </a:lnTo>
                <a:close/>
                <a:lnTo>
                  <a:pt x="426018" y="648832"/>
                </a:lnTo>
                <a:close/>
                <a:lnTo>
                  <a:pt x="427508" y="678724"/>
                </a:lnTo>
                <a:close/>
                <a:lnTo>
                  <a:pt x="430487" y="318394"/>
                </a:lnTo>
                <a:close/>
                <a:lnTo>
                  <a:pt x="431977" y="214043"/>
                </a:lnTo>
                <a:close/>
                <a:lnTo>
                  <a:pt x="434956" y="288832"/>
                </a:lnTo>
                <a:close/>
                <a:lnTo>
                  <a:pt x="436445" y="542148"/>
                </a:lnTo>
                <a:close/>
                <a:lnTo>
                  <a:pt x="437935" y="511374"/>
                </a:lnTo>
                <a:close/>
                <a:lnTo>
                  <a:pt x="440914" y="548093"/>
                </a:lnTo>
                <a:close/>
                <a:lnTo>
                  <a:pt x="442404" y="539423"/>
                </a:lnTo>
                <a:close/>
                <a:lnTo>
                  <a:pt x="443893" y="585459"/>
                </a:lnTo>
                <a:close/>
                <a:lnTo>
                  <a:pt x="446872" y="341322"/>
                </a:lnTo>
                <a:close/>
                <a:lnTo>
                  <a:pt x="448362" y="496527"/>
                </a:lnTo>
                <a:close/>
                <a:lnTo>
                  <a:pt x="449852" y="470063"/>
                </a:lnTo>
                <a:close/>
                <a:lnTo>
                  <a:pt x="451341" y="358593"/>
                </a:lnTo>
                <a:close/>
                <a:lnTo>
                  <a:pt x="454320" y="552567"/>
                </a:lnTo>
                <a:close/>
                <a:lnTo>
                  <a:pt x="455810" y="239875"/>
                </a:lnTo>
                <a:close/>
                <a:lnTo>
                  <a:pt x="460279" y="399313"/>
                </a:lnTo>
                <a:close/>
                <a:lnTo>
                  <a:pt x="463258" y="189152"/>
                </a:lnTo>
                <a:close/>
                <a:lnTo>
                  <a:pt x="464747" y="127262"/>
                </a:lnTo>
                <a:close/>
                <a:lnTo>
                  <a:pt x="469216" y="324819"/>
                </a:lnTo>
                <a:close/>
                <a:lnTo>
                  <a:pt x="472195" y="293826"/>
                </a:lnTo>
                <a:close/>
                <a:lnTo>
                  <a:pt x="473685" y="330460"/>
                </a:lnTo>
                <a:close/>
                <a:lnTo>
                  <a:pt x="476664" y="194786"/>
                </a:lnTo>
                <a:close/>
                <a:lnTo>
                  <a:pt x="479643" y="299501"/>
                </a:lnTo>
                <a:close/>
                <a:lnTo>
                  <a:pt x="481133" y="326736"/>
                </a:lnTo>
                <a:close/>
                <a:lnTo>
                  <a:pt x="482622" y="228677"/>
                </a:lnTo>
                <a:close/>
                <a:lnTo>
                  <a:pt x="484112" y="228091"/>
                </a:lnTo>
                <a:close/>
                <a:lnTo>
                  <a:pt x="488581" y="370754"/>
                </a:lnTo>
                <a:close/>
                <a:lnTo>
                  <a:pt x="490070" y="252362"/>
                </a:lnTo>
                <a:close/>
                <a:lnTo>
                  <a:pt x="493049" y="361260"/>
                </a:lnTo>
                <a:close/>
                <a:lnTo>
                  <a:pt x="494539" y="563847"/>
                </a:lnTo>
                <a:close/>
                <a:lnTo>
                  <a:pt x="497518" y="305473"/>
                </a:lnTo>
                <a:close/>
                <a:lnTo>
                  <a:pt x="499008" y="369988"/>
                </a:lnTo>
                <a:close/>
                <a:lnTo>
                  <a:pt x="500497" y="498918"/>
                </a:lnTo>
                <a:close/>
                <a:lnTo>
                  <a:pt x="501987" y="477479"/>
                </a:lnTo>
                <a:close/>
                <a:lnTo>
                  <a:pt x="504966" y="244751"/>
                </a:lnTo>
                <a:close/>
                <a:lnTo>
                  <a:pt x="506456" y="315233"/>
                </a:lnTo>
                <a:close/>
                <a:lnTo>
                  <a:pt x="507945" y="480114"/>
                </a:lnTo>
                <a:close/>
                <a:lnTo>
                  <a:pt x="510924" y="495013"/>
                </a:lnTo>
                <a:close/>
                <a:lnTo>
                  <a:pt x="512414" y="215284"/>
                </a:lnTo>
                <a:close/>
                <a:lnTo>
                  <a:pt x="513903" y="270401"/>
                </a:lnTo>
                <a:close/>
                <a:lnTo>
                  <a:pt x="515393" y="269308"/>
                </a:lnTo>
                <a:close/>
                <a:lnTo>
                  <a:pt x="516883" y="359203"/>
                </a:lnTo>
                <a:close/>
                <a:lnTo>
                  <a:pt x="518372" y="279347"/>
                </a:lnTo>
                <a:close/>
                <a:lnTo>
                  <a:pt x="519862" y="290026"/>
                </a:lnTo>
                <a:close/>
                <a:lnTo>
                  <a:pt x="521351" y="566262"/>
                </a:lnTo>
                <a:close/>
                <a:lnTo>
                  <a:pt x="522841" y="566262"/>
                </a:lnTo>
                <a:close/>
                <a:lnTo>
                  <a:pt x="524330" y="353330"/>
                </a:lnTo>
                <a:close/>
                <a:lnTo>
                  <a:pt x="525820" y="485583"/>
                </a:lnTo>
                <a:close/>
                <a:lnTo>
                  <a:pt x="527310" y="308756"/>
                </a:lnTo>
                <a:close/>
                <a:lnTo>
                  <a:pt x="528799" y="381707"/>
                </a:lnTo>
                <a:close/>
                <a:lnTo>
                  <a:pt x="530289" y="381707"/>
                </a:lnTo>
                <a:close/>
                <a:lnTo>
                  <a:pt x="531778" y="311282"/>
                </a:lnTo>
                <a:close/>
                <a:lnTo>
                  <a:pt x="533268" y="345737"/>
                </a:lnTo>
                <a:close/>
                <a:lnTo>
                  <a:pt x="534757" y="442713"/>
                </a:lnTo>
                <a:close/>
                <a:lnTo>
                  <a:pt x="536247" y="262684"/>
                </a:lnTo>
                <a:close/>
                <a:lnTo>
                  <a:pt x="537737" y="525115"/>
                </a:lnTo>
                <a:close/>
                <a:lnTo>
                  <a:pt x="539226" y="321150"/>
                </a:lnTo>
                <a:close/>
                <a:lnTo>
                  <a:pt x="542205" y="513433"/>
                </a:lnTo>
                <a:close/>
                <a:lnTo>
                  <a:pt x="543695" y="417750"/>
                </a:lnTo>
                <a:close/>
                <a:lnTo>
                  <a:pt x="545185" y="473692"/>
                </a:lnTo>
                <a:close/>
                <a:lnTo>
                  <a:pt x="548164" y="319435"/>
                </a:lnTo>
                <a:close/>
                <a:lnTo>
                  <a:pt x="549653" y="240468"/>
                </a:lnTo>
                <a:close/>
                <a:lnTo>
                  <a:pt x="551143" y="346574"/>
                </a:lnTo>
                <a:close/>
                <a:lnTo>
                  <a:pt x="552632" y="334455"/>
                </a:lnTo>
                <a:close/>
                <a:lnTo>
                  <a:pt x="554122" y="421400"/>
                </a:lnTo>
                <a:close/>
                <a:lnTo>
                  <a:pt x="555612" y="125051"/>
                </a:lnTo>
                <a:close/>
                <a:lnTo>
                  <a:pt x="557101" y="140517"/>
                </a:lnTo>
                <a:close/>
                <a:lnTo>
                  <a:pt x="558591" y="287203"/>
                </a:lnTo>
                <a:close/>
                <a:lnTo>
                  <a:pt x="560080" y="287749"/>
                </a:lnTo>
                <a:close/>
                <a:lnTo>
                  <a:pt x="561570" y="194737"/>
                </a:lnTo>
                <a:close/>
                <a:lnTo>
                  <a:pt x="563059" y="630493"/>
                </a:lnTo>
                <a:close/>
                <a:lnTo>
                  <a:pt x="567528" y="383897"/>
                </a:lnTo>
                <a:close/>
                <a:lnTo>
                  <a:pt x="569018" y="569842"/>
                </a:lnTo>
                <a:close/>
                <a:lnTo>
                  <a:pt x="570507" y="460922"/>
                </a:lnTo>
                <a:close/>
                <a:lnTo>
                  <a:pt x="573486" y="499934"/>
                </a:lnTo>
                <a:close/>
                <a:lnTo>
                  <a:pt x="574976" y="262854"/>
                </a:lnTo>
                <a:close/>
                <a:lnTo>
                  <a:pt x="576466" y="493215"/>
                </a:lnTo>
                <a:close/>
                <a:lnTo>
                  <a:pt x="577955" y="452698"/>
                </a:lnTo>
                <a:close/>
                <a:lnTo>
                  <a:pt x="580934" y="559142"/>
                </a:lnTo>
                <a:close/>
                <a:lnTo>
                  <a:pt x="582424" y="477836"/>
                </a:lnTo>
                <a:close/>
                <a:lnTo>
                  <a:pt x="583913" y="484751"/>
                </a:lnTo>
                <a:close/>
                <a:lnTo>
                  <a:pt x="585403" y="267249"/>
                </a:lnTo>
                <a:close/>
                <a:lnTo>
                  <a:pt x="586893" y="524625"/>
                </a:lnTo>
                <a:close/>
                <a:lnTo>
                  <a:pt x="588382" y="491302"/>
                </a:lnTo>
                <a:close/>
                <a:lnTo>
                  <a:pt x="592851" y="301495"/>
                </a:lnTo>
                <a:close/>
                <a:lnTo>
                  <a:pt x="595830" y="351171"/>
                </a:lnTo>
                <a:close/>
                <a:lnTo>
                  <a:pt x="597320" y="531634"/>
                </a:lnTo>
                <a:close/>
                <a:lnTo>
                  <a:pt x="598809" y="388382"/>
                </a:lnTo>
                <a:close/>
                <a:lnTo>
                  <a:pt x="600299" y="396223"/>
                </a:lnTo>
                <a:close/>
                <a:lnTo>
                  <a:pt x="601788" y="451478"/>
                </a:lnTo>
                <a:close/>
                <a:lnTo>
                  <a:pt x="604768" y="290780"/>
                </a:lnTo>
                <a:close/>
                <a:lnTo>
                  <a:pt x="606257" y="465868"/>
                </a:lnTo>
                <a:close/>
                <a:lnTo>
                  <a:pt x="609236" y="367916"/>
                </a:lnTo>
                <a:close/>
                <a:lnTo>
                  <a:pt x="613705" y="570513"/>
                </a:lnTo>
                <a:close/>
                <a:lnTo>
                  <a:pt x="615195" y="450466"/>
                </a:lnTo>
                <a:close/>
                <a:lnTo>
                  <a:pt x="616684" y="480756"/>
                </a:lnTo>
                <a:close/>
                <a:lnTo>
                  <a:pt x="618174" y="636770"/>
                </a:lnTo>
                <a:close/>
                <a:lnTo>
                  <a:pt x="619663" y="570079"/>
                </a:lnTo>
                <a:close/>
                <a:lnTo>
                  <a:pt x="621153" y="670439"/>
                </a:lnTo>
                <a:close/>
                <a:lnTo>
                  <a:pt x="624132" y="378143"/>
                </a:lnTo>
                <a:close/>
                <a:lnTo>
                  <a:pt x="625622" y="569851"/>
                </a:lnTo>
                <a:close/>
                <a:lnTo>
                  <a:pt x="627111" y="497171"/>
                </a:lnTo>
                <a:close/>
                <a:lnTo>
                  <a:pt x="630090" y="696637"/>
                </a:lnTo>
                <a:close/>
                <a:lnTo>
                  <a:pt x="631580" y="616833"/>
                </a:lnTo>
                <a:close/>
                <a:lnTo>
                  <a:pt x="633069" y="632748"/>
                </a:lnTo>
                <a:close/>
                <a:lnTo>
                  <a:pt x="636049" y="370235"/>
                </a:lnTo>
                <a:close/>
                <a:lnTo>
                  <a:pt x="639028" y="528098"/>
                </a:lnTo>
                <a:close/>
                <a:lnTo>
                  <a:pt x="642007" y="662348"/>
                </a:lnTo>
                <a:close/>
                <a:lnTo>
                  <a:pt x="646476" y="444545"/>
                </a:lnTo>
                <a:close/>
                <a:lnTo>
                  <a:pt x="647965" y="449976"/>
                </a:lnTo>
                <a:close/>
                <a:lnTo>
                  <a:pt x="649455" y="212706"/>
                </a:lnTo>
                <a:close/>
                <a:lnTo>
                  <a:pt x="650944" y="303378"/>
                </a:lnTo>
                <a:close/>
                <a:lnTo>
                  <a:pt x="652434" y="255376"/>
                </a:lnTo>
                <a:close/>
                <a:lnTo>
                  <a:pt x="653924" y="321170"/>
                </a:lnTo>
                <a:close/>
                <a:lnTo>
                  <a:pt x="655413" y="318413"/>
                </a:lnTo>
                <a:close/>
                <a:lnTo>
                  <a:pt x="656903" y="330233"/>
                </a:lnTo>
                <a:close/>
                <a:lnTo>
                  <a:pt x="658392" y="664462"/>
                </a:lnTo>
                <a:close/>
                <a:lnTo>
                  <a:pt x="659882" y="643561"/>
                </a:lnTo>
                <a:close/>
                <a:lnTo>
                  <a:pt x="661371" y="575849"/>
                </a:lnTo>
                <a:close/>
                <a:lnTo>
                  <a:pt x="662861" y="589612"/>
                </a:lnTo>
                <a:close/>
                <a:lnTo>
                  <a:pt x="664351" y="541774"/>
                </a:lnTo>
                <a:close/>
                <a:lnTo>
                  <a:pt x="665840" y="556179"/>
                </a:lnTo>
                <a:close/>
                <a:lnTo>
                  <a:pt x="667330" y="547222"/>
                </a:lnTo>
                <a:close/>
                <a:lnTo>
                  <a:pt x="670309" y="361293"/>
                </a:lnTo>
                <a:close/>
                <a:lnTo>
                  <a:pt x="671798" y="375028"/>
                </a:lnTo>
                <a:close/>
                <a:lnTo>
                  <a:pt x="673288" y="406458"/>
                </a:lnTo>
                <a:close/>
                <a:lnTo>
                  <a:pt x="676267" y="560994"/>
                </a:lnTo>
                <a:close/>
                <a:lnTo>
                  <a:pt x="677757" y="394139"/>
                </a:lnTo>
                <a:close/>
                <a:lnTo>
                  <a:pt x="680736" y="427410"/>
                </a:lnTo>
                <a:close/>
                <a:lnTo>
                  <a:pt x="682226" y="386820"/>
                </a:lnTo>
                <a:close/>
                <a:lnTo>
                  <a:pt x="686694" y="712232"/>
                </a:lnTo>
                <a:close/>
                <a:lnTo>
                  <a:pt x="689673" y="805067"/>
                </a:lnTo>
                <a:close/>
                <a:lnTo>
                  <a:pt x="692653" y="553353"/>
                </a:lnTo>
                <a:close/>
                <a:lnTo>
                  <a:pt x="697121" y="726828"/>
                </a:lnTo>
                <a:close/>
                <a:lnTo>
                  <a:pt x="700100" y="918304"/>
                </a:lnTo>
                <a:close/>
                <a:lnTo>
                  <a:pt x="704569" y="632016"/>
                </a:lnTo>
                <a:close/>
                <a:lnTo>
                  <a:pt x="707548" y="491045"/>
                </a:lnTo>
                <a:close/>
                <a:lnTo>
                  <a:pt x="709038" y="466518"/>
                </a:lnTo>
                <a:close/>
                <a:lnTo>
                  <a:pt x="712017" y="557780"/>
                </a:lnTo>
                <a:close/>
                <a:lnTo>
                  <a:pt x="713507" y="539960"/>
                </a:lnTo>
                <a:close/>
                <a:lnTo>
                  <a:pt x="716486" y="597573"/>
                </a:lnTo>
                <a:close/>
                <a:lnTo>
                  <a:pt x="719465" y="291390"/>
                </a:lnTo>
                <a:close/>
                <a:lnTo>
                  <a:pt x="720954" y="219617"/>
                </a:lnTo>
                <a:close/>
                <a:lnTo>
                  <a:pt x="725423" y="593473"/>
                </a:lnTo>
                <a:close/>
                <a:lnTo>
                  <a:pt x="726913" y="688779"/>
                </a:lnTo>
                <a:close/>
                <a:lnTo>
                  <a:pt x="728402" y="676075"/>
                </a:lnTo>
                <a:close/>
                <a:lnTo>
                  <a:pt x="734361" y="466104"/>
                </a:lnTo>
                <a:close/>
                <a:lnTo>
                  <a:pt x="737340" y="450506"/>
                </a:lnTo>
                <a:close/>
                <a:lnTo>
                  <a:pt x="738829" y="365267"/>
                </a:lnTo>
                <a:close/>
                <a:lnTo>
                  <a:pt x="740319" y="442543"/>
                </a:lnTo>
                <a:close/>
                <a:lnTo>
                  <a:pt x="741809" y="416973"/>
                </a:lnTo>
                <a:close/>
                <a:lnTo>
                  <a:pt x="743298" y="475636"/>
                </a:lnTo>
                <a:close/>
                <a:lnTo>
                  <a:pt x="744788" y="633322"/>
                </a:lnTo>
                <a:close/>
                <a:lnTo>
                  <a:pt x="747767" y="334521"/>
                </a:lnTo>
                <a:close/>
                <a:lnTo>
                  <a:pt x="749256" y="394588"/>
                </a:lnTo>
                <a:close/>
                <a:lnTo>
                  <a:pt x="750746" y="723925"/>
                </a:lnTo>
                <a:close/>
                <a:lnTo>
                  <a:pt x="756704" y="350008"/>
                </a:lnTo>
                <a:close/>
                <a:lnTo>
                  <a:pt x="758194" y="394794"/>
                </a:lnTo>
                <a:close/>
                <a:lnTo>
                  <a:pt x="759683" y="333447"/>
                </a:lnTo>
                <a:close/>
                <a:lnTo>
                  <a:pt x="761173" y="361890"/>
                </a:lnTo>
                <a:close/>
                <a:lnTo>
                  <a:pt x="762663" y="168026"/>
                </a:lnTo>
                <a:close/>
                <a:lnTo>
                  <a:pt x="764152" y="159738"/>
                </a:lnTo>
                <a:close/>
                <a:lnTo>
                  <a:pt x="765642" y="413651"/>
                </a:lnTo>
                <a:close/>
                <a:lnTo>
                  <a:pt x="767131" y="415617"/>
                </a:lnTo>
                <a:close/>
                <a:lnTo>
                  <a:pt x="768621" y="305270"/>
                </a:lnTo>
                <a:close/>
                <a:lnTo>
                  <a:pt x="770110" y="78619"/>
                </a:lnTo>
                <a:close/>
                <a:lnTo>
                  <a:pt x="773090" y="356994"/>
                </a:lnTo>
                <a:close/>
                <a:lnTo>
                  <a:pt x="774579" y="283824"/>
                </a:lnTo>
                <a:close/>
                <a:lnTo>
                  <a:pt x="776069" y="291093"/>
                </a:lnTo>
                <a:close/>
                <a:lnTo>
                  <a:pt x="777558" y="387144"/>
                </a:lnTo>
                <a:close/>
                <a:lnTo>
                  <a:pt x="779048" y="371547"/>
                </a:lnTo>
                <a:close/>
                <a:lnTo>
                  <a:pt x="780538" y="439628"/>
                </a:lnTo>
                <a:close/>
                <a:lnTo>
                  <a:pt x="783517" y="604586"/>
                </a:lnTo>
                <a:close/>
                <a:lnTo>
                  <a:pt x="785006" y="642110"/>
                </a:lnTo>
                <a:close/>
                <a:lnTo>
                  <a:pt x="787985" y="238961"/>
                </a:lnTo>
                <a:close/>
                <a:lnTo>
                  <a:pt x="792454" y="574377"/>
                </a:lnTo>
                <a:close/>
                <a:lnTo>
                  <a:pt x="793944" y="401265"/>
                </a:lnTo>
                <a:close/>
                <a:lnTo>
                  <a:pt x="795433" y="676421"/>
                </a:lnTo>
                <a:close/>
                <a:lnTo>
                  <a:pt x="796923" y="446100"/>
                </a:lnTo>
                <a:close/>
                <a:lnTo>
                  <a:pt x="798412" y="620764"/>
                </a:lnTo>
                <a:close/>
                <a:lnTo>
                  <a:pt x="801392" y="457413"/>
                </a:lnTo>
                <a:close/>
                <a:lnTo>
                  <a:pt x="802881" y="449377"/>
                </a:lnTo>
                <a:close/>
                <a:lnTo>
                  <a:pt x="804371" y="474010"/>
                </a:lnTo>
                <a:close/>
                <a:lnTo>
                  <a:pt x="807350" y="601555"/>
                </a:lnTo>
                <a:close/>
                <a:lnTo>
                  <a:pt x="810329" y="363783"/>
                </a:lnTo>
                <a:close/>
                <a:lnTo>
                  <a:pt x="811819" y="501657"/>
                </a:lnTo>
                <a:close/>
                <a:lnTo>
                  <a:pt x="813308" y="411575"/>
                </a:lnTo>
                <a:close/>
                <a:lnTo>
                  <a:pt x="814798" y="539870"/>
                </a:lnTo>
                <a:close/>
                <a:lnTo>
                  <a:pt x="816287" y="330145"/>
                </a:lnTo>
                <a:close/>
                <a:lnTo>
                  <a:pt x="817777" y="356017"/>
                </a:lnTo>
                <a:close/>
                <a:lnTo>
                  <a:pt x="819267" y="322079"/>
                </a:lnTo>
                <a:close/>
                <a:lnTo>
                  <a:pt x="820756" y="322336"/>
                </a:lnTo>
                <a:close/>
                <a:lnTo>
                  <a:pt x="822246" y="371056"/>
                </a:lnTo>
                <a:close/>
                <a:lnTo>
                  <a:pt x="823735" y="547339"/>
                </a:lnTo>
                <a:close/>
                <a:lnTo>
                  <a:pt x="825225" y="309266"/>
                </a:lnTo>
                <a:close/>
                <a:lnTo>
                  <a:pt x="826714" y="495548"/>
                </a:lnTo>
                <a:close/>
                <a:lnTo>
                  <a:pt x="828204" y="300830"/>
                </a:lnTo>
                <a:close/>
                <a:lnTo>
                  <a:pt x="829694" y="399603"/>
                </a:lnTo>
                <a:close/>
                <a:lnTo>
                  <a:pt x="831183" y="340342"/>
                </a:lnTo>
                <a:close/>
                <a:lnTo>
                  <a:pt x="835652" y="528801"/>
                </a:lnTo>
                <a:close/>
                <a:lnTo>
                  <a:pt x="838631" y="414032"/>
                </a:lnTo>
                <a:close/>
                <a:lnTo>
                  <a:pt x="843100" y="753435"/>
                </a:lnTo>
                <a:close/>
                <a:lnTo>
                  <a:pt x="844589" y="744643"/>
                </a:lnTo>
                <a:close/>
                <a:lnTo>
                  <a:pt x="846079" y="561463"/>
                </a:lnTo>
                <a:close/>
                <a:lnTo>
                  <a:pt x="847568" y="689343"/>
                </a:lnTo>
                <a:close/>
                <a:lnTo>
                  <a:pt x="850548" y="457826"/>
                </a:lnTo>
                <a:close/>
                <a:lnTo>
                  <a:pt x="852037" y="608948"/>
                </a:lnTo>
                <a:close/>
                <a:lnTo>
                  <a:pt x="853527" y="600292"/>
                </a:lnTo>
                <a:close/>
                <a:lnTo>
                  <a:pt x="855016" y="490205"/>
                </a:lnTo>
                <a:close/>
                <a:lnTo>
                  <a:pt x="856506" y="571469"/>
                </a:lnTo>
                <a:close/>
                <a:lnTo>
                  <a:pt x="857996" y="469644"/>
                </a:lnTo>
                <a:close/>
                <a:lnTo>
                  <a:pt x="859485" y="483893"/>
                </a:lnTo>
                <a:close/>
                <a:lnTo>
                  <a:pt x="860975" y="428925"/>
                </a:lnTo>
                <a:close/>
                <a:lnTo>
                  <a:pt x="862464" y="591492"/>
                </a:lnTo>
                <a:close/>
                <a:lnTo>
                  <a:pt x="863954" y="497687"/>
                </a:lnTo>
                <a:close/>
                <a:lnTo>
                  <a:pt x="865443" y="601602"/>
                </a:lnTo>
                <a:close/>
                <a:lnTo>
                  <a:pt x="866933" y="568603"/>
                </a:lnTo>
                <a:close/>
                <a:lnTo>
                  <a:pt x="869912" y="628599"/>
                </a:lnTo>
                <a:close/>
                <a:lnTo>
                  <a:pt x="871402" y="564289"/>
                </a:lnTo>
                <a:close/>
                <a:lnTo>
                  <a:pt x="872891" y="575919"/>
                </a:lnTo>
                <a:close/>
                <a:lnTo>
                  <a:pt x="874381" y="453700"/>
                </a:lnTo>
                <a:close/>
                <a:lnTo>
                  <a:pt x="875870" y="127345"/>
                </a:lnTo>
                <a:close/>
                <a:lnTo>
                  <a:pt x="880339" y="434324"/>
                </a:lnTo>
                <a:close/>
                <a:lnTo>
                  <a:pt x="883318" y="265045"/>
                </a:lnTo>
                <a:close/>
                <a:lnTo>
                  <a:pt x="884808" y="228473"/>
                </a:lnTo>
                <a:close/>
                <a:lnTo>
                  <a:pt x="886297" y="289161"/>
                </a:lnTo>
                <a:close/>
                <a:lnTo>
                  <a:pt x="887787" y="408346"/>
                </a:lnTo>
                <a:close/>
                <a:lnTo>
                  <a:pt x="889277" y="396416"/>
                </a:lnTo>
                <a:close/>
                <a:lnTo>
                  <a:pt x="890766" y="321681"/>
                </a:lnTo>
                <a:close/>
                <a:lnTo>
                  <a:pt x="892256" y="428850"/>
                </a:lnTo>
                <a:close/>
                <a:lnTo>
                  <a:pt x="893745" y="658842"/>
                </a:lnTo>
                <a:close/>
                <a:lnTo>
                  <a:pt x="895235" y="571460"/>
                </a:lnTo>
                <a:close/>
                <a:lnTo>
                  <a:pt x="896724" y="601601"/>
                </a:lnTo>
                <a:close/>
                <a:lnTo>
                  <a:pt x="899704" y="384470"/>
                </a:lnTo>
                <a:close/>
                <a:lnTo>
                  <a:pt x="901193" y="410794"/>
                </a:lnTo>
                <a:close/>
                <a:lnTo>
                  <a:pt x="904172" y="513270"/>
                </a:lnTo>
                <a:close/>
                <a:lnTo>
                  <a:pt x="905662" y="539765"/>
                </a:lnTo>
                <a:close/>
                <a:lnTo>
                  <a:pt x="907152" y="453534"/>
                </a:lnTo>
                <a:close/>
                <a:lnTo>
                  <a:pt x="908641" y="523537"/>
                </a:lnTo>
                <a:close/>
                <a:lnTo>
                  <a:pt x="910131" y="518540"/>
                </a:lnTo>
                <a:close/>
                <a:lnTo>
                  <a:pt x="911620" y="482900"/>
                </a:lnTo>
                <a:close/>
                <a:lnTo>
                  <a:pt x="913110" y="349173"/>
                </a:lnTo>
                <a:close/>
                <a:lnTo>
                  <a:pt x="914599" y="353073"/>
                </a:lnTo>
                <a:close/>
                <a:lnTo>
                  <a:pt x="916089" y="380658"/>
                </a:lnTo>
                <a:close/>
                <a:lnTo>
                  <a:pt x="917579" y="645772"/>
                </a:lnTo>
                <a:close/>
                <a:lnTo>
                  <a:pt x="920558" y="405246"/>
                </a:lnTo>
                <a:close/>
                <a:lnTo>
                  <a:pt x="926516" y="669466"/>
                </a:lnTo>
                <a:close/>
                <a:lnTo>
                  <a:pt x="928006" y="618103"/>
                </a:lnTo>
                <a:close/>
                <a:lnTo>
                  <a:pt x="929495" y="771204"/>
                </a:lnTo>
                <a:close/>
                <a:lnTo>
                  <a:pt x="930985" y="626005"/>
                </a:lnTo>
                <a:close/>
                <a:lnTo>
                  <a:pt x="932474" y="624902"/>
                </a:lnTo>
                <a:close/>
                <a:lnTo>
                  <a:pt x="935453" y="450749"/>
                </a:lnTo>
                <a:close/>
                <a:lnTo>
                  <a:pt x="938433" y="654017"/>
                </a:lnTo>
                <a:close/>
                <a:lnTo>
                  <a:pt x="942901" y="408666"/>
                </a:lnTo>
                <a:close/>
                <a:lnTo>
                  <a:pt x="944391" y="468751"/>
                </a:lnTo>
                <a:close/>
                <a:lnTo>
                  <a:pt x="945880" y="468787"/>
                </a:lnTo>
                <a:close/>
                <a:lnTo>
                  <a:pt x="947370" y="602405"/>
                </a:lnTo>
                <a:close/>
                <a:lnTo>
                  <a:pt x="950349" y="528547"/>
                </a:lnTo>
                <a:close/>
                <a:lnTo>
                  <a:pt x="951839" y="579924"/>
                </a:lnTo>
                <a:close/>
                <a:lnTo>
                  <a:pt x="953328" y="556592"/>
                </a:lnTo>
                <a:close/>
                <a:lnTo>
                  <a:pt x="954818" y="563555"/>
                </a:lnTo>
                <a:close/>
                <a:lnTo>
                  <a:pt x="962266" y="414816"/>
                </a:lnTo>
                <a:close/>
                <a:lnTo>
                  <a:pt x="963755" y="319703"/>
                </a:lnTo>
                <a:close/>
                <a:lnTo>
                  <a:pt x="965245" y="324426"/>
                </a:lnTo>
                <a:close/>
                <a:lnTo>
                  <a:pt x="966735" y="290660"/>
                </a:lnTo>
                <a:close/>
                <a:lnTo>
                  <a:pt x="969714" y="538575"/>
                </a:lnTo>
                <a:close/>
                <a:lnTo>
                  <a:pt x="971203" y="578547"/>
                </a:lnTo>
                <a:close/>
                <a:lnTo>
                  <a:pt x="974182" y="300415"/>
                </a:lnTo>
                <a:close/>
                <a:lnTo>
                  <a:pt x="980141" y="588655"/>
                </a:lnTo>
                <a:close/>
                <a:lnTo>
                  <a:pt x="981630" y="534242"/>
                </a:lnTo>
                <a:close/>
                <a:lnTo>
                  <a:pt x="984609" y="310923"/>
                </a:lnTo>
                <a:close/>
                <a:lnTo>
                  <a:pt x="986099" y="403717"/>
                </a:lnTo>
                <a:close/>
                <a:lnTo>
                  <a:pt x="987589" y="291694"/>
                </a:lnTo>
                <a:close/>
                <a:lnTo>
                  <a:pt x="989078" y="311261"/>
                </a:lnTo>
                <a:close/>
                <a:lnTo>
                  <a:pt x="990568" y="304283"/>
                </a:lnTo>
                <a:close/>
                <a:lnTo>
                  <a:pt x="992057" y="361277"/>
                </a:lnTo>
                <a:close/>
                <a:lnTo>
                  <a:pt x="993547" y="276947"/>
                </a:lnTo>
                <a:close/>
                <a:lnTo>
                  <a:pt x="995037" y="416328"/>
                </a:lnTo>
                <a:close/>
                <a:lnTo>
                  <a:pt x="998016" y="333774"/>
                </a:lnTo>
                <a:close/>
                <a:lnTo>
                  <a:pt x="999505" y="382208"/>
                </a:lnTo>
                <a:close/>
                <a:lnTo>
                  <a:pt x="1000995" y="384546"/>
                </a:lnTo>
                <a:close/>
                <a:lnTo>
                  <a:pt x="1003974" y="634459"/>
                </a:lnTo>
                <a:close/>
                <a:lnTo>
                  <a:pt x="1011422" y="206533"/>
                </a:lnTo>
                <a:close/>
                <a:lnTo>
                  <a:pt x="1012911" y="152367"/>
                </a:lnTo>
                <a:close/>
                <a:lnTo>
                  <a:pt x="1015891" y="329875"/>
                </a:lnTo>
                <a:close/>
                <a:lnTo>
                  <a:pt x="1017380" y="368576"/>
                </a:lnTo>
                <a:close/>
                <a:lnTo>
                  <a:pt x="1018870" y="314779"/>
                </a:lnTo>
                <a:close/>
                <a:lnTo>
                  <a:pt x="1023338" y="708098"/>
                </a:lnTo>
                <a:close/>
                <a:lnTo>
                  <a:pt x="1024828" y="710491"/>
                </a:lnTo>
                <a:close/>
                <a:lnTo>
                  <a:pt x="1026318" y="716864"/>
                </a:lnTo>
                <a:close/>
                <a:lnTo>
                  <a:pt x="1027807" y="740009"/>
                </a:lnTo>
                <a:close/>
                <a:lnTo>
                  <a:pt x="1030786" y="478362"/>
                </a:lnTo>
                <a:close/>
                <a:lnTo>
                  <a:pt x="1032276" y="435571"/>
                </a:lnTo>
                <a:close/>
                <a:lnTo>
                  <a:pt x="1033765" y="445963"/>
                </a:lnTo>
                <a:close/>
                <a:lnTo>
                  <a:pt x="1035255" y="445963"/>
                </a:lnTo>
                <a:close/>
                <a:lnTo>
                  <a:pt x="1038234" y="614607"/>
                </a:lnTo>
                <a:close/>
                <a:lnTo>
                  <a:pt x="1042703" y="234567"/>
                </a:lnTo>
                <a:close/>
                <a:lnTo>
                  <a:pt x="1044193" y="226981"/>
                </a:lnTo>
                <a:close/>
                <a:lnTo>
                  <a:pt x="1047172" y="462300"/>
                </a:lnTo>
                <a:close/>
                <a:lnTo>
                  <a:pt x="1050151" y="311239"/>
                </a:lnTo>
                <a:close/>
                <a:lnTo>
                  <a:pt x="1053130" y="426677"/>
                </a:lnTo>
                <a:close/>
                <a:lnTo>
                  <a:pt x="1054620" y="349750"/>
                </a:lnTo>
                <a:close/>
                <a:lnTo>
                  <a:pt x="1056109" y="401638"/>
                </a:lnTo>
                <a:close/>
                <a:lnTo>
                  <a:pt x="1057599" y="388404"/>
                </a:lnTo>
                <a:close/>
                <a:lnTo>
                  <a:pt x="1059088" y="362382"/>
                </a:lnTo>
                <a:close/>
                <a:lnTo>
                  <a:pt x="1062067" y="490136"/>
                </a:lnTo>
                <a:close/>
                <a:lnTo>
                  <a:pt x="1063557" y="440450"/>
                </a:lnTo>
                <a:close/>
                <a:lnTo>
                  <a:pt x="1065047" y="563532"/>
                </a:lnTo>
                <a:close/>
                <a:lnTo>
                  <a:pt x="1066536" y="314225"/>
                </a:lnTo>
                <a:close/>
                <a:lnTo>
                  <a:pt x="1069515" y="457282"/>
                </a:lnTo>
                <a:close/>
                <a:lnTo>
                  <a:pt x="1071005" y="332671"/>
                </a:lnTo>
                <a:close/>
                <a:lnTo>
                  <a:pt x="1073984" y="429913"/>
                </a:lnTo>
                <a:close/>
                <a:lnTo>
                  <a:pt x="1075474" y="232592"/>
                </a:lnTo>
                <a:close/>
                <a:lnTo>
                  <a:pt x="1076963" y="252388"/>
                </a:lnTo>
                <a:close/>
                <a:lnTo>
                  <a:pt x="1082921" y="617129"/>
                </a:lnTo>
                <a:close/>
                <a:lnTo>
                  <a:pt x="1084411" y="614076"/>
                </a:lnTo>
                <a:close/>
                <a:lnTo>
                  <a:pt x="1085901" y="560302"/>
                </a:lnTo>
                <a:close/>
                <a:lnTo>
                  <a:pt x="1088880" y="668693"/>
                </a:lnTo>
                <a:close/>
                <a:lnTo>
                  <a:pt x="1091859" y="500155"/>
                </a:lnTo>
                <a:close/>
                <a:lnTo>
                  <a:pt x="1093349" y="593168"/>
                </a:lnTo>
                <a:close/>
                <a:lnTo>
                  <a:pt x="1094838" y="525041"/>
                </a:lnTo>
                <a:close/>
                <a:lnTo>
                  <a:pt x="1096328" y="543363"/>
                </a:lnTo>
                <a:close/>
                <a:lnTo>
                  <a:pt x="1097817" y="543363"/>
                </a:lnTo>
                <a:close/>
                <a:lnTo>
                  <a:pt x="1099307" y="569774"/>
                </a:lnTo>
                <a:close/>
                <a:lnTo>
                  <a:pt x="1102286" y="649665"/>
                </a:lnTo>
                <a:close/>
                <a:lnTo>
                  <a:pt x="1105265" y="606120"/>
                </a:lnTo>
                <a:close/>
                <a:lnTo>
                  <a:pt x="1106755" y="594705"/>
                </a:lnTo>
                <a:close/>
                <a:lnTo>
                  <a:pt x="1108244" y="508868"/>
                </a:lnTo>
                <a:close/>
                <a:lnTo>
                  <a:pt x="1109734" y="602133"/>
                </a:lnTo>
                <a:close/>
                <a:lnTo>
                  <a:pt x="1112713" y="484994"/>
                </a:lnTo>
                <a:close/>
                <a:lnTo>
                  <a:pt x="1114203" y="499549"/>
                </a:lnTo>
                <a:close/>
                <a:lnTo>
                  <a:pt x="1117182" y="258341"/>
                </a:lnTo>
                <a:close/>
                <a:lnTo>
                  <a:pt x="1118671" y="258341"/>
                </a:lnTo>
                <a:close/>
                <a:lnTo>
                  <a:pt x="1121650" y="477042"/>
                </a:lnTo>
                <a:close/>
                <a:lnTo>
                  <a:pt x="1124630" y="402680"/>
                </a:lnTo>
                <a:close/>
                <a:lnTo>
                  <a:pt x="1127609" y="494390"/>
                </a:lnTo>
                <a:close/>
                <a:lnTo>
                  <a:pt x="1129098" y="471497"/>
                </a:lnTo>
                <a:close/>
                <a:lnTo>
                  <a:pt x="1130588" y="358520"/>
                </a:lnTo>
                <a:close/>
                <a:lnTo>
                  <a:pt x="1132078" y="587980"/>
                </a:lnTo>
                <a:close/>
                <a:lnTo>
                  <a:pt x="1135057" y="494907"/>
                </a:lnTo>
                <a:close/>
                <a:lnTo>
                  <a:pt x="1136546" y="419985"/>
                </a:lnTo>
                <a:close/>
                <a:lnTo>
                  <a:pt x="1138036" y="485442"/>
                </a:lnTo>
                <a:close/>
                <a:lnTo>
                  <a:pt x="1139525" y="296879"/>
                </a:lnTo>
                <a:close/>
                <a:lnTo>
                  <a:pt x="1143994" y="783020"/>
                </a:lnTo>
                <a:close/>
                <a:lnTo>
                  <a:pt x="1145484" y="775074"/>
                </a:lnTo>
                <a:close/>
                <a:lnTo>
                  <a:pt x="1146973" y="825198"/>
                </a:lnTo>
                <a:close/>
                <a:lnTo>
                  <a:pt x="1148463" y="738436"/>
                </a:lnTo>
                <a:close/>
                <a:lnTo>
                  <a:pt x="1149952" y="546837"/>
                </a:lnTo>
                <a:close/>
                <a:lnTo>
                  <a:pt x="1151442" y="690187"/>
                </a:lnTo>
                <a:close/>
                <a:lnTo>
                  <a:pt x="1152932" y="524703"/>
                </a:lnTo>
                <a:close/>
                <a:lnTo>
                  <a:pt x="1155911" y="547949"/>
                </a:lnTo>
                <a:close/>
                <a:lnTo>
                  <a:pt x="1157400" y="458075"/>
                </a:lnTo>
                <a:close/>
                <a:lnTo>
                  <a:pt x="1158890" y="601711"/>
                </a:lnTo>
                <a:close/>
                <a:lnTo>
                  <a:pt x="1160379" y="596771"/>
                </a:lnTo>
                <a:close/>
                <a:lnTo>
                  <a:pt x="1163359" y="366991"/>
                </a:lnTo>
                <a:close/>
                <a:lnTo>
                  <a:pt x="1166338" y="621065"/>
                </a:lnTo>
                <a:close/>
                <a:lnTo>
                  <a:pt x="1167827" y="601896"/>
                </a:lnTo>
                <a:close/>
                <a:lnTo>
                  <a:pt x="1169317" y="643504"/>
                </a:lnTo>
                <a:close/>
                <a:lnTo>
                  <a:pt x="1170806" y="792827"/>
                </a:lnTo>
                <a:close/>
                <a:lnTo>
                  <a:pt x="1173786" y="541817"/>
                </a:lnTo>
                <a:close/>
                <a:lnTo>
                  <a:pt x="1175275" y="425131"/>
                </a:lnTo>
                <a:close/>
                <a:lnTo>
                  <a:pt x="1176765" y="523186"/>
                </a:lnTo>
                <a:close/>
                <a:lnTo>
                  <a:pt x="1178254" y="462424"/>
                </a:lnTo>
                <a:close/>
                <a:lnTo>
                  <a:pt x="1181234" y="240475"/>
                </a:lnTo>
                <a:close/>
                <a:lnTo>
                  <a:pt x="1185702" y="600046"/>
                </a:lnTo>
                <a:close/>
                <a:lnTo>
                  <a:pt x="1187192" y="357255"/>
                </a:lnTo>
                <a:close/>
                <a:lnTo>
                  <a:pt x="1188681" y="519128"/>
                </a:lnTo>
                <a:close/>
                <a:lnTo>
                  <a:pt x="1194640" y="268616"/>
                </a:lnTo>
                <a:close/>
                <a:lnTo>
                  <a:pt x="1196129" y="347620"/>
                </a:lnTo>
                <a:close/>
                <a:lnTo>
                  <a:pt x="1202088" y="24018"/>
                </a:lnTo>
                <a:close/>
                <a:lnTo>
                  <a:pt x="1203577" y="33368"/>
                </a:lnTo>
                <a:close/>
                <a:lnTo>
                  <a:pt x="1206556" y="373094"/>
                </a:lnTo>
                <a:close/>
                <a:lnTo>
                  <a:pt x="1209535" y="503034"/>
                </a:lnTo>
                <a:close/>
                <a:lnTo>
                  <a:pt x="1211025" y="503034"/>
                </a:lnTo>
                <a:close/>
                <a:lnTo>
                  <a:pt x="1212515" y="543184"/>
                </a:lnTo>
                <a:close/>
                <a:lnTo>
                  <a:pt x="1214004" y="461206"/>
                </a:lnTo>
                <a:close/>
                <a:lnTo>
                  <a:pt x="1215494" y="496967"/>
                </a:lnTo>
                <a:close/>
                <a:lnTo>
                  <a:pt x="1216983" y="579443"/>
                </a:lnTo>
                <a:close/>
                <a:lnTo>
                  <a:pt x="1218473" y="512161"/>
                </a:lnTo>
                <a:close/>
                <a:lnTo>
                  <a:pt x="1219962" y="193626"/>
                </a:lnTo>
                <a:close/>
                <a:lnTo>
                  <a:pt x="1224431" y="352129"/>
                </a:lnTo>
                <a:close/>
                <a:lnTo>
                  <a:pt x="1227410" y="520409"/>
                </a:lnTo>
                <a:close/>
                <a:lnTo>
                  <a:pt x="1230390" y="226355"/>
                </a:lnTo>
                <a:close/>
                <a:lnTo>
                  <a:pt x="1233369" y="352198"/>
                </a:lnTo>
                <a:close/>
                <a:lnTo>
                  <a:pt x="1234858" y="335970"/>
                </a:lnTo>
                <a:close/>
                <a:lnTo>
                  <a:pt x="1236348" y="360071"/>
                </a:lnTo>
                <a:close/>
                <a:lnTo>
                  <a:pt x="1237837" y="541286"/>
                </a:lnTo>
                <a:close/>
                <a:lnTo>
                  <a:pt x="1240817" y="304865"/>
                </a:lnTo>
                <a:close/>
                <a:lnTo>
                  <a:pt x="1242306" y="304865"/>
                </a:lnTo>
                <a:close/>
                <a:lnTo>
                  <a:pt x="1243796" y="462022"/>
                </a:lnTo>
                <a:close/>
                <a:lnTo>
                  <a:pt x="1245285" y="324511"/>
                </a:lnTo>
                <a:close/>
                <a:lnTo>
                  <a:pt x="1248264" y="487413"/>
                </a:lnTo>
                <a:close/>
                <a:lnTo>
                  <a:pt x="1249754" y="339665"/>
                </a:lnTo>
                <a:close/>
                <a:lnTo>
                  <a:pt x="1251244" y="381976"/>
                </a:lnTo>
                <a:close/>
                <a:lnTo>
                  <a:pt x="1252733" y="357404"/>
                </a:lnTo>
                <a:close/>
                <a:lnTo>
                  <a:pt x="1254223" y="388138"/>
                </a:lnTo>
                <a:close/>
                <a:lnTo>
                  <a:pt x="1257202" y="303909"/>
                </a:lnTo>
                <a:close/>
                <a:lnTo>
                  <a:pt x="1258691" y="368123"/>
                </a:lnTo>
                <a:close/>
                <a:lnTo>
                  <a:pt x="1261671" y="327933"/>
                </a:lnTo>
                <a:close/>
                <a:lnTo>
                  <a:pt x="1263160" y="376054"/>
                </a:lnTo>
                <a:close/>
                <a:lnTo>
                  <a:pt x="1264650" y="306698"/>
                </a:lnTo>
                <a:close/>
                <a:lnTo>
                  <a:pt x="1266139" y="470468"/>
                </a:lnTo>
                <a:close/>
                <a:lnTo>
                  <a:pt x="1267629" y="466329"/>
                </a:lnTo>
                <a:close/>
                <a:lnTo>
                  <a:pt x="1269119" y="475588"/>
                </a:lnTo>
                <a:close/>
                <a:lnTo>
                  <a:pt x="1270608" y="541995"/>
                </a:lnTo>
                <a:close/>
                <a:lnTo>
                  <a:pt x="1273587" y="367258"/>
                </a:lnTo>
                <a:close/>
                <a:lnTo>
                  <a:pt x="1276566" y="235165"/>
                </a:lnTo>
                <a:close/>
                <a:lnTo>
                  <a:pt x="1282525" y="393853"/>
                </a:lnTo>
                <a:close/>
                <a:lnTo>
                  <a:pt x="1284014" y="549227"/>
                </a:lnTo>
                <a:close/>
                <a:lnTo>
                  <a:pt x="1285504" y="380583"/>
                </a:lnTo>
                <a:close/>
                <a:lnTo>
                  <a:pt x="1286993" y="511175"/>
                </a:lnTo>
                <a:close/>
                <a:lnTo>
                  <a:pt x="1288483" y="472237"/>
                </a:lnTo>
                <a:close/>
                <a:lnTo>
                  <a:pt x="1291462" y="624188"/>
                </a:lnTo>
                <a:close/>
                <a:lnTo>
                  <a:pt x="1292952" y="680060"/>
                </a:lnTo>
                <a:close/>
                <a:lnTo>
                  <a:pt x="1294441" y="573760"/>
                </a:lnTo>
                <a:close/>
                <a:lnTo>
                  <a:pt x="1295931" y="569014"/>
                </a:lnTo>
                <a:close/>
                <a:lnTo>
                  <a:pt x="1298910" y="505843"/>
                </a:lnTo>
                <a:close/>
                <a:lnTo>
                  <a:pt x="1301889" y="192919"/>
                </a:lnTo>
                <a:close/>
                <a:lnTo>
                  <a:pt x="1304868" y="421590"/>
                </a:lnTo>
                <a:close/>
                <a:lnTo>
                  <a:pt x="1306358" y="449122"/>
                </a:lnTo>
                <a:close/>
                <a:lnTo>
                  <a:pt x="1309337" y="615746"/>
                </a:lnTo>
                <a:close/>
                <a:lnTo>
                  <a:pt x="1310827" y="457515"/>
                </a:lnTo>
                <a:close/>
                <a:lnTo>
                  <a:pt x="1313806" y="534545"/>
                </a:lnTo>
                <a:close/>
                <a:lnTo>
                  <a:pt x="1316785" y="295873"/>
                </a:lnTo>
                <a:close/>
                <a:lnTo>
                  <a:pt x="1318275" y="225701"/>
                </a:lnTo>
                <a:close/>
                <a:lnTo>
                  <a:pt x="1319764" y="432896"/>
                </a:lnTo>
                <a:close/>
                <a:lnTo>
                  <a:pt x="1322743" y="399960"/>
                </a:lnTo>
                <a:close/>
                <a:lnTo>
                  <a:pt x="1324233" y="503175"/>
                </a:lnTo>
                <a:close/>
                <a:lnTo>
                  <a:pt x="1327212" y="453495"/>
                </a:lnTo>
                <a:close/>
                <a:lnTo>
                  <a:pt x="1328702" y="584468"/>
                </a:lnTo>
                <a:close/>
                <a:lnTo>
                  <a:pt x="1330191" y="458853"/>
                </a:lnTo>
                <a:close/>
                <a:lnTo>
                  <a:pt x="1331681" y="515891"/>
                </a:lnTo>
                <a:close/>
                <a:lnTo>
                  <a:pt x="1334660" y="790501"/>
                </a:lnTo>
                <a:close/>
                <a:lnTo>
                  <a:pt x="1336149" y="645944"/>
                </a:lnTo>
                <a:close/>
                <a:lnTo>
                  <a:pt x="1337639" y="647567"/>
                </a:lnTo>
                <a:close/>
                <a:lnTo>
                  <a:pt x="1339129" y="824438"/>
                </a:lnTo>
                <a:close/>
                <a:lnTo>
                  <a:pt x="1342108" y="784198"/>
                </a:lnTo>
                <a:close/>
                <a:lnTo>
                  <a:pt x="1343597" y="765308"/>
                </a:lnTo>
                <a:close/>
                <a:lnTo>
                  <a:pt x="1349556" y="491716"/>
                </a:lnTo>
                <a:close/>
                <a:lnTo>
                  <a:pt x="1351045" y="515762"/>
                </a:lnTo>
                <a:close/>
                <a:lnTo>
                  <a:pt x="1352535" y="499958"/>
                </a:lnTo>
                <a:close/>
                <a:lnTo>
                  <a:pt x="1355514" y="638218"/>
                </a:lnTo>
                <a:close/>
                <a:lnTo>
                  <a:pt x="1357004" y="716144"/>
                </a:lnTo>
                <a:close/>
                <a:lnTo>
                  <a:pt x="1359983" y="357767"/>
                </a:lnTo>
                <a:close/>
                <a:lnTo>
                  <a:pt x="1362962" y="487097"/>
                </a:lnTo>
                <a:close/>
                <a:lnTo>
                  <a:pt x="1365941" y="253814"/>
                </a:lnTo>
                <a:close/>
                <a:lnTo>
                  <a:pt x="1368920" y="560214"/>
                </a:lnTo>
                <a:close/>
                <a:lnTo>
                  <a:pt x="1370410" y="714958"/>
                </a:lnTo>
                <a:close/>
                <a:lnTo>
                  <a:pt x="1373389" y="662551"/>
                </a:lnTo>
                <a:close/>
                <a:lnTo>
                  <a:pt x="1374878" y="663867"/>
                </a:lnTo>
                <a:close/>
                <a:lnTo>
                  <a:pt x="1376368" y="611309"/>
                </a:lnTo>
                <a:close/>
                <a:lnTo>
                  <a:pt x="1379347" y="303603"/>
                </a:lnTo>
                <a:close/>
                <a:lnTo>
                  <a:pt x="1380837" y="308631"/>
                </a:lnTo>
                <a:close/>
                <a:lnTo>
                  <a:pt x="1382326" y="422442"/>
                </a:lnTo>
                <a:close/>
                <a:lnTo>
                  <a:pt x="1383816" y="316461"/>
                </a:lnTo>
                <a:close/>
                <a:lnTo>
                  <a:pt x="1385305" y="396822"/>
                </a:lnTo>
                <a:close/>
                <a:lnTo>
                  <a:pt x="1386795" y="315156"/>
                </a:lnTo>
                <a:close/>
                <a:lnTo>
                  <a:pt x="1391264" y="573088"/>
                </a:lnTo>
                <a:close/>
                <a:lnTo>
                  <a:pt x="1392753" y="603176"/>
                </a:lnTo>
                <a:close/>
                <a:lnTo>
                  <a:pt x="1394243" y="532512"/>
                </a:lnTo>
                <a:close/>
                <a:lnTo>
                  <a:pt x="1395732" y="551669"/>
                </a:lnTo>
                <a:close/>
                <a:lnTo>
                  <a:pt x="1397222" y="474363"/>
                </a:lnTo>
                <a:close/>
                <a:lnTo>
                  <a:pt x="1400201" y="742805"/>
                </a:lnTo>
                <a:close/>
                <a:lnTo>
                  <a:pt x="1401691" y="769340"/>
                </a:lnTo>
                <a:close/>
                <a:lnTo>
                  <a:pt x="1403180" y="563194"/>
                </a:lnTo>
                <a:close/>
                <a:lnTo>
                  <a:pt x="1404670" y="574114"/>
                </a:lnTo>
                <a:close/>
                <a:lnTo>
                  <a:pt x="1406160" y="458086"/>
                </a:lnTo>
                <a:close/>
                <a:lnTo>
                  <a:pt x="1407649" y="663217"/>
                </a:lnTo>
                <a:close/>
                <a:lnTo>
                  <a:pt x="1409139" y="615720"/>
                </a:lnTo>
                <a:close/>
                <a:lnTo>
                  <a:pt x="1410628" y="673461"/>
                </a:lnTo>
                <a:close/>
                <a:lnTo>
                  <a:pt x="1413607" y="406852"/>
                </a:lnTo>
                <a:close/>
                <a:lnTo>
                  <a:pt x="1415097" y="423497"/>
                </a:lnTo>
                <a:close/>
                <a:lnTo>
                  <a:pt x="1416587" y="335401"/>
                </a:lnTo>
                <a:close/>
                <a:lnTo>
                  <a:pt x="1419566" y="540704"/>
                </a:lnTo>
                <a:close/>
                <a:lnTo>
                  <a:pt x="1421055" y="538016"/>
                </a:lnTo>
                <a:close/>
                <a:lnTo>
                  <a:pt x="1424034" y="594944"/>
                </a:lnTo>
                <a:close/>
                <a:lnTo>
                  <a:pt x="1425524" y="537733"/>
                </a:lnTo>
                <a:close/>
                <a:lnTo>
                  <a:pt x="1428503" y="341115"/>
                </a:lnTo>
                <a:close/>
                <a:lnTo>
                  <a:pt x="1429993" y="391577"/>
                </a:lnTo>
                <a:close/>
                <a:lnTo>
                  <a:pt x="1431482" y="277223"/>
                </a:lnTo>
                <a:close/>
                <a:lnTo>
                  <a:pt x="1432972" y="363652"/>
                </a:lnTo>
                <a:close/>
                <a:lnTo>
                  <a:pt x="1435951" y="771982"/>
                </a:lnTo>
                <a:close/>
                <a:lnTo>
                  <a:pt x="1437441" y="877178"/>
                </a:lnTo>
                <a:close/>
                <a:lnTo>
                  <a:pt x="1438930" y="730973"/>
                </a:lnTo>
                <a:close/>
                <a:lnTo>
                  <a:pt x="1440420" y="734193"/>
                </a:lnTo>
                <a:close/>
                <a:lnTo>
                  <a:pt x="1441909" y="757967"/>
                </a:lnTo>
                <a:close/>
                <a:lnTo>
                  <a:pt x="1443399" y="738643"/>
                </a:lnTo>
                <a:close/>
                <a:lnTo>
                  <a:pt x="1444888" y="797346"/>
                </a:lnTo>
                <a:close/>
                <a:lnTo>
                  <a:pt x="1446378" y="721523"/>
                </a:lnTo>
                <a:close/>
                <a:lnTo>
                  <a:pt x="1447868" y="818487"/>
                </a:lnTo>
                <a:close/>
                <a:lnTo>
                  <a:pt x="1449357" y="627704"/>
                </a:lnTo>
                <a:close/>
                <a:lnTo>
                  <a:pt x="1450847" y="691879"/>
                </a:lnTo>
                <a:close/>
                <a:lnTo>
                  <a:pt x="1453826" y="489848"/>
                </a:lnTo>
                <a:close/>
                <a:lnTo>
                  <a:pt x="1456805" y="571616"/>
                </a:lnTo>
                <a:close/>
                <a:lnTo>
                  <a:pt x="1458295" y="485193"/>
                </a:lnTo>
                <a:close/>
                <a:lnTo>
                  <a:pt x="1459784" y="520041"/>
                </a:lnTo>
                <a:close/>
                <a:lnTo>
                  <a:pt x="1464253" y="853277"/>
                </a:lnTo>
                <a:close/>
                <a:lnTo>
                  <a:pt x="1467232" y="535178"/>
                </a:lnTo>
                <a:close/>
                <a:lnTo>
                  <a:pt x="1470211" y="735700"/>
                </a:lnTo>
                <a:close/>
                <a:lnTo>
                  <a:pt x="1471701" y="701265"/>
                </a:lnTo>
                <a:close/>
                <a:lnTo>
                  <a:pt x="1477659" y="391198"/>
                </a:lnTo>
                <a:close/>
                <a:lnTo>
                  <a:pt x="1479149" y="402583"/>
                </a:lnTo>
                <a:close/>
                <a:lnTo>
                  <a:pt x="1480638" y="322478"/>
                </a:lnTo>
                <a:close/>
                <a:lnTo>
                  <a:pt x="1482128" y="620276"/>
                </a:lnTo>
                <a:close/>
                <a:lnTo>
                  <a:pt x="1483617" y="439687"/>
                </a:lnTo>
                <a:close/>
                <a:lnTo>
                  <a:pt x="1485107" y="503032"/>
                </a:lnTo>
                <a:close/>
                <a:lnTo>
                  <a:pt x="1488086" y="642168"/>
                </a:lnTo>
                <a:close/>
                <a:lnTo>
                  <a:pt x="1492555" y="361424"/>
                </a:lnTo>
                <a:close/>
                <a:lnTo>
                  <a:pt x="1494045" y="403010"/>
                </a:lnTo>
                <a:close/>
                <a:lnTo>
                  <a:pt x="1495534" y="487931"/>
                </a:lnTo>
                <a:close/>
                <a:lnTo>
                  <a:pt x="1498513" y="903869"/>
                </a:lnTo>
                <a:close/>
                <a:lnTo>
                  <a:pt x="1500003" y="889690"/>
                </a:lnTo>
                <a:close/>
                <a:lnTo>
                  <a:pt x="1501492" y="931026"/>
                </a:lnTo>
                <a:close/>
                <a:lnTo>
                  <a:pt x="1504472" y="688662"/>
                </a:lnTo>
                <a:close/>
                <a:lnTo>
                  <a:pt x="1505961" y="791237"/>
                </a:lnTo>
                <a:close/>
                <a:lnTo>
                  <a:pt x="1510430" y="404223"/>
                </a:lnTo>
                <a:close/>
                <a:lnTo>
                  <a:pt x="1511919" y="703935"/>
                </a:lnTo>
                <a:close/>
                <a:lnTo>
                  <a:pt x="1513409" y="685226"/>
                </a:lnTo>
                <a:close/>
                <a:lnTo>
                  <a:pt x="1514899" y="612863"/>
                </a:lnTo>
                <a:close/>
                <a:lnTo>
                  <a:pt x="1517878" y="612807"/>
                </a:lnTo>
                <a:close/>
                <a:lnTo>
                  <a:pt x="1519367" y="425962"/>
                </a:lnTo>
                <a:close/>
                <a:lnTo>
                  <a:pt x="1520857" y="418701"/>
                </a:lnTo>
                <a:close/>
                <a:lnTo>
                  <a:pt x="1523836" y="494657"/>
                </a:lnTo>
                <a:close/>
                <a:lnTo>
                  <a:pt x="1526815" y="576009"/>
                </a:lnTo>
                <a:close/>
                <a:lnTo>
                  <a:pt x="1528305" y="514617"/>
                </a:lnTo>
                <a:close/>
                <a:lnTo>
                  <a:pt x="1529794" y="355369"/>
                </a:lnTo>
                <a:close/>
                <a:lnTo>
                  <a:pt x="1532773" y="556735"/>
                </a:lnTo>
                <a:close/>
                <a:lnTo>
                  <a:pt x="1534263" y="514251"/>
                </a:lnTo>
                <a:close/>
                <a:lnTo>
                  <a:pt x="1537242" y="322435"/>
                </a:lnTo>
                <a:close/>
                <a:lnTo>
                  <a:pt x="1538732" y="480548"/>
                </a:lnTo>
                <a:close/>
                <a:lnTo>
                  <a:pt x="1540221" y="169277"/>
                </a:lnTo>
                <a:close/>
                <a:lnTo>
                  <a:pt x="1541711" y="194942"/>
                </a:lnTo>
                <a:close/>
                <a:lnTo>
                  <a:pt x="1543201" y="342056"/>
                </a:lnTo>
                <a:close/>
                <a:lnTo>
                  <a:pt x="1544690" y="303573"/>
                </a:lnTo>
                <a:close/>
                <a:lnTo>
                  <a:pt x="1546180" y="359740"/>
                </a:lnTo>
                <a:close/>
                <a:lnTo>
                  <a:pt x="1547669" y="556602"/>
                </a:lnTo>
                <a:close/>
                <a:lnTo>
                  <a:pt x="1550648" y="410824"/>
                </a:lnTo>
                <a:close/>
                <a:lnTo>
                  <a:pt x="1552138" y="483144"/>
                </a:lnTo>
                <a:close/>
                <a:lnTo>
                  <a:pt x="1553628" y="455114"/>
                </a:lnTo>
                <a:close/>
                <a:lnTo>
                  <a:pt x="1555117" y="479794"/>
                </a:lnTo>
                <a:close/>
                <a:lnTo>
                  <a:pt x="1558096" y="264519"/>
                </a:lnTo>
                <a:close/>
                <a:lnTo>
                  <a:pt x="1559586" y="253060"/>
                </a:lnTo>
                <a:close/>
                <a:lnTo>
                  <a:pt x="1565544" y="704589"/>
                </a:lnTo>
                <a:close/>
                <a:lnTo>
                  <a:pt x="1567034" y="667585"/>
                </a:lnTo>
                <a:close/>
                <a:lnTo>
                  <a:pt x="1570013" y="470086"/>
                </a:lnTo>
                <a:close/>
                <a:lnTo>
                  <a:pt x="1571502" y="507300"/>
                </a:lnTo>
                <a:close/>
                <a:lnTo>
                  <a:pt x="1574482" y="443318"/>
                </a:lnTo>
                <a:close/>
                <a:lnTo>
                  <a:pt x="1575971" y="595024"/>
                </a:lnTo>
                <a:close/>
                <a:lnTo>
                  <a:pt x="1578950" y="504417"/>
                </a:lnTo>
                <a:close/>
                <a:lnTo>
                  <a:pt x="1581930" y="673188"/>
                </a:lnTo>
                <a:close/>
                <a:lnTo>
                  <a:pt x="1583419" y="600918"/>
                </a:lnTo>
                <a:close/>
                <a:lnTo>
                  <a:pt x="1584909" y="450606"/>
                </a:lnTo>
                <a:close/>
                <a:lnTo>
                  <a:pt x="1586398" y="530724"/>
                </a:lnTo>
                <a:close/>
                <a:lnTo>
                  <a:pt x="1587888" y="516341"/>
                </a:lnTo>
                <a:close/>
                <a:lnTo>
                  <a:pt x="1590867" y="314342"/>
                </a:lnTo>
                <a:close/>
                <a:lnTo>
                  <a:pt x="1592357" y="71096"/>
                </a:lnTo>
                <a:close/>
                <a:lnTo>
                  <a:pt x="1598315" y="447518"/>
                </a:lnTo>
                <a:close/>
                <a:lnTo>
                  <a:pt x="1599804" y="366244"/>
                </a:lnTo>
                <a:close/>
                <a:lnTo>
                  <a:pt x="1601294" y="423936"/>
                </a:lnTo>
                <a:close/>
                <a:lnTo>
                  <a:pt x="1602784" y="538271"/>
                </a:lnTo>
                <a:close/>
                <a:lnTo>
                  <a:pt x="1605763" y="520414"/>
                </a:lnTo>
                <a:close/>
                <a:lnTo>
                  <a:pt x="1608742" y="452461"/>
                </a:lnTo>
                <a:close/>
                <a:lnTo>
                  <a:pt x="1610231" y="446287"/>
                </a:lnTo>
                <a:close/>
                <a:lnTo>
                  <a:pt x="1611721" y="336233"/>
                </a:lnTo>
                <a:close/>
                <a:lnTo>
                  <a:pt x="1613211" y="467798"/>
                </a:lnTo>
                <a:close/>
                <a:lnTo>
                  <a:pt x="1616190" y="280313"/>
                </a:lnTo>
                <a:close/>
                <a:lnTo>
                  <a:pt x="1617679" y="309555"/>
                </a:lnTo>
                <a:close/>
                <a:lnTo>
                  <a:pt x="1619169" y="467424"/>
                </a:lnTo>
                <a:close/>
                <a:lnTo>
                  <a:pt x="1620658" y="356050"/>
                </a:lnTo>
                <a:close/>
                <a:lnTo>
                  <a:pt x="1622148" y="587349"/>
                </a:lnTo>
                <a:close/>
                <a:lnTo>
                  <a:pt x="1623638" y="449163"/>
                </a:lnTo>
                <a:close/>
                <a:lnTo>
                  <a:pt x="1625127" y="705184"/>
                </a:lnTo>
                <a:close/>
                <a:lnTo>
                  <a:pt x="1629596" y="172969"/>
                </a:lnTo>
                <a:close/>
                <a:lnTo>
                  <a:pt x="1631086" y="326279"/>
                </a:lnTo>
                <a:close/>
                <a:lnTo>
                  <a:pt x="1635554" y="101296"/>
                </a:lnTo>
                <a:close/>
                <a:lnTo>
                  <a:pt x="1637044" y="307122"/>
                </a:lnTo>
                <a:close/>
                <a:lnTo>
                  <a:pt x="1638533" y="272600"/>
                </a:lnTo>
                <a:close/>
                <a:lnTo>
                  <a:pt x="1640023" y="147530"/>
                </a:lnTo>
                <a:close/>
                <a:lnTo>
                  <a:pt x="1643002" y="462366"/>
                </a:lnTo>
                <a:close/>
                <a:lnTo>
                  <a:pt x="1644492" y="445642"/>
                </a:lnTo>
                <a:close/>
                <a:lnTo>
                  <a:pt x="1647471" y="343011"/>
                </a:lnTo>
                <a:close/>
                <a:lnTo>
                  <a:pt x="1648960" y="349398"/>
                </a:lnTo>
                <a:close/>
                <a:lnTo>
                  <a:pt x="1650450" y="399119"/>
                </a:lnTo>
                <a:close/>
                <a:lnTo>
                  <a:pt x="1651940" y="232954"/>
                </a:lnTo>
                <a:close/>
                <a:lnTo>
                  <a:pt x="1653429" y="289484"/>
                </a:lnTo>
                <a:close/>
                <a:lnTo>
                  <a:pt x="1654919" y="243268"/>
                </a:lnTo>
                <a:close/>
                <a:lnTo>
                  <a:pt x="1657898" y="449338"/>
                </a:lnTo>
                <a:close/>
                <a:lnTo>
                  <a:pt x="1659387" y="422007"/>
                </a:lnTo>
                <a:close/>
                <a:lnTo>
                  <a:pt x="1660877" y="320224"/>
                </a:lnTo>
                <a:close/>
                <a:lnTo>
                  <a:pt x="1662367" y="385033"/>
                </a:lnTo>
                <a:close/>
                <a:lnTo>
                  <a:pt x="1663856" y="351966"/>
                </a:lnTo>
                <a:close/>
                <a:lnTo>
                  <a:pt x="1666835" y="189959"/>
                </a:lnTo>
                <a:close/>
                <a:lnTo>
                  <a:pt x="1668325" y="280763"/>
                </a:lnTo>
                <a:close/>
                <a:lnTo>
                  <a:pt x="1669814" y="243556"/>
                </a:lnTo>
                <a:close/>
                <a:lnTo>
                  <a:pt x="1671304" y="61786"/>
                </a:lnTo>
                <a:close/>
                <a:lnTo>
                  <a:pt x="1672794" y="121418"/>
                </a:lnTo>
                <a:close/>
                <a:lnTo>
                  <a:pt x="1675773" y="299386"/>
                </a:lnTo>
                <a:close/>
                <a:lnTo>
                  <a:pt x="1677262" y="299386"/>
                </a:lnTo>
                <a:close/>
                <a:lnTo>
                  <a:pt x="1678752" y="327667"/>
                </a:lnTo>
                <a:close/>
                <a:lnTo>
                  <a:pt x="1681731" y="217597"/>
                </a:lnTo>
                <a:close/>
                <a:lnTo>
                  <a:pt x="1684710" y="496928"/>
                </a:lnTo>
                <a:close/>
                <a:lnTo>
                  <a:pt x="1686200" y="452531"/>
                </a:lnTo>
                <a:close/>
                <a:lnTo>
                  <a:pt x="1689179" y="354561"/>
                </a:lnTo>
                <a:close/>
                <a:lnTo>
                  <a:pt x="1690669" y="572645"/>
                </a:lnTo>
                <a:close/>
                <a:lnTo>
                  <a:pt x="1692158" y="410568"/>
                </a:lnTo>
                <a:close/>
                <a:lnTo>
                  <a:pt x="1693648" y="540913"/>
                </a:lnTo>
                <a:close/>
                <a:lnTo>
                  <a:pt x="1696627" y="271924"/>
                </a:lnTo>
                <a:close/>
                <a:lnTo>
                  <a:pt x="1698116" y="221564"/>
                </a:lnTo>
                <a:close/>
                <a:lnTo>
                  <a:pt x="1699606" y="314266"/>
                </a:lnTo>
                <a:close/>
                <a:lnTo>
                  <a:pt x="1701096" y="214564"/>
                </a:lnTo>
                <a:close/>
                <a:lnTo>
                  <a:pt x="1704075" y="288427"/>
                </a:lnTo>
                <a:close/>
                <a:lnTo>
                  <a:pt x="1705564" y="393374"/>
                </a:lnTo>
                <a:close/>
                <a:lnTo>
                  <a:pt x="1707054" y="381866"/>
                </a:lnTo>
                <a:close/>
                <a:lnTo>
                  <a:pt x="1708543" y="275564"/>
                </a:lnTo>
                <a:close/>
                <a:lnTo>
                  <a:pt x="1711523" y="509881"/>
                </a:lnTo>
                <a:close/>
                <a:lnTo>
                  <a:pt x="1713012" y="333740"/>
                </a:lnTo>
                <a:close/>
                <a:lnTo>
                  <a:pt x="1715991" y="470789"/>
                </a:lnTo>
                <a:close/>
                <a:lnTo>
                  <a:pt x="1717481" y="380168"/>
                </a:lnTo>
                <a:close/>
                <a:lnTo>
                  <a:pt x="1718971" y="389098"/>
                </a:lnTo>
                <a:close/>
                <a:lnTo>
                  <a:pt x="1723439" y="709633"/>
                </a:lnTo>
                <a:close/>
                <a:lnTo>
                  <a:pt x="1726418" y="420663"/>
                </a:lnTo>
                <a:close/>
                <a:lnTo>
                  <a:pt x="1727908" y="438090"/>
                </a:lnTo>
                <a:close/>
                <a:lnTo>
                  <a:pt x="1730887" y="229876"/>
                </a:lnTo>
                <a:close/>
                <a:lnTo>
                  <a:pt x="1732377" y="221249"/>
                </a:lnTo>
                <a:close/>
                <a:lnTo>
                  <a:pt x="1735356" y="321486"/>
                </a:lnTo>
                <a:close/>
                <a:lnTo>
                  <a:pt x="1736845" y="375656"/>
                </a:lnTo>
                <a:close/>
                <a:lnTo>
                  <a:pt x="1739825" y="706551"/>
                </a:lnTo>
                <a:close/>
                <a:lnTo>
                  <a:pt x="1742804" y="542209"/>
                </a:lnTo>
                <a:close/>
                <a:lnTo>
                  <a:pt x="1744293" y="564959"/>
                </a:lnTo>
                <a:close/>
                <a:lnTo>
                  <a:pt x="1745783" y="773535"/>
                </a:lnTo>
                <a:close/>
                <a:lnTo>
                  <a:pt x="1747272" y="637067"/>
                </a:lnTo>
                <a:close/>
                <a:lnTo>
                  <a:pt x="1748762" y="647810"/>
                </a:lnTo>
                <a:close/>
                <a:lnTo>
                  <a:pt x="1751741" y="518252"/>
                </a:lnTo>
                <a:close/>
                <a:lnTo>
                  <a:pt x="1753231" y="479560"/>
                </a:lnTo>
                <a:close/>
                <a:lnTo>
                  <a:pt x="1754720" y="591439"/>
                </a:lnTo>
                <a:close/>
                <a:lnTo>
                  <a:pt x="1756210" y="545914"/>
                </a:lnTo>
                <a:close/>
                <a:lnTo>
                  <a:pt x="1757699" y="418696"/>
                </a:lnTo>
                <a:close/>
                <a:lnTo>
                  <a:pt x="1760679" y="634626"/>
                </a:lnTo>
                <a:close/>
                <a:lnTo>
                  <a:pt x="1762168" y="786743"/>
                </a:lnTo>
                <a:close/>
                <a:lnTo>
                  <a:pt x="1763658" y="773106"/>
                </a:lnTo>
                <a:close/>
                <a:lnTo>
                  <a:pt x="1765147" y="574560"/>
                </a:lnTo>
                <a:close/>
                <a:lnTo>
                  <a:pt x="1766637" y="587133"/>
                </a:lnTo>
                <a:close/>
                <a:lnTo>
                  <a:pt x="1768127" y="695625"/>
                </a:lnTo>
                <a:close/>
                <a:lnTo>
                  <a:pt x="1769616" y="699318"/>
                </a:lnTo>
                <a:close/>
                <a:lnTo>
                  <a:pt x="1772595" y="601742"/>
                </a:lnTo>
                <a:close/>
                <a:lnTo>
                  <a:pt x="1774085" y="574078"/>
                </a:lnTo>
                <a:close/>
                <a:lnTo>
                  <a:pt x="1778554" y="401632"/>
                </a:lnTo>
                <a:close/>
                <a:lnTo>
                  <a:pt x="1781533" y="437395"/>
                </a:lnTo>
                <a:close/>
                <a:lnTo>
                  <a:pt x="1784512" y="565665"/>
                </a:lnTo>
                <a:close/>
                <a:lnTo>
                  <a:pt x="1786001" y="530016"/>
                </a:lnTo>
                <a:close/>
                <a:lnTo>
                  <a:pt x="1786001" y="530016"/>
                </a:lnTo>
                <a:close/>
              </a:path>
            </a:pathLst>
          </a:custGeom>
          <a:noFill/>
          <a:ln w="7620">
            <a:solidFill>
              <a:srgbClr val="2E86AB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21266" y="1042416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21266" y="2066544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4130" y="737386"/>
            <a:ext cx="10147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1" i="0">
                <a:solidFill>
                  <a:srgbClr val="000000"/>
                </a:solidFill>
                <a:latin typeface="Arial"/>
              </a:rPr>
              <a:t>Near-threshold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1266" y="2578608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10566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2284" y="3670286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7" name="Freeform 36"/>
          <p:cNvSpPr/>
          <p:nvPr/>
        </p:nvSpPr>
        <p:spPr>
          <a:xfrm>
            <a:off x="908481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3637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39" name="Freeform 38"/>
          <p:cNvSpPr/>
          <p:nvPr/>
        </p:nvSpPr>
        <p:spPr>
          <a:xfrm>
            <a:off x="1206396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1552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41" name="Freeform 40"/>
          <p:cNvSpPr/>
          <p:nvPr/>
        </p:nvSpPr>
        <p:spPr>
          <a:xfrm>
            <a:off x="1504311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19467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43" name="Freeform 42"/>
          <p:cNvSpPr/>
          <p:nvPr/>
        </p:nvSpPr>
        <p:spPr>
          <a:xfrm>
            <a:off x="1802227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17383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45" name="Freeform 44"/>
          <p:cNvSpPr/>
          <p:nvPr/>
        </p:nvSpPr>
        <p:spPr>
          <a:xfrm>
            <a:off x="2100142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87017" y="3670286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47" name="Freeform 46"/>
          <p:cNvSpPr/>
          <p:nvPr/>
        </p:nvSpPr>
        <p:spPr>
          <a:xfrm>
            <a:off x="2398057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4932" y="3670286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49" name="Freeform 48"/>
          <p:cNvSpPr/>
          <p:nvPr/>
        </p:nvSpPr>
        <p:spPr>
          <a:xfrm>
            <a:off x="476816" y="336749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0987" y="331237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51" name="Freeform 50"/>
          <p:cNvSpPr/>
          <p:nvPr/>
        </p:nvSpPr>
        <p:spPr>
          <a:xfrm>
            <a:off x="476816" y="305690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0987" y="3001781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1.1</a:t>
            </a:r>
          </a:p>
        </p:txBody>
      </p:sp>
      <p:sp>
        <p:nvSpPr>
          <p:cNvPr id="53" name="Freeform 52"/>
          <p:cNvSpPr/>
          <p:nvPr/>
        </p:nvSpPr>
        <p:spPr>
          <a:xfrm>
            <a:off x="476816" y="274631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0987" y="2691189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sp>
        <p:nvSpPr>
          <p:cNvPr id="55" name="TextBox 54"/>
          <p:cNvSpPr txBox="1"/>
          <p:nvPr/>
        </p:nvSpPr>
        <p:spPr>
          <a:xfrm rot="16200000">
            <a:off x="148940" y="2880170"/>
            <a:ext cx="7239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1">
                <a:solidFill>
                  <a:srgbClr val="000000"/>
                </a:solidFill>
                <a:latin typeface="Arial"/>
              </a:rPr>
              <a:t>αbase (K−1)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1266" y="241350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1e−5</a:t>
            </a:r>
          </a:p>
        </p:txBody>
      </p:sp>
      <p:sp>
        <p:nvSpPr>
          <p:cNvPr id="57" name="Freeform 56"/>
          <p:cNvSpPr/>
          <p:nvPr/>
        </p:nvSpPr>
        <p:spPr>
          <a:xfrm>
            <a:off x="610566" y="2625159"/>
            <a:ext cx="1786001" cy="931026"/>
          </a:xfrm>
          <a:custGeom>
            <a:avLst/>
            <a:gdLst/>
            <a:ahLst/>
            <a:cxnLst/>
            <a:rect l="l" t="t" r="r" b="b"/>
            <a:pathLst>
              <a:path w="1786001" h="931026">
                <a:moveTo>
                  <a:pt x="0" y="572310"/>
                </a:moveTo>
                <a:lnTo>
                  <a:pt x="1489" y="592668"/>
                </a:lnTo>
                <a:close/>
                <a:lnTo>
                  <a:pt x="2979" y="588555"/>
                </a:lnTo>
                <a:close/>
                <a:lnTo>
                  <a:pt x="4468" y="499161"/>
                </a:lnTo>
                <a:close/>
                <a:lnTo>
                  <a:pt x="5958" y="512809"/>
                </a:lnTo>
                <a:close/>
                <a:lnTo>
                  <a:pt x="7448" y="542324"/>
                </a:lnTo>
                <a:close/>
                <a:lnTo>
                  <a:pt x="10427" y="538086"/>
                </a:lnTo>
                <a:close/>
                <a:lnTo>
                  <a:pt x="11916" y="511047"/>
                </a:lnTo>
                <a:close/>
                <a:lnTo>
                  <a:pt x="13406" y="546858"/>
                </a:lnTo>
                <a:close/>
                <a:lnTo>
                  <a:pt x="14895" y="540757"/>
                </a:lnTo>
                <a:close/>
                <a:lnTo>
                  <a:pt x="16385" y="559666"/>
                </a:lnTo>
                <a:close/>
                <a:lnTo>
                  <a:pt x="19364" y="526722"/>
                </a:lnTo>
                <a:close/>
                <a:lnTo>
                  <a:pt x="20854" y="409240"/>
                </a:lnTo>
                <a:close/>
                <a:lnTo>
                  <a:pt x="22343" y="414514"/>
                </a:lnTo>
                <a:close/>
                <a:lnTo>
                  <a:pt x="23833" y="389111"/>
                </a:lnTo>
                <a:close/>
                <a:lnTo>
                  <a:pt x="25322" y="464119"/>
                </a:lnTo>
                <a:close/>
                <a:lnTo>
                  <a:pt x="26812" y="389430"/>
                </a:lnTo>
                <a:close/>
                <a:lnTo>
                  <a:pt x="29791" y="585100"/>
                </a:lnTo>
                <a:close/>
                <a:lnTo>
                  <a:pt x="31281" y="589770"/>
                </a:lnTo>
                <a:close/>
                <a:lnTo>
                  <a:pt x="32770" y="575656"/>
                </a:lnTo>
                <a:close/>
                <a:lnTo>
                  <a:pt x="34260" y="537580"/>
                </a:lnTo>
                <a:close/>
                <a:lnTo>
                  <a:pt x="35749" y="559692"/>
                </a:lnTo>
                <a:close/>
                <a:lnTo>
                  <a:pt x="37239" y="506174"/>
                </a:lnTo>
                <a:close/>
                <a:lnTo>
                  <a:pt x="38729" y="507218"/>
                </a:lnTo>
                <a:close/>
                <a:lnTo>
                  <a:pt x="41708" y="607905"/>
                </a:lnTo>
                <a:close/>
                <a:lnTo>
                  <a:pt x="43197" y="571323"/>
                </a:lnTo>
                <a:close/>
                <a:lnTo>
                  <a:pt x="46177" y="656267"/>
                </a:lnTo>
                <a:close/>
                <a:lnTo>
                  <a:pt x="47666" y="623766"/>
                </a:lnTo>
                <a:close/>
                <a:lnTo>
                  <a:pt x="49156" y="626601"/>
                </a:lnTo>
                <a:close/>
                <a:lnTo>
                  <a:pt x="50645" y="539253"/>
                </a:lnTo>
                <a:close/>
                <a:lnTo>
                  <a:pt x="52135" y="586452"/>
                </a:lnTo>
                <a:close/>
                <a:lnTo>
                  <a:pt x="53624" y="540859"/>
                </a:lnTo>
                <a:close/>
                <a:lnTo>
                  <a:pt x="55114" y="541091"/>
                </a:lnTo>
                <a:close/>
                <a:lnTo>
                  <a:pt x="58093" y="364193"/>
                </a:lnTo>
                <a:close/>
                <a:lnTo>
                  <a:pt x="59583" y="402964"/>
                </a:lnTo>
                <a:close/>
                <a:lnTo>
                  <a:pt x="64051" y="607050"/>
                </a:lnTo>
                <a:close/>
                <a:lnTo>
                  <a:pt x="65541" y="593943"/>
                </a:lnTo>
                <a:close/>
                <a:lnTo>
                  <a:pt x="68520" y="516921"/>
                </a:lnTo>
                <a:close/>
                <a:lnTo>
                  <a:pt x="71499" y="620176"/>
                </a:lnTo>
                <a:close/>
                <a:lnTo>
                  <a:pt x="72989" y="477420"/>
                </a:lnTo>
                <a:close/>
                <a:lnTo>
                  <a:pt x="74478" y="485655"/>
                </a:lnTo>
                <a:close/>
                <a:lnTo>
                  <a:pt x="78947" y="320556"/>
                </a:lnTo>
                <a:close/>
                <a:lnTo>
                  <a:pt x="81926" y="497571"/>
                </a:lnTo>
                <a:close/>
                <a:lnTo>
                  <a:pt x="86395" y="306149"/>
                </a:lnTo>
                <a:close/>
                <a:lnTo>
                  <a:pt x="87885" y="318286"/>
                </a:lnTo>
                <a:close/>
                <a:lnTo>
                  <a:pt x="89374" y="412493"/>
                </a:lnTo>
                <a:close/>
                <a:lnTo>
                  <a:pt x="90864" y="356886"/>
                </a:lnTo>
                <a:close/>
                <a:lnTo>
                  <a:pt x="93843" y="389470"/>
                </a:lnTo>
                <a:close/>
                <a:lnTo>
                  <a:pt x="98312" y="566515"/>
                </a:lnTo>
                <a:close/>
                <a:lnTo>
                  <a:pt x="99801" y="557225"/>
                </a:lnTo>
                <a:close/>
                <a:lnTo>
                  <a:pt x="101291" y="589766"/>
                </a:lnTo>
                <a:close/>
                <a:lnTo>
                  <a:pt x="102780" y="585731"/>
                </a:lnTo>
                <a:close/>
                <a:lnTo>
                  <a:pt x="104270" y="605766"/>
                </a:lnTo>
                <a:close/>
                <a:lnTo>
                  <a:pt x="105760" y="465777"/>
                </a:lnTo>
                <a:close/>
                <a:lnTo>
                  <a:pt x="107249" y="460760"/>
                </a:lnTo>
                <a:close/>
                <a:lnTo>
                  <a:pt x="108739" y="489583"/>
                </a:lnTo>
                <a:close/>
                <a:lnTo>
                  <a:pt x="110228" y="463522"/>
                </a:lnTo>
                <a:close/>
                <a:lnTo>
                  <a:pt x="111718" y="294009"/>
                </a:lnTo>
                <a:close/>
                <a:lnTo>
                  <a:pt x="116187" y="501619"/>
                </a:lnTo>
                <a:close/>
                <a:lnTo>
                  <a:pt x="117676" y="511485"/>
                </a:lnTo>
                <a:close/>
                <a:lnTo>
                  <a:pt x="119166" y="582121"/>
                </a:lnTo>
                <a:close/>
                <a:lnTo>
                  <a:pt x="120655" y="486368"/>
                </a:lnTo>
                <a:close/>
                <a:lnTo>
                  <a:pt x="123634" y="561720"/>
                </a:lnTo>
                <a:close/>
                <a:lnTo>
                  <a:pt x="125124" y="546009"/>
                </a:lnTo>
                <a:close/>
                <a:lnTo>
                  <a:pt x="128103" y="429591"/>
                </a:lnTo>
                <a:close/>
                <a:lnTo>
                  <a:pt x="129593" y="464019"/>
                </a:lnTo>
                <a:close/>
                <a:lnTo>
                  <a:pt x="132572" y="447483"/>
                </a:lnTo>
                <a:close/>
                <a:lnTo>
                  <a:pt x="135551" y="315815"/>
                </a:lnTo>
                <a:close/>
                <a:lnTo>
                  <a:pt x="138530" y="369329"/>
                </a:lnTo>
                <a:close/>
                <a:lnTo>
                  <a:pt x="140020" y="382389"/>
                </a:lnTo>
                <a:close/>
                <a:lnTo>
                  <a:pt x="141509" y="378315"/>
                </a:lnTo>
                <a:close/>
                <a:lnTo>
                  <a:pt x="142999" y="424869"/>
                </a:lnTo>
                <a:close/>
                <a:lnTo>
                  <a:pt x="144489" y="349224"/>
                </a:lnTo>
                <a:close/>
                <a:lnTo>
                  <a:pt x="145978" y="460386"/>
                </a:lnTo>
                <a:close/>
                <a:lnTo>
                  <a:pt x="150447" y="426812"/>
                </a:lnTo>
                <a:close/>
                <a:lnTo>
                  <a:pt x="153426" y="346771"/>
                </a:lnTo>
                <a:close/>
                <a:lnTo>
                  <a:pt x="156405" y="276291"/>
                </a:lnTo>
                <a:close/>
                <a:lnTo>
                  <a:pt x="157895" y="191368"/>
                </a:lnTo>
                <a:close/>
                <a:lnTo>
                  <a:pt x="159384" y="224236"/>
                </a:lnTo>
                <a:close/>
                <a:lnTo>
                  <a:pt x="160874" y="126957"/>
                </a:lnTo>
                <a:close/>
                <a:lnTo>
                  <a:pt x="162363" y="176147"/>
                </a:lnTo>
                <a:close/>
                <a:lnTo>
                  <a:pt x="166832" y="112449"/>
                </a:lnTo>
                <a:close/>
                <a:lnTo>
                  <a:pt x="168322" y="172138"/>
                </a:lnTo>
                <a:close/>
                <a:lnTo>
                  <a:pt x="169811" y="158935"/>
                </a:lnTo>
                <a:close/>
                <a:lnTo>
                  <a:pt x="171301" y="158935"/>
                </a:lnTo>
                <a:close/>
                <a:lnTo>
                  <a:pt x="172790" y="193671"/>
                </a:lnTo>
                <a:close/>
                <a:lnTo>
                  <a:pt x="174280" y="171822"/>
                </a:lnTo>
                <a:close/>
                <a:lnTo>
                  <a:pt x="175770" y="325807"/>
                </a:lnTo>
                <a:close/>
                <a:lnTo>
                  <a:pt x="177259" y="294636"/>
                </a:lnTo>
                <a:close/>
                <a:lnTo>
                  <a:pt x="178749" y="397599"/>
                </a:lnTo>
                <a:close/>
                <a:lnTo>
                  <a:pt x="180238" y="301710"/>
                </a:lnTo>
                <a:close/>
                <a:lnTo>
                  <a:pt x="183218" y="422363"/>
                </a:lnTo>
                <a:close/>
                <a:lnTo>
                  <a:pt x="184707" y="390768"/>
                </a:lnTo>
                <a:close/>
                <a:lnTo>
                  <a:pt x="186197" y="484393"/>
                </a:lnTo>
                <a:close/>
                <a:lnTo>
                  <a:pt x="187686" y="477567"/>
                </a:lnTo>
                <a:close/>
                <a:lnTo>
                  <a:pt x="189176" y="509966"/>
                </a:lnTo>
                <a:close/>
                <a:lnTo>
                  <a:pt x="190665" y="603764"/>
                </a:lnTo>
                <a:close/>
                <a:lnTo>
                  <a:pt x="193645" y="487616"/>
                </a:lnTo>
                <a:close/>
                <a:lnTo>
                  <a:pt x="195134" y="491437"/>
                </a:lnTo>
                <a:close/>
                <a:lnTo>
                  <a:pt x="196624" y="426521"/>
                </a:lnTo>
                <a:close/>
                <a:lnTo>
                  <a:pt x="199603" y="520876"/>
                </a:lnTo>
                <a:close/>
                <a:lnTo>
                  <a:pt x="201092" y="428894"/>
                </a:lnTo>
                <a:close/>
                <a:lnTo>
                  <a:pt x="204072" y="607395"/>
                </a:lnTo>
                <a:close/>
                <a:lnTo>
                  <a:pt x="208540" y="350357"/>
                </a:lnTo>
                <a:close/>
                <a:lnTo>
                  <a:pt x="210030" y="293716"/>
                </a:lnTo>
                <a:close/>
                <a:lnTo>
                  <a:pt x="213009" y="292771"/>
                </a:lnTo>
                <a:close/>
                <a:lnTo>
                  <a:pt x="215988" y="258669"/>
                </a:lnTo>
                <a:close/>
                <a:lnTo>
                  <a:pt x="217478" y="296065"/>
                </a:lnTo>
                <a:close/>
                <a:lnTo>
                  <a:pt x="221946" y="164984"/>
                </a:lnTo>
                <a:close/>
                <a:lnTo>
                  <a:pt x="223436" y="204938"/>
                </a:lnTo>
                <a:close/>
                <a:lnTo>
                  <a:pt x="224926" y="166955"/>
                </a:lnTo>
                <a:close/>
                <a:lnTo>
                  <a:pt x="226415" y="207234"/>
                </a:lnTo>
                <a:close/>
                <a:lnTo>
                  <a:pt x="229394" y="123459"/>
                </a:lnTo>
                <a:close/>
                <a:lnTo>
                  <a:pt x="232374" y="12262"/>
                </a:lnTo>
                <a:close/>
                <a:lnTo>
                  <a:pt x="235353" y="125045"/>
                </a:lnTo>
                <a:close/>
                <a:lnTo>
                  <a:pt x="236842" y="210288"/>
                </a:lnTo>
                <a:close/>
                <a:lnTo>
                  <a:pt x="239821" y="53647"/>
                </a:lnTo>
                <a:close/>
                <a:lnTo>
                  <a:pt x="241311" y="144089"/>
                </a:lnTo>
                <a:close/>
                <a:lnTo>
                  <a:pt x="242801" y="100251"/>
                </a:lnTo>
                <a:close/>
                <a:lnTo>
                  <a:pt x="244290" y="203058"/>
                </a:lnTo>
                <a:close/>
                <a:lnTo>
                  <a:pt x="245780" y="175203"/>
                </a:lnTo>
                <a:close/>
                <a:lnTo>
                  <a:pt x="247269" y="199725"/>
                </a:lnTo>
                <a:close/>
                <a:lnTo>
                  <a:pt x="248759" y="155800"/>
                </a:lnTo>
                <a:close/>
                <a:lnTo>
                  <a:pt x="250248" y="167552"/>
                </a:lnTo>
                <a:close/>
                <a:lnTo>
                  <a:pt x="254717" y="387293"/>
                </a:lnTo>
                <a:close/>
                <a:lnTo>
                  <a:pt x="256207" y="352548"/>
                </a:lnTo>
                <a:close/>
                <a:lnTo>
                  <a:pt x="257696" y="408570"/>
                </a:lnTo>
                <a:close/>
                <a:lnTo>
                  <a:pt x="259186" y="317258"/>
                </a:lnTo>
                <a:close/>
                <a:lnTo>
                  <a:pt x="262165" y="331974"/>
                </a:lnTo>
                <a:close/>
                <a:lnTo>
                  <a:pt x="263655" y="281305"/>
                </a:lnTo>
                <a:close/>
                <a:lnTo>
                  <a:pt x="265144" y="289648"/>
                </a:lnTo>
                <a:close/>
                <a:lnTo>
                  <a:pt x="266634" y="317326"/>
                </a:lnTo>
                <a:close/>
                <a:lnTo>
                  <a:pt x="269613" y="187523"/>
                </a:lnTo>
                <a:close/>
                <a:lnTo>
                  <a:pt x="271102" y="209282"/>
                </a:lnTo>
                <a:close/>
                <a:lnTo>
                  <a:pt x="277061" y="443434"/>
                </a:lnTo>
                <a:close/>
                <a:lnTo>
                  <a:pt x="283019" y="206861"/>
                </a:lnTo>
                <a:close/>
                <a:lnTo>
                  <a:pt x="284509" y="268326"/>
                </a:lnTo>
                <a:close/>
                <a:lnTo>
                  <a:pt x="285998" y="262332"/>
                </a:lnTo>
                <a:close/>
                <a:lnTo>
                  <a:pt x="287488" y="185586"/>
                </a:lnTo>
                <a:close/>
                <a:lnTo>
                  <a:pt x="290467" y="371993"/>
                </a:lnTo>
                <a:close/>
                <a:lnTo>
                  <a:pt x="293446" y="322399"/>
                </a:lnTo>
                <a:close/>
                <a:lnTo>
                  <a:pt x="296425" y="219131"/>
                </a:lnTo>
                <a:close/>
                <a:lnTo>
                  <a:pt x="299404" y="381551"/>
                </a:lnTo>
                <a:close/>
                <a:lnTo>
                  <a:pt x="300894" y="364288"/>
                </a:lnTo>
                <a:close/>
                <a:lnTo>
                  <a:pt x="302384" y="393222"/>
                </a:lnTo>
                <a:close/>
                <a:lnTo>
                  <a:pt x="305363" y="249545"/>
                </a:lnTo>
                <a:close/>
                <a:lnTo>
                  <a:pt x="308342" y="368927"/>
                </a:lnTo>
                <a:close/>
                <a:lnTo>
                  <a:pt x="311321" y="238920"/>
                </a:lnTo>
                <a:close/>
                <a:lnTo>
                  <a:pt x="315790" y="357314"/>
                </a:lnTo>
                <a:close/>
                <a:lnTo>
                  <a:pt x="318769" y="325598"/>
                </a:lnTo>
                <a:close/>
                <a:lnTo>
                  <a:pt x="320259" y="201565"/>
                </a:lnTo>
                <a:close/>
                <a:lnTo>
                  <a:pt x="321748" y="221781"/>
                </a:lnTo>
                <a:close/>
                <a:lnTo>
                  <a:pt x="324727" y="324639"/>
                </a:lnTo>
                <a:close/>
                <a:lnTo>
                  <a:pt x="326217" y="340554"/>
                </a:lnTo>
                <a:close/>
                <a:lnTo>
                  <a:pt x="327706" y="263023"/>
                </a:lnTo>
                <a:close/>
                <a:lnTo>
                  <a:pt x="329196" y="271356"/>
                </a:lnTo>
                <a:close/>
                <a:lnTo>
                  <a:pt x="330686" y="331584"/>
                </a:lnTo>
                <a:close/>
                <a:lnTo>
                  <a:pt x="332175" y="278563"/>
                </a:lnTo>
                <a:close/>
                <a:lnTo>
                  <a:pt x="335154" y="375893"/>
                </a:lnTo>
                <a:close/>
                <a:lnTo>
                  <a:pt x="336644" y="327272"/>
                </a:lnTo>
                <a:close/>
                <a:lnTo>
                  <a:pt x="339623" y="499824"/>
                </a:lnTo>
                <a:close/>
                <a:lnTo>
                  <a:pt x="341113" y="469905"/>
                </a:lnTo>
                <a:close/>
                <a:lnTo>
                  <a:pt x="344092" y="550065"/>
                </a:lnTo>
                <a:close/>
                <a:lnTo>
                  <a:pt x="345581" y="480495"/>
                </a:lnTo>
                <a:close/>
                <a:lnTo>
                  <a:pt x="350050" y="661320"/>
                </a:lnTo>
                <a:close/>
                <a:lnTo>
                  <a:pt x="351540" y="622581"/>
                </a:lnTo>
                <a:close/>
                <a:lnTo>
                  <a:pt x="354519" y="433266"/>
                </a:lnTo>
                <a:close/>
                <a:lnTo>
                  <a:pt x="356008" y="482299"/>
                </a:lnTo>
                <a:close/>
                <a:lnTo>
                  <a:pt x="357498" y="464392"/>
                </a:lnTo>
                <a:close/>
                <a:lnTo>
                  <a:pt x="358987" y="415903"/>
                </a:lnTo>
                <a:close/>
                <a:lnTo>
                  <a:pt x="360477" y="436555"/>
                </a:lnTo>
                <a:close/>
                <a:lnTo>
                  <a:pt x="363456" y="286955"/>
                </a:lnTo>
                <a:close/>
                <a:lnTo>
                  <a:pt x="366435" y="396376"/>
                </a:lnTo>
                <a:close/>
                <a:lnTo>
                  <a:pt x="367925" y="359557"/>
                </a:lnTo>
                <a:close/>
                <a:lnTo>
                  <a:pt x="369415" y="364462"/>
                </a:lnTo>
                <a:close/>
                <a:lnTo>
                  <a:pt x="372394" y="276098"/>
                </a:lnTo>
                <a:close/>
                <a:lnTo>
                  <a:pt x="375373" y="490081"/>
                </a:lnTo>
                <a:close/>
                <a:lnTo>
                  <a:pt x="378352" y="367804"/>
                </a:lnTo>
                <a:close/>
                <a:lnTo>
                  <a:pt x="379842" y="392148"/>
                </a:lnTo>
                <a:close/>
                <a:lnTo>
                  <a:pt x="381331" y="423011"/>
                </a:lnTo>
                <a:close/>
                <a:lnTo>
                  <a:pt x="382821" y="391914"/>
                </a:lnTo>
                <a:close/>
                <a:lnTo>
                  <a:pt x="384310" y="453409"/>
                </a:lnTo>
                <a:close/>
                <a:lnTo>
                  <a:pt x="385800" y="375720"/>
                </a:lnTo>
                <a:close/>
                <a:lnTo>
                  <a:pt x="387289" y="385285"/>
                </a:lnTo>
                <a:close/>
                <a:lnTo>
                  <a:pt x="388779" y="384384"/>
                </a:lnTo>
                <a:close/>
                <a:lnTo>
                  <a:pt x="390269" y="524051"/>
                </a:lnTo>
                <a:close/>
                <a:lnTo>
                  <a:pt x="391758" y="433007"/>
                </a:lnTo>
                <a:close/>
                <a:lnTo>
                  <a:pt x="393248" y="475614"/>
                </a:lnTo>
                <a:close/>
                <a:lnTo>
                  <a:pt x="396227" y="421158"/>
                </a:lnTo>
                <a:close/>
                <a:lnTo>
                  <a:pt x="397716" y="430050"/>
                </a:lnTo>
                <a:close/>
                <a:lnTo>
                  <a:pt x="399206" y="384366"/>
                </a:lnTo>
                <a:close/>
                <a:lnTo>
                  <a:pt x="400696" y="527622"/>
                </a:lnTo>
                <a:close/>
                <a:lnTo>
                  <a:pt x="402185" y="419969"/>
                </a:lnTo>
                <a:close/>
                <a:lnTo>
                  <a:pt x="403675" y="510565"/>
                </a:lnTo>
                <a:close/>
                <a:lnTo>
                  <a:pt x="405164" y="313615"/>
                </a:lnTo>
                <a:close/>
                <a:lnTo>
                  <a:pt x="406654" y="313841"/>
                </a:lnTo>
                <a:close/>
                <a:lnTo>
                  <a:pt x="409633" y="408715"/>
                </a:lnTo>
                <a:close/>
                <a:lnTo>
                  <a:pt x="411123" y="400001"/>
                </a:lnTo>
                <a:close/>
                <a:lnTo>
                  <a:pt x="412612" y="340407"/>
                </a:lnTo>
                <a:close/>
                <a:lnTo>
                  <a:pt x="415591" y="380424"/>
                </a:lnTo>
                <a:close/>
                <a:lnTo>
                  <a:pt x="417081" y="353803"/>
                </a:lnTo>
                <a:close/>
                <a:lnTo>
                  <a:pt x="418571" y="459206"/>
                </a:lnTo>
                <a:close/>
                <a:lnTo>
                  <a:pt x="424529" y="268936"/>
                </a:lnTo>
                <a:close/>
                <a:lnTo>
                  <a:pt x="426018" y="245566"/>
                </a:lnTo>
                <a:close/>
                <a:lnTo>
                  <a:pt x="427508" y="259050"/>
                </a:lnTo>
                <a:close/>
                <a:lnTo>
                  <a:pt x="428998" y="212935"/>
                </a:lnTo>
                <a:close/>
                <a:lnTo>
                  <a:pt x="430487" y="227477"/>
                </a:lnTo>
                <a:close/>
                <a:lnTo>
                  <a:pt x="431977" y="370162"/>
                </a:lnTo>
                <a:close/>
                <a:lnTo>
                  <a:pt x="433466" y="336462"/>
                </a:lnTo>
                <a:close/>
                <a:lnTo>
                  <a:pt x="434956" y="362388"/>
                </a:lnTo>
                <a:close/>
                <a:lnTo>
                  <a:pt x="436445" y="357949"/>
                </a:lnTo>
                <a:close/>
                <a:lnTo>
                  <a:pt x="437935" y="324357"/>
                </a:lnTo>
                <a:close/>
                <a:lnTo>
                  <a:pt x="439425" y="255089"/>
                </a:lnTo>
                <a:close/>
                <a:lnTo>
                  <a:pt x="440914" y="252862"/>
                </a:lnTo>
                <a:close/>
                <a:lnTo>
                  <a:pt x="442404" y="247781"/>
                </a:lnTo>
                <a:close/>
                <a:lnTo>
                  <a:pt x="443893" y="321763"/>
                </a:lnTo>
                <a:close/>
                <a:lnTo>
                  <a:pt x="445383" y="270911"/>
                </a:lnTo>
                <a:close/>
                <a:lnTo>
                  <a:pt x="446872" y="301932"/>
                </a:lnTo>
                <a:close/>
                <a:lnTo>
                  <a:pt x="448362" y="375672"/>
                </a:lnTo>
                <a:close/>
                <a:lnTo>
                  <a:pt x="451341" y="171371"/>
                </a:lnTo>
                <a:close/>
                <a:lnTo>
                  <a:pt x="452831" y="120151"/>
                </a:lnTo>
                <a:close/>
                <a:lnTo>
                  <a:pt x="454320" y="122860"/>
                </a:lnTo>
                <a:close/>
                <a:lnTo>
                  <a:pt x="455810" y="178566"/>
                </a:lnTo>
                <a:close/>
                <a:lnTo>
                  <a:pt x="457300" y="147391"/>
                </a:lnTo>
                <a:close/>
                <a:lnTo>
                  <a:pt x="458789" y="72908"/>
                </a:lnTo>
                <a:close/>
                <a:lnTo>
                  <a:pt x="460279" y="170438"/>
                </a:lnTo>
                <a:close/>
                <a:lnTo>
                  <a:pt x="461768" y="141836"/>
                </a:lnTo>
                <a:close/>
                <a:lnTo>
                  <a:pt x="463258" y="148084"/>
                </a:lnTo>
                <a:close/>
                <a:lnTo>
                  <a:pt x="464747" y="112846"/>
                </a:lnTo>
                <a:close/>
                <a:lnTo>
                  <a:pt x="466237" y="131681"/>
                </a:lnTo>
                <a:close/>
                <a:lnTo>
                  <a:pt x="467727" y="67357"/>
                </a:lnTo>
                <a:close/>
                <a:lnTo>
                  <a:pt x="470706" y="151759"/>
                </a:lnTo>
                <a:close/>
                <a:lnTo>
                  <a:pt x="472195" y="21307"/>
                </a:lnTo>
                <a:close/>
                <a:lnTo>
                  <a:pt x="473685" y="89038"/>
                </a:lnTo>
                <a:close/>
                <a:lnTo>
                  <a:pt x="475174" y="66999"/>
                </a:lnTo>
                <a:close/>
                <a:lnTo>
                  <a:pt x="479643" y="259533"/>
                </a:lnTo>
                <a:close/>
                <a:lnTo>
                  <a:pt x="482622" y="275830"/>
                </a:lnTo>
                <a:close/>
                <a:lnTo>
                  <a:pt x="485601" y="339339"/>
                </a:lnTo>
                <a:close/>
                <a:lnTo>
                  <a:pt x="487091" y="344839"/>
                </a:lnTo>
                <a:close/>
                <a:lnTo>
                  <a:pt x="488581" y="382280"/>
                </a:lnTo>
                <a:close/>
                <a:lnTo>
                  <a:pt x="490070" y="286454"/>
                </a:lnTo>
                <a:close/>
                <a:lnTo>
                  <a:pt x="493049" y="383331"/>
                </a:lnTo>
                <a:close/>
                <a:lnTo>
                  <a:pt x="494539" y="446437"/>
                </a:lnTo>
                <a:close/>
                <a:lnTo>
                  <a:pt x="496028" y="355456"/>
                </a:lnTo>
                <a:close/>
                <a:lnTo>
                  <a:pt x="499008" y="423754"/>
                </a:lnTo>
                <a:close/>
                <a:lnTo>
                  <a:pt x="500497" y="413887"/>
                </a:lnTo>
                <a:close/>
                <a:lnTo>
                  <a:pt x="501987" y="430021"/>
                </a:lnTo>
                <a:close/>
                <a:lnTo>
                  <a:pt x="503476" y="514467"/>
                </a:lnTo>
                <a:close/>
                <a:lnTo>
                  <a:pt x="506456" y="387793"/>
                </a:lnTo>
                <a:close/>
                <a:lnTo>
                  <a:pt x="510924" y="513695"/>
                </a:lnTo>
                <a:close/>
                <a:lnTo>
                  <a:pt x="513903" y="654409"/>
                </a:lnTo>
                <a:close/>
                <a:lnTo>
                  <a:pt x="516883" y="711191"/>
                </a:lnTo>
                <a:close/>
                <a:lnTo>
                  <a:pt x="518372" y="568638"/>
                </a:lnTo>
                <a:close/>
                <a:lnTo>
                  <a:pt x="519862" y="609753"/>
                </a:lnTo>
                <a:close/>
                <a:lnTo>
                  <a:pt x="521351" y="522405"/>
                </a:lnTo>
                <a:close/>
                <a:lnTo>
                  <a:pt x="522841" y="522405"/>
                </a:lnTo>
                <a:close/>
                <a:lnTo>
                  <a:pt x="524330" y="497827"/>
                </a:lnTo>
                <a:close/>
                <a:lnTo>
                  <a:pt x="525820" y="515260"/>
                </a:lnTo>
                <a:close/>
                <a:lnTo>
                  <a:pt x="527310" y="457316"/>
                </a:lnTo>
                <a:close/>
                <a:lnTo>
                  <a:pt x="528799" y="342238"/>
                </a:lnTo>
                <a:close/>
                <a:lnTo>
                  <a:pt x="531778" y="342487"/>
                </a:lnTo>
                <a:close/>
                <a:lnTo>
                  <a:pt x="533268" y="444339"/>
                </a:lnTo>
                <a:close/>
                <a:lnTo>
                  <a:pt x="534757" y="305372"/>
                </a:lnTo>
                <a:close/>
                <a:lnTo>
                  <a:pt x="536247" y="350274"/>
                </a:lnTo>
                <a:close/>
                <a:lnTo>
                  <a:pt x="537737" y="324122"/>
                </a:lnTo>
                <a:close/>
                <a:lnTo>
                  <a:pt x="539226" y="381120"/>
                </a:lnTo>
                <a:close/>
                <a:lnTo>
                  <a:pt x="543695" y="246570"/>
                </a:lnTo>
                <a:close/>
                <a:lnTo>
                  <a:pt x="545185" y="230251"/>
                </a:lnTo>
                <a:close/>
                <a:lnTo>
                  <a:pt x="548164" y="337114"/>
                </a:lnTo>
                <a:close/>
                <a:lnTo>
                  <a:pt x="549653" y="331019"/>
                </a:lnTo>
                <a:close/>
                <a:lnTo>
                  <a:pt x="551143" y="242196"/>
                </a:lnTo>
                <a:close/>
                <a:lnTo>
                  <a:pt x="552632" y="253157"/>
                </a:lnTo>
                <a:close/>
                <a:lnTo>
                  <a:pt x="554122" y="210320"/>
                </a:lnTo>
                <a:close/>
                <a:lnTo>
                  <a:pt x="558591" y="454184"/>
                </a:lnTo>
                <a:close/>
                <a:lnTo>
                  <a:pt x="560080" y="412893"/>
                </a:lnTo>
                <a:close/>
                <a:lnTo>
                  <a:pt x="563059" y="552915"/>
                </a:lnTo>
                <a:close/>
                <a:lnTo>
                  <a:pt x="566039" y="597378"/>
                </a:lnTo>
                <a:close/>
                <a:lnTo>
                  <a:pt x="567528" y="513945"/>
                </a:lnTo>
                <a:close/>
                <a:lnTo>
                  <a:pt x="569018" y="551428"/>
                </a:lnTo>
                <a:close/>
                <a:lnTo>
                  <a:pt x="570507" y="545719"/>
                </a:lnTo>
                <a:close/>
                <a:lnTo>
                  <a:pt x="573486" y="488735"/>
                </a:lnTo>
                <a:close/>
                <a:lnTo>
                  <a:pt x="574976" y="581448"/>
                </a:lnTo>
                <a:close/>
                <a:lnTo>
                  <a:pt x="576466" y="506909"/>
                </a:lnTo>
                <a:close/>
                <a:lnTo>
                  <a:pt x="577955" y="535792"/>
                </a:lnTo>
                <a:close/>
                <a:lnTo>
                  <a:pt x="579445" y="452028"/>
                </a:lnTo>
                <a:close/>
                <a:lnTo>
                  <a:pt x="582424" y="499684"/>
                </a:lnTo>
                <a:close/>
                <a:lnTo>
                  <a:pt x="585403" y="669605"/>
                </a:lnTo>
                <a:close/>
                <a:lnTo>
                  <a:pt x="591361" y="418995"/>
                </a:lnTo>
                <a:close/>
                <a:lnTo>
                  <a:pt x="592851" y="505559"/>
                </a:lnTo>
                <a:close/>
                <a:lnTo>
                  <a:pt x="594341" y="430421"/>
                </a:lnTo>
                <a:close/>
                <a:lnTo>
                  <a:pt x="595830" y="512284"/>
                </a:lnTo>
                <a:close/>
                <a:lnTo>
                  <a:pt x="597320" y="424432"/>
                </a:lnTo>
                <a:close/>
                <a:lnTo>
                  <a:pt x="600299" y="497755"/>
                </a:lnTo>
                <a:close/>
                <a:lnTo>
                  <a:pt x="601788" y="518456"/>
                </a:lnTo>
                <a:close/>
                <a:lnTo>
                  <a:pt x="603278" y="612264"/>
                </a:lnTo>
                <a:close/>
                <a:lnTo>
                  <a:pt x="606257" y="520043"/>
                </a:lnTo>
                <a:close/>
                <a:lnTo>
                  <a:pt x="610726" y="660552"/>
                </a:lnTo>
                <a:close/>
                <a:lnTo>
                  <a:pt x="612215" y="647600"/>
                </a:lnTo>
                <a:close/>
                <a:lnTo>
                  <a:pt x="613705" y="647600"/>
                </a:lnTo>
                <a:close/>
                <a:lnTo>
                  <a:pt x="615195" y="562834"/>
                </a:lnTo>
                <a:close/>
                <a:lnTo>
                  <a:pt x="616684" y="723760"/>
                </a:lnTo>
                <a:close/>
                <a:lnTo>
                  <a:pt x="619663" y="629235"/>
                </a:lnTo>
                <a:close/>
                <a:lnTo>
                  <a:pt x="621153" y="647469"/>
                </a:lnTo>
                <a:close/>
                <a:lnTo>
                  <a:pt x="622642" y="624289"/>
                </a:lnTo>
                <a:close/>
                <a:lnTo>
                  <a:pt x="624132" y="757256"/>
                </a:lnTo>
                <a:close/>
                <a:lnTo>
                  <a:pt x="625622" y="727673"/>
                </a:lnTo>
                <a:close/>
                <a:lnTo>
                  <a:pt x="627111" y="766219"/>
                </a:lnTo>
                <a:close/>
                <a:lnTo>
                  <a:pt x="628601" y="730476"/>
                </a:lnTo>
                <a:close/>
                <a:lnTo>
                  <a:pt x="630090" y="758168"/>
                </a:lnTo>
                <a:close/>
                <a:lnTo>
                  <a:pt x="631580" y="669111"/>
                </a:lnTo>
                <a:close/>
                <a:lnTo>
                  <a:pt x="636049" y="847812"/>
                </a:lnTo>
                <a:close/>
                <a:lnTo>
                  <a:pt x="637538" y="807151"/>
                </a:lnTo>
                <a:close/>
                <a:lnTo>
                  <a:pt x="639028" y="920063"/>
                </a:lnTo>
                <a:close/>
                <a:lnTo>
                  <a:pt x="643497" y="646320"/>
                </a:lnTo>
                <a:close/>
                <a:lnTo>
                  <a:pt x="644986" y="682756"/>
                </a:lnTo>
                <a:close/>
                <a:lnTo>
                  <a:pt x="646476" y="678405"/>
                </a:lnTo>
                <a:close/>
                <a:lnTo>
                  <a:pt x="647965" y="652793"/>
                </a:lnTo>
                <a:close/>
                <a:lnTo>
                  <a:pt x="649455" y="593012"/>
                </a:lnTo>
                <a:close/>
                <a:lnTo>
                  <a:pt x="650944" y="659107"/>
                </a:lnTo>
                <a:close/>
                <a:lnTo>
                  <a:pt x="652434" y="515415"/>
                </a:lnTo>
                <a:close/>
                <a:lnTo>
                  <a:pt x="653924" y="601669"/>
                </a:lnTo>
                <a:close/>
                <a:lnTo>
                  <a:pt x="656903" y="485236"/>
                </a:lnTo>
                <a:close/>
                <a:lnTo>
                  <a:pt x="658392" y="476610"/>
                </a:lnTo>
                <a:close/>
                <a:lnTo>
                  <a:pt x="661371" y="541442"/>
                </a:lnTo>
                <a:close/>
                <a:lnTo>
                  <a:pt x="662861" y="523098"/>
                </a:lnTo>
                <a:close/>
                <a:lnTo>
                  <a:pt x="664351" y="546259"/>
                </a:lnTo>
                <a:close/>
                <a:lnTo>
                  <a:pt x="671798" y="417657"/>
                </a:lnTo>
                <a:close/>
                <a:lnTo>
                  <a:pt x="674778" y="468965"/>
                </a:lnTo>
                <a:close/>
                <a:lnTo>
                  <a:pt x="676267" y="443717"/>
                </a:lnTo>
                <a:close/>
                <a:lnTo>
                  <a:pt x="677757" y="355181"/>
                </a:lnTo>
                <a:close/>
                <a:lnTo>
                  <a:pt x="680736" y="454083"/>
                </a:lnTo>
                <a:close/>
                <a:lnTo>
                  <a:pt x="682226" y="421511"/>
                </a:lnTo>
                <a:close/>
                <a:lnTo>
                  <a:pt x="683715" y="538532"/>
                </a:lnTo>
                <a:close/>
                <a:lnTo>
                  <a:pt x="685205" y="528984"/>
                </a:lnTo>
                <a:close/>
                <a:lnTo>
                  <a:pt x="686694" y="528984"/>
                </a:lnTo>
                <a:close/>
                <a:lnTo>
                  <a:pt x="688184" y="522224"/>
                </a:lnTo>
                <a:close/>
                <a:lnTo>
                  <a:pt x="689673" y="561100"/>
                </a:lnTo>
                <a:close/>
                <a:lnTo>
                  <a:pt x="692653" y="404872"/>
                </a:lnTo>
                <a:close/>
                <a:lnTo>
                  <a:pt x="694142" y="539099"/>
                </a:lnTo>
                <a:close/>
                <a:lnTo>
                  <a:pt x="695632" y="535697"/>
                </a:lnTo>
                <a:close/>
                <a:lnTo>
                  <a:pt x="697121" y="580654"/>
                </a:lnTo>
                <a:close/>
                <a:lnTo>
                  <a:pt x="700100" y="369177"/>
                </a:lnTo>
                <a:close/>
                <a:lnTo>
                  <a:pt x="701590" y="339026"/>
                </a:lnTo>
                <a:close/>
                <a:lnTo>
                  <a:pt x="703080" y="262573"/>
                </a:lnTo>
                <a:close/>
                <a:lnTo>
                  <a:pt x="706059" y="314406"/>
                </a:lnTo>
                <a:close/>
                <a:lnTo>
                  <a:pt x="710527" y="448953"/>
                </a:lnTo>
                <a:close/>
                <a:lnTo>
                  <a:pt x="712017" y="406923"/>
                </a:lnTo>
                <a:close/>
                <a:lnTo>
                  <a:pt x="713507" y="446015"/>
                </a:lnTo>
                <a:close/>
                <a:lnTo>
                  <a:pt x="716486" y="366384"/>
                </a:lnTo>
                <a:close/>
                <a:lnTo>
                  <a:pt x="720954" y="488594"/>
                </a:lnTo>
                <a:close/>
                <a:lnTo>
                  <a:pt x="722444" y="434153"/>
                </a:lnTo>
                <a:close/>
                <a:lnTo>
                  <a:pt x="723934" y="459881"/>
                </a:lnTo>
                <a:close/>
                <a:lnTo>
                  <a:pt x="725423" y="411762"/>
                </a:lnTo>
                <a:close/>
                <a:lnTo>
                  <a:pt x="728402" y="496530"/>
                </a:lnTo>
                <a:close/>
                <a:lnTo>
                  <a:pt x="731382" y="336374"/>
                </a:lnTo>
                <a:close/>
                <a:lnTo>
                  <a:pt x="732871" y="426911"/>
                </a:lnTo>
                <a:close/>
                <a:lnTo>
                  <a:pt x="734361" y="420586"/>
                </a:lnTo>
                <a:close/>
                <a:lnTo>
                  <a:pt x="735850" y="376390"/>
                </a:lnTo>
                <a:close/>
                <a:lnTo>
                  <a:pt x="738829" y="404639"/>
                </a:lnTo>
                <a:close/>
                <a:lnTo>
                  <a:pt x="743298" y="315661"/>
                </a:lnTo>
                <a:close/>
                <a:lnTo>
                  <a:pt x="744788" y="331713"/>
                </a:lnTo>
                <a:close/>
                <a:lnTo>
                  <a:pt x="746277" y="306486"/>
                </a:lnTo>
                <a:close/>
                <a:lnTo>
                  <a:pt x="749256" y="407572"/>
                </a:lnTo>
                <a:close/>
                <a:lnTo>
                  <a:pt x="750746" y="414852"/>
                </a:lnTo>
                <a:close/>
                <a:lnTo>
                  <a:pt x="752236" y="401103"/>
                </a:lnTo>
                <a:close/>
                <a:lnTo>
                  <a:pt x="755215" y="356047"/>
                </a:lnTo>
                <a:close/>
                <a:lnTo>
                  <a:pt x="756704" y="355871"/>
                </a:lnTo>
                <a:close/>
                <a:lnTo>
                  <a:pt x="758194" y="385862"/>
                </a:lnTo>
                <a:close/>
                <a:lnTo>
                  <a:pt x="759683" y="381020"/>
                </a:lnTo>
                <a:close/>
                <a:lnTo>
                  <a:pt x="761173" y="348797"/>
                </a:lnTo>
                <a:close/>
                <a:lnTo>
                  <a:pt x="764152" y="369982"/>
                </a:lnTo>
                <a:close/>
                <a:lnTo>
                  <a:pt x="765642" y="333390"/>
                </a:lnTo>
                <a:close/>
                <a:lnTo>
                  <a:pt x="767131" y="386068"/>
                </a:lnTo>
                <a:close/>
                <a:lnTo>
                  <a:pt x="768621" y="346120"/>
                </a:lnTo>
                <a:close/>
                <a:lnTo>
                  <a:pt x="770110" y="353188"/>
                </a:lnTo>
                <a:close/>
                <a:lnTo>
                  <a:pt x="771600" y="414064"/>
                </a:lnTo>
                <a:close/>
                <a:lnTo>
                  <a:pt x="773090" y="393953"/>
                </a:lnTo>
                <a:close/>
                <a:lnTo>
                  <a:pt x="776069" y="445539"/>
                </a:lnTo>
                <a:close/>
                <a:lnTo>
                  <a:pt x="777558" y="447995"/>
                </a:lnTo>
                <a:close/>
                <a:lnTo>
                  <a:pt x="779048" y="377557"/>
                </a:lnTo>
                <a:close/>
                <a:lnTo>
                  <a:pt x="780538" y="377177"/>
                </a:lnTo>
                <a:close/>
                <a:lnTo>
                  <a:pt x="782027" y="416480"/>
                </a:lnTo>
                <a:close/>
                <a:lnTo>
                  <a:pt x="785006" y="327076"/>
                </a:lnTo>
                <a:close/>
                <a:lnTo>
                  <a:pt x="787985" y="276935"/>
                </a:lnTo>
                <a:close/>
                <a:lnTo>
                  <a:pt x="790965" y="185829"/>
                </a:lnTo>
                <a:close/>
                <a:lnTo>
                  <a:pt x="793944" y="214625"/>
                </a:lnTo>
                <a:close/>
                <a:lnTo>
                  <a:pt x="795433" y="219083"/>
                </a:lnTo>
                <a:close/>
                <a:lnTo>
                  <a:pt x="796923" y="292642"/>
                </a:lnTo>
                <a:close/>
                <a:lnTo>
                  <a:pt x="798412" y="247149"/>
                </a:lnTo>
                <a:close/>
                <a:lnTo>
                  <a:pt x="799902" y="284277"/>
                </a:lnTo>
                <a:close/>
                <a:lnTo>
                  <a:pt x="802881" y="393890"/>
                </a:lnTo>
                <a:close/>
                <a:lnTo>
                  <a:pt x="804371" y="425757"/>
                </a:lnTo>
                <a:close/>
                <a:lnTo>
                  <a:pt x="805860" y="392126"/>
                </a:lnTo>
                <a:close/>
                <a:lnTo>
                  <a:pt x="807350" y="323165"/>
                </a:lnTo>
                <a:close/>
                <a:lnTo>
                  <a:pt x="808839" y="400896"/>
                </a:lnTo>
                <a:close/>
                <a:lnTo>
                  <a:pt x="810329" y="291538"/>
                </a:lnTo>
                <a:close/>
                <a:lnTo>
                  <a:pt x="814798" y="476619"/>
                </a:lnTo>
                <a:close/>
                <a:lnTo>
                  <a:pt x="816287" y="438696"/>
                </a:lnTo>
                <a:close/>
                <a:lnTo>
                  <a:pt x="817777" y="339817"/>
                </a:lnTo>
                <a:close/>
                <a:lnTo>
                  <a:pt x="819267" y="413116"/>
                </a:lnTo>
                <a:close/>
                <a:lnTo>
                  <a:pt x="820756" y="334313"/>
                </a:lnTo>
                <a:close/>
                <a:lnTo>
                  <a:pt x="823735" y="481905"/>
                </a:lnTo>
                <a:close/>
                <a:lnTo>
                  <a:pt x="828204" y="212319"/>
                </a:lnTo>
                <a:close/>
                <a:lnTo>
                  <a:pt x="829694" y="178605"/>
                </a:lnTo>
                <a:close/>
                <a:lnTo>
                  <a:pt x="831183" y="177458"/>
                </a:lnTo>
                <a:close/>
                <a:lnTo>
                  <a:pt x="832673" y="234259"/>
                </a:lnTo>
                <a:close/>
                <a:lnTo>
                  <a:pt x="834162" y="190310"/>
                </a:lnTo>
                <a:close/>
                <a:lnTo>
                  <a:pt x="837141" y="273716"/>
                </a:lnTo>
                <a:close/>
                <a:lnTo>
                  <a:pt x="838631" y="329094"/>
                </a:lnTo>
                <a:close/>
                <a:lnTo>
                  <a:pt x="840121" y="311574"/>
                </a:lnTo>
                <a:close/>
                <a:lnTo>
                  <a:pt x="841610" y="396573"/>
                </a:lnTo>
                <a:close/>
                <a:lnTo>
                  <a:pt x="843100" y="242843"/>
                </a:lnTo>
                <a:close/>
                <a:lnTo>
                  <a:pt x="846079" y="308541"/>
                </a:lnTo>
                <a:close/>
                <a:lnTo>
                  <a:pt x="847568" y="452711"/>
                </a:lnTo>
                <a:close/>
                <a:lnTo>
                  <a:pt x="849058" y="383839"/>
                </a:lnTo>
                <a:close/>
                <a:lnTo>
                  <a:pt x="850548" y="455831"/>
                </a:lnTo>
                <a:close/>
                <a:lnTo>
                  <a:pt x="852037" y="415729"/>
                </a:lnTo>
                <a:close/>
                <a:lnTo>
                  <a:pt x="853527" y="509199"/>
                </a:lnTo>
                <a:close/>
                <a:lnTo>
                  <a:pt x="856506" y="373864"/>
                </a:lnTo>
                <a:close/>
                <a:lnTo>
                  <a:pt x="857996" y="433887"/>
                </a:lnTo>
                <a:close/>
                <a:lnTo>
                  <a:pt x="860975" y="331814"/>
                </a:lnTo>
                <a:close/>
                <a:lnTo>
                  <a:pt x="862464" y="462827"/>
                </a:lnTo>
                <a:close/>
                <a:lnTo>
                  <a:pt x="863954" y="401499"/>
                </a:lnTo>
                <a:close/>
                <a:lnTo>
                  <a:pt x="865443" y="452908"/>
                </a:lnTo>
                <a:close/>
                <a:lnTo>
                  <a:pt x="866933" y="292427"/>
                </a:lnTo>
                <a:close/>
                <a:lnTo>
                  <a:pt x="868423" y="347215"/>
                </a:lnTo>
                <a:close/>
                <a:lnTo>
                  <a:pt x="869912" y="346308"/>
                </a:lnTo>
                <a:close/>
                <a:lnTo>
                  <a:pt x="871402" y="333759"/>
                </a:lnTo>
                <a:close/>
                <a:lnTo>
                  <a:pt x="872891" y="391221"/>
                </a:lnTo>
                <a:close/>
                <a:lnTo>
                  <a:pt x="874381" y="297031"/>
                </a:lnTo>
                <a:close/>
                <a:lnTo>
                  <a:pt x="875870" y="292615"/>
                </a:lnTo>
                <a:close/>
                <a:lnTo>
                  <a:pt x="877360" y="278921"/>
                </a:lnTo>
                <a:close/>
                <a:lnTo>
                  <a:pt x="878850" y="287233"/>
                </a:lnTo>
                <a:close/>
                <a:lnTo>
                  <a:pt x="880339" y="230146"/>
                </a:lnTo>
                <a:close/>
                <a:lnTo>
                  <a:pt x="881829" y="286977"/>
                </a:lnTo>
                <a:close/>
                <a:lnTo>
                  <a:pt x="883318" y="247260"/>
                </a:lnTo>
                <a:close/>
                <a:lnTo>
                  <a:pt x="884808" y="298775"/>
                </a:lnTo>
                <a:close/>
                <a:lnTo>
                  <a:pt x="886297" y="244799"/>
                </a:lnTo>
                <a:close/>
                <a:lnTo>
                  <a:pt x="887787" y="335069"/>
                </a:lnTo>
                <a:close/>
                <a:lnTo>
                  <a:pt x="889277" y="275364"/>
                </a:lnTo>
                <a:close/>
                <a:lnTo>
                  <a:pt x="892256" y="377647"/>
                </a:lnTo>
                <a:close/>
                <a:lnTo>
                  <a:pt x="893745" y="393794"/>
                </a:lnTo>
                <a:close/>
                <a:lnTo>
                  <a:pt x="895235" y="373048"/>
                </a:lnTo>
                <a:close/>
                <a:lnTo>
                  <a:pt x="896724" y="467890"/>
                </a:lnTo>
                <a:close/>
                <a:lnTo>
                  <a:pt x="898214" y="469863"/>
                </a:lnTo>
                <a:close/>
                <a:lnTo>
                  <a:pt x="901193" y="507994"/>
                </a:lnTo>
                <a:close/>
                <a:lnTo>
                  <a:pt x="902683" y="607792"/>
                </a:lnTo>
                <a:close/>
                <a:lnTo>
                  <a:pt x="907152" y="503489"/>
                </a:lnTo>
                <a:close/>
                <a:lnTo>
                  <a:pt x="910131" y="533186"/>
                </a:lnTo>
                <a:close/>
                <a:lnTo>
                  <a:pt x="911620" y="620285"/>
                </a:lnTo>
                <a:close/>
                <a:lnTo>
                  <a:pt x="913110" y="537833"/>
                </a:lnTo>
                <a:close/>
                <a:lnTo>
                  <a:pt x="914599" y="537821"/>
                </a:lnTo>
                <a:close/>
                <a:lnTo>
                  <a:pt x="917579" y="418481"/>
                </a:lnTo>
                <a:close/>
                <a:lnTo>
                  <a:pt x="919068" y="493540"/>
                </a:lnTo>
                <a:close/>
                <a:lnTo>
                  <a:pt x="920558" y="478802"/>
                </a:lnTo>
                <a:close/>
                <a:lnTo>
                  <a:pt x="922047" y="526382"/>
                </a:lnTo>
                <a:close/>
                <a:lnTo>
                  <a:pt x="923537" y="640817"/>
                </a:lnTo>
                <a:close/>
                <a:lnTo>
                  <a:pt x="925026" y="573697"/>
                </a:lnTo>
                <a:close/>
                <a:lnTo>
                  <a:pt x="926516" y="573512"/>
                </a:lnTo>
                <a:close/>
                <a:lnTo>
                  <a:pt x="928006" y="599654"/>
                </a:lnTo>
                <a:close/>
                <a:lnTo>
                  <a:pt x="930985" y="732878"/>
                </a:lnTo>
                <a:close/>
                <a:lnTo>
                  <a:pt x="932474" y="713013"/>
                </a:lnTo>
                <a:close/>
                <a:lnTo>
                  <a:pt x="935453" y="624773"/>
                </a:lnTo>
                <a:close/>
                <a:lnTo>
                  <a:pt x="936943" y="721587"/>
                </a:lnTo>
                <a:close/>
                <a:lnTo>
                  <a:pt x="939922" y="588988"/>
                </a:lnTo>
                <a:close/>
                <a:lnTo>
                  <a:pt x="942901" y="732802"/>
                </a:lnTo>
                <a:close/>
                <a:lnTo>
                  <a:pt x="944391" y="628200"/>
                </a:lnTo>
                <a:close/>
                <a:lnTo>
                  <a:pt x="947370" y="672009"/>
                </a:lnTo>
                <a:close/>
                <a:lnTo>
                  <a:pt x="948860" y="662984"/>
                </a:lnTo>
                <a:close/>
                <a:lnTo>
                  <a:pt x="950349" y="849438"/>
                </a:lnTo>
                <a:close/>
                <a:lnTo>
                  <a:pt x="953328" y="781841"/>
                </a:lnTo>
                <a:close/>
                <a:lnTo>
                  <a:pt x="954818" y="819127"/>
                </a:lnTo>
                <a:close/>
                <a:lnTo>
                  <a:pt x="956308" y="795764"/>
                </a:lnTo>
                <a:close/>
                <a:lnTo>
                  <a:pt x="959287" y="734948"/>
                </a:lnTo>
                <a:close/>
                <a:lnTo>
                  <a:pt x="960776" y="776459"/>
                </a:lnTo>
                <a:close/>
                <a:lnTo>
                  <a:pt x="962266" y="669599"/>
                </a:lnTo>
                <a:close/>
                <a:lnTo>
                  <a:pt x="963755" y="717842"/>
                </a:lnTo>
                <a:close/>
                <a:lnTo>
                  <a:pt x="965245" y="626210"/>
                </a:lnTo>
                <a:close/>
                <a:lnTo>
                  <a:pt x="966735" y="666559"/>
                </a:lnTo>
                <a:close/>
                <a:lnTo>
                  <a:pt x="972693" y="494943"/>
                </a:lnTo>
                <a:close/>
                <a:lnTo>
                  <a:pt x="974182" y="485094"/>
                </a:lnTo>
                <a:close/>
                <a:lnTo>
                  <a:pt x="980141" y="597254"/>
                </a:lnTo>
                <a:close/>
                <a:lnTo>
                  <a:pt x="983120" y="518933"/>
                </a:lnTo>
                <a:close/>
                <a:lnTo>
                  <a:pt x="984609" y="471101"/>
                </a:lnTo>
                <a:close/>
                <a:lnTo>
                  <a:pt x="990568" y="588185"/>
                </a:lnTo>
                <a:close/>
                <a:lnTo>
                  <a:pt x="992057" y="587567"/>
                </a:lnTo>
                <a:close/>
                <a:lnTo>
                  <a:pt x="995037" y="435577"/>
                </a:lnTo>
                <a:close/>
                <a:lnTo>
                  <a:pt x="996526" y="442704"/>
                </a:lnTo>
                <a:close/>
                <a:lnTo>
                  <a:pt x="998016" y="380266"/>
                </a:lnTo>
                <a:close/>
                <a:lnTo>
                  <a:pt x="999505" y="482277"/>
                </a:lnTo>
                <a:close/>
                <a:lnTo>
                  <a:pt x="1000995" y="475082"/>
                </a:lnTo>
                <a:close/>
                <a:lnTo>
                  <a:pt x="1002484" y="491152"/>
                </a:lnTo>
                <a:close/>
                <a:lnTo>
                  <a:pt x="1005464" y="370796"/>
                </a:lnTo>
                <a:close/>
                <a:lnTo>
                  <a:pt x="1008443" y="414964"/>
                </a:lnTo>
                <a:close/>
                <a:lnTo>
                  <a:pt x="1009932" y="429237"/>
                </a:lnTo>
                <a:close/>
                <a:lnTo>
                  <a:pt x="1011422" y="389673"/>
                </a:lnTo>
                <a:close/>
                <a:lnTo>
                  <a:pt x="1012911" y="302823"/>
                </a:lnTo>
                <a:close/>
                <a:lnTo>
                  <a:pt x="1014401" y="316512"/>
                </a:lnTo>
                <a:close/>
                <a:lnTo>
                  <a:pt x="1015891" y="412817"/>
                </a:lnTo>
                <a:close/>
                <a:lnTo>
                  <a:pt x="1017380" y="404722"/>
                </a:lnTo>
                <a:close/>
                <a:lnTo>
                  <a:pt x="1018870" y="562074"/>
                </a:lnTo>
                <a:close/>
                <a:lnTo>
                  <a:pt x="1021849" y="460352"/>
                </a:lnTo>
                <a:close/>
                <a:lnTo>
                  <a:pt x="1023338" y="426468"/>
                </a:lnTo>
                <a:close/>
                <a:lnTo>
                  <a:pt x="1024828" y="432687"/>
                </a:lnTo>
                <a:close/>
                <a:lnTo>
                  <a:pt x="1026318" y="459605"/>
                </a:lnTo>
                <a:close/>
                <a:lnTo>
                  <a:pt x="1027807" y="442330"/>
                </a:lnTo>
                <a:close/>
                <a:lnTo>
                  <a:pt x="1029297" y="443024"/>
                </a:lnTo>
                <a:close/>
                <a:lnTo>
                  <a:pt x="1030786" y="459519"/>
                </a:lnTo>
                <a:close/>
                <a:lnTo>
                  <a:pt x="1032276" y="407877"/>
                </a:lnTo>
                <a:close/>
                <a:lnTo>
                  <a:pt x="1033765" y="599144"/>
                </a:lnTo>
                <a:close/>
                <a:lnTo>
                  <a:pt x="1035255" y="599144"/>
                </a:lnTo>
                <a:close/>
                <a:lnTo>
                  <a:pt x="1038234" y="558579"/>
                </a:lnTo>
                <a:close/>
                <a:lnTo>
                  <a:pt x="1039724" y="449876"/>
                </a:lnTo>
                <a:close/>
                <a:lnTo>
                  <a:pt x="1041213" y="467113"/>
                </a:lnTo>
                <a:close/>
                <a:lnTo>
                  <a:pt x="1044193" y="573434"/>
                </a:lnTo>
                <a:close/>
                <a:lnTo>
                  <a:pt x="1047172" y="504897"/>
                </a:lnTo>
                <a:close/>
                <a:lnTo>
                  <a:pt x="1051640" y="387087"/>
                </a:lnTo>
                <a:close/>
                <a:lnTo>
                  <a:pt x="1053130" y="405015"/>
                </a:lnTo>
                <a:close/>
                <a:lnTo>
                  <a:pt x="1056109" y="369732"/>
                </a:lnTo>
                <a:close/>
                <a:lnTo>
                  <a:pt x="1057599" y="377145"/>
                </a:lnTo>
                <a:close/>
                <a:lnTo>
                  <a:pt x="1059088" y="372668"/>
                </a:lnTo>
                <a:close/>
                <a:lnTo>
                  <a:pt x="1060578" y="423659"/>
                </a:lnTo>
                <a:close/>
                <a:lnTo>
                  <a:pt x="1065047" y="314036"/>
                </a:lnTo>
                <a:close/>
                <a:lnTo>
                  <a:pt x="1066536" y="340499"/>
                </a:lnTo>
                <a:close/>
                <a:lnTo>
                  <a:pt x="1071005" y="294360"/>
                </a:lnTo>
                <a:close/>
                <a:lnTo>
                  <a:pt x="1072494" y="165417"/>
                </a:lnTo>
                <a:close/>
                <a:lnTo>
                  <a:pt x="1073984" y="217020"/>
                </a:lnTo>
                <a:close/>
                <a:lnTo>
                  <a:pt x="1075474" y="170553"/>
                </a:lnTo>
                <a:close/>
                <a:lnTo>
                  <a:pt x="1076963" y="188230"/>
                </a:lnTo>
                <a:close/>
                <a:lnTo>
                  <a:pt x="1078453" y="166819"/>
                </a:lnTo>
                <a:close/>
                <a:lnTo>
                  <a:pt x="1081432" y="216707"/>
                </a:lnTo>
                <a:close/>
                <a:lnTo>
                  <a:pt x="1082921" y="266410"/>
                </a:lnTo>
                <a:close/>
                <a:lnTo>
                  <a:pt x="1084411" y="158113"/>
                </a:lnTo>
                <a:close/>
                <a:lnTo>
                  <a:pt x="1087390" y="360324"/>
                </a:lnTo>
                <a:close/>
                <a:lnTo>
                  <a:pt x="1088880" y="364119"/>
                </a:lnTo>
                <a:close/>
                <a:lnTo>
                  <a:pt x="1090369" y="337622"/>
                </a:lnTo>
                <a:close/>
                <a:lnTo>
                  <a:pt x="1093349" y="458311"/>
                </a:lnTo>
                <a:close/>
                <a:lnTo>
                  <a:pt x="1094838" y="391544"/>
                </a:lnTo>
                <a:close/>
                <a:lnTo>
                  <a:pt x="1096328" y="450396"/>
                </a:lnTo>
                <a:close/>
                <a:lnTo>
                  <a:pt x="1097817" y="450396"/>
                </a:lnTo>
                <a:close/>
                <a:lnTo>
                  <a:pt x="1102286" y="392804"/>
                </a:lnTo>
                <a:close/>
                <a:lnTo>
                  <a:pt x="1103776" y="459254"/>
                </a:lnTo>
                <a:close/>
                <a:lnTo>
                  <a:pt x="1105265" y="444235"/>
                </a:lnTo>
                <a:close/>
                <a:lnTo>
                  <a:pt x="1109734" y="559344"/>
                </a:lnTo>
                <a:close/>
                <a:lnTo>
                  <a:pt x="1114203" y="489936"/>
                </a:lnTo>
                <a:close/>
                <a:lnTo>
                  <a:pt x="1118671" y="564956"/>
                </a:lnTo>
                <a:close/>
                <a:lnTo>
                  <a:pt x="1120161" y="491998"/>
                </a:lnTo>
                <a:close/>
                <a:lnTo>
                  <a:pt x="1121650" y="499333"/>
                </a:lnTo>
                <a:close/>
                <a:lnTo>
                  <a:pt x="1123140" y="568258"/>
                </a:lnTo>
                <a:close/>
                <a:lnTo>
                  <a:pt x="1124630" y="547614"/>
                </a:lnTo>
                <a:close/>
                <a:lnTo>
                  <a:pt x="1127609" y="420929"/>
                </a:lnTo>
                <a:close/>
                <a:lnTo>
                  <a:pt x="1130588" y="484323"/>
                </a:lnTo>
                <a:close/>
                <a:lnTo>
                  <a:pt x="1132078" y="472032"/>
                </a:lnTo>
                <a:close/>
                <a:lnTo>
                  <a:pt x="1133567" y="503915"/>
                </a:lnTo>
                <a:close/>
                <a:lnTo>
                  <a:pt x="1138036" y="399554"/>
                </a:lnTo>
                <a:close/>
                <a:lnTo>
                  <a:pt x="1139525" y="413986"/>
                </a:lnTo>
                <a:close/>
                <a:lnTo>
                  <a:pt x="1141015" y="335016"/>
                </a:lnTo>
                <a:close/>
                <a:lnTo>
                  <a:pt x="1142505" y="421550"/>
                </a:lnTo>
                <a:close/>
                <a:lnTo>
                  <a:pt x="1143994" y="396694"/>
                </a:lnTo>
                <a:close/>
                <a:lnTo>
                  <a:pt x="1145484" y="408629"/>
                </a:lnTo>
                <a:close/>
                <a:lnTo>
                  <a:pt x="1146973" y="404711"/>
                </a:lnTo>
                <a:close/>
                <a:lnTo>
                  <a:pt x="1148463" y="362886"/>
                </a:lnTo>
                <a:close/>
                <a:lnTo>
                  <a:pt x="1149952" y="429831"/>
                </a:lnTo>
                <a:close/>
                <a:lnTo>
                  <a:pt x="1151442" y="381106"/>
                </a:lnTo>
                <a:close/>
                <a:lnTo>
                  <a:pt x="1152932" y="425784"/>
                </a:lnTo>
                <a:close/>
                <a:lnTo>
                  <a:pt x="1154421" y="415577"/>
                </a:lnTo>
                <a:close/>
                <a:lnTo>
                  <a:pt x="1155911" y="346171"/>
                </a:lnTo>
                <a:close/>
                <a:lnTo>
                  <a:pt x="1158890" y="440925"/>
                </a:lnTo>
                <a:close/>
                <a:lnTo>
                  <a:pt x="1160379" y="354768"/>
                </a:lnTo>
                <a:close/>
                <a:lnTo>
                  <a:pt x="1161869" y="443027"/>
                </a:lnTo>
                <a:close/>
                <a:lnTo>
                  <a:pt x="1163359" y="347442"/>
                </a:lnTo>
                <a:close/>
                <a:lnTo>
                  <a:pt x="1164848" y="431812"/>
                </a:lnTo>
                <a:close/>
                <a:lnTo>
                  <a:pt x="1167827" y="344125"/>
                </a:lnTo>
                <a:close/>
                <a:lnTo>
                  <a:pt x="1172296" y="367077"/>
                </a:lnTo>
                <a:close/>
                <a:lnTo>
                  <a:pt x="1173786" y="395950"/>
                </a:lnTo>
                <a:close/>
                <a:lnTo>
                  <a:pt x="1175275" y="374186"/>
                </a:lnTo>
                <a:close/>
                <a:lnTo>
                  <a:pt x="1176765" y="470008"/>
                </a:lnTo>
                <a:close/>
                <a:lnTo>
                  <a:pt x="1182723" y="296717"/>
                </a:lnTo>
                <a:close/>
                <a:lnTo>
                  <a:pt x="1184213" y="371305"/>
                </a:lnTo>
                <a:close/>
                <a:lnTo>
                  <a:pt x="1187192" y="193899"/>
                </a:lnTo>
                <a:close/>
                <a:lnTo>
                  <a:pt x="1188681" y="216215"/>
                </a:lnTo>
                <a:close/>
                <a:lnTo>
                  <a:pt x="1190171" y="307800"/>
                </a:lnTo>
                <a:close/>
                <a:lnTo>
                  <a:pt x="1191661" y="280887"/>
                </a:lnTo>
                <a:close/>
                <a:lnTo>
                  <a:pt x="1193150" y="362152"/>
                </a:lnTo>
                <a:close/>
                <a:lnTo>
                  <a:pt x="1194640" y="312641"/>
                </a:lnTo>
                <a:close/>
                <a:lnTo>
                  <a:pt x="1196129" y="412901"/>
                </a:lnTo>
                <a:close/>
                <a:lnTo>
                  <a:pt x="1197619" y="387729"/>
                </a:lnTo>
                <a:close/>
                <a:lnTo>
                  <a:pt x="1199108" y="409143"/>
                </a:lnTo>
                <a:close/>
                <a:lnTo>
                  <a:pt x="1203577" y="264776"/>
                </a:lnTo>
                <a:close/>
                <a:lnTo>
                  <a:pt x="1205067" y="289055"/>
                </a:lnTo>
                <a:close/>
                <a:lnTo>
                  <a:pt x="1212515" y="144231"/>
                </a:lnTo>
                <a:close/>
                <a:lnTo>
                  <a:pt x="1215494" y="174769"/>
                </a:lnTo>
                <a:close/>
                <a:lnTo>
                  <a:pt x="1216983" y="231336"/>
                </a:lnTo>
                <a:close/>
                <a:lnTo>
                  <a:pt x="1218473" y="104734"/>
                </a:lnTo>
                <a:close/>
                <a:lnTo>
                  <a:pt x="1219962" y="173461"/>
                </a:lnTo>
                <a:close/>
                <a:lnTo>
                  <a:pt x="1221452" y="173567"/>
                </a:lnTo>
                <a:close/>
                <a:lnTo>
                  <a:pt x="1222942" y="129508"/>
                </a:lnTo>
                <a:close/>
                <a:lnTo>
                  <a:pt x="1224431" y="229180"/>
                </a:lnTo>
                <a:close/>
                <a:lnTo>
                  <a:pt x="1225921" y="201869"/>
                </a:lnTo>
                <a:close/>
                <a:lnTo>
                  <a:pt x="1227410" y="235453"/>
                </a:lnTo>
                <a:close/>
                <a:lnTo>
                  <a:pt x="1228900" y="184206"/>
                </a:lnTo>
                <a:close/>
                <a:lnTo>
                  <a:pt x="1230390" y="268004"/>
                </a:lnTo>
                <a:close/>
                <a:lnTo>
                  <a:pt x="1233369" y="167196"/>
                </a:lnTo>
                <a:close/>
                <a:lnTo>
                  <a:pt x="1234858" y="269236"/>
                </a:lnTo>
                <a:close/>
                <a:lnTo>
                  <a:pt x="1239327" y="57758"/>
                </a:lnTo>
                <a:close/>
                <a:lnTo>
                  <a:pt x="1240817" y="94016"/>
                </a:lnTo>
                <a:close/>
                <a:lnTo>
                  <a:pt x="1242306" y="94016"/>
                </a:lnTo>
                <a:close/>
                <a:lnTo>
                  <a:pt x="1243796" y="71782"/>
                </a:lnTo>
                <a:close/>
                <a:lnTo>
                  <a:pt x="1245285" y="99125"/>
                </a:lnTo>
                <a:close/>
                <a:lnTo>
                  <a:pt x="1246775" y="80609"/>
                </a:lnTo>
                <a:close/>
                <a:lnTo>
                  <a:pt x="1249754" y="262528"/>
                </a:lnTo>
                <a:close/>
                <a:lnTo>
                  <a:pt x="1251244" y="237088"/>
                </a:lnTo>
                <a:close/>
                <a:lnTo>
                  <a:pt x="1252733" y="307135"/>
                </a:lnTo>
                <a:close/>
                <a:lnTo>
                  <a:pt x="1254223" y="227644"/>
                </a:lnTo>
                <a:close/>
                <a:lnTo>
                  <a:pt x="1255712" y="260863"/>
                </a:lnTo>
                <a:close/>
                <a:lnTo>
                  <a:pt x="1257202" y="348693"/>
                </a:lnTo>
                <a:close/>
                <a:lnTo>
                  <a:pt x="1258691" y="176578"/>
                </a:lnTo>
                <a:close/>
                <a:lnTo>
                  <a:pt x="1261671" y="302577"/>
                </a:lnTo>
                <a:close/>
                <a:lnTo>
                  <a:pt x="1263160" y="221398"/>
                </a:lnTo>
                <a:close/>
                <a:lnTo>
                  <a:pt x="1264650" y="255929"/>
                </a:lnTo>
                <a:close/>
                <a:lnTo>
                  <a:pt x="1267629" y="160914"/>
                </a:lnTo>
                <a:close/>
                <a:lnTo>
                  <a:pt x="1269119" y="124109"/>
                </a:lnTo>
                <a:close/>
                <a:lnTo>
                  <a:pt x="1272098" y="158236"/>
                </a:lnTo>
                <a:close/>
                <a:lnTo>
                  <a:pt x="1273587" y="109183"/>
                </a:lnTo>
                <a:close/>
                <a:lnTo>
                  <a:pt x="1278056" y="183167"/>
                </a:lnTo>
                <a:close/>
                <a:lnTo>
                  <a:pt x="1279546" y="173923"/>
                </a:lnTo>
                <a:close/>
                <a:lnTo>
                  <a:pt x="1281035" y="199988"/>
                </a:lnTo>
                <a:close/>
                <a:lnTo>
                  <a:pt x="1282525" y="348079"/>
                </a:lnTo>
                <a:close/>
                <a:lnTo>
                  <a:pt x="1285504" y="249264"/>
                </a:lnTo>
                <a:close/>
                <a:lnTo>
                  <a:pt x="1286993" y="246032"/>
                </a:lnTo>
                <a:close/>
                <a:lnTo>
                  <a:pt x="1289973" y="380809"/>
                </a:lnTo>
                <a:close/>
                <a:lnTo>
                  <a:pt x="1292952" y="289557"/>
                </a:lnTo>
                <a:close/>
                <a:lnTo>
                  <a:pt x="1294441" y="364728"/>
                </a:lnTo>
                <a:close/>
                <a:lnTo>
                  <a:pt x="1295931" y="292838"/>
                </a:lnTo>
                <a:close/>
                <a:lnTo>
                  <a:pt x="1297420" y="358161"/>
                </a:lnTo>
                <a:close/>
                <a:lnTo>
                  <a:pt x="1298910" y="352475"/>
                </a:lnTo>
                <a:close/>
                <a:lnTo>
                  <a:pt x="1300400" y="400703"/>
                </a:lnTo>
                <a:close/>
                <a:lnTo>
                  <a:pt x="1301889" y="511053"/>
                </a:lnTo>
                <a:close/>
                <a:lnTo>
                  <a:pt x="1303379" y="514727"/>
                </a:lnTo>
                <a:close/>
                <a:lnTo>
                  <a:pt x="1304868" y="512942"/>
                </a:lnTo>
                <a:close/>
                <a:lnTo>
                  <a:pt x="1306358" y="417767"/>
                </a:lnTo>
                <a:close/>
                <a:lnTo>
                  <a:pt x="1307847" y="546729"/>
                </a:lnTo>
                <a:close/>
                <a:lnTo>
                  <a:pt x="1309337" y="514908"/>
                </a:lnTo>
                <a:close/>
                <a:lnTo>
                  <a:pt x="1310827" y="516486"/>
                </a:lnTo>
                <a:close/>
                <a:lnTo>
                  <a:pt x="1312316" y="510136"/>
                </a:lnTo>
                <a:close/>
                <a:lnTo>
                  <a:pt x="1313806" y="525676"/>
                </a:lnTo>
                <a:close/>
                <a:lnTo>
                  <a:pt x="1315295" y="667484"/>
                </a:lnTo>
                <a:close/>
                <a:lnTo>
                  <a:pt x="1316785" y="553746"/>
                </a:lnTo>
                <a:close/>
                <a:lnTo>
                  <a:pt x="1321254" y="656102"/>
                </a:lnTo>
                <a:close/>
                <a:lnTo>
                  <a:pt x="1322743" y="507958"/>
                </a:lnTo>
                <a:close/>
                <a:lnTo>
                  <a:pt x="1324233" y="510619"/>
                </a:lnTo>
                <a:close/>
                <a:lnTo>
                  <a:pt x="1325722" y="631838"/>
                </a:lnTo>
                <a:close/>
                <a:lnTo>
                  <a:pt x="1327212" y="613145"/>
                </a:lnTo>
                <a:close/>
                <a:lnTo>
                  <a:pt x="1328702" y="575397"/>
                </a:lnTo>
                <a:close/>
                <a:lnTo>
                  <a:pt x="1330191" y="373437"/>
                </a:lnTo>
                <a:close/>
                <a:lnTo>
                  <a:pt x="1331681" y="396613"/>
                </a:lnTo>
                <a:close/>
                <a:lnTo>
                  <a:pt x="1333170" y="314986"/>
                </a:lnTo>
                <a:close/>
                <a:lnTo>
                  <a:pt x="1334660" y="328962"/>
                </a:lnTo>
                <a:close/>
                <a:lnTo>
                  <a:pt x="1337639" y="416647"/>
                </a:lnTo>
                <a:close/>
                <a:lnTo>
                  <a:pt x="1339129" y="405272"/>
                </a:lnTo>
                <a:close/>
                <a:lnTo>
                  <a:pt x="1343597" y="605837"/>
                </a:lnTo>
                <a:close/>
                <a:lnTo>
                  <a:pt x="1345087" y="469218"/>
                </a:lnTo>
                <a:close/>
                <a:lnTo>
                  <a:pt x="1346576" y="494837"/>
                </a:lnTo>
                <a:close/>
                <a:lnTo>
                  <a:pt x="1349556" y="363308"/>
                </a:lnTo>
                <a:close/>
                <a:lnTo>
                  <a:pt x="1352535" y="426250"/>
                </a:lnTo>
                <a:close/>
                <a:lnTo>
                  <a:pt x="1355514" y="552590"/>
                </a:lnTo>
                <a:close/>
                <a:lnTo>
                  <a:pt x="1357004" y="527099"/>
                </a:lnTo>
                <a:close/>
                <a:lnTo>
                  <a:pt x="1358493" y="528637"/>
                </a:lnTo>
                <a:close/>
                <a:lnTo>
                  <a:pt x="1359983" y="613651"/>
                </a:lnTo>
                <a:close/>
                <a:lnTo>
                  <a:pt x="1361472" y="590246"/>
                </a:lnTo>
                <a:close/>
                <a:lnTo>
                  <a:pt x="1362962" y="474086"/>
                </a:lnTo>
                <a:close/>
                <a:lnTo>
                  <a:pt x="1364451" y="573975"/>
                </a:lnTo>
                <a:close/>
                <a:lnTo>
                  <a:pt x="1365941" y="550398"/>
                </a:lnTo>
                <a:close/>
                <a:lnTo>
                  <a:pt x="1367431" y="572195"/>
                </a:lnTo>
                <a:close/>
                <a:lnTo>
                  <a:pt x="1370410" y="408487"/>
                </a:lnTo>
                <a:close/>
                <a:lnTo>
                  <a:pt x="1371899" y="463762"/>
                </a:lnTo>
                <a:close/>
                <a:lnTo>
                  <a:pt x="1373389" y="410741"/>
                </a:lnTo>
                <a:close/>
                <a:lnTo>
                  <a:pt x="1374878" y="466438"/>
                </a:lnTo>
                <a:close/>
                <a:lnTo>
                  <a:pt x="1376368" y="452724"/>
                </a:lnTo>
                <a:close/>
                <a:lnTo>
                  <a:pt x="1377858" y="510582"/>
                </a:lnTo>
                <a:close/>
                <a:lnTo>
                  <a:pt x="1380837" y="371742"/>
                </a:lnTo>
                <a:close/>
                <a:lnTo>
                  <a:pt x="1382326" y="375010"/>
                </a:lnTo>
                <a:close/>
                <a:lnTo>
                  <a:pt x="1386795" y="422262"/>
                </a:lnTo>
                <a:close/>
                <a:lnTo>
                  <a:pt x="1388285" y="388240"/>
                </a:lnTo>
                <a:close/>
                <a:lnTo>
                  <a:pt x="1389774" y="420016"/>
                </a:lnTo>
                <a:close/>
                <a:lnTo>
                  <a:pt x="1391264" y="482480"/>
                </a:lnTo>
                <a:close/>
                <a:lnTo>
                  <a:pt x="1392753" y="411035"/>
                </a:lnTo>
                <a:close/>
                <a:lnTo>
                  <a:pt x="1394243" y="515055"/>
                </a:lnTo>
                <a:close/>
                <a:lnTo>
                  <a:pt x="1395732" y="439257"/>
                </a:lnTo>
                <a:close/>
                <a:lnTo>
                  <a:pt x="1397222" y="531024"/>
                </a:lnTo>
                <a:close/>
                <a:lnTo>
                  <a:pt x="1398712" y="502396"/>
                </a:lnTo>
                <a:close/>
                <a:lnTo>
                  <a:pt x="1401691" y="357616"/>
                </a:lnTo>
                <a:close/>
                <a:lnTo>
                  <a:pt x="1403180" y="355739"/>
                </a:lnTo>
                <a:close/>
                <a:lnTo>
                  <a:pt x="1406160" y="422631"/>
                </a:lnTo>
                <a:close/>
                <a:lnTo>
                  <a:pt x="1412118" y="286995"/>
                </a:lnTo>
                <a:close/>
                <a:lnTo>
                  <a:pt x="1415097" y="412224"/>
                </a:lnTo>
                <a:close/>
                <a:lnTo>
                  <a:pt x="1416587" y="402787"/>
                </a:lnTo>
                <a:close/>
                <a:lnTo>
                  <a:pt x="1418076" y="348503"/>
                </a:lnTo>
                <a:close/>
                <a:lnTo>
                  <a:pt x="1419566" y="457453"/>
                </a:lnTo>
                <a:close/>
                <a:lnTo>
                  <a:pt x="1421055" y="376864"/>
                </a:lnTo>
                <a:close/>
                <a:lnTo>
                  <a:pt x="1424034" y="397023"/>
                </a:lnTo>
                <a:close/>
                <a:lnTo>
                  <a:pt x="1427014" y="498022"/>
                </a:lnTo>
                <a:close/>
                <a:lnTo>
                  <a:pt x="1428503" y="490912"/>
                </a:lnTo>
                <a:close/>
                <a:lnTo>
                  <a:pt x="1429993" y="331925"/>
                </a:lnTo>
                <a:close/>
                <a:lnTo>
                  <a:pt x="1434461" y="525556"/>
                </a:lnTo>
                <a:close/>
                <a:lnTo>
                  <a:pt x="1437441" y="393078"/>
                </a:lnTo>
                <a:close/>
                <a:lnTo>
                  <a:pt x="1438930" y="500764"/>
                </a:lnTo>
                <a:close/>
                <a:lnTo>
                  <a:pt x="1440420" y="447480"/>
                </a:lnTo>
                <a:close/>
                <a:lnTo>
                  <a:pt x="1441909" y="448346"/>
                </a:lnTo>
                <a:close/>
                <a:lnTo>
                  <a:pt x="1443399" y="493742"/>
                </a:lnTo>
                <a:close/>
                <a:lnTo>
                  <a:pt x="1444888" y="474435"/>
                </a:lnTo>
                <a:close/>
                <a:lnTo>
                  <a:pt x="1446378" y="417267"/>
                </a:lnTo>
                <a:close/>
                <a:lnTo>
                  <a:pt x="1447868" y="420829"/>
                </a:lnTo>
                <a:close/>
                <a:lnTo>
                  <a:pt x="1449357" y="405747"/>
                </a:lnTo>
                <a:close/>
                <a:lnTo>
                  <a:pt x="1452336" y="488947"/>
                </a:lnTo>
                <a:close/>
                <a:lnTo>
                  <a:pt x="1453826" y="497361"/>
                </a:lnTo>
                <a:close/>
                <a:lnTo>
                  <a:pt x="1455316" y="493081"/>
                </a:lnTo>
                <a:close/>
                <a:lnTo>
                  <a:pt x="1456805" y="432696"/>
                </a:lnTo>
                <a:close/>
                <a:lnTo>
                  <a:pt x="1458295" y="462262"/>
                </a:lnTo>
                <a:close/>
                <a:lnTo>
                  <a:pt x="1461274" y="358091"/>
                </a:lnTo>
                <a:close/>
                <a:lnTo>
                  <a:pt x="1462763" y="410514"/>
                </a:lnTo>
                <a:close/>
                <a:lnTo>
                  <a:pt x="1464253" y="319165"/>
                </a:lnTo>
                <a:close/>
                <a:lnTo>
                  <a:pt x="1465743" y="332469"/>
                </a:lnTo>
                <a:close/>
                <a:lnTo>
                  <a:pt x="1468722" y="404967"/>
                </a:lnTo>
                <a:close/>
                <a:lnTo>
                  <a:pt x="1470211" y="360822"/>
                </a:lnTo>
                <a:close/>
                <a:lnTo>
                  <a:pt x="1474680" y="602214"/>
                </a:lnTo>
                <a:close/>
                <a:lnTo>
                  <a:pt x="1476170" y="522182"/>
                </a:lnTo>
                <a:close/>
                <a:lnTo>
                  <a:pt x="1479149" y="596027"/>
                </a:lnTo>
                <a:close/>
                <a:lnTo>
                  <a:pt x="1480638" y="533420"/>
                </a:lnTo>
                <a:close/>
                <a:lnTo>
                  <a:pt x="1482128" y="534482"/>
                </a:lnTo>
                <a:close/>
                <a:lnTo>
                  <a:pt x="1483617" y="564381"/>
                </a:lnTo>
                <a:close/>
                <a:lnTo>
                  <a:pt x="1485107" y="467371"/>
                </a:lnTo>
                <a:close/>
                <a:lnTo>
                  <a:pt x="1488086" y="560768"/>
                </a:lnTo>
                <a:close/>
                <a:lnTo>
                  <a:pt x="1489576" y="556374"/>
                </a:lnTo>
                <a:close/>
                <a:lnTo>
                  <a:pt x="1491065" y="500141"/>
                </a:lnTo>
                <a:close/>
                <a:lnTo>
                  <a:pt x="1492555" y="500673"/>
                </a:lnTo>
                <a:close/>
                <a:lnTo>
                  <a:pt x="1494045" y="490712"/>
                </a:lnTo>
                <a:close/>
                <a:lnTo>
                  <a:pt x="1495534" y="444581"/>
                </a:lnTo>
                <a:close/>
                <a:lnTo>
                  <a:pt x="1498513" y="496343"/>
                </a:lnTo>
                <a:close/>
                <a:lnTo>
                  <a:pt x="1500003" y="502136"/>
                </a:lnTo>
                <a:close/>
                <a:lnTo>
                  <a:pt x="1501492" y="433228"/>
                </a:lnTo>
                <a:close/>
                <a:lnTo>
                  <a:pt x="1502982" y="449210"/>
                </a:lnTo>
                <a:close/>
                <a:lnTo>
                  <a:pt x="1507451" y="576462"/>
                </a:lnTo>
                <a:close/>
                <a:lnTo>
                  <a:pt x="1510430" y="503672"/>
                </a:lnTo>
                <a:close/>
                <a:lnTo>
                  <a:pt x="1511919" y="520832"/>
                </a:lnTo>
                <a:close/>
                <a:lnTo>
                  <a:pt x="1514899" y="384039"/>
                </a:lnTo>
                <a:close/>
                <a:lnTo>
                  <a:pt x="1516388" y="426677"/>
                </a:lnTo>
                <a:close/>
                <a:lnTo>
                  <a:pt x="1519367" y="581550"/>
                </a:lnTo>
                <a:close/>
                <a:lnTo>
                  <a:pt x="1520857" y="471405"/>
                </a:lnTo>
                <a:close/>
                <a:lnTo>
                  <a:pt x="1522346" y="522875"/>
                </a:lnTo>
                <a:close/>
                <a:lnTo>
                  <a:pt x="1523836" y="508227"/>
                </a:lnTo>
                <a:close/>
                <a:lnTo>
                  <a:pt x="1525326" y="464304"/>
                </a:lnTo>
                <a:close/>
                <a:lnTo>
                  <a:pt x="1528305" y="536157"/>
                </a:lnTo>
                <a:close/>
                <a:lnTo>
                  <a:pt x="1529794" y="454115"/>
                </a:lnTo>
                <a:close/>
                <a:lnTo>
                  <a:pt x="1531284" y="486851"/>
                </a:lnTo>
                <a:close/>
                <a:lnTo>
                  <a:pt x="1532773" y="441454"/>
                </a:lnTo>
                <a:close/>
                <a:lnTo>
                  <a:pt x="1535753" y="544366"/>
                </a:lnTo>
                <a:close/>
                <a:lnTo>
                  <a:pt x="1537242" y="517335"/>
                </a:lnTo>
                <a:close/>
                <a:lnTo>
                  <a:pt x="1540221" y="651596"/>
                </a:lnTo>
                <a:close/>
                <a:lnTo>
                  <a:pt x="1543201" y="544915"/>
                </a:lnTo>
                <a:close/>
                <a:lnTo>
                  <a:pt x="1544690" y="650715"/>
                </a:lnTo>
                <a:close/>
                <a:lnTo>
                  <a:pt x="1546180" y="606574"/>
                </a:lnTo>
                <a:close/>
                <a:lnTo>
                  <a:pt x="1547669" y="652323"/>
                </a:lnTo>
                <a:close/>
                <a:lnTo>
                  <a:pt x="1552138" y="415269"/>
                </a:lnTo>
                <a:close/>
                <a:lnTo>
                  <a:pt x="1553628" y="428082"/>
                </a:lnTo>
                <a:close/>
                <a:lnTo>
                  <a:pt x="1555117" y="371520"/>
                </a:lnTo>
                <a:close/>
                <a:lnTo>
                  <a:pt x="1556607" y="418288"/>
                </a:lnTo>
                <a:close/>
                <a:lnTo>
                  <a:pt x="1558096" y="540331"/>
                </a:lnTo>
                <a:close/>
                <a:lnTo>
                  <a:pt x="1559586" y="444201"/>
                </a:lnTo>
                <a:close/>
                <a:lnTo>
                  <a:pt x="1561075" y="439224"/>
                </a:lnTo>
                <a:close/>
                <a:lnTo>
                  <a:pt x="1562565" y="476837"/>
                </a:lnTo>
                <a:close/>
                <a:lnTo>
                  <a:pt x="1564055" y="446185"/>
                </a:lnTo>
                <a:close/>
                <a:lnTo>
                  <a:pt x="1565544" y="550213"/>
                </a:lnTo>
                <a:close/>
                <a:lnTo>
                  <a:pt x="1567034" y="538568"/>
                </a:lnTo>
                <a:close/>
                <a:lnTo>
                  <a:pt x="1570013" y="385533"/>
                </a:lnTo>
                <a:close/>
                <a:lnTo>
                  <a:pt x="1571502" y="406978"/>
                </a:lnTo>
                <a:close/>
                <a:lnTo>
                  <a:pt x="1574482" y="486768"/>
                </a:lnTo>
                <a:close/>
                <a:lnTo>
                  <a:pt x="1577461" y="433012"/>
                </a:lnTo>
                <a:close/>
                <a:lnTo>
                  <a:pt x="1580440" y="487156"/>
                </a:lnTo>
                <a:close/>
                <a:lnTo>
                  <a:pt x="1581930" y="486964"/>
                </a:lnTo>
                <a:close/>
                <a:lnTo>
                  <a:pt x="1583419" y="567183"/>
                </a:lnTo>
                <a:close/>
                <a:lnTo>
                  <a:pt x="1584909" y="501068"/>
                </a:lnTo>
                <a:close/>
                <a:lnTo>
                  <a:pt x="1586398" y="585064"/>
                </a:lnTo>
                <a:close/>
                <a:lnTo>
                  <a:pt x="1587888" y="569500"/>
                </a:lnTo>
                <a:close/>
                <a:lnTo>
                  <a:pt x="1589377" y="625926"/>
                </a:lnTo>
                <a:close/>
                <a:lnTo>
                  <a:pt x="1590867" y="601857"/>
                </a:lnTo>
                <a:close/>
                <a:lnTo>
                  <a:pt x="1592357" y="717552"/>
                </a:lnTo>
                <a:close/>
                <a:lnTo>
                  <a:pt x="1593846" y="688956"/>
                </a:lnTo>
                <a:close/>
                <a:lnTo>
                  <a:pt x="1595336" y="611972"/>
                </a:lnTo>
                <a:close/>
                <a:lnTo>
                  <a:pt x="1596825" y="628218"/>
                </a:lnTo>
                <a:close/>
                <a:lnTo>
                  <a:pt x="1599804" y="463451"/>
                </a:lnTo>
                <a:close/>
                <a:lnTo>
                  <a:pt x="1602784" y="456933"/>
                </a:lnTo>
                <a:close/>
                <a:lnTo>
                  <a:pt x="1604273" y="427571"/>
                </a:lnTo>
                <a:close/>
                <a:lnTo>
                  <a:pt x="1605763" y="432874"/>
                </a:lnTo>
                <a:close/>
                <a:lnTo>
                  <a:pt x="1607252" y="396122"/>
                </a:lnTo>
                <a:close/>
                <a:lnTo>
                  <a:pt x="1608742" y="398424"/>
                </a:lnTo>
                <a:close/>
                <a:lnTo>
                  <a:pt x="1613211" y="581588"/>
                </a:lnTo>
                <a:close/>
                <a:lnTo>
                  <a:pt x="1616190" y="489475"/>
                </a:lnTo>
                <a:close/>
                <a:lnTo>
                  <a:pt x="1617679" y="553391"/>
                </a:lnTo>
                <a:close/>
                <a:lnTo>
                  <a:pt x="1620658" y="463190"/>
                </a:lnTo>
                <a:close/>
                <a:lnTo>
                  <a:pt x="1622148" y="465075"/>
                </a:lnTo>
                <a:close/>
                <a:lnTo>
                  <a:pt x="1623638" y="477029"/>
                </a:lnTo>
                <a:close/>
                <a:lnTo>
                  <a:pt x="1625127" y="426516"/>
                </a:lnTo>
                <a:close/>
                <a:lnTo>
                  <a:pt x="1628106" y="543311"/>
                </a:lnTo>
                <a:close/>
                <a:lnTo>
                  <a:pt x="1632575" y="399774"/>
                </a:lnTo>
                <a:close/>
                <a:lnTo>
                  <a:pt x="1634065" y="399498"/>
                </a:lnTo>
                <a:close/>
                <a:lnTo>
                  <a:pt x="1638533" y="275979"/>
                </a:lnTo>
                <a:close/>
                <a:lnTo>
                  <a:pt x="1640023" y="281135"/>
                </a:lnTo>
                <a:close/>
                <a:lnTo>
                  <a:pt x="1641513" y="307672"/>
                </a:lnTo>
                <a:close/>
                <a:lnTo>
                  <a:pt x="1644492" y="234573"/>
                </a:lnTo>
                <a:close/>
                <a:lnTo>
                  <a:pt x="1645981" y="235252"/>
                </a:lnTo>
                <a:close/>
                <a:lnTo>
                  <a:pt x="1647471" y="277944"/>
                </a:lnTo>
                <a:close/>
                <a:lnTo>
                  <a:pt x="1648960" y="253158"/>
                </a:lnTo>
                <a:close/>
                <a:lnTo>
                  <a:pt x="1650450" y="186613"/>
                </a:lnTo>
                <a:close/>
                <a:lnTo>
                  <a:pt x="1651940" y="215027"/>
                </a:lnTo>
                <a:close/>
                <a:lnTo>
                  <a:pt x="1653429" y="90448"/>
                </a:lnTo>
                <a:close/>
                <a:lnTo>
                  <a:pt x="1654919" y="185053"/>
                </a:lnTo>
                <a:close/>
                <a:lnTo>
                  <a:pt x="1656408" y="149883"/>
                </a:lnTo>
                <a:close/>
                <a:lnTo>
                  <a:pt x="1657898" y="249627"/>
                </a:lnTo>
                <a:close/>
                <a:lnTo>
                  <a:pt x="1659387" y="182122"/>
                </a:lnTo>
                <a:close/>
                <a:lnTo>
                  <a:pt x="1662367" y="223295"/>
                </a:lnTo>
                <a:close/>
                <a:lnTo>
                  <a:pt x="1663856" y="145050"/>
                </a:lnTo>
                <a:close/>
                <a:lnTo>
                  <a:pt x="1665346" y="185260"/>
                </a:lnTo>
                <a:close/>
                <a:lnTo>
                  <a:pt x="1666835" y="84226"/>
                </a:lnTo>
                <a:close/>
                <a:lnTo>
                  <a:pt x="1668325" y="140955"/>
                </a:lnTo>
                <a:close/>
                <a:lnTo>
                  <a:pt x="1669814" y="125297"/>
                </a:lnTo>
                <a:close/>
                <a:lnTo>
                  <a:pt x="1672794" y="0"/>
                </a:lnTo>
                <a:close/>
                <a:lnTo>
                  <a:pt x="1674283" y="59672"/>
                </a:lnTo>
                <a:close/>
                <a:lnTo>
                  <a:pt x="1675773" y="53181"/>
                </a:lnTo>
                <a:close/>
                <a:lnTo>
                  <a:pt x="1677262" y="53181"/>
                </a:lnTo>
                <a:close/>
                <a:lnTo>
                  <a:pt x="1678752" y="27337"/>
                </a:lnTo>
                <a:close/>
                <a:lnTo>
                  <a:pt x="1681731" y="154085"/>
                </a:lnTo>
                <a:close/>
                <a:lnTo>
                  <a:pt x="1683221" y="102666"/>
                </a:lnTo>
                <a:close/>
                <a:lnTo>
                  <a:pt x="1684710" y="152179"/>
                </a:lnTo>
                <a:close/>
                <a:lnTo>
                  <a:pt x="1686200" y="152132"/>
                </a:lnTo>
                <a:close/>
                <a:lnTo>
                  <a:pt x="1687689" y="82976"/>
                </a:lnTo>
                <a:close/>
                <a:lnTo>
                  <a:pt x="1689179" y="175774"/>
                </a:lnTo>
                <a:close/>
                <a:lnTo>
                  <a:pt x="1693648" y="69983"/>
                </a:lnTo>
                <a:close/>
                <a:lnTo>
                  <a:pt x="1696627" y="296316"/>
                </a:lnTo>
                <a:close/>
                <a:lnTo>
                  <a:pt x="1698116" y="213623"/>
                </a:lnTo>
                <a:close/>
                <a:lnTo>
                  <a:pt x="1701096" y="369625"/>
                </a:lnTo>
                <a:close/>
                <a:lnTo>
                  <a:pt x="1702585" y="290615"/>
                </a:lnTo>
                <a:close/>
                <a:lnTo>
                  <a:pt x="1704075" y="303685"/>
                </a:lnTo>
                <a:close/>
                <a:lnTo>
                  <a:pt x="1707054" y="374667"/>
                </a:lnTo>
                <a:close/>
                <a:lnTo>
                  <a:pt x="1710033" y="509406"/>
                </a:lnTo>
                <a:close/>
                <a:lnTo>
                  <a:pt x="1711523" y="422153"/>
                </a:lnTo>
                <a:close/>
                <a:lnTo>
                  <a:pt x="1713012" y="509920"/>
                </a:lnTo>
                <a:close/>
                <a:lnTo>
                  <a:pt x="1714502" y="512682"/>
                </a:lnTo>
                <a:close/>
                <a:lnTo>
                  <a:pt x="1717481" y="489077"/>
                </a:lnTo>
                <a:close/>
                <a:lnTo>
                  <a:pt x="1718971" y="330415"/>
                </a:lnTo>
                <a:close/>
                <a:lnTo>
                  <a:pt x="1721950" y="517979"/>
                </a:lnTo>
                <a:close/>
                <a:lnTo>
                  <a:pt x="1723439" y="484064"/>
                </a:lnTo>
                <a:close/>
                <a:lnTo>
                  <a:pt x="1724929" y="518563"/>
                </a:lnTo>
                <a:close/>
                <a:lnTo>
                  <a:pt x="1726418" y="519636"/>
                </a:lnTo>
                <a:close/>
                <a:lnTo>
                  <a:pt x="1727908" y="414492"/>
                </a:lnTo>
                <a:close/>
                <a:lnTo>
                  <a:pt x="1729398" y="699245"/>
                </a:lnTo>
                <a:close/>
                <a:lnTo>
                  <a:pt x="1732377" y="600164"/>
                </a:lnTo>
                <a:close/>
                <a:lnTo>
                  <a:pt x="1736845" y="697159"/>
                </a:lnTo>
                <a:close/>
                <a:lnTo>
                  <a:pt x="1738335" y="661320"/>
                </a:lnTo>
                <a:close/>
                <a:lnTo>
                  <a:pt x="1739825" y="723508"/>
                </a:lnTo>
                <a:close/>
                <a:lnTo>
                  <a:pt x="1741314" y="716275"/>
                </a:lnTo>
                <a:close/>
                <a:lnTo>
                  <a:pt x="1747272" y="931026"/>
                </a:lnTo>
                <a:close/>
                <a:lnTo>
                  <a:pt x="1748762" y="868507"/>
                </a:lnTo>
                <a:close/>
                <a:lnTo>
                  <a:pt x="1750252" y="875601"/>
                </a:lnTo>
                <a:close/>
                <a:lnTo>
                  <a:pt x="1751741" y="792921"/>
                </a:lnTo>
                <a:close/>
                <a:lnTo>
                  <a:pt x="1753231" y="809941"/>
                </a:lnTo>
                <a:close/>
                <a:lnTo>
                  <a:pt x="1754720" y="745966"/>
                </a:lnTo>
                <a:close/>
                <a:lnTo>
                  <a:pt x="1756210" y="756099"/>
                </a:lnTo>
                <a:close/>
                <a:lnTo>
                  <a:pt x="1757699" y="724973"/>
                </a:lnTo>
                <a:close/>
                <a:lnTo>
                  <a:pt x="1760679" y="875099"/>
                </a:lnTo>
                <a:close/>
                <a:lnTo>
                  <a:pt x="1762168" y="847293"/>
                </a:lnTo>
                <a:close/>
                <a:lnTo>
                  <a:pt x="1763658" y="769407"/>
                </a:lnTo>
                <a:close/>
                <a:lnTo>
                  <a:pt x="1765147" y="882799"/>
                </a:lnTo>
                <a:close/>
                <a:lnTo>
                  <a:pt x="1766637" y="826295"/>
                </a:lnTo>
                <a:close/>
                <a:lnTo>
                  <a:pt x="1769616" y="851798"/>
                </a:lnTo>
                <a:close/>
                <a:lnTo>
                  <a:pt x="1771106" y="802805"/>
                </a:lnTo>
                <a:close/>
                <a:lnTo>
                  <a:pt x="1772595" y="816344"/>
                </a:lnTo>
                <a:close/>
                <a:lnTo>
                  <a:pt x="1774085" y="862281"/>
                </a:lnTo>
                <a:close/>
                <a:lnTo>
                  <a:pt x="1777064" y="721464"/>
                </a:lnTo>
                <a:close/>
                <a:lnTo>
                  <a:pt x="1778554" y="704263"/>
                </a:lnTo>
                <a:close/>
                <a:lnTo>
                  <a:pt x="1784512" y="890969"/>
                </a:lnTo>
                <a:close/>
                <a:lnTo>
                  <a:pt x="1786001" y="857499"/>
                </a:lnTo>
                <a:close/>
                <a:lnTo>
                  <a:pt x="1786001" y="857499"/>
                </a:lnTo>
                <a:close/>
              </a:path>
            </a:pathLst>
          </a:custGeom>
          <a:noFill/>
          <a:ln w="7620">
            <a:solidFill>
              <a:srgbClr val="2E86AB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521266" y="2578608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521266" y="3602736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266" y="4114800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610566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2284" y="5206478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3" name="Freeform 62"/>
          <p:cNvSpPr/>
          <p:nvPr/>
        </p:nvSpPr>
        <p:spPr>
          <a:xfrm>
            <a:off x="908481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3637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65" name="Freeform 64"/>
          <p:cNvSpPr/>
          <p:nvPr/>
        </p:nvSpPr>
        <p:spPr>
          <a:xfrm>
            <a:off x="1206396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21552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67" name="Freeform 66"/>
          <p:cNvSpPr/>
          <p:nvPr/>
        </p:nvSpPr>
        <p:spPr>
          <a:xfrm>
            <a:off x="1504311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19467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69" name="Freeform 68"/>
          <p:cNvSpPr/>
          <p:nvPr/>
        </p:nvSpPr>
        <p:spPr>
          <a:xfrm>
            <a:off x="1802227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717383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71" name="Freeform 70"/>
          <p:cNvSpPr/>
          <p:nvPr/>
        </p:nvSpPr>
        <p:spPr>
          <a:xfrm>
            <a:off x="2100142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87017" y="5206478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73" name="Freeform 72"/>
          <p:cNvSpPr/>
          <p:nvPr/>
        </p:nvSpPr>
        <p:spPr>
          <a:xfrm>
            <a:off x="2398057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284932" y="5206478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75" name="Freeform 74"/>
          <p:cNvSpPr/>
          <p:nvPr/>
        </p:nvSpPr>
        <p:spPr>
          <a:xfrm>
            <a:off x="476816" y="503591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75803" y="4980794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77" name="Freeform 76"/>
          <p:cNvSpPr/>
          <p:nvPr/>
        </p:nvSpPr>
        <p:spPr>
          <a:xfrm>
            <a:off x="476816" y="467007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75803" y="4614948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79" name="Freeform 78"/>
          <p:cNvSpPr/>
          <p:nvPr/>
        </p:nvSpPr>
        <p:spPr>
          <a:xfrm>
            <a:off x="476816" y="430422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75803" y="4249102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 rot="16200000">
            <a:off x="224038" y="4397312"/>
            <a:ext cx="78105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1">
                <a:solidFill>
                  <a:srgbClr val="000000"/>
                </a:solidFill>
                <a:latin typeface="Arial"/>
              </a:rPr>
              <a:t>αslope (K−2)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21266" y="394970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1e−9</a:t>
            </a:r>
          </a:p>
        </p:txBody>
      </p:sp>
      <p:sp>
        <p:nvSpPr>
          <p:cNvPr id="83" name="Freeform 82"/>
          <p:cNvSpPr/>
          <p:nvPr/>
        </p:nvSpPr>
        <p:spPr>
          <a:xfrm>
            <a:off x="610566" y="4161351"/>
            <a:ext cx="1786001" cy="931026"/>
          </a:xfrm>
          <a:custGeom>
            <a:avLst/>
            <a:gdLst/>
            <a:ahLst/>
            <a:cxnLst/>
            <a:rect l="l" t="t" r="r" b="b"/>
            <a:pathLst>
              <a:path w="1786001" h="931026">
                <a:moveTo>
                  <a:pt x="0" y="391206"/>
                </a:moveTo>
                <a:lnTo>
                  <a:pt x="1489" y="436658"/>
                </a:lnTo>
                <a:close/>
                <a:lnTo>
                  <a:pt x="4468" y="377665"/>
                </a:lnTo>
                <a:close/>
                <a:lnTo>
                  <a:pt x="5958" y="392409"/>
                </a:lnTo>
                <a:close/>
                <a:lnTo>
                  <a:pt x="7448" y="392531"/>
                </a:lnTo>
                <a:close/>
                <a:lnTo>
                  <a:pt x="8937" y="445254"/>
                </a:lnTo>
                <a:close/>
                <a:lnTo>
                  <a:pt x="10427" y="445254"/>
                </a:lnTo>
                <a:close/>
                <a:lnTo>
                  <a:pt x="14895" y="308290"/>
                </a:lnTo>
                <a:close/>
                <a:lnTo>
                  <a:pt x="16385" y="389180"/>
                </a:lnTo>
                <a:close/>
                <a:lnTo>
                  <a:pt x="17875" y="372085"/>
                </a:lnTo>
                <a:close/>
                <a:lnTo>
                  <a:pt x="19364" y="395172"/>
                </a:lnTo>
                <a:close/>
                <a:lnTo>
                  <a:pt x="22343" y="326480"/>
                </a:lnTo>
                <a:close/>
                <a:lnTo>
                  <a:pt x="23833" y="370320"/>
                </a:lnTo>
                <a:close/>
                <a:lnTo>
                  <a:pt x="25322" y="324392"/>
                </a:lnTo>
                <a:close/>
                <a:lnTo>
                  <a:pt x="26812" y="399510"/>
                </a:lnTo>
                <a:close/>
                <a:lnTo>
                  <a:pt x="29791" y="251316"/>
                </a:lnTo>
                <a:close/>
                <a:lnTo>
                  <a:pt x="31281" y="274791"/>
                </a:lnTo>
                <a:close/>
                <a:lnTo>
                  <a:pt x="32770" y="258501"/>
                </a:lnTo>
                <a:close/>
                <a:lnTo>
                  <a:pt x="35749" y="272784"/>
                </a:lnTo>
                <a:close/>
                <a:lnTo>
                  <a:pt x="37239" y="239812"/>
                </a:lnTo>
                <a:close/>
                <a:lnTo>
                  <a:pt x="40218" y="384160"/>
                </a:lnTo>
                <a:close/>
                <a:lnTo>
                  <a:pt x="43197" y="335587"/>
                </a:lnTo>
                <a:close/>
                <a:lnTo>
                  <a:pt x="44687" y="363592"/>
                </a:lnTo>
                <a:close/>
                <a:lnTo>
                  <a:pt x="46177" y="257294"/>
                </a:lnTo>
                <a:close/>
                <a:lnTo>
                  <a:pt x="49156" y="326376"/>
                </a:lnTo>
                <a:close/>
                <a:lnTo>
                  <a:pt x="50645" y="311691"/>
                </a:lnTo>
                <a:close/>
                <a:lnTo>
                  <a:pt x="53624" y="255638"/>
                </a:lnTo>
                <a:close/>
                <a:lnTo>
                  <a:pt x="56604" y="383084"/>
                </a:lnTo>
                <a:close/>
                <a:lnTo>
                  <a:pt x="58093" y="350253"/>
                </a:lnTo>
                <a:close/>
                <a:lnTo>
                  <a:pt x="59583" y="380982"/>
                </a:lnTo>
                <a:close/>
                <a:lnTo>
                  <a:pt x="64051" y="250306"/>
                </a:lnTo>
                <a:close/>
                <a:lnTo>
                  <a:pt x="68520" y="328719"/>
                </a:lnTo>
                <a:close/>
                <a:lnTo>
                  <a:pt x="70010" y="240100"/>
                </a:lnTo>
                <a:close/>
                <a:lnTo>
                  <a:pt x="78947" y="573688"/>
                </a:lnTo>
                <a:close/>
                <a:lnTo>
                  <a:pt x="80437" y="567114"/>
                </a:lnTo>
                <a:close/>
                <a:lnTo>
                  <a:pt x="84905" y="520817"/>
                </a:lnTo>
                <a:close/>
                <a:lnTo>
                  <a:pt x="87885" y="556837"/>
                </a:lnTo>
                <a:close/>
                <a:lnTo>
                  <a:pt x="89374" y="550553"/>
                </a:lnTo>
                <a:close/>
                <a:lnTo>
                  <a:pt x="90864" y="578386"/>
                </a:lnTo>
                <a:close/>
                <a:lnTo>
                  <a:pt x="95333" y="481028"/>
                </a:lnTo>
                <a:close/>
                <a:lnTo>
                  <a:pt x="96822" y="393584"/>
                </a:lnTo>
                <a:close/>
                <a:lnTo>
                  <a:pt x="98312" y="397798"/>
                </a:lnTo>
                <a:close/>
                <a:lnTo>
                  <a:pt x="99801" y="433199"/>
                </a:lnTo>
                <a:close/>
                <a:lnTo>
                  <a:pt x="102780" y="376517"/>
                </a:lnTo>
                <a:close/>
                <a:lnTo>
                  <a:pt x="104270" y="354592"/>
                </a:lnTo>
                <a:close/>
                <a:lnTo>
                  <a:pt x="107249" y="540997"/>
                </a:lnTo>
                <a:close/>
                <a:lnTo>
                  <a:pt x="108739" y="525948"/>
                </a:lnTo>
                <a:close/>
                <a:lnTo>
                  <a:pt x="111718" y="585459"/>
                </a:lnTo>
                <a:close/>
                <a:lnTo>
                  <a:pt x="113207" y="586473"/>
                </a:lnTo>
                <a:close/>
                <a:lnTo>
                  <a:pt x="114697" y="619539"/>
                </a:lnTo>
                <a:close/>
                <a:lnTo>
                  <a:pt x="117676" y="535557"/>
                </a:lnTo>
                <a:close/>
                <a:lnTo>
                  <a:pt x="119166" y="553409"/>
                </a:lnTo>
                <a:close/>
                <a:lnTo>
                  <a:pt x="120655" y="550486"/>
                </a:lnTo>
                <a:close/>
                <a:lnTo>
                  <a:pt x="122145" y="506931"/>
                </a:lnTo>
                <a:close/>
                <a:lnTo>
                  <a:pt x="125124" y="572434"/>
                </a:lnTo>
                <a:close/>
                <a:lnTo>
                  <a:pt x="126614" y="615251"/>
                </a:lnTo>
                <a:close/>
                <a:lnTo>
                  <a:pt x="128103" y="595334"/>
                </a:lnTo>
                <a:close/>
                <a:lnTo>
                  <a:pt x="129593" y="597759"/>
                </a:lnTo>
                <a:close/>
                <a:lnTo>
                  <a:pt x="132572" y="704141"/>
                </a:lnTo>
                <a:close/>
                <a:lnTo>
                  <a:pt x="135551" y="677565"/>
                </a:lnTo>
                <a:close/>
                <a:lnTo>
                  <a:pt x="138530" y="698804"/>
                </a:lnTo>
                <a:close/>
                <a:lnTo>
                  <a:pt x="140020" y="682397"/>
                </a:lnTo>
                <a:close/>
                <a:lnTo>
                  <a:pt x="141509" y="690070"/>
                </a:lnTo>
                <a:close/>
                <a:lnTo>
                  <a:pt x="144489" y="727863"/>
                </a:lnTo>
                <a:close/>
                <a:lnTo>
                  <a:pt x="147468" y="580287"/>
                </a:lnTo>
                <a:close/>
                <a:lnTo>
                  <a:pt x="148957" y="612815"/>
                </a:lnTo>
                <a:close/>
                <a:lnTo>
                  <a:pt x="150447" y="587443"/>
                </a:lnTo>
                <a:close/>
                <a:lnTo>
                  <a:pt x="153426" y="584403"/>
                </a:lnTo>
                <a:close/>
                <a:lnTo>
                  <a:pt x="154916" y="588203"/>
                </a:lnTo>
                <a:close/>
                <a:lnTo>
                  <a:pt x="156405" y="635342"/>
                </a:lnTo>
                <a:close/>
                <a:lnTo>
                  <a:pt x="157895" y="754584"/>
                </a:lnTo>
                <a:close/>
                <a:lnTo>
                  <a:pt x="159384" y="712523"/>
                </a:lnTo>
                <a:close/>
                <a:lnTo>
                  <a:pt x="160874" y="798893"/>
                </a:lnTo>
                <a:close/>
                <a:lnTo>
                  <a:pt x="162363" y="790874"/>
                </a:lnTo>
                <a:close/>
                <a:lnTo>
                  <a:pt x="165343" y="723002"/>
                </a:lnTo>
                <a:close/>
                <a:lnTo>
                  <a:pt x="166832" y="748042"/>
                </a:lnTo>
                <a:close/>
                <a:lnTo>
                  <a:pt x="168322" y="746420"/>
                </a:lnTo>
                <a:close/>
                <a:lnTo>
                  <a:pt x="169811" y="671768"/>
                </a:lnTo>
                <a:close/>
                <a:lnTo>
                  <a:pt x="171301" y="671768"/>
                </a:lnTo>
                <a:close/>
                <a:lnTo>
                  <a:pt x="174280" y="627214"/>
                </a:lnTo>
                <a:close/>
                <a:lnTo>
                  <a:pt x="177259" y="507438"/>
                </a:lnTo>
                <a:close/>
                <a:lnTo>
                  <a:pt x="178749" y="501546"/>
                </a:lnTo>
                <a:close/>
                <a:lnTo>
                  <a:pt x="183218" y="540916"/>
                </a:lnTo>
                <a:close/>
                <a:lnTo>
                  <a:pt x="187686" y="399626"/>
                </a:lnTo>
                <a:close/>
                <a:lnTo>
                  <a:pt x="189176" y="416673"/>
                </a:lnTo>
                <a:close/>
                <a:lnTo>
                  <a:pt x="192155" y="370984"/>
                </a:lnTo>
                <a:close/>
                <a:lnTo>
                  <a:pt x="193645" y="357860"/>
                </a:lnTo>
                <a:close/>
                <a:lnTo>
                  <a:pt x="195134" y="425499"/>
                </a:lnTo>
                <a:close/>
                <a:lnTo>
                  <a:pt x="196624" y="352643"/>
                </a:lnTo>
                <a:close/>
                <a:lnTo>
                  <a:pt x="198113" y="384645"/>
                </a:lnTo>
                <a:close/>
                <a:lnTo>
                  <a:pt x="199603" y="374750"/>
                </a:lnTo>
                <a:close/>
                <a:lnTo>
                  <a:pt x="201092" y="388199"/>
                </a:lnTo>
                <a:close/>
                <a:lnTo>
                  <a:pt x="202582" y="446158"/>
                </a:lnTo>
                <a:close/>
                <a:lnTo>
                  <a:pt x="204072" y="427079"/>
                </a:lnTo>
                <a:close/>
                <a:lnTo>
                  <a:pt x="207051" y="531366"/>
                </a:lnTo>
                <a:close/>
                <a:lnTo>
                  <a:pt x="208540" y="524292"/>
                </a:lnTo>
                <a:close/>
                <a:lnTo>
                  <a:pt x="210030" y="504078"/>
                </a:lnTo>
                <a:close/>
                <a:lnTo>
                  <a:pt x="211519" y="504078"/>
                </a:lnTo>
                <a:close/>
                <a:lnTo>
                  <a:pt x="213009" y="493715"/>
                </a:lnTo>
                <a:close/>
                <a:lnTo>
                  <a:pt x="214499" y="593205"/>
                </a:lnTo>
                <a:close/>
                <a:lnTo>
                  <a:pt x="215988" y="573047"/>
                </a:lnTo>
                <a:close/>
                <a:lnTo>
                  <a:pt x="218967" y="462489"/>
                </a:lnTo>
                <a:close/>
                <a:lnTo>
                  <a:pt x="221946" y="441860"/>
                </a:lnTo>
                <a:close/>
                <a:lnTo>
                  <a:pt x="227905" y="667682"/>
                </a:lnTo>
                <a:close/>
                <a:lnTo>
                  <a:pt x="229394" y="656654"/>
                </a:lnTo>
                <a:close/>
                <a:lnTo>
                  <a:pt x="233863" y="697219"/>
                </a:lnTo>
                <a:close/>
                <a:lnTo>
                  <a:pt x="235353" y="684147"/>
                </a:lnTo>
                <a:close/>
                <a:lnTo>
                  <a:pt x="236842" y="655796"/>
                </a:lnTo>
                <a:close/>
                <a:lnTo>
                  <a:pt x="238332" y="658688"/>
                </a:lnTo>
                <a:close/>
                <a:lnTo>
                  <a:pt x="239821" y="657125"/>
                </a:lnTo>
                <a:close/>
                <a:lnTo>
                  <a:pt x="242801" y="674654"/>
                </a:lnTo>
                <a:close/>
                <a:lnTo>
                  <a:pt x="245780" y="780038"/>
                </a:lnTo>
                <a:close/>
                <a:lnTo>
                  <a:pt x="247269" y="772420"/>
                </a:lnTo>
                <a:close/>
                <a:lnTo>
                  <a:pt x="248759" y="739093"/>
                </a:lnTo>
                <a:close/>
                <a:lnTo>
                  <a:pt x="250248" y="753125"/>
                </a:lnTo>
                <a:close/>
                <a:lnTo>
                  <a:pt x="251738" y="696678"/>
                </a:lnTo>
                <a:close/>
                <a:lnTo>
                  <a:pt x="253228" y="696665"/>
                </a:lnTo>
                <a:close/>
                <a:lnTo>
                  <a:pt x="254717" y="687220"/>
                </a:lnTo>
                <a:close/>
                <a:lnTo>
                  <a:pt x="260675" y="557309"/>
                </a:lnTo>
                <a:close/>
                <a:lnTo>
                  <a:pt x="263655" y="607335"/>
                </a:lnTo>
                <a:close/>
                <a:lnTo>
                  <a:pt x="265144" y="573044"/>
                </a:lnTo>
                <a:close/>
                <a:lnTo>
                  <a:pt x="272592" y="762335"/>
                </a:lnTo>
                <a:close/>
                <a:lnTo>
                  <a:pt x="277061" y="649252"/>
                </a:lnTo>
                <a:close/>
                <a:lnTo>
                  <a:pt x="280040" y="624050"/>
                </a:lnTo>
                <a:close/>
                <a:lnTo>
                  <a:pt x="281530" y="623191"/>
                </a:lnTo>
                <a:close/>
                <a:lnTo>
                  <a:pt x="283019" y="643146"/>
                </a:lnTo>
                <a:close/>
                <a:lnTo>
                  <a:pt x="287488" y="593881"/>
                </a:lnTo>
                <a:close/>
                <a:lnTo>
                  <a:pt x="288977" y="608694"/>
                </a:lnTo>
                <a:close/>
                <a:lnTo>
                  <a:pt x="290467" y="579173"/>
                </a:lnTo>
                <a:close/>
                <a:lnTo>
                  <a:pt x="291957" y="667930"/>
                </a:lnTo>
                <a:close/>
                <a:lnTo>
                  <a:pt x="294936" y="594453"/>
                </a:lnTo>
                <a:close/>
                <a:lnTo>
                  <a:pt x="296425" y="602255"/>
                </a:lnTo>
                <a:close/>
                <a:lnTo>
                  <a:pt x="297915" y="631124"/>
                </a:lnTo>
                <a:close/>
                <a:lnTo>
                  <a:pt x="300894" y="534511"/>
                </a:lnTo>
                <a:close/>
                <a:lnTo>
                  <a:pt x="302384" y="558000"/>
                </a:lnTo>
                <a:close/>
                <a:lnTo>
                  <a:pt x="303873" y="510151"/>
                </a:lnTo>
                <a:close/>
                <a:lnTo>
                  <a:pt x="305363" y="609013"/>
                </a:lnTo>
                <a:close/>
                <a:lnTo>
                  <a:pt x="306852" y="609537"/>
                </a:lnTo>
                <a:close/>
                <a:lnTo>
                  <a:pt x="309831" y="675711"/>
                </a:lnTo>
                <a:close/>
                <a:lnTo>
                  <a:pt x="311321" y="718511"/>
                </a:lnTo>
                <a:close/>
                <a:lnTo>
                  <a:pt x="317279" y="640934"/>
                </a:lnTo>
                <a:close/>
                <a:lnTo>
                  <a:pt x="318769" y="562760"/>
                </a:lnTo>
                <a:close/>
                <a:lnTo>
                  <a:pt x="320259" y="595434"/>
                </a:lnTo>
                <a:close/>
                <a:lnTo>
                  <a:pt x="321748" y="567269"/>
                </a:lnTo>
                <a:close/>
                <a:lnTo>
                  <a:pt x="323238" y="653109"/>
                </a:lnTo>
                <a:close/>
                <a:lnTo>
                  <a:pt x="326217" y="627305"/>
                </a:lnTo>
                <a:close/>
                <a:lnTo>
                  <a:pt x="327706" y="669764"/>
                </a:lnTo>
                <a:close/>
                <a:lnTo>
                  <a:pt x="329196" y="617474"/>
                </a:lnTo>
                <a:close/>
                <a:lnTo>
                  <a:pt x="330686" y="654114"/>
                </a:lnTo>
                <a:close/>
                <a:lnTo>
                  <a:pt x="336644" y="502795"/>
                </a:lnTo>
                <a:close/>
                <a:lnTo>
                  <a:pt x="338133" y="458389"/>
                </a:lnTo>
                <a:close/>
                <a:lnTo>
                  <a:pt x="339623" y="474878"/>
                </a:lnTo>
                <a:close/>
                <a:lnTo>
                  <a:pt x="342602" y="414670"/>
                </a:lnTo>
                <a:close/>
                <a:lnTo>
                  <a:pt x="344092" y="412120"/>
                </a:lnTo>
                <a:close/>
                <a:lnTo>
                  <a:pt x="345581" y="420467"/>
                </a:lnTo>
                <a:close/>
                <a:lnTo>
                  <a:pt x="347071" y="388553"/>
                </a:lnTo>
                <a:close/>
                <a:lnTo>
                  <a:pt x="350050" y="408773"/>
                </a:lnTo>
                <a:close/>
                <a:lnTo>
                  <a:pt x="351540" y="350397"/>
                </a:lnTo>
                <a:close/>
                <a:lnTo>
                  <a:pt x="353029" y="405500"/>
                </a:lnTo>
                <a:close/>
                <a:lnTo>
                  <a:pt x="354519" y="405521"/>
                </a:lnTo>
                <a:close/>
                <a:lnTo>
                  <a:pt x="356008" y="391514"/>
                </a:lnTo>
                <a:close/>
                <a:lnTo>
                  <a:pt x="357498" y="407274"/>
                </a:lnTo>
                <a:close/>
                <a:lnTo>
                  <a:pt x="358987" y="395786"/>
                </a:lnTo>
                <a:close/>
                <a:lnTo>
                  <a:pt x="361967" y="473700"/>
                </a:lnTo>
                <a:close/>
                <a:lnTo>
                  <a:pt x="363456" y="450114"/>
                </a:lnTo>
                <a:close/>
                <a:lnTo>
                  <a:pt x="366435" y="520723"/>
                </a:lnTo>
                <a:close/>
                <a:lnTo>
                  <a:pt x="367925" y="537664"/>
                </a:lnTo>
                <a:close/>
                <a:lnTo>
                  <a:pt x="370904" y="463293"/>
                </a:lnTo>
                <a:close/>
                <a:lnTo>
                  <a:pt x="372394" y="499462"/>
                </a:lnTo>
                <a:close/>
                <a:lnTo>
                  <a:pt x="373883" y="397533"/>
                </a:lnTo>
                <a:close/>
                <a:lnTo>
                  <a:pt x="375373" y="396144"/>
                </a:lnTo>
                <a:close/>
                <a:lnTo>
                  <a:pt x="376862" y="420935"/>
                </a:lnTo>
                <a:close/>
                <a:lnTo>
                  <a:pt x="378352" y="472436"/>
                </a:lnTo>
                <a:close/>
                <a:lnTo>
                  <a:pt x="381331" y="428011"/>
                </a:lnTo>
                <a:close/>
                <a:lnTo>
                  <a:pt x="384310" y="506966"/>
                </a:lnTo>
                <a:close/>
                <a:lnTo>
                  <a:pt x="388779" y="408987"/>
                </a:lnTo>
                <a:close/>
                <a:lnTo>
                  <a:pt x="390269" y="424616"/>
                </a:lnTo>
                <a:close/>
                <a:lnTo>
                  <a:pt x="391758" y="299741"/>
                </a:lnTo>
                <a:close/>
                <a:lnTo>
                  <a:pt x="394737" y="339281"/>
                </a:lnTo>
                <a:close/>
                <a:lnTo>
                  <a:pt x="396227" y="411670"/>
                </a:lnTo>
                <a:close/>
                <a:lnTo>
                  <a:pt x="397716" y="373137"/>
                </a:lnTo>
                <a:close/>
                <a:lnTo>
                  <a:pt x="399206" y="405092"/>
                </a:lnTo>
                <a:close/>
                <a:lnTo>
                  <a:pt x="400696" y="402316"/>
                </a:lnTo>
                <a:close/>
                <a:lnTo>
                  <a:pt x="403675" y="381656"/>
                </a:lnTo>
                <a:close/>
                <a:lnTo>
                  <a:pt x="406654" y="500213"/>
                </a:lnTo>
                <a:close/>
                <a:lnTo>
                  <a:pt x="408144" y="449614"/>
                </a:lnTo>
                <a:close/>
                <a:lnTo>
                  <a:pt x="411123" y="537470"/>
                </a:lnTo>
                <a:close/>
                <a:lnTo>
                  <a:pt x="414102" y="382334"/>
                </a:lnTo>
                <a:close/>
                <a:lnTo>
                  <a:pt x="417081" y="461252"/>
                </a:lnTo>
                <a:close/>
                <a:lnTo>
                  <a:pt x="421550" y="394560"/>
                </a:lnTo>
                <a:close/>
                <a:lnTo>
                  <a:pt x="423039" y="395243"/>
                </a:lnTo>
                <a:close/>
                <a:lnTo>
                  <a:pt x="424529" y="440180"/>
                </a:lnTo>
                <a:close/>
                <a:lnTo>
                  <a:pt x="426018" y="382736"/>
                </a:lnTo>
                <a:close/>
                <a:lnTo>
                  <a:pt x="428998" y="399238"/>
                </a:lnTo>
                <a:close/>
                <a:lnTo>
                  <a:pt x="431977" y="466443"/>
                </a:lnTo>
                <a:close/>
                <a:lnTo>
                  <a:pt x="433466" y="482381"/>
                </a:lnTo>
                <a:close/>
                <a:lnTo>
                  <a:pt x="436445" y="401939"/>
                </a:lnTo>
                <a:close/>
                <a:lnTo>
                  <a:pt x="437935" y="437222"/>
                </a:lnTo>
                <a:close/>
                <a:lnTo>
                  <a:pt x="439425" y="393280"/>
                </a:lnTo>
                <a:close/>
                <a:lnTo>
                  <a:pt x="440914" y="394027"/>
                </a:lnTo>
                <a:close/>
                <a:lnTo>
                  <a:pt x="442404" y="363212"/>
                </a:lnTo>
                <a:close/>
                <a:lnTo>
                  <a:pt x="443893" y="389605"/>
                </a:lnTo>
                <a:close/>
                <a:lnTo>
                  <a:pt x="448362" y="316500"/>
                </a:lnTo>
                <a:close/>
                <a:lnTo>
                  <a:pt x="451341" y="424048"/>
                </a:lnTo>
                <a:close/>
                <a:lnTo>
                  <a:pt x="454320" y="640740"/>
                </a:lnTo>
                <a:close/>
                <a:lnTo>
                  <a:pt x="455810" y="651460"/>
                </a:lnTo>
                <a:close/>
                <a:lnTo>
                  <a:pt x="457300" y="604451"/>
                </a:lnTo>
                <a:close/>
                <a:lnTo>
                  <a:pt x="458789" y="620022"/>
                </a:lnTo>
                <a:close/>
                <a:lnTo>
                  <a:pt x="460279" y="683580"/>
                </a:lnTo>
                <a:close/>
                <a:lnTo>
                  <a:pt x="461768" y="636238"/>
                </a:lnTo>
                <a:close/>
                <a:lnTo>
                  <a:pt x="463258" y="635589"/>
                </a:lnTo>
                <a:close/>
                <a:lnTo>
                  <a:pt x="464747" y="599927"/>
                </a:lnTo>
                <a:close/>
                <a:lnTo>
                  <a:pt x="466237" y="608791"/>
                </a:lnTo>
                <a:close/>
                <a:lnTo>
                  <a:pt x="469216" y="534481"/>
                </a:lnTo>
                <a:close/>
                <a:lnTo>
                  <a:pt x="472195" y="646924"/>
                </a:lnTo>
                <a:close/>
                <a:lnTo>
                  <a:pt x="473685" y="644607"/>
                </a:lnTo>
                <a:close/>
                <a:lnTo>
                  <a:pt x="475174" y="633465"/>
                </a:lnTo>
                <a:close/>
                <a:lnTo>
                  <a:pt x="476664" y="687570"/>
                </a:lnTo>
                <a:close/>
                <a:lnTo>
                  <a:pt x="479643" y="509404"/>
                </a:lnTo>
                <a:close/>
                <a:lnTo>
                  <a:pt x="481133" y="554410"/>
                </a:lnTo>
                <a:close/>
                <a:lnTo>
                  <a:pt x="484112" y="461672"/>
                </a:lnTo>
                <a:close/>
                <a:lnTo>
                  <a:pt x="487091" y="412433"/>
                </a:lnTo>
                <a:close/>
                <a:lnTo>
                  <a:pt x="490070" y="510122"/>
                </a:lnTo>
                <a:close/>
                <a:lnTo>
                  <a:pt x="491560" y="440879"/>
                </a:lnTo>
                <a:close/>
                <a:lnTo>
                  <a:pt x="493049" y="475272"/>
                </a:lnTo>
                <a:close/>
                <a:lnTo>
                  <a:pt x="497518" y="337552"/>
                </a:lnTo>
                <a:close/>
                <a:lnTo>
                  <a:pt x="499008" y="316233"/>
                </a:lnTo>
                <a:close/>
                <a:lnTo>
                  <a:pt x="500497" y="326935"/>
                </a:lnTo>
                <a:close/>
                <a:lnTo>
                  <a:pt x="501987" y="350740"/>
                </a:lnTo>
                <a:close/>
                <a:lnTo>
                  <a:pt x="503476" y="414176"/>
                </a:lnTo>
                <a:close/>
                <a:lnTo>
                  <a:pt x="513903" y="228816"/>
                </a:lnTo>
                <a:close/>
                <a:lnTo>
                  <a:pt x="515393" y="226998"/>
                </a:lnTo>
                <a:close/>
                <a:lnTo>
                  <a:pt x="516883" y="246986"/>
                </a:lnTo>
                <a:close/>
                <a:lnTo>
                  <a:pt x="521351" y="436212"/>
                </a:lnTo>
                <a:close/>
                <a:lnTo>
                  <a:pt x="522841" y="436212"/>
                </a:lnTo>
                <a:close/>
                <a:lnTo>
                  <a:pt x="525820" y="393348"/>
                </a:lnTo>
                <a:close/>
                <a:lnTo>
                  <a:pt x="530289" y="526778"/>
                </a:lnTo>
                <a:close/>
                <a:lnTo>
                  <a:pt x="531778" y="521750"/>
                </a:lnTo>
                <a:close/>
                <a:lnTo>
                  <a:pt x="534757" y="562777"/>
                </a:lnTo>
                <a:close/>
                <a:lnTo>
                  <a:pt x="536247" y="539520"/>
                </a:lnTo>
                <a:close/>
                <a:lnTo>
                  <a:pt x="539226" y="570394"/>
                </a:lnTo>
                <a:close/>
                <a:lnTo>
                  <a:pt x="542205" y="653355"/>
                </a:lnTo>
                <a:close/>
                <a:lnTo>
                  <a:pt x="543695" y="607093"/>
                </a:lnTo>
                <a:close/>
                <a:lnTo>
                  <a:pt x="546674" y="688824"/>
                </a:lnTo>
                <a:close/>
                <a:lnTo>
                  <a:pt x="548164" y="694829"/>
                </a:lnTo>
                <a:close/>
                <a:lnTo>
                  <a:pt x="549653" y="683245"/>
                </a:lnTo>
                <a:close/>
                <a:lnTo>
                  <a:pt x="551143" y="729440"/>
                </a:lnTo>
                <a:close/>
                <a:lnTo>
                  <a:pt x="554122" y="644406"/>
                </a:lnTo>
                <a:close/>
                <a:lnTo>
                  <a:pt x="555612" y="668926"/>
                </a:lnTo>
                <a:close/>
                <a:lnTo>
                  <a:pt x="558591" y="538775"/>
                </a:lnTo>
                <a:close/>
                <a:lnTo>
                  <a:pt x="560080" y="547576"/>
                </a:lnTo>
                <a:close/>
                <a:lnTo>
                  <a:pt x="564549" y="397692"/>
                </a:lnTo>
                <a:close/>
                <a:lnTo>
                  <a:pt x="566039" y="426154"/>
                </a:lnTo>
                <a:close/>
                <a:lnTo>
                  <a:pt x="567528" y="371494"/>
                </a:lnTo>
                <a:close/>
                <a:lnTo>
                  <a:pt x="569018" y="393480"/>
                </a:lnTo>
                <a:close/>
                <a:lnTo>
                  <a:pt x="570507" y="455148"/>
                </a:lnTo>
                <a:close/>
                <a:lnTo>
                  <a:pt x="573486" y="410140"/>
                </a:lnTo>
                <a:close/>
                <a:lnTo>
                  <a:pt x="574976" y="367247"/>
                </a:lnTo>
                <a:close/>
                <a:lnTo>
                  <a:pt x="576466" y="371994"/>
                </a:lnTo>
                <a:close/>
                <a:lnTo>
                  <a:pt x="577955" y="397957"/>
                </a:lnTo>
                <a:close/>
                <a:lnTo>
                  <a:pt x="580934" y="263379"/>
                </a:lnTo>
                <a:close/>
                <a:lnTo>
                  <a:pt x="582424" y="254929"/>
                </a:lnTo>
                <a:close/>
                <a:lnTo>
                  <a:pt x="583913" y="260273"/>
                </a:lnTo>
                <a:close/>
                <a:lnTo>
                  <a:pt x="585403" y="215495"/>
                </a:lnTo>
                <a:close/>
                <a:lnTo>
                  <a:pt x="586893" y="276756"/>
                </a:lnTo>
                <a:close/>
                <a:lnTo>
                  <a:pt x="588382" y="256256"/>
                </a:lnTo>
                <a:close/>
                <a:lnTo>
                  <a:pt x="589872" y="335938"/>
                </a:lnTo>
                <a:close/>
                <a:lnTo>
                  <a:pt x="591361" y="338211"/>
                </a:lnTo>
                <a:close/>
                <a:lnTo>
                  <a:pt x="592851" y="283221"/>
                </a:lnTo>
                <a:close/>
                <a:lnTo>
                  <a:pt x="594341" y="305910"/>
                </a:lnTo>
                <a:close/>
                <a:lnTo>
                  <a:pt x="595830" y="267369"/>
                </a:lnTo>
                <a:close/>
                <a:lnTo>
                  <a:pt x="598809" y="324625"/>
                </a:lnTo>
                <a:close/>
                <a:lnTo>
                  <a:pt x="600299" y="298943"/>
                </a:lnTo>
                <a:close/>
                <a:lnTo>
                  <a:pt x="601788" y="303480"/>
                </a:lnTo>
                <a:close/>
                <a:lnTo>
                  <a:pt x="603278" y="290796"/>
                </a:lnTo>
                <a:close/>
                <a:lnTo>
                  <a:pt x="604768" y="291187"/>
                </a:lnTo>
                <a:close/>
                <a:lnTo>
                  <a:pt x="606257" y="302636"/>
                </a:lnTo>
                <a:close/>
                <a:lnTo>
                  <a:pt x="607747" y="200601"/>
                </a:lnTo>
                <a:close/>
                <a:lnTo>
                  <a:pt x="609236" y="249069"/>
                </a:lnTo>
                <a:close/>
                <a:lnTo>
                  <a:pt x="612215" y="192157"/>
                </a:lnTo>
                <a:close/>
                <a:lnTo>
                  <a:pt x="613705" y="192157"/>
                </a:lnTo>
                <a:close/>
                <a:lnTo>
                  <a:pt x="616684" y="132196"/>
                </a:lnTo>
                <a:close/>
                <a:lnTo>
                  <a:pt x="618174" y="138495"/>
                </a:lnTo>
                <a:close/>
                <a:lnTo>
                  <a:pt x="619663" y="97973"/>
                </a:lnTo>
                <a:close/>
                <a:lnTo>
                  <a:pt x="621153" y="202514"/>
                </a:lnTo>
                <a:close/>
                <a:lnTo>
                  <a:pt x="624132" y="0"/>
                </a:lnTo>
                <a:close/>
                <a:lnTo>
                  <a:pt x="627111" y="63416"/>
                </a:lnTo>
                <a:close/>
                <a:lnTo>
                  <a:pt x="628601" y="16956"/>
                </a:lnTo>
                <a:close/>
                <a:lnTo>
                  <a:pt x="633069" y="123983"/>
                </a:lnTo>
                <a:close/>
                <a:lnTo>
                  <a:pt x="637538" y="27178"/>
                </a:lnTo>
                <a:close/>
                <a:lnTo>
                  <a:pt x="639028" y="52339"/>
                </a:lnTo>
                <a:close/>
                <a:lnTo>
                  <a:pt x="642007" y="232626"/>
                </a:lnTo>
                <a:close/>
                <a:lnTo>
                  <a:pt x="643497" y="191616"/>
                </a:lnTo>
                <a:close/>
                <a:lnTo>
                  <a:pt x="646476" y="216600"/>
                </a:lnTo>
                <a:close/>
                <a:lnTo>
                  <a:pt x="647965" y="190121"/>
                </a:lnTo>
                <a:close/>
                <a:lnTo>
                  <a:pt x="649455" y="286516"/>
                </a:lnTo>
                <a:close/>
                <a:lnTo>
                  <a:pt x="650944" y="214292"/>
                </a:lnTo>
                <a:close/>
                <a:lnTo>
                  <a:pt x="652434" y="307675"/>
                </a:lnTo>
                <a:close/>
                <a:lnTo>
                  <a:pt x="653924" y="286266"/>
                </a:lnTo>
                <a:close/>
                <a:lnTo>
                  <a:pt x="656903" y="419446"/>
                </a:lnTo>
                <a:close/>
                <a:lnTo>
                  <a:pt x="659882" y="450217"/>
                </a:lnTo>
                <a:close/>
                <a:lnTo>
                  <a:pt x="661371" y="409781"/>
                </a:lnTo>
                <a:close/>
                <a:lnTo>
                  <a:pt x="662861" y="413976"/>
                </a:lnTo>
                <a:close/>
                <a:lnTo>
                  <a:pt x="664351" y="392677"/>
                </a:lnTo>
                <a:close/>
                <a:lnTo>
                  <a:pt x="667330" y="418817"/>
                </a:lnTo>
                <a:close/>
                <a:lnTo>
                  <a:pt x="668819" y="410823"/>
                </a:lnTo>
                <a:close/>
                <a:lnTo>
                  <a:pt x="671798" y="470848"/>
                </a:lnTo>
                <a:close/>
                <a:lnTo>
                  <a:pt x="673288" y="445209"/>
                </a:lnTo>
                <a:close/>
                <a:lnTo>
                  <a:pt x="674778" y="520089"/>
                </a:lnTo>
                <a:close/>
                <a:lnTo>
                  <a:pt x="676267" y="483815"/>
                </a:lnTo>
                <a:close/>
                <a:lnTo>
                  <a:pt x="677757" y="503470"/>
                </a:lnTo>
                <a:close/>
                <a:lnTo>
                  <a:pt x="680736" y="474109"/>
                </a:lnTo>
                <a:close/>
                <a:lnTo>
                  <a:pt x="685205" y="377580"/>
                </a:lnTo>
                <a:close/>
                <a:lnTo>
                  <a:pt x="686694" y="377580"/>
                </a:lnTo>
                <a:close/>
                <a:lnTo>
                  <a:pt x="688184" y="330720"/>
                </a:lnTo>
                <a:close/>
                <a:lnTo>
                  <a:pt x="689673" y="358470"/>
                </a:lnTo>
                <a:close/>
                <a:lnTo>
                  <a:pt x="691163" y="348053"/>
                </a:lnTo>
                <a:close/>
                <a:lnTo>
                  <a:pt x="698611" y="642641"/>
                </a:lnTo>
                <a:close/>
                <a:lnTo>
                  <a:pt x="700100" y="672485"/>
                </a:lnTo>
                <a:close/>
                <a:lnTo>
                  <a:pt x="701590" y="768983"/>
                </a:lnTo>
                <a:close/>
                <a:lnTo>
                  <a:pt x="706059" y="684651"/>
                </a:lnTo>
                <a:close/>
                <a:lnTo>
                  <a:pt x="707548" y="665742"/>
                </a:lnTo>
                <a:close/>
                <a:lnTo>
                  <a:pt x="710527" y="486931"/>
                </a:lnTo>
                <a:close/>
                <a:lnTo>
                  <a:pt x="712017" y="452777"/>
                </a:lnTo>
                <a:close/>
                <a:lnTo>
                  <a:pt x="713507" y="381565"/>
                </a:lnTo>
                <a:close/>
                <a:lnTo>
                  <a:pt x="716486" y="501603"/>
                </a:lnTo>
                <a:close/>
                <a:lnTo>
                  <a:pt x="719465" y="435838"/>
                </a:lnTo>
                <a:close/>
                <a:lnTo>
                  <a:pt x="722444" y="474144"/>
                </a:lnTo>
                <a:close/>
                <a:lnTo>
                  <a:pt x="723934" y="533805"/>
                </a:lnTo>
                <a:close/>
                <a:lnTo>
                  <a:pt x="725423" y="492300"/>
                </a:lnTo>
                <a:close/>
                <a:lnTo>
                  <a:pt x="729892" y="525221"/>
                </a:lnTo>
                <a:close/>
                <a:lnTo>
                  <a:pt x="731382" y="522366"/>
                </a:lnTo>
                <a:close/>
                <a:lnTo>
                  <a:pt x="732871" y="504318"/>
                </a:lnTo>
                <a:close/>
                <a:lnTo>
                  <a:pt x="738829" y="655149"/>
                </a:lnTo>
                <a:close/>
                <a:lnTo>
                  <a:pt x="740319" y="626559"/>
                </a:lnTo>
                <a:close/>
                <a:lnTo>
                  <a:pt x="741809" y="648659"/>
                </a:lnTo>
                <a:close/>
                <a:lnTo>
                  <a:pt x="746277" y="554749"/>
                </a:lnTo>
                <a:close/>
                <a:lnTo>
                  <a:pt x="747767" y="551914"/>
                </a:lnTo>
                <a:close/>
                <a:lnTo>
                  <a:pt x="749256" y="543131"/>
                </a:lnTo>
                <a:close/>
                <a:lnTo>
                  <a:pt x="750746" y="554236"/>
                </a:lnTo>
                <a:close/>
                <a:lnTo>
                  <a:pt x="752236" y="588226"/>
                </a:lnTo>
                <a:close/>
                <a:lnTo>
                  <a:pt x="753725" y="577231"/>
                </a:lnTo>
                <a:close/>
                <a:lnTo>
                  <a:pt x="756704" y="525602"/>
                </a:lnTo>
                <a:close/>
                <a:lnTo>
                  <a:pt x="758194" y="532480"/>
                </a:lnTo>
                <a:close/>
                <a:lnTo>
                  <a:pt x="762663" y="650839"/>
                </a:lnTo>
                <a:close/>
                <a:lnTo>
                  <a:pt x="764152" y="646236"/>
                </a:lnTo>
                <a:close/>
                <a:lnTo>
                  <a:pt x="765642" y="602471"/>
                </a:lnTo>
                <a:close/>
                <a:lnTo>
                  <a:pt x="768621" y="690206"/>
                </a:lnTo>
                <a:close/>
                <a:lnTo>
                  <a:pt x="770110" y="683616"/>
                </a:lnTo>
                <a:close/>
                <a:lnTo>
                  <a:pt x="771600" y="621357"/>
                </a:lnTo>
                <a:close/>
                <a:lnTo>
                  <a:pt x="773090" y="625816"/>
                </a:lnTo>
                <a:close/>
                <a:lnTo>
                  <a:pt x="776069" y="718524"/>
                </a:lnTo>
                <a:close/>
                <a:lnTo>
                  <a:pt x="777558" y="696619"/>
                </a:lnTo>
                <a:close/>
                <a:lnTo>
                  <a:pt x="779048" y="700178"/>
                </a:lnTo>
                <a:close/>
                <a:lnTo>
                  <a:pt x="780538" y="620563"/>
                </a:lnTo>
                <a:close/>
                <a:lnTo>
                  <a:pt x="782027" y="622118"/>
                </a:lnTo>
                <a:close/>
                <a:lnTo>
                  <a:pt x="785006" y="671176"/>
                </a:lnTo>
                <a:close/>
                <a:lnTo>
                  <a:pt x="786496" y="690106"/>
                </a:lnTo>
                <a:close/>
                <a:lnTo>
                  <a:pt x="787985" y="686895"/>
                </a:lnTo>
                <a:close/>
                <a:lnTo>
                  <a:pt x="789475" y="679663"/>
                </a:lnTo>
                <a:close/>
                <a:lnTo>
                  <a:pt x="792454" y="605401"/>
                </a:lnTo>
                <a:close/>
                <a:lnTo>
                  <a:pt x="793944" y="653061"/>
                </a:lnTo>
                <a:close/>
                <a:lnTo>
                  <a:pt x="795433" y="651525"/>
                </a:lnTo>
                <a:close/>
                <a:lnTo>
                  <a:pt x="796923" y="662849"/>
                </a:lnTo>
                <a:close/>
                <a:lnTo>
                  <a:pt x="798412" y="638201"/>
                </a:lnTo>
                <a:close/>
                <a:lnTo>
                  <a:pt x="799902" y="670561"/>
                </a:lnTo>
                <a:close/>
                <a:lnTo>
                  <a:pt x="801392" y="638766"/>
                </a:lnTo>
                <a:close/>
                <a:lnTo>
                  <a:pt x="802881" y="680633"/>
                </a:lnTo>
                <a:close/>
                <a:lnTo>
                  <a:pt x="804371" y="605679"/>
                </a:lnTo>
                <a:close/>
                <a:lnTo>
                  <a:pt x="805860" y="607346"/>
                </a:lnTo>
                <a:close/>
                <a:lnTo>
                  <a:pt x="808839" y="663002"/>
                </a:lnTo>
                <a:close/>
                <a:lnTo>
                  <a:pt x="811819" y="610477"/>
                </a:lnTo>
                <a:close/>
                <a:lnTo>
                  <a:pt x="813308" y="637699"/>
                </a:lnTo>
                <a:close/>
                <a:lnTo>
                  <a:pt x="814798" y="605541"/>
                </a:lnTo>
                <a:close/>
                <a:lnTo>
                  <a:pt x="819267" y="716386"/>
                </a:lnTo>
                <a:close/>
                <a:lnTo>
                  <a:pt x="820756" y="743727"/>
                </a:lnTo>
                <a:close/>
                <a:lnTo>
                  <a:pt x="822246" y="629872"/>
                </a:lnTo>
                <a:close/>
                <a:lnTo>
                  <a:pt x="823735" y="666219"/>
                </a:lnTo>
                <a:close/>
                <a:lnTo>
                  <a:pt x="826714" y="811131"/>
                </a:lnTo>
                <a:close/>
                <a:lnTo>
                  <a:pt x="829694" y="831212"/>
                </a:lnTo>
                <a:close/>
                <a:lnTo>
                  <a:pt x="831183" y="862196"/>
                </a:lnTo>
                <a:close/>
                <a:lnTo>
                  <a:pt x="834162" y="861219"/>
                </a:lnTo>
                <a:close/>
                <a:lnTo>
                  <a:pt x="837141" y="931026"/>
                </a:lnTo>
                <a:close/>
                <a:lnTo>
                  <a:pt x="840121" y="817446"/>
                </a:lnTo>
                <a:close/>
                <a:lnTo>
                  <a:pt x="841610" y="853476"/>
                </a:lnTo>
                <a:close/>
                <a:lnTo>
                  <a:pt x="843100" y="841534"/>
                </a:lnTo>
                <a:close/>
                <a:lnTo>
                  <a:pt x="844589" y="796201"/>
                </a:lnTo>
                <a:close/>
                <a:lnTo>
                  <a:pt x="846079" y="848966"/>
                </a:lnTo>
                <a:close/>
                <a:lnTo>
                  <a:pt x="847568" y="835424"/>
                </a:lnTo>
                <a:close/>
                <a:lnTo>
                  <a:pt x="849058" y="863682"/>
                </a:lnTo>
                <a:close/>
                <a:lnTo>
                  <a:pt x="852037" y="795822"/>
                </a:lnTo>
                <a:close/>
                <a:lnTo>
                  <a:pt x="853527" y="796239"/>
                </a:lnTo>
                <a:close/>
                <a:lnTo>
                  <a:pt x="855016" y="907260"/>
                </a:lnTo>
                <a:close/>
                <a:lnTo>
                  <a:pt x="857996" y="838033"/>
                </a:lnTo>
                <a:close/>
                <a:lnTo>
                  <a:pt x="859485" y="865960"/>
                </a:lnTo>
                <a:close/>
                <a:lnTo>
                  <a:pt x="862464" y="715267"/>
                </a:lnTo>
                <a:close/>
                <a:lnTo>
                  <a:pt x="863954" y="809174"/>
                </a:lnTo>
                <a:close/>
                <a:lnTo>
                  <a:pt x="865443" y="743869"/>
                </a:lnTo>
                <a:close/>
                <a:lnTo>
                  <a:pt x="868423" y="842386"/>
                </a:lnTo>
                <a:close/>
                <a:lnTo>
                  <a:pt x="869912" y="871125"/>
                </a:lnTo>
                <a:close/>
                <a:lnTo>
                  <a:pt x="872891" y="772677"/>
                </a:lnTo>
                <a:close/>
                <a:lnTo>
                  <a:pt x="874381" y="755878"/>
                </a:lnTo>
                <a:close/>
                <a:lnTo>
                  <a:pt x="875870" y="810141"/>
                </a:lnTo>
                <a:close/>
                <a:lnTo>
                  <a:pt x="877360" y="731745"/>
                </a:lnTo>
                <a:close/>
                <a:lnTo>
                  <a:pt x="880339" y="840907"/>
                </a:lnTo>
                <a:close/>
                <a:lnTo>
                  <a:pt x="886297" y="688813"/>
                </a:lnTo>
                <a:close/>
                <a:lnTo>
                  <a:pt x="889277" y="754875"/>
                </a:lnTo>
                <a:close/>
                <a:lnTo>
                  <a:pt x="890766" y="742376"/>
                </a:lnTo>
                <a:close/>
                <a:lnTo>
                  <a:pt x="892256" y="707354"/>
                </a:lnTo>
                <a:close/>
                <a:lnTo>
                  <a:pt x="895235" y="776631"/>
                </a:lnTo>
                <a:close/>
                <a:lnTo>
                  <a:pt x="896724" y="725662"/>
                </a:lnTo>
                <a:close/>
                <a:lnTo>
                  <a:pt x="898214" y="726443"/>
                </a:lnTo>
                <a:close/>
                <a:lnTo>
                  <a:pt x="901193" y="618171"/>
                </a:lnTo>
                <a:close/>
                <a:lnTo>
                  <a:pt x="902683" y="603643"/>
                </a:lnTo>
                <a:close/>
                <a:lnTo>
                  <a:pt x="907152" y="664297"/>
                </a:lnTo>
                <a:close/>
                <a:lnTo>
                  <a:pt x="911620" y="538769"/>
                </a:lnTo>
                <a:close/>
                <a:lnTo>
                  <a:pt x="916089" y="451872"/>
                </a:lnTo>
                <a:close/>
                <a:lnTo>
                  <a:pt x="919068" y="537590"/>
                </a:lnTo>
                <a:close/>
                <a:lnTo>
                  <a:pt x="922047" y="411979"/>
                </a:lnTo>
                <a:close/>
                <a:lnTo>
                  <a:pt x="923537" y="315360"/>
                </a:lnTo>
                <a:close/>
                <a:lnTo>
                  <a:pt x="928006" y="364922"/>
                </a:lnTo>
                <a:close/>
                <a:lnTo>
                  <a:pt x="929495" y="354421"/>
                </a:lnTo>
                <a:close/>
                <a:lnTo>
                  <a:pt x="930985" y="428304"/>
                </a:lnTo>
                <a:close/>
                <a:lnTo>
                  <a:pt x="932474" y="380647"/>
                </a:lnTo>
                <a:close/>
                <a:lnTo>
                  <a:pt x="933964" y="393065"/>
                </a:lnTo>
                <a:close/>
                <a:lnTo>
                  <a:pt x="936943" y="268558"/>
                </a:lnTo>
                <a:close/>
                <a:lnTo>
                  <a:pt x="938433" y="286072"/>
                </a:lnTo>
                <a:close/>
                <a:lnTo>
                  <a:pt x="939922" y="220160"/>
                </a:lnTo>
                <a:close/>
                <a:lnTo>
                  <a:pt x="941412" y="248221"/>
                </a:lnTo>
                <a:close/>
                <a:lnTo>
                  <a:pt x="942901" y="237197"/>
                </a:lnTo>
                <a:close/>
                <a:lnTo>
                  <a:pt x="944391" y="254873"/>
                </a:lnTo>
                <a:close/>
                <a:lnTo>
                  <a:pt x="945880" y="254055"/>
                </a:lnTo>
                <a:close/>
                <a:lnTo>
                  <a:pt x="948860" y="198432"/>
                </a:lnTo>
                <a:close/>
                <a:lnTo>
                  <a:pt x="950349" y="96507"/>
                </a:lnTo>
                <a:close/>
                <a:lnTo>
                  <a:pt x="953328" y="200550"/>
                </a:lnTo>
                <a:close/>
                <a:lnTo>
                  <a:pt x="954818" y="155944"/>
                </a:lnTo>
                <a:close/>
                <a:lnTo>
                  <a:pt x="957797" y="244509"/>
                </a:lnTo>
                <a:close/>
                <a:lnTo>
                  <a:pt x="960776" y="225808"/>
                </a:lnTo>
                <a:close/>
                <a:lnTo>
                  <a:pt x="963755" y="348330"/>
                </a:lnTo>
                <a:close/>
                <a:lnTo>
                  <a:pt x="965245" y="376279"/>
                </a:lnTo>
                <a:close/>
                <a:lnTo>
                  <a:pt x="966735" y="364241"/>
                </a:lnTo>
                <a:close/>
                <a:lnTo>
                  <a:pt x="969714" y="414232"/>
                </a:lnTo>
                <a:close/>
                <a:lnTo>
                  <a:pt x="971203" y="402761"/>
                </a:lnTo>
                <a:close/>
                <a:lnTo>
                  <a:pt x="972693" y="407274"/>
                </a:lnTo>
                <a:close/>
                <a:lnTo>
                  <a:pt x="974182" y="417318"/>
                </a:lnTo>
                <a:close/>
                <a:lnTo>
                  <a:pt x="975672" y="343516"/>
                </a:lnTo>
                <a:close/>
                <a:lnTo>
                  <a:pt x="977162" y="348072"/>
                </a:lnTo>
                <a:close/>
                <a:lnTo>
                  <a:pt x="978651" y="391759"/>
                </a:lnTo>
                <a:close/>
                <a:lnTo>
                  <a:pt x="980141" y="298325"/>
                </a:lnTo>
                <a:close/>
                <a:lnTo>
                  <a:pt x="981630" y="300613"/>
                </a:lnTo>
                <a:close/>
                <a:lnTo>
                  <a:pt x="983120" y="318237"/>
                </a:lnTo>
                <a:close/>
                <a:lnTo>
                  <a:pt x="984609" y="269197"/>
                </a:lnTo>
                <a:close/>
                <a:lnTo>
                  <a:pt x="986099" y="281334"/>
                </a:lnTo>
                <a:close/>
                <a:lnTo>
                  <a:pt x="989078" y="197530"/>
                </a:lnTo>
                <a:close/>
                <a:lnTo>
                  <a:pt x="990568" y="208663"/>
                </a:lnTo>
                <a:close/>
                <a:lnTo>
                  <a:pt x="992057" y="290100"/>
                </a:lnTo>
                <a:close/>
                <a:lnTo>
                  <a:pt x="993547" y="260529"/>
                </a:lnTo>
                <a:close/>
                <a:lnTo>
                  <a:pt x="995037" y="357618"/>
                </a:lnTo>
                <a:close/>
                <a:lnTo>
                  <a:pt x="998016" y="354493"/>
                </a:lnTo>
                <a:close/>
                <a:lnTo>
                  <a:pt x="999505" y="380653"/>
                </a:lnTo>
                <a:close/>
                <a:lnTo>
                  <a:pt x="1002484" y="276239"/>
                </a:lnTo>
                <a:close/>
                <a:lnTo>
                  <a:pt x="1005464" y="328029"/>
                </a:lnTo>
                <a:close/>
                <a:lnTo>
                  <a:pt x="1008443" y="287276"/>
                </a:lnTo>
                <a:close/>
                <a:lnTo>
                  <a:pt x="1009932" y="338770"/>
                </a:lnTo>
                <a:close/>
                <a:lnTo>
                  <a:pt x="1011422" y="306555"/>
                </a:lnTo>
                <a:close/>
                <a:lnTo>
                  <a:pt x="1012911" y="337420"/>
                </a:lnTo>
                <a:close/>
                <a:lnTo>
                  <a:pt x="1014401" y="335910"/>
                </a:lnTo>
                <a:close/>
                <a:lnTo>
                  <a:pt x="1015891" y="345651"/>
                </a:lnTo>
                <a:close/>
                <a:lnTo>
                  <a:pt x="1020359" y="296432"/>
                </a:lnTo>
                <a:close/>
                <a:lnTo>
                  <a:pt x="1023338" y="204701"/>
                </a:lnTo>
                <a:close/>
                <a:lnTo>
                  <a:pt x="1024828" y="195580"/>
                </a:lnTo>
                <a:close/>
                <a:lnTo>
                  <a:pt x="1026318" y="167262"/>
                </a:lnTo>
                <a:close/>
                <a:lnTo>
                  <a:pt x="1027807" y="103500"/>
                </a:lnTo>
                <a:close/>
                <a:lnTo>
                  <a:pt x="1035255" y="208509"/>
                </a:lnTo>
                <a:close/>
                <a:lnTo>
                  <a:pt x="1038234" y="282843"/>
                </a:lnTo>
                <a:close/>
                <a:lnTo>
                  <a:pt x="1039724" y="350322"/>
                </a:lnTo>
                <a:close/>
                <a:lnTo>
                  <a:pt x="1041213" y="344698"/>
                </a:lnTo>
                <a:close/>
                <a:lnTo>
                  <a:pt x="1045682" y="292591"/>
                </a:lnTo>
                <a:close/>
                <a:lnTo>
                  <a:pt x="1048661" y="427253"/>
                </a:lnTo>
                <a:close/>
                <a:lnTo>
                  <a:pt x="1050151" y="376144"/>
                </a:lnTo>
                <a:close/>
                <a:lnTo>
                  <a:pt x="1051640" y="493233"/>
                </a:lnTo>
                <a:close/>
                <a:lnTo>
                  <a:pt x="1053130" y="466516"/>
                </a:lnTo>
                <a:close/>
                <a:lnTo>
                  <a:pt x="1063557" y="649370"/>
                </a:lnTo>
                <a:close/>
                <a:lnTo>
                  <a:pt x="1065047" y="729241"/>
                </a:lnTo>
                <a:close/>
                <a:lnTo>
                  <a:pt x="1066536" y="725870"/>
                </a:lnTo>
                <a:close/>
                <a:lnTo>
                  <a:pt x="1068026" y="749313"/>
                </a:lnTo>
                <a:close/>
                <a:lnTo>
                  <a:pt x="1071005" y="846963"/>
                </a:lnTo>
                <a:close/>
                <a:lnTo>
                  <a:pt x="1072494" y="803449"/>
                </a:lnTo>
                <a:close/>
                <a:lnTo>
                  <a:pt x="1073984" y="804941"/>
                </a:lnTo>
                <a:close/>
                <a:lnTo>
                  <a:pt x="1075474" y="791498"/>
                </a:lnTo>
                <a:close/>
                <a:lnTo>
                  <a:pt x="1076963" y="758261"/>
                </a:lnTo>
                <a:close/>
                <a:lnTo>
                  <a:pt x="1079942" y="810466"/>
                </a:lnTo>
                <a:close/>
                <a:lnTo>
                  <a:pt x="1081432" y="781562"/>
                </a:lnTo>
                <a:close/>
                <a:lnTo>
                  <a:pt x="1082921" y="782299"/>
                </a:lnTo>
                <a:close/>
                <a:lnTo>
                  <a:pt x="1084411" y="836728"/>
                </a:lnTo>
                <a:close/>
                <a:lnTo>
                  <a:pt x="1087390" y="751844"/>
                </a:lnTo>
                <a:close/>
                <a:lnTo>
                  <a:pt x="1088880" y="748284"/>
                </a:lnTo>
                <a:close/>
                <a:lnTo>
                  <a:pt x="1090369" y="711613"/>
                </a:lnTo>
                <a:close/>
                <a:lnTo>
                  <a:pt x="1091859" y="722768"/>
                </a:lnTo>
                <a:close/>
                <a:lnTo>
                  <a:pt x="1094838" y="656020"/>
                </a:lnTo>
                <a:close/>
                <a:lnTo>
                  <a:pt x="1096328" y="688425"/>
                </a:lnTo>
                <a:close/>
                <a:lnTo>
                  <a:pt x="1097817" y="688425"/>
                </a:lnTo>
                <a:close/>
                <a:lnTo>
                  <a:pt x="1099307" y="760699"/>
                </a:lnTo>
                <a:close/>
                <a:lnTo>
                  <a:pt x="1102286" y="608156"/>
                </a:lnTo>
                <a:close/>
                <a:lnTo>
                  <a:pt x="1105265" y="692117"/>
                </a:lnTo>
                <a:close/>
                <a:lnTo>
                  <a:pt x="1106755" y="645914"/>
                </a:lnTo>
                <a:close/>
                <a:lnTo>
                  <a:pt x="1108244" y="652833"/>
                </a:lnTo>
                <a:close/>
                <a:lnTo>
                  <a:pt x="1111223" y="643316"/>
                </a:lnTo>
                <a:close/>
                <a:lnTo>
                  <a:pt x="1112713" y="640506"/>
                </a:lnTo>
                <a:close/>
                <a:lnTo>
                  <a:pt x="1115692" y="567303"/>
                </a:lnTo>
                <a:close/>
                <a:lnTo>
                  <a:pt x="1117182" y="577325"/>
                </a:lnTo>
                <a:close/>
                <a:lnTo>
                  <a:pt x="1118671" y="577325"/>
                </a:lnTo>
                <a:close/>
                <a:lnTo>
                  <a:pt x="1120161" y="558080"/>
                </a:lnTo>
                <a:close/>
                <a:lnTo>
                  <a:pt x="1121650" y="585910"/>
                </a:lnTo>
                <a:close/>
                <a:lnTo>
                  <a:pt x="1123140" y="668504"/>
                </a:lnTo>
                <a:close/>
                <a:lnTo>
                  <a:pt x="1126119" y="618338"/>
                </a:lnTo>
                <a:close/>
                <a:lnTo>
                  <a:pt x="1127609" y="674474"/>
                </a:lnTo>
                <a:close/>
                <a:lnTo>
                  <a:pt x="1129098" y="648220"/>
                </a:lnTo>
                <a:close/>
                <a:lnTo>
                  <a:pt x="1130588" y="660656"/>
                </a:lnTo>
                <a:close/>
                <a:lnTo>
                  <a:pt x="1135057" y="781943"/>
                </a:lnTo>
                <a:close/>
                <a:lnTo>
                  <a:pt x="1136546" y="771990"/>
                </a:lnTo>
                <a:close/>
                <a:lnTo>
                  <a:pt x="1138036" y="753636"/>
                </a:lnTo>
                <a:close/>
                <a:lnTo>
                  <a:pt x="1139525" y="785731"/>
                </a:lnTo>
                <a:close/>
                <a:lnTo>
                  <a:pt x="1141015" y="860718"/>
                </a:lnTo>
                <a:close/>
                <a:lnTo>
                  <a:pt x="1142505" y="782663"/>
                </a:lnTo>
                <a:close/>
                <a:lnTo>
                  <a:pt x="1143994" y="809374"/>
                </a:lnTo>
                <a:close/>
                <a:lnTo>
                  <a:pt x="1148463" y="723402"/>
                </a:lnTo>
                <a:close/>
                <a:lnTo>
                  <a:pt x="1149952" y="762489"/>
                </a:lnTo>
                <a:close/>
                <a:lnTo>
                  <a:pt x="1151442" y="851042"/>
                </a:lnTo>
                <a:close/>
                <a:lnTo>
                  <a:pt x="1152932" y="743530"/>
                </a:lnTo>
                <a:close/>
                <a:lnTo>
                  <a:pt x="1154421" y="767050"/>
                </a:lnTo>
                <a:close/>
                <a:lnTo>
                  <a:pt x="1158890" y="721415"/>
                </a:lnTo>
                <a:close/>
                <a:lnTo>
                  <a:pt x="1160379" y="724346"/>
                </a:lnTo>
                <a:close/>
                <a:lnTo>
                  <a:pt x="1161869" y="710429"/>
                </a:lnTo>
                <a:close/>
                <a:lnTo>
                  <a:pt x="1163359" y="639281"/>
                </a:lnTo>
                <a:close/>
                <a:lnTo>
                  <a:pt x="1164848" y="640185"/>
                </a:lnTo>
                <a:close/>
                <a:lnTo>
                  <a:pt x="1166338" y="587011"/>
                </a:lnTo>
                <a:close/>
                <a:lnTo>
                  <a:pt x="1167827" y="702522"/>
                </a:lnTo>
                <a:close/>
                <a:lnTo>
                  <a:pt x="1170806" y="621948"/>
                </a:lnTo>
                <a:close/>
                <a:lnTo>
                  <a:pt x="1173786" y="581702"/>
                </a:lnTo>
                <a:close/>
                <a:lnTo>
                  <a:pt x="1175275" y="621909"/>
                </a:lnTo>
                <a:close/>
                <a:lnTo>
                  <a:pt x="1178254" y="580585"/>
                </a:lnTo>
                <a:close/>
                <a:lnTo>
                  <a:pt x="1179744" y="573019"/>
                </a:lnTo>
                <a:close/>
                <a:lnTo>
                  <a:pt x="1182723" y="487998"/>
                </a:lnTo>
                <a:close/>
                <a:lnTo>
                  <a:pt x="1184213" y="494164"/>
                </a:lnTo>
                <a:close/>
                <a:lnTo>
                  <a:pt x="1185702" y="539464"/>
                </a:lnTo>
                <a:close/>
                <a:lnTo>
                  <a:pt x="1187192" y="541114"/>
                </a:lnTo>
                <a:close/>
                <a:lnTo>
                  <a:pt x="1188681" y="569015"/>
                </a:lnTo>
                <a:close/>
                <a:lnTo>
                  <a:pt x="1190171" y="534315"/>
                </a:lnTo>
                <a:close/>
                <a:lnTo>
                  <a:pt x="1191661" y="546722"/>
                </a:lnTo>
                <a:close/>
                <a:lnTo>
                  <a:pt x="1193150" y="609302"/>
                </a:lnTo>
                <a:close/>
                <a:lnTo>
                  <a:pt x="1194640" y="502366"/>
                </a:lnTo>
                <a:close/>
                <a:lnTo>
                  <a:pt x="1196129" y="521254"/>
                </a:lnTo>
                <a:close/>
                <a:lnTo>
                  <a:pt x="1199108" y="496953"/>
                </a:lnTo>
                <a:close/>
                <a:lnTo>
                  <a:pt x="1200598" y="539915"/>
                </a:lnTo>
                <a:close/>
                <a:lnTo>
                  <a:pt x="1202088" y="540953"/>
                </a:lnTo>
                <a:close/>
                <a:lnTo>
                  <a:pt x="1205067" y="599048"/>
                </a:lnTo>
                <a:close/>
                <a:lnTo>
                  <a:pt x="1206556" y="561646"/>
                </a:lnTo>
                <a:close/>
                <a:lnTo>
                  <a:pt x="1209535" y="686242"/>
                </a:lnTo>
                <a:close/>
                <a:lnTo>
                  <a:pt x="1211025" y="686242"/>
                </a:lnTo>
                <a:close/>
                <a:lnTo>
                  <a:pt x="1212515" y="659832"/>
                </a:lnTo>
                <a:close/>
                <a:lnTo>
                  <a:pt x="1214004" y="659546"/>
                </a:lnTo>
                <a:close/>
                <a:lnTo>
                  <a:pt x="1216983" y="679238"/>
                </a:lnTo>
                <a:close/>
                <a:lnTo>
                  <a:pt x="1218473" y="718508"/>
                </a:lnTo>
                <a:close/>
                <a:lnTo>
                  <a:pt x="1219962" y="698951"/>
                </a:lnTo>
                <a:close/>
                <a:lnTo>
                  <a:pt x="1221452" y="731145"/>
                </a:lnTo>
                <a:close/>
                <a:lnTo>
                  <a:pt x="1224431" y="678662"/>
                </a:lnTo>
                <a:close/>
                <a:lnTo>
                  <a:pt x="1225921" y="698630"/>
                </a:lnTo>
                <a:close/>
                <a:lnTo>
                  <a:pt x="1227410" y="667021"/>
                </a:lnTo>
                <a:close/>
                <a:lnTo>
                  <a:pt x="1231879" y="839739"/>
                </a:lnTo>
                <a:close/>
                <a:lnTo>
                  <a:pt x="1233369" y="858818"/>
                </a:lnTo>
                <a:close/>
                <a:lnTo>
                  <a:pt x="1234858" y="783174"/>
                </a:lnTo>
                <a:close/>
                <a:lnTo>
                  <a:pt x="1236348" y="798574"/>
                </a:lnTo>
                <a:close/>
                <a:lnTo>
                  <a:pt x="1237837" y="749987"/>
                </a:lnTo>
                <a:close/>
                <a:lnTo>
                  <a:pt x="1239327" y="866816"/>
                </a:lnTo>
                <a:close/>
                <a:lnTo>
                  <a:pt x="1242306" y="863441"/>
                </a:lnTo>
                <a:close/>
                <a:lnTo>
                  <a:pt x="1243796" y="904080"/>
                </a:lnTo>
                <a:close/>
                <a:lnTo>
                  <a:pt x="1248264" y="707621"/>
                </a:lnTo>
                <a:close/>
                <a:lnTo>
                  <a:pt x="1251244" y="754812"/>
                </a:lnTo>
                <a:close/>
                <a:lnTo>
                  <a:pt x="1252733" y="676905"/>
                </a:lnTo>
                <a:close/>
                <a:lnTo>
                  <a:pt x="1254223" y="681574"/>
                </a:lnTo>
                <a:close/>
                <a:lnTo>
                  <a:pt x="1258691" y="573953"/>
                </a:lnTo>
                <a:close/>
                <a:lnTo>
                  <a:pt x="1260181" y="590140"/>
                </a:lnTo>
                <a:close/>
                <a:lnTo>
                  <a:pt x="1263160" y="700891"/>
                </a:lnTo>
                <a:close/>
                <a:lnTo>
                  <a:pt x="1266139" y="745839"/>
                </a:lnTo>
                <a:close/>
                <a:lnTo>
                  <a:pt x="1267629" y="841064"/>
                </a:lnTo>
                <a:close/>
                <a:lnTo>
                  <a:pt x="1270608" y="774162"/>
                </a:lnTo>
                <a:close/>
                <a:lnTo>
                  <a:pt x="1273587" y="750905"/>
                </a:lnTo>
                <a:close/>
                <a:lnTo>
                  <a:pt x="1275077" y="760517"/>
                </a:lnTo>
                <a:close/>
                <a:lnTo>
                  <a:pt x="1276566" y="715379"/>
                </a:lnTo>
                <a:close/>
                <a:lnTo>
                  <a:pt x="1278056" y="749782"/>
                </a:lnTo>
                <a:close/>
                <a:lnTo>
                  <a:pt x="1281035" y="655292"/>
                </a:lnTo>
                <a:close/>
                <a:lnTo>
                  <a:pt x="1282525" y="723430"/>
                </a:lnTo>
                <a:close/>
                <a:lnTo>
                  <a:pt x="1284014" y="643316"/>
                </a:lnTo>
                <a:close/>
                <a:lnTo>
                  <a:pt x="1285504" y="661391"/>
                </a:lnTo>
                <a:close/>
                <a:lnTo>
                  <a:pt x="1286993" y="638313"/>
                </a:lnTo>
                <a:close/>
                <a:lnTo>
                  <a:pt x="1288483" y="651220"/>
                </a:lnTo>
                <a:close/>
                <a:lnTo>
                  <a:pt x="1291462" y="596998"/>
                </a:lnTo>
                <a:close/>
                <a:lnTo>
                  <a:pt x="1295931" y="509331"/>
                </a:lnTo>
                <a:close/>
                <a:lnTo>
                  <a:pt x="1298910" y="621175"/>
                </a:lnTo>
                <a:close/>
                <a:lnTo>
                  <a:pt x="1300400" y="644516"/>
                </a:lnTo>
                <a:close/>
                <a:lnTo>
                  <a:pt x="1301889" y="562900"/>
                </a:lnTo>
                <a:close/>
                <a:lnTo>
                  <a:pt x="1303379" y="563213"/>
                </a:lnTo>
                <a:close/>
                <a:lnTo>
                  <a:pt x="1306358" y="629457"/>
                </a:lnTo>
                <a:close/>
                <a:lnTo>
                  <a:pt x="1309337" y="528053"/>
                </a:lnTo>
                <a:close/>
                <a:lnTo>
                  <a:pt x="1310827" y="583951"/>
                </a:lnTo>
                <a:close/>
                <a:lnTo>
                  <a:pt x="1312316" y="548034"/>
                </a:lnTo>
                <a:close/>
                <a:lnTo>
                  <a:pt x="1313806" y="566657"/>
                </a:lnTo>
                <a:close/>
                <a:lnTo>
                  <a:pt x="1315295" y="487230"/>
                </a:lnTo>
                <a:close/>
                <a:lnTo>
                  <a:pt x="1316785" y="496842"/>
                </a:lnTo>
                <a:close/>
                <a:lnTo>
                  <a:pt x="1318275" y="442684"/>
                </a:lnTo>
                <a:close/>
                <a:lnTo>
                  <a:pt x="1324233" y="577479"/>
                </a:lnTo>
                <a:close/>
                <a:lnTo>
                  <a:pt x="1325722" y="596334"/>
                </a:lnTo>
                <a:close/>
                <a:lnTo>
                  <a:pt x="1327212" y="639865"/>
                </a:lnTo>
                <a:close/>
                <a:lnTo>
                  <a:pt x="1328702" y="609746"/>
                </a:lnTo>
                <a:close/>
                <a:lnTo>
                  <a:pt x="1331681" y="694448"/>
                </a:lnTo>
                <a:close/>
                <a:lnTo>
                  <a:pt x="1333170" y="703646"/>
                </a:lnTo>
                <a:close/>
                <a:lnTo>
                  <a:pt x="1336149" y="622492"/>
                </a:lnTo>
                <a:close/>
                <a:lnTo>
                  <a:pt x="1339129" y="658571"/>
                </a:lnTo>
                <a:close/>
                <a:lnTo>
                  <a:pt x="1342108" y="603631"/>
                </a:lnTo>
                <a:close/>
                <a:lnTo>
                  <a:pt x="1345087" y="676390"/>
                </a:lnTo>
                <a:close/>
                <a:lnTo>
                  <a:pt x="1348066" y="656712"/>
                </a:lnTo>
                <a:close/>
                <a:lnTo>
                  <a:pt x="1351045" y="666891"/>
                </a:lnTo>
                <a:close/>
                <a:lnTo>
                  <a:pt x="1354024" y="583607"/>
                </a:lnTo>
                <a:close/>
                <a:lnTo>
                  <a:pt x="1355514" y="588129"/>
                </a:lnTo>
                <a:close/>
                <a:lnTo>
                  <a:pt x="1357004" y="557589"/>
                </a:lnTo>
                <a:close/>
                <a:lnTo>
                  <a:pt x="1359983" y="466553"/>
                </a:lnTo>
                <a:close/>
                <a:lnTo>
                  <a:pt x="1362962" y="633692"/>
                </a:lnTo>
                <a:close/>
                <a:lnTo>
                  <a:pt x="1365941" y="575533"/>
                </a:lnTo>
                <a:close/>
                <a:lnTo>
                  <a:pt x="1367431" y="581356"/>
                </a:lnTo>
                <a:close/>
                <a:lnTo>
                  <a:pt x="1368920" y="609499"/>
                </a:lnTo>
                <a:close/>
                <a:lnTo>
                  <a:pt x="1370410" y="574250"/>
                </a:lnTo>
                <a:close/>
                <a:lnTo>
                  <a:pt x="1373389" y="618408"/>
                </a:lnTo>
                <a:close/>
                <a:lnTo>
                  <a:pt x="1374878" y="630129"/>
                </a:lnTo>
                <a:close/>
                <a:lnTo>
                  <a:pt x="1376368" y="571840"/>
                </a:lnTo>
                <a:close/>
                <a:lnTo>
                  <a:pt x="1377858" y="584054"/>
                </a:lnTo>
                <a:close/>
                <a:lnTo>
                  <a:pt x="1379347" y="576652"/>
                </a:lnTo>
                <a:close/>
                <a:lnTo>
                  <a:pt x="1382326" y="651603"/>
                </a:lnTo>
                <a:close/>
                <a:lnTo>
                  <a:pt x="1383816" y="737113"/>
                </a:lnTo>
                <a:close/>
                <a:lnTo>
                  <a:pt x="1386795" y="673042"/>
                </a:lnTo>
                <a:close/>
                <a:lnTo>
                  <a:pt x="1388285" y="687896"/>
                </a:lnTo>
                <a:close/>
                <a:lnTo>
                  <a:pt x="1389774" y="674867"/>
                </a:lnTo>
                <a:close/>
                <a:lnTo>
                  <a:pt x="1392753" y="597178"/>
                </a:lnTo>
                <a:close/>
                <a:lnTo>
                  <a:pt x="1395732" y="683784"/>
                </a:lnTo>
                <a:close/>
                <a:lnTo>
                  <a:pt x="1397222" y="707324"/>
                </a:lnTo>
                <a:close/>
                <a:lnTo>
                  <a:pt x="1398712" y="692648"/>
                </a:lnTo>
                <a:close/>
                <a:lnTo>
                  <a:pt x="1401691" y="774411"/>
                </a:lnTo>
                <a:close/>
                <a:lnTo>
                  <a:pt x="1404670" y="755568"/>
                </a:lnTo>
                <a:close/>
                <a:lnTo>
                  <a:pt x="1406160" y="772078"/>
                </a:lnTo>
                <a:close/>
                <a:lnTo>
                  <a:pt x="1407649" y="767292"/>
                </a:lnTo>
                <a:close/>
                <a:lnTo>
                  <a:pt x="1409139" y="819240"/>
                </a:lnTo>
                <a:close/>
                <a:lnTo>
                  <a:pt x="1410628" y="795466"/>
                </a:lnTo>
                <a:close/>
                <a:lnTo>
                  <a:pt x="1412118" y="834025"/>
                </a:lnTo>
                <a:close/>
                <a:lnTo>
                  <a:pt x="1415097" y="753140"/>
                </a:lnTo>
                <a:close/>
                <a:lnTo>
                  <a:pt x="1418076" y="707413"/>
                </a:lnTo>
                <a:close/>
                <a:lnTo>
                  <a:pt x="1419566" y="709402"/>
                </a:lnTo>
                <a:close/>
                <a:lnTo>
                  <a:pt x="1421055" y="697619"/>
                </a:lnTo>
                <a:close/>
                <a:lnTo>
                  <a:pt x="1422545" y="746775"/>
                </a:lnTo>
                <a:close/>
                <a:lnTo>
                  <a:pt x="1425524" y="656622"/>
                </a:lnTo>
                <a:close/>
                <a:lnTo>
                  <a:pt x="1429993" y="772492"/>
                </a:lnTo>
                <a:close/>
                <a:lnTo>
                  <a:pt x="1431482" y="722385"/>
                </a:lnTo>
                <a:close/>
                <a:lnTo>
                  <a:pt x="1432972" y="739251"/>
                </a:lnTo>
                <a:close/>
                <a:lnTo>
                  <a:pt x="1434461" y="712043"/>
                </a:lnTo>
                <a:close/>
                <a:lnTo>
                  <a:pt x="1435951" y="747953"/>
                </a:lnTo>
                <a:close/>
                <a:lnTo>
                  <a:pt x="1438930" y="631281"/>
                </a:lnTo>
                <a:close/>
                <a:lnTo>
                  <a:pt x="1441909" y="703362"/>
                </a:lnTo>
                <a:close/>
                <a:lnTo>
                  <a:pt x="1443399" y="673197"/>
                </a:lnTo>
                <a:close/>
                <a:lnTo>
                  <a:pt x="1444888" y="687546"/>
                </a:lnTo>
                <a:close/>
                <a:lnTo>
                  <a:pt x="1446378" y="657777"/>
                </a:lnTo>
                <a:close/>
                <a:lnTo>
                  <a:pt x="1449357" y="708152"/>
                </a:lnTo>
                <a:close/>
                <a:lnTo>
                  <a:pt x="1452336" y="749930"/>
                </a:lnTo>
                <a:close/>
                <a:lnTo>
                  <a:pt x="1455316" y="724486"/>
                </a:lnTo>
                <a:close/>
                <a:lnTo>
                  <a:pt x="1458295" y="765207"/>
                </a:lnTo>
                <a:close/>
                <a:lnTo>
                  <a:pt x="1459784" y="761375"/>
                </a:lnTo>
                <a:close/>
                <a:lnTo>
                  <a:pt x="1461274" y="812586"/>
                </a:lnTo>
                <a:close/>
                <a:lnTo>
                  <a:pt x="1462763" y="790009"/>
                </a:lnTo>
                <a:close/>
                <a:lnTo>
                  <a:pt x="1464253" y="796646"/>
                </a:lnTo>
                <a:close/>
                <a:lnTo>
                  <a:pt x="1467232" y="831083"/>
                </a:lnTo>
                <a:close/>
                <a:lnTo>
                  <a:pt x="1468722" y="756126"/>
                </a:lnTo>
                <a:close/>
                <a:lnTo>
                  <a:pt x="1470211" y="795414"/>
                </a:lnTo>
                <a:close/>
                <a:lnTo>
                  <a:pt x="1474680" y="572953"/>
                </a:lnTo>
                <a:close/>
                <a:lnTo>
                  <a:pt x="1476170" y="575149"/>
                </a:lnTo>
                <a:close/>
                <a:lnTo>
                  <a:pt x="1477659" y="573675"/>
                </a:lnTo>
                <a:close/>
                <a:lnTo>
                  <a:pt x="1479149" y="592620"/>
                </a:lnTo>
                <a:close/>
                <a:lnTo>
                  <a:pt x="1480638" y="587783"/>
                </a:lnTo>
                <a:close/>
                <a:lnTo>
                  <a:pt x="1483617" y="677676"/>
                </a:lnTo>
                <a:close/>
                <a:lnTo>
                  <a:pt x="1486597" y="657094"/>
                </a:lnTo>
                <a:close/>
                <a:lnTo>
                  <a:pt x="1489576" y="676449"/>
                </a:lnTo>
                <a:close/>
                <a:lnTo>
                  <a:pt x="1492555" y="691111"/>
                </a:lnTo>
                <a:close/>
                <a:lnTo>
                  <a:pt x="1497024" y="802676"/>
                </a:lnTo>
                <a:close/>
                <a:lnTo>
                  <a:pt x="1500003" y="783156"/>
                </a:lnTo>
                <a:close/>
                <a:lnTo>
                  <a:pt x="1502982" y="700929"/>
                </a:lnTo>
                <a:close/>
                <a:lnTo>
                  <a:pt x="1504472" y="717210"/>
                </a:lnTo>
                <a:close/>
                <a:lnTo>
                  <a:pt x="1505961" y="606627"/>
                </a:lnTo>
                <a:close/>
                <a:lnTo>
                  <a:pt x="1507451" y="616997"/>
                </a:lnTo>
                <a:close/>
                <a:lnTo>
                  <a:pt x="1508940" y="610774"/>
                </a:lnTo>
                <a:close/>
                <a:lnTo>
                  <a:pt x="1510430" y="630833"/>
                </a:lnTo>
                <a:close/>
                <a:lnTo>
                  <a:pt x="1511919" y="676513"/>
                </a:lnTo>
                <a:close/>
                <a:lnTo>
                  <a:pt x="1514899" y="628496"/>
                </a:lnTo>
                <a:close/>
                <a:lnTo>
                  <a:pt x="1516388" y="590152"/>
                </a:lnTo>
                <a:close/>
                <a:lnTo>
                  <a:pt x="1517878" y="612732"/>
                </a:lnTo>
                <a:close/>
                <a:lnTo>
                  <a:pt x="1519367" y="523359"/>
                </a:lnTo>
                <a:close/>
                <a:lnTo>
                  <a:pt x="1522346" y="564151"/>
                </a:lnTo>
                <a:close/>
                <a:lnTo>
                  <a:pt x="1523836" y="526671"/>
                </a:lnTo>
                <a:close/>
                <a:lnTo>
                  <a:pt x="1525326" y="542906"/>
                </a:lnTo>
                <a:close/>
                <a:lnTo>
                  <a:pt x="1528305" y="444190"/>
                </a:lnTo>
                <a:close/>
                <a:lnTo>
                  <a:pt x="1532773" y="584032"/>
                </a:lnTo>
                <a:close/>
                <a:lnTo>
                  <a:pt x="1537242" y="402047"/>
                </a:lnTo>
                <a:close/>
                <a:lnTo>
                  <a:pt x="1540221" y="293127"/>
                </a:lnTo>
                <a:close/>
                <a:lnTo>
                  <a:pt x="1543201" y="301884"/>
                </a:lnTo>
                <a:close/>
                <a:lnTo>
                  <a:pt x="1544690" y="235925"/>
                </a:lnTo>
                <a:close/>
                <a:lnTo>
                  <a:pt x="1546180" y="257707"/>
                </a:lnTo>
                <a:close/>
                <a:lnTo>
                  <a:pt x="1549159" y="328985"/>
                </a:lnTo>
                <a:close/>
                <a:lnTo>
                  <a:pt x="1552138" y="507503"/>
                </a:lnTo>
                <a:close/>
                <a:lnTo>
                  <a:pt x="1553628" y="475812"/>
                </a:lnTo>
                <a:close/>
                <a:lnTo>
                  <a:pt x="1556607" y="532466"/>
                </a:lnTo>
                <a:close/>
                <a:lnTo>
                  <a:pt x="1559586" y="380276"/>
                </a:lnTo>
                <a:close/>
                <a:lnTo>
                  <a:pt x="1561075" y="329957"/>
                </a:lnTo>
                <a:close/>
                <a:lnTo>
                  <a:pt x="1562565" y="329759"/>
                </a:lnTo>
                <a:close/>
                <a:lnTo>
                  <a:pt x="1564055" y="368501"/>
                </a:lnTo>
                <a:close/>
                <a:lnTo>
                  <a:pt x="1567034" y="294831"/>
                </a:lnTo>
                <a:close/>
                <a:lnTo>
                  <a:pt x="1568523" y="354566"/>
                </a:lnTo>
                <a:close/>
                <a:lnTo>
                  <a:pt x="1570013" y="326155"/>
                </a:lnTo>
                <a:close/>
                <a:lnTo>
                  <a:pt x="1571502" y="344047"/>
                </a:lnTo>
                <a:close/>
                <a:lnTo>
                  <a:pt x="1572992" y="343500"/>
                </a:lnTo>
                <a:close/>
                <a:lnTo>
                  <a:pt x="1575971" y="388458"/>
                </a:lnTo>
                <a:close/>
                <a:lnTo>
                  <a:pt x="1581930" y="255901"/>
                </a:lnTo>
                <a:close/>
                <a:lnTo>
                  <a:pt x="1584909" y="336552"/>
                </a:lnTo>
                <a:close/>
                <a:lnTo>
                  <a:pt x="1586398" y="333623"/>
                </a:lnTo>
                <a:close/>
                <a:lnTo>
                  <a:pt x="1590867" y="409277"/>
                </a:lnTo>
                <a:close/>
                <a:lnTo>
                  <a:pt x="1592357" y="424661"/>
                </a:lnTo>
                <a:close/>
                <a:lnTo>
                  <a:pt x="1595336" y="318903"/>
                </a:lnTo>
                <a:close/>
                <a:lnTo>
                  <a:pt x="1596825" y="442258"/>
                </a:lnTo>
                <a:close/>
                <a:lnTo>
                  <a:pt x="1598315" y="428826"/>
                </a:lnTo>
                <a:close/>
                <a:lnTo>
                  <a:pt x="1599804" y="505410"/>
                </a:lnTo>
                <a:close/>
                <a:lnTo>
                  <a:pt x="1602784" y="459278"/>
                </a:lnTo>
                <a:close/>
                <a:lnTo>
                  <a:pt x="1605763" y="512075"/>
                </a:lnTo>
                <a:close/>
                <a:lnTo>
                  <a:pt x="1607252" y="525485"/>
                </a:lnTo>
                <a:close/>
                <a:lnTo>
                  <a:pt x="1610231" y="382484"/>
                </a:lnTo>
                <a:close/>
                <a:lnTo>
                  <a:pt x="1611721" y="401009"/>
                </a:lnTo>
                <a:close/>
                <a:lnTo>
                  <a:pt x="1613211" y="344467"/>
                </a:lnTo>
                <a:close/>
                <a:lnTo>
                  <a:pt x="1614700" y="418664"/>
                </a:lnTo>
                <a:close/>
                <a:lnTo>
                  <a:pt x="1616190" y="401012"/>
                </a:lnTo>
                <a:close/>
                <a:lnTo>
                  <a:pt x="1617679" y="403752"/>
                </a:lnTo>
                <a:close/>
                <a:lnTo>
                  <a:pt x="1620658" y="484951"/>
                </a:lnTo>
                <a:close/>
                <a:lnTo>
                  <a:pt x="1622148" y="456606"/>
                </a:lnTo>
                <a:close/>
                <a:lnTo>
                  <a:pt x="1625127" y="541848"/>
                </a:lnTo>
                <a:close/>
                <a:lnTo>
                  <a:pt x="1626617" y="577628"/>
                </a:lnTo>
                <a:close/>
                <a:lnTo>
                  <a:pt x="1628106" y="647389"/>
                </a:lnTo>
                <a:close/>
                <a:lnTo>
                  <a:pt x="1632575" y="518718"/>
                </a:lnTo>
                <a:close/>
                <a:lnTo>
                  <a:pt x="1634065" y="496356"/>
                </a:lnTo>
                <a:close/>
                <a:lnTo>
                  <a:pt x="1635554" y="536872"/>
                </a:lnTo>
                <a:close/>
                <a:lnTo>
                  <a:pt x="1638533" y="515297"/>
                </a:lnTo>
                <a:close/>
                <a:lnTo>
                  <a:pt x="1640023" y="506478"/>
                </a:lnTo>
                <a:close/>
                <a:lnTo>
                  <a:pt x="1641513" y="542472"/>
                </a:lnTo>
                <a:close/>
                <a:lnTo>
                  <a:pt x="1643002" y="468844"/>
                </a:lnTo>
                <a:close/>
                <a:lnTo>
                  <a:pt x="1644492" y="563719"/>
                </a:lnTo>
                <a:close/>
                <a:lnTo>
                  <a:pt x="1647471" y="533678"/>
                </a:lnTo>
                <a:close/>
                <a:lnTo>
                  <a:pt x="1648960" y="576548"/>
                </a:lnTo>
                <a:close/>
                <a:lnTo>
                  <a:pt x="1651940" y="475634"/>
                </a:lnTo>
                <a:close/>
                <a:lnTo>
                  <a:pt x="1653429" y="500579"/>
                </a:lnTo>
                <a:close/>
                <a:lnTo>
                  <a:pt x="1654919" y="495718"/>
                </a:lnTo>
                <a:close/>
                <a:lnTo>
                  <a:pt x="1656408" y="535144"/>
                </a:lnTo>
                <a:close/>
                <a:lnTo>
                  <a:pt x="1657898" y="495498"/>
                </a:lnTo>
                <a:close/>
                <a:lnTo>
                  <a:pt x="1660877" y="579841"/>
                </a:lnTo>
                <a:close/>
                <a:lnTo>
                  <a:pt x="1662367" y="585780"/>
                </a:lnTo>
                <a:close/>
                <a:lnTo>
                  <a:pt x="1663856" y="600246"/>
                </a:lnTo>
                <a:close/>
                <a:lnTo>
                  <a:pt x="1665346" y="546136"/>
                </a:lnTo>
                <a:close/>
                <a:lnTo>
                  <a:pt x="1668325" y="600580"/>
                </a:lnTo>
                <a:close/>
                <a:lnTo>
                  <a:pt x="1669814" y="587976"/>
                </a:lnTo>
                <a:close/>
                <a:lnTo>
                  <a:pt x="1671304" y="595207"/>
                </a:lnTo>
                <a:close/>
                <a:lnTo>
                  <a:pt x="1672794" y="593899"/>
                </a:lnTo>
                <a:close/>
                <a:lnTo>
                  <a:pt x="1675773" y="490832"/>
                </a:lnTo>
                <a:close/>
                <a:lnTo>
                  <a:pt x="1677262" y="490832"/>
                </a:lnTo>
                <a:close/>
                <a:lnTo>
                  <a:pt x="1678752" y="493617"/>
                </a:lnTo>
                <a:close/>
                <a:lnTo>
                  <a:pt x="1680242" y="525154"/>
                </a:lnTo>
                <a:close/>
                <a:lnTo>
                  <a:pt x="1681731" y="509392"/>
                </a:lnTo>
                <a:close/>
                <a:lnTo>
                  <a:pt x="1683221" y="471459"/>
                </a:lnTo>
                <a:close/>
                <a:lnTo>
                  <a:pt x="1684710" y="482815"/>
                </a:lnTo>
                <a:close/>
                <a:lnTo>
                  <a:pt x="1686200" y="367255"/>
                </a:lnTo>
                <a:close/>
                <a:lnTo>
                  <a:pt x="1687689" y="414075"/>
                </a:lnTo>
                <a:close/>
                <a:lnTo>
                  <a:pt x="1689179" y="367201"/>
                </a:lnTo>
                <a:close/>
                <a:lnTo>
                  <a:pt x="1690669" y="367878"/>
                </a:lnTo>
                <a:close/>
                <a:lnTo>
                  <a:pt x="1692158" y="402801"/>
                </a:lnTo>
                <a:close/>
                <a:lnTo>
                  <a:pt x="1693648" y="336791"/>
                </a:lnTo>
                <a:close/>
                <a:lnTo>
                  <a:pt x="1695137" y="404851"/>
                </a:lnTo>
                <a:close/>
                <a:lnTo>
                  <a:pt x="1696627" y="370567"/>
                </a:lnTo>
                <a:close/>
                <a:lnTo>
                  <a:pt x="1698116" y="377201"/>
                </a:lnTo>
                <a:close/>
                <a:lnTo>
                  <a:pt x="1699606" y="359363"/>
                </a:lnTo>
                <a:close/>
                <a:lnTo>
                  <a:pt x="1704075" y="406764"/>
                </a:lnTo>
                <a:close/>
                <a:lnTo>
                  <a:pt x="1707054" y="314466"/>
                </a:lnTo>
                <a:close/>
                <a:lnTo>
                  <a:pt x="1710033" y="326622"/>
                </a:lnTo>
                <a:close/>
                <a:lnTo>
                  <a:pt x="1713012" y="378245"/>
                </a:lnTo>
                <a:close/>
                <a:lnTo>
                  <a:pt x="1714502" y="350100"/>
                </a:lnTo>
                <a:close/>
                <a:lnTo>
                  <a:pt x="1715991" y="388353"/>
                </a:lnTo>
                <a:close/>
                <a:lnTo>
                  <a:pt x="1718971" y="385354"/>
                </a:lnTo>
                <a:close/>
                <a:lnTo>
                  <a:pt x="1720460" y="413209"/>
                </a:lnTo>
                <a:close/>
                <a:lnTo>
                  <a:pt x="1721950" y="336118"/>
                </a:lnTo>
                <a:close/>
                <a:lnTo>
                  <a:pt x="1723439" y="345426"/>
                </a:lnTo>
                <a:close/>
                <a:lnTo>
                  <a:pt x="1724929" y="340441"/>
                </a:lnTo>
                <a:close/>
                <a:lnTo>
                  <a:pt x="1726418" y="371520"/>
                </a:lnTo>
                <a:close/>
                <a:lnTo>
                  <a:pt x="1729398" y="321613"/>
                </a:lnTo>
                <a:close/>
                <a:lnTo>
                  <a:pt x="1730887" y="409143"/>
                </a:lnTo>
                <a:close/>
                <a:lnTo>
                  <a:pt x="1732377" y="408911"/>
                </a:lnTo>
                <a:close/>
                <a:lnTo>
                  <a:pt x="1733866" y="362406"/>
                </a:lnTo>
                <a:close/>
                <a:lnTo>
                  <a:pt x="1735356" y="379844"/>
                </a:lnTo>
                <a:close/>
                <a:lnTo>
                  <a:pt x="1738335" y="367637"/>
                </a:lnTo>
                <a:close/>
                <a:lnTo>
                  <a:pt x="1739825" y="265828"/>
                </a:lnTo>
                <a:close/>
                <a:lnTo>
                  <a:pt x="1741314" y="265947"/>
                </a:lnTo>
                <a:close/>
                <a:lnTo>
                  <a:pt x="1744293" y="321323"/>
                </a:lnTo>
                <a:close/>
                <a:lnTo>
                  <a:pt x="1747272" y="120680"/>
                </a:lnTo>
                <a:close/>
                <a:lnTo>
                  <a:pt x="1748762" y="91658"/>
                </a:lnTo>
                <a:close/>
                <a:lnTo>
                  <a:pt x="1750252" y="94225"/>
                </a:lnTo>
                <a:close/>
                <a:lnTo>
                  <a:pt x="1751741" y="122568"/>
                </a:lnTo>
                <a:close/>
                <a:lnTo>
                  <a:pt x="1754720" y="83097"/>
                </a:lnTo>
                <a:close/>
                <a:lnTo>
                  <a:pt x="1756210" y="136324"/>
                </a:lnTo>
                <a:close/>
                <a:lnTo>
                  <a:pt x="1757699" y="126763"/>
                </a:lnTo>
                <a:close/>
                <a:lnTo>
                  <a:pt x="1759189" y="199159"/>
                </a:lnTo>
                <a:close/>
                <a:lnTo>
                  <a:pt x="1760679" y="137250"/>
                </a:lnTo>
                <a:close/>
                <a:lnTo>
                  <a:pt x="1763658" y="150919"/>
                </a:lnTo>
                <a:close/>
                <a:lnTo>
                  <a:pt x="1765147" y="145829"/>
                </a:lnTo>
                <a:close/>
                <a:lnTo>
                  <a:pt x="1768127" y="289366"/>
                </a:lnTo>
                <a:close/>
                <a:lnTo>
                  <a:pt x="1769616" y="230132"/>
                </a:lnTo>
                <a:close/>
                <a:lnTo>
                  <a:pt x="1771106" y="227682"/>
                </a:lnTo>
                <a:close/>
                <a:lnTo>
                  <a:pt x="1774085" y="263206"/>
                </a:lnTo>
                <a:close/>
                <a:lnTo>
                  <a:pt x="1775574" y="249744"/>
                </a:lnTo>
                <a:close/>
                <a:lnTo>
                  <a:pt x="1778554" y="305463"/>
                </a:lnTo>
                <a:close/>
                <a:lnTo>
                  <a:pt x="1780043" y="361372"/>
                </a:lnTo>
                <a:close/>
                <a:lnTo>
                  <a:pt x="1783022" y="230623"/>
                </a:lnTo>
                <a:close/>
                <a:lnTo>
                  <a:pt x="1784512" y="199844"/>
                </a:lnTo>
                <a:close/>
                <a:lnTo>
                  <a:pt x="1786001" y="219499"/>
                </a:lnTo>
                <a:close/>
                <a:lnTo>
                  <a:pt x="1786001" y="219499"/>
                </a:lnTo>
                <a:close/>
              </a:path>
            </a:pathLst>
          </a:custGeom>
          <a:noFill/>
          <a:ln w="7620">
            <a:solidFill>
              <a:srgbClr val="2E86AB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521266" y="4114800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521266" y="5138928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21266" y="5650992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610566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82284" y="6742670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89" name="Freeform 88"/>
          <p:cNvSpPr/>
          <p:nvPr/>
        </p:nvSpPr>
        <p:spPr>
          <a:xfrm>
            <a:off x="908481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3637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91" name="Freeform 90"/>
          <p:cNvSpPr/>
          <p:nvPr/>
        </p:nvSpPr>
        <p:spPr>
          <a:xfrm>
            <a:off x="1206396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21552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93" name="Freeform 92"/>
          <p:cNvSpPr/>
          <p:nvPr/>
        </p:nvSpPr>
        <p:spPr>
          <a:xfrm>
            <a:off x="1504311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419467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95" name="Freeform 94"/>
          <p:cNvSpPr/>
          <p:nvPr/>
        </p:nvSpPr>
        <p:spPr>
          <a:xfrm>
            <a:off x="1802227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717383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97" name="Freeform 96"/>
          <p:cNvSpPr/>
          <p:nvPr/>
        </p:nvSpPr>
        <p:spPr>
          <a:xfrm>
            <a:off x="2100142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987017" y="6742670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99" name="Freeform 98"/>
          <p:cNvSpPr/>
          <p:nvPr/>
        </p:nvSpPr>
        <p:spPr>
          <a:xfrm>
            <a:off x="2398057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284932" y="6742670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36718" y="6877984"/>
            <a:ext cx="6096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MCMC step</a:t>
            </a:r>
          </a:p>
        </p:txBody>
      </p:sp>
      <p:sp>
        <p:nvSpPr>
          <p:cNvPr id="102" name="Freeform 101"/>
          <p:cNvSpPr/>
          <p:nvPr/>
        </p:nvSpPr>
        <p:spPr>
          <a:xfrm>
            <a:off x="476816" y="650071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34424" y="6445588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104" name="Freeform 103"/>
          <p:cNvSpPr/>
          <p:nvPr/>
        </p:nvSpPr>
        <p:spPr>
          <a:xfrm>
            <a:off x="476816" y="623011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34424" y="6174991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0.30</a:t>
            </a:r>
          </a:p>
        </p:txBody>
      </p:sp>
      <p:sp>
        <p:nvSpPr>
          <p:cNvPr id="106" name="Freeform 105"/>
          <p:cNvSpPr/>
          <p:nvPr/>
        </p:nvSpPr>
        <p:spPr>
          <a:xfrm>
            <a:off x="476816" y="595951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34424" y="5904395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0.35</a:t>
            </a:r>
          </a:p>
        </p:txBody>
      </p:sp>
      <p:sp>
        <p:nvSpPr>
          <p:cNvPr id="108" name="Freeform 107"/>
          <p:cNvSpPr/>
          <p:nvPr/>
        </p:nvSpPr>
        <p:spPr>
          <a:xfrm>
            <a:off x="476816" y="568892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34424" y="5633798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0.40</a:t>
            </a:r>
          </a:p>
        </p:txBody>
      </p:sp>
      <p:sp>
        <p:nvSpPr>
          <p:cNvPr id="110" name="TextBox 109"/>
          <p:cNvSpPr txBox="1"/>
          <p:nvPr/>
        </p:nvSpPr>
        <p:spPr>
          <a:xfrm rot="16200000">
            <a:off x="92378" y="5984938"/>
            <a:ext cx="6096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Poisson ν</a:t>
            </a:r>
          </a:p>
        </p:txBody>
      </p:sp>
      <p:sp>
        <p:nvSpPr>
          <p:cNvPr id="111" name="Freeform 110"/>
          <p:cNvSpPr/>
          <p:nvPr/>
        </p:nvSpPr>
        <p:spPr>
          <a:xfrm>
            <a:off x="610566" y="5697543"/>
            <a:ext cx="1786001" cy="931026"/>
          </a:xfrm>
          <a:custGeom>
            <a:avLst/>
            <a:gdLst/>
            <a:ahLst/>
            <a:cxnLst/>
            <a:rect l="l" t="t" r="r" b="b"/>
            <a:pathLst>
              <a:path w="1786001" h="931026">
                <a:moveTo>
                  <a:pt x="0" y="287471"/>
                </a:moveTo>
                <a:lnTo>
                  <a:pt x="1489" y="279074"/>
                </a:lnTo>
                <a:close/>
                <a:lnTo>
                  <a:pt x="4468" y="359107"/>
                </a:lnTo>
                <a:close/>
                <a:lnTo>
                  <a:pt x="5958" y="327914"/>
                </a:lnTo>
                <a:close/>
                <a:lnTo>
                  <a:pt x="7448" y="394830"/>
                </a:lnTo>
                <a:close/>
                <a:lnTo>
                  <a:pt x="8937" y="386028"/>
                </a:lnTo>
                <a:close/>
                <a:lnTo>
                  <a:pt x="10427" y="386028"/>
                </a:lnTo>
                <a:close/>
                <a:lnTo>
                  <a:pt x="11916" y="363158"/>
                </a:lnTo>
                <a:close/>
                <a:lnTo>
                  <a:pt x="14895" y="447808"/>
                </a:lnTo>
                <a:close/>
                <a:lnTo>
                  <a:pt x="16385" y="453263"/>
                </a:lnTo>
                <a:close/>
                <a:lnTo>
                  <a:pt x="17875" y="464288"/>
                </a:lnTo>
                <a:close/>
                <a:lnTo>
                  <a:pt x="19364" y="443868"/>
                </a:lnTo>
                <a:close/>
                <a:lnTo>
                  <a:pt x="22343" y="540747"/>
                </a:lnTo>
                <a:close/>
                <a:lnTo>
                  <a:pt x="23833" y="564167"/>
                </a:lnTo>
                <a:close/>
                <a:lnTo>
                  <a:pt x="25322" y="536594"/>
                </a:lnTo>
                <a:close/>
                <a:lnTo>
                  <a:pt x="26812" y="542500"/>
                </a:lnTo>
                <a:close/>
                <a:lnTo>
                  <a:pt x="28302" y="515807"/>
                </a:lnTo>
                <a:close/>
                <a:lnTo>
                  <a:pt x="32770" y="573493"/>
                </a:lnTo>
                <a:close/>
                <a:lnTo>
                  <a:pt x="34260" y="570156"/>
                </a:lnTo>
                <a:close/>
                <a:lnTo>
                  <a:pt x="35749" y="513953"/>
                </a:lnTo>
                <a:close/>
                <a:lnTo>
                  <a:pt x="37239" y="547512"/>
                </a:lnTo>
                <a:close/>
                <a:lnTo>
                  <a:pt x="38729" y="407467"/>
                </a:lnTo>
                <a:close/>
                <a:lnTo>
                  <a:pt x="40218" y="436359"/>
                </a:lnTo>
                <a:close/>
                <a:lnTo>
                  <a:pt x="43197" y="346467"/>
                </a:lnTo>
                <a:close/>
                <a:lnTo>
                  <a:pt x="44687" y="331634"/>
                </a:lnTo>
                <a:close/>
                <a:lnTo>
                  <a:pt x="46177" y="345560"/>
                </a:lnTo>
                <a:close/>
                <a:lnTo>
                  <a:pt x="47666" y="290943"/>
                </a:lnTo>
                <a:close/>
                <a:lnTo>
                  <a:pt x="50645" y="463912"/>
                </a:lnTo>
                <a:close/>
                <a:lnTo>
                  <a:pt x="52135" y="472439"/>
                </a:lnTo>
                <a:close/>
                <a:lnTo>
                  <a:pt x="53624" y="495874"/>
                </a:lnTo>
                <a:close/>
                <a:lnTo>
                  <a:pt x="55114" y="491758"/>
                </a:lnTo>
                <a:close/>
                <a:lnTo>
                  <a:pt x="56604" y="523648"/>
                </a:lnTo>
                <a:close/>
                <a:lnTo>
                  <a:pt x="58093" y="519998"/>
                </a:lnTo>
                <a:close/>
                <a:lnTo>
                  <a:pt x="59583" y="510817"/>
                </a:lnTo>
                <a:close/>
                <a:lnTo>
                  <a:pt x="61072" y="486757"/>
                </a:lnTo>
                <a:close/>
                <a:lnTo>
                  <a:pt x="62562" y="523436"/>
                </a:lnTo>
                <a:close/>
                <a:lnTo>
                  <a:pt x="64051" y="453665"/>
                </a:lnTo>
                <a:close/>
                <a:lnTo>
                  <a:pt x="65541" y="477725"/>
                </a:lnTo>
                <a:close/>
                <a:lnTo>
                  <a:pt x="67031" y="449794"/>
                </a:lnTo>
                <a:close/>
                <a:lnTo>
                  <a:pt x="68520" y="455870"/>
                </a:lnTo>
                <a:close/>
                <a:lnTo>
                  <a:pt x="70010" y="478250"/>
                </a:lnTo>
                <a:close/>
                <a:lnTo>
                  <a:pt x="71499" y="463846"/>
                </a:lnTo>
                <a:close/>
                <a:lnTo>
                  <a:pt x="72989" y="490352"/>
                </a:lnTo>
                <a:close/>
                <a:lnTo>
                  <a:pt x="77458" y="339419"/>
                </a:lnTo>
                <a:close/>
                <a:lnTo>
                  <a:pt x="78947" y="369296"/>
                </a:lnTo>
                <a:close/>
                <a:lnTo>
                  <a:pt x="80437" y="353187"/>
                </a:lnTo>
                <a:close/>
                <a:lnTo>
                  <a:pt x="83416" y="473695"/>
                </a:lnTo>
                <a:close/>
                <a:lnTo>
                  <a:pt x="86395" y="449284"/>
                </a:lnTo>
                <a:close/>
                <a:lnTo>
                  <a:pt x="87885" y="401993"/>
                </a:lnTo>
                <a:close/>
                <a:lnTo>
                  <a:pt x="90864" y="428953"/>
                </a:lnTo>
                <a:close/>
                <a:lnTo>
                  <a:pt x="93843" y="421192"/>
                </a:lnTo>
                <a:close/>
                <a:lnTo>
                  <a:pt x="95333" y="410570"/>
                </a:lnTo>
                <a:close/>
                <a:lnTo>
                  <a:pt x="96822" y="412756"/>
                </a:lnTo>
                <a:close/>
                <a:lnTo>
                  <a:pt x="101291" y="317369"/>
                </a:lnTo>
                <a:close/>
                <a:lnTo>
                  <a:pt x="102780" y="344722"/>
                </a:lnTo>
                <a:close/>
                <a:lnTo>
                  <a:pt x="105760" y="327624"/>
                </a:lnTo>
                <a:close/>
                <a:lnTo>
                  <a:pt x="108739" y="281590"/>
                </a:lnTo>
                <a:close/>
                <a:lnTo>
                  <a:pt x="110228" y="256113"/>
                </a:lnTo>
                <a:close/>
                <a:lnTo>
                  <a:pt x="111718" y="386069"/>
                </a:lnTo>
                <a:close/>
                <a:lnTo>
                  <a:pt x="113207" y="373203"/>
                </a:lnTo>
                <a:close/>
                <a:lnTo>
                  <a:pt x="114697" y="321313"/>
                </a:lnTo>
                <a:close/>
                <a:lnTo>
                  <a:pt x="116187" y="332095"/>
                </a:lnTo>
                <a:close/>
                <a:lnTo>
                  <a:pt x="117676" y="318663"/>
                </a:lnTo>
                <a:close/>
                <a:lnTo>
                  <a:pt x="120655" y="229960"/>
                </a:lnTo>
                <a:close/>
                <a:lnTo>
                  <a:pt x="122145" y="226205"/>
                </a:lnTo>
                <a:close/>
                <a:lnTo>
                  <a:pt x="125124" y="105515"/>
                </a:lnTo>
                <a:close/>
                <a:lnTo>
                  <a:pt x="128103" y="200770"/>
                </a:lnTo>
                <a:close/>
                <a:lnTo>
                  <a:pt x="129593" y="170532"/>
                </a:lnTo>
                <a:close/>
                <a:lnTo>
                  <a:pt x="131082" y="99467"/>
                </a:lnTo>
                <a:close/>
                <a:lnTo>
                  <a:pt x="134061" y="232893"/>
                </a:lnTo>
                <a:close/>
                <a:lnTo>
                  <a:pt x="137041" y="305623"/>
                </a:lnTo>
                <a:close/>
                <a:lnTo>
                  <a:pt x="138530" y="272059"/>
                </a:lnTo>
                <a:close/>
                <a:lnTo>
                  <a:pt x="140020" y="281350"/>
                </a:lnTo>
                <a:close/>
                <a:lnTo>
                  <a:pt x="141509" y="241453"/>
                </a:lnTo>
                <a:close/>
                <a:lnTo>
                  <a:pt x="142999" y="273527"/>
                </a:lnTo>
                <a:close/>
                <a:lnTo>
                  <a:pt x="144489" y="242913"/>
                </a:lnTo>
                <a:close/>
                <a:lnTo>
                  <a:pt x="147468" y="284099"/>
                </a:lnTo>
                <a:close/>
                <a:lnTo>
                  <a:pt x="150447" y="388706"/>
                </a:lnTo>
                <a:close/>
                <a:lnTo>
                  <a:pt x="151936" y="420180"/>
                </a:lnTo>
                <a:close/>
                <a:lnTo>
                  <a:pt x="153426" y="496673"/>
                </a:lnTo>
                <a:close/>
                <a:lnTo>
                  <a:pt x="154916" y="489869"/>
                </a:lnTo>
                <a:close/>
                <a:lnTo>
                  <a:pt x="156405" y="513170"/>
                </a:lnTo>
                <a:close/>
                <a:lnTo>
                  <a:pt x="160874" y="449970"/>
                </a:lnTo>
                <a:close/>
                <a:lnTo>
                  <a:pt x="162363" y="457471"/>
                </a:lnTo>
                <a:close/>
                <a:lnTo>
                  <a:pt x="166832" y="564356"/>
                </a:lnTo>
                <a:close/>
                <a:lnTo>
                  <a:pt x="168322" y="568352"/>
                </a:lnTo>
                <a:close/>
                <a:lnTo>
                  <a:pt x="169811" y="545055"/>
                </a:lnTo>
                <a:close/>
                <a:lnTo>
                  <a:pt x="171301" y="545055"/>
                </a:lnTo>
                <a:close/>
                <a:lnTo>
                  <a:pt x="172790" y="538010"/>
                </a:lnTo>
                <a:close/>
                <a:lnTo>
                  <a:pt x="174280" y="566316"/>
                </a:lnTo>
                <a:close/>
                <a:lnTo>
                  <a:pt x="175770" y="558552"/>
                </a:lnTo>
                <a:close/>
                <a:lnTo>
                  <a:pt x="177259" y="543090"/>
                </a:lnTo>
                <a:close/>
                <a:lnTo>
                  <a:pt x="178749" y="512569"/>
                </a:lnTo>
                <a:close/>
                <a:lnTo>
                  <a:pt x="180238" y="530491"/>
                </a:lnTo>
                <a:close/>
                <a:lnTo>
                  <a:pt x="183218" y="392956"/>
                </a:lnTo>
                <a:close/>
                <a:lnTo>
                  <a:pt x="184707" y="425435"/>
                </a:lnTo>
                <a:close/>
                <a:lnTo>
                  <a:pt x="189176" y="385345"/>
                </a:lnTo>
                <a:close/>
                <a:lnTo>
                  <a:pt x="195134" y="472656"/>
                </a:lnTo>
                <a:close/>
                <a:lnTo>
                  <a:pt x="199603" y="389702"/>
                </a:lnTo>
                <a:close/>
                <a:lnTo>
                  <a:pt x="201092" y="462098"/>
                </a:lnTo>
                <a:close/>
                <a:lnTo>
                  <a:pt x="202582" y="442870"/>
                </a:lnTo>
                <a:close/>
                <a:lnTo>
                  <a:pt x="204072" y="389470"/>
                </a:lnTo>
                <a:close/>
                <a:lnTo>
                  <a:pt x="207051" y="451524"/>
                </a:lnTo>
                <a:close/>
                <a:lnTo>
                  <a:pt x="210030" y="514961"/>
                </a:lnTo>
                <a:close/>
                <a:lnTo>
                  <a:pt x="211519" y="514961"/>
                </a:lnTo>
                <a:close/>
                <a:lnTo>
                  <a:pt x="213009" y="609525"/>
                </a:lnTo>
                <a:close/>
                <a:lnTo>
                  <a:pt x="214499" y="560745"/>
                </a:lnTo>
                <a:close/>
                <a:lnTo>
                  <a:pt x="217478" y="604080"/>
                </a:lnTo>
                <a:close/>
                <a:lnTo>
                  <a:pt x="218967" y="591567"/>
                </a:lnTo>
                <a:close/>
                <a:lnTo>
                  <a:pt x="220457" y="581508"/>
                </a:lnTo>
                <a:close/>
                <a:lnTo>
                  <a:pt x="221946" y="621386"/>
                </a:lnTo>
                <a:close/>
                <a:lnTo>
                  <a:pt x="223436" y="611945"/>
                </a:lnTo>
                <a:close/>
                <a:lnTo>
                  <a:pt x="224926" y="580650"/>
                </a:lnTo>
                <a:close/>
                <a:lnTo>
                  <a:pt x="226415" y="598851"/>
                </a:lnTo>
                <a:close/>
                <a:lnTo>
                  <a:pt x="227905" y="558620"/>
                </a:lnTo>
                <a:close/>
                <a:lnTo>
                  <a:pt x="229394" y="609137"/>
                </a:lnTo>
                <a:close/>
                <a:lnTo>
                  <a:pt x="230884" y="586546"/>
                </a:lnTo>
                <a:close/>
                <a:lnTo>
                  <a:pt x="232374" y="648172"/>
                </a:lnTo>
                <a:close/>
                <a:lnTo>
                  <a:pt x="233863" y="636721"/>
                </a:lnTo>
                <a:close/>
                <a:lnTo>
                  <a:pt x="235353" y="557158"/>
                </a:lnTo>
                <a:close/>
                <a:lnTo>
                  <a:pt x="236842" y="578519"/>
                </a:lnTo>
                <a:close/>
                <a:lnTo>
                  <a:pt x="238332" y="573464"/>
                </a:lnTo>
                <a:close/>
                <a:lnTo>
                  <a:pt x="241311" y="610836"/>
                </a:lnTo>
                <a:close/>
                <a:lnTo>
                  <a:pt x="244290" y="428517"/>
                </a:lnTo>
                <a:close/>
                <a:lnTo>
                  <a:pt x="248759" y="472868"/>
                </a:lnTo>
                <a:close/>
                <a:lnTo>
                  <a:pt x="251738" y="441226"/>
                </a:lnTo>
                <a:close/>
                <a:lnTo>
                  <a:pt x="253228" y="398685"/>
                </a:lnTo>
                <a:close/>
                <a:lnTo>
                  <a:pt x="256207" y="431509"/>
                </a:lnTo>
                <a:close/>
                <a:lnTo>
                  <a:pt x="257696" y="380284"/>
                </a:lnTo>
                <a:close/>
                <a:lnTo>
                  <a:pt x="259186" y="399794"/>
                </a:lnTo>
                <a:close/>
                <a:lnTo>
                  <a:pt x="262165" y="391980"/>
                </a:lnTo>
                <a:close/>
                <a:lnTo>
                  <a:pt x="265144" y="417899"/>
                </a:lnTo>
                <a:close/>
                <a:lnTo>
                  <a:pt x="266634" y="409236"/>
                </a:lnTo>
                <a:close/>
                <a:lnTo>
                  <a:pt x="268123" y="482173"/>
                </a:lnTo>
                <a:close/>
                <a:lnTo>
                  <a:pt x="269613" y="408594"/>
                </a:lnTo>
                <a:close/>
                <a:lnTo>
                  <a:pt x="271102" y="445974"/>
                </a:lnTo>
                <a:close/>
                <a:lnTo>
                  <a:pt x="272592" y="423823"/>
                </a:lnTo>
                <a:close/>
                <a:lnTo>
                  <a:pt x="274082" y="492517"/>
                </a:lnTo>
                <a:close/>
                <a:lnTo>
                  <a:pt x="275571" y="487322"/>
                </a:lnTo>
                <a:close/>
                <a:lnTo>
                  <a:pt x="281530" y="391461"/>
                </a:lnTo>
                <a:close/>
                <a:lnTo>
                  <a:pt x="283019" y="430410"/>
                </a:lnTo>
                <a:close/>
                <a:lnTo>
                  <a:pt x="284509" y="428772"/>
                </a:lnTo>
                <a:close/>
                <a:lnTo>
                  <a:pt x="285998" y="448767"/>
                </a:lnTo>
                <a:close/>
                <a:lnTo>
                  <a:pt x="287488" y="409844"/>
                </a:lnTo>
                <a:close/>
                <a:lnTo>
                  <a:pt x="290467" y="435569"/>
                </a:lnTo>
                <a:close/>
                <a:lnTo>
                  <a:pt x="291957" y="391447"/>
                </a:lnTo>
                <a:close/>
                <a:lnTo>
                  <a:pt x="293446" y="415910"/>
                </a:lnTo>
                <a:close/>
                <a:lnTo>
                  <a:pt x="294936" y="393334"/>
                </a:lnTo>
                <a:close/>
                <a:lnTo>
                  <a:pt x="297915" y="485774"/>
                </a:lnTo>
                <a:close/>
                <a:lnTo>
                  <a:pt x="299404" y="456801"/>
                </a:lnTo>
                <a:close/>
                <a:lnTo>
                  <a:pt x="302384" y="468173"/>
                </a:lnTo>
                <a:close/>
                <a:lnTo>
                  <a:pt x="303873" y="551725"/>
                </a:lnTo>
                <a:close/>
                <a:lnTo>
                  <a:pt x="305363" y="525409"/>
                </a:lnTo>
                <a:close/>
                <a:lnTo>
                  <a:pt x="308342" y="400101"/>
                </a:lnTo>
                <a:close/>
                <a:lnTo>
                  <a:pt x="309831" y="412385"/>
                </a:lnTo>
                <a:close/>
                <a:lnTo>
                  <a:pt x="311321" y="395752"/>
                </a:lnTo>
                <a:close/>
                <a:lnTo>
                  <a:pt x="312811" y="408840"/>
                </a:lnTo>
                <a:close/>
                <a:lnTo>
                  <a:pt x="315790" y="501664"/>
                </a:lnTo>
                <a:close/>
                <a:lnTo>
                  <a:pt x="317279" y="513161"/>
                </a:lnTo>
                <a:close/>
                <a:lnTo>
                  <a:pt x="318769" y="549598"/>
                </a:lnTo>
                <a:close/>
                <a:lnTo>
                  <a:pt x="323238" y="453341"/>
                </a:lnTo>
                <a:close/>
                <a:lnTo>
                  <a:pt x="324727" y="445796"/>
                </a:lnTo>
                <a:close/>
                <a:lnTo>
                  <a:pt x="326217" y="427871"/>
                </a:lnTo>
                <a:close/>
                <a:lnTo>
                  <a:pt x="327706" y="440948"/>
                </a:lnTo>
                <a:close/>
                <a:lnTo>
                  <a:pt x="329196" y="439558"/>
                </a:lnTo>
                <a:close/>
                <a:lnTo>
                  <a:pt x="330686" y="427515"/>
                </a:lnTo>
                <a:close/>
                <a:lnTo>
                  <a:pt x="332175" y="511452"/>
                </a:lnTo>
                <a:close/>
                <a:lnTo>
                  <a:pt x="333665" y="414581"/>
                </a:lnTo>
                <a:close/>
                <a:lnTo>
                  <a:pt x="335154" y="424689"/>
                </a:lnTo>
                <a:close/>
                <a:lnTo>
                  <a:pt x="338133" y="402450"/>
                </a:lnTo>
                <a:close/>
                <a:lnTo>
                  <a:pt x="339623" y="458676"/>
                </a:lnTo>
                <a:close/>
                <a:lnTo>
                  <a:pt x="342602" y="387034"/>
                </a:lnTo>
                <a:close/>
                <a:lnTo>
                  <a:pt x="344092" y="397241"/>
                </a:lnTo>
                <a:close/>
                <a:lnTo>
                  <a:pt x="345581" y="358487"/>
                </a:lnTo>
                <a:close/>
                <a:lnTo>
                  <a:pt x="347071" y="381856"/>
                </a:lnTo>
                <a:close/>
                <a:lnTo>
                  <a:pt x="348560" y="334628"/>
                </a:lnTo>
                <a:close/>
                <a:lnTo>
                  <a:pt x="350050" y="358674"/>
                </a:lnTo>
                <a:close/>
                <a:lnTo>
                  <a:pt x="351540" y="330936"/>
                </a:lnTo>
                <a:close/>
                <a:lnTo>
                  <a:pt x="354519" y="521100"/>
                </a:lnTo>
                <a:close/>
                <a:lnTo>
                  <a:pt x="356008" y="509165"/>
                </a:lnTo>
                <a:close/>
                <a:lnTo>
                  <a:pt x="358987" y="569400"/>
                </a:lnTo>
                <a:close/>
                <a:lnTo>
                  <a:pt x="360477" y="549713"/>
                </a:lnTo>
                <a:close/>
                <a:lnTo>
                  <a:pt x="361967" y="561005"/>
                </a:lnTo>
                <a:close/>
                <a:lnTo>
                  <a:pt x="363456" y="501934"/>
                </a:lnTo>
                <a:close/>
                <a:lnTo>
                  <a:pt x="366435" y="518708"/>
                </a:lnTo>
                <a:close/>
                <a:lnTo>
                  <a:pt x="367925" y="486180"/>
                </a:lnTo>
                <a:close/>
                <a:lnTo>
                  <a:pt x="370904" y="522106"/>
                </a:lnTo>
                <a:close/>
                <a:lnTo>
                  <a:pt x="372394" y="604734"/>
                </a:lnTo>
                <a:close/>
                <a:lnTo>
                  <a:pt x="373883" y="585636"/>
                </a:lnTo>
                <a:close/>
                <a:lnTo>
                  <a:pt x="375373" y="547754"/>
                </a:lnTo>
                <a:close/>
                <a:lnTo>
                  <a:pt x="376862" y="559093"/>
                </a:lnTo>
                <a:close/>
                <a:lnTo>
                  <a:pt x="378352" y="582212"/>
                </a:lnTo>
                <a:close/>
                <a:lnTo>
                  <a:pt x="381331" y="535181"/>
                </a:lnTo>
                <a:close/>
                <a:lnTo>
                  <a:pt x="382821" y="509928"/>
                </a:lnTo>
                <a:close/>
                <a:lnTo>
                  <a:pt x="385800" y="591781"/>
                </a:lnTo>
                <a:close/>
                <a:lnTo>
                  <a:pt x="387289" y="564674"/>
                </a:lnTo>
                <a:close/>
                <a:lnTo>
                  <a:pt x="388779" y="486159"/>
                </a:lnTo>
                <a:close/>
                <a:lnTo>
                  <a:pt x="391758" y="528664"/>
                </a:lnTo>
                <a:close/>
                <a:lnTo>
                  <a:pt x="393248" y="597407"/>
                </a:lnTo>
                <a:close/>
                <a:lnTo>
                  <a:pt x="399206" y="473395"/>
                </a:lnTo>
                <a:close/>
                <a:lnTo>
                  <a:pt x="402185" y="456261"/>
                </a:lnTo>
                <a:close/>
                <a:lnTo>
                  <a:pt x="403675" y="525162"/>
                </a:lnTo>
                <a:close/>
                <a:lnTo>
                  <a:pt x="409633" y="464010"/>
                </a:lnTo>
                <a:close/>
                <a:lnTo>
                  <a:pt x="411123" y="462794"/>
                </a:lnTo>
                <a:close/>
                <a:lnTo>
                  <a:pt x="412612" y="534068"/>
                </a:lnTo>
                <a:close/>
                <a:lnTo>
                  <a:pt x="417081" y="467164"/>
                </a:lnTo>
                <a:close/>
                <a:lnTo>
                  <a:pt x="420060" y="595574"/>
                </a:lnTo>
                <a:close/>
                <a:lnTo>
                  <a:pt x="423039" y="559857"/>
                </a:lnTo>
                <a:close/>
                <a:lnTo>
                  <a:pt x="424529" y="583593"/>
                </a:lnTo>
                <a:close/>
                <a:lnTo>
                  <a:pt x="426018" y="630887"/>
                </a:lnTo>
                <a:close/>
                <a:lnTo>
                  <a:pt x="427508" y="609728"/>
                </a:lnTo>
                <a:close/>
                <a:lnTo>
                  <a:pt x="431977" y="644503"/>
                </a:lnTo>
                <a:close/>
                <a:lnTo>
                  <a:pt x="433466" y="551050"/>
                </a:lnTo>
                <a:close/>
                <a:lnTo>
                  <a:pt x="434956" y="551323"/>
                </a:lnTo>
                <a:close/>
                <a:lnTo>
                  <a:pt x="437935" y="487987"/>
                </a:lnTo>
                <a:close/>
                <a:lnTo>
                  <a:pt x="439425" y="513630"/>
                </a:lnTo>
                <a:close/>
                <a:lnTo>
                  <a:pt x="440914" y="610244"/>
                </a:lnTo>
                <a:close/>
                <a:lnTo>
                  <a:pt x="442404" y="615176"/>
                </a:lnTo>
                <a:close/>
                <a:lnTo>
                  <a:pt x="445383" y="575973"/>
                </a:lnTo>
                <a:close/>
                <a:lnTo>
                  <a:pt x="446872" y="578656"/>
                </a:lnTo>
                <a:close/>
                <a:lnTo>
                  <a:pt x="449852" y="657801"/>
                </a:lnTo>
                <a:close/>
                <a:lnTo>
                  <a:pt x="452831" y="643890"/>
                </a:lnTo>
                <a:close/>
                <a:lnTo>
                  <a:pt x="454320" y="663894"/>
                </a:lnTo>
                <a:close/>
                <a:lnTo>
                  <a:pt x="455810" y="634357"/>
                </a:lnTo>
                <a:close/>
                <a:lnTo>
                  <a:pt x="457300" y="675023"/>
                </a:lnTo>
                <a:close/>
                <a:lnTo>
                  <a:pt x="458789" y="654105"/>
                </a:lnTo>
                <a:close/>
                <a:lnTo>
                  <a:pt x="460279" y="685410"/>
                </a:lnTo>
                <a:close/>
                <a:lnTo>
                  <a:pt x="461768" y="681398"/>
                </a:lnTo>
                <a:close/>
                <a:lnTo>
                  <a:pt x="464747" y="732363"/>
                </a:lnTo>
                <a:close/>
                <a:lnTo>
                  <a:pt x="466237" y="720494"/>
                </a:lnTo>
                <a:close/>
                <a:lnTo>
                  <a:pt x="467727" y="767250"/>
                </a:lnTo>
                <a:close/>
                <a:lnTo>
                  <a:pt x="470706" y="698351"/>
                </a:lnTo>
                <a:close/>
                <a:lnTo>
                  <a:pt x="473685" y="748336"/>
                </a:lnTo>
                <a:close/>
                <a:lnTo>
                  <a:pt x="475174" y="746816"/>
                </a:lnTo>
                <a:close/>
                <a:lnTo>
                  <a:pt x="478154" y="683361"/>
                </a:lnTo>
                <a:close/>
                <a:lnTo>
                  <a:pt x="481133" y="660789"/>
                </a:lnTo>
                <a:close/>
                <a:lnTo>
                  <a:pt x="484112" y="608765"/>
                </a:lnTo>
                <a:close/>
                <a:lnTo>
                  <a:pt x="485601" y="618383"/>
                </a:lnTo>
                <a:close/>
                <a:lnTo>
                  <a:pt x="487091" y="589935"/>
                </a:lnTo>
                <a:close/>
                <a:lnTo>
                  <a:pt x="488581" y="619178"/>
                </a:lnTo>
                <a:close/>
                <a:lnTo>
                  <a:pt x="490070" y="561811"/>
                </a:lnTo>
                <a:close/>
                <a:lnTo>
                  <a:pt x="491560" y="570962"/>
                </a:lnTo>
                <a:close/>
                <a:lnTo>
                  <a:pt x="493049" y="511309"/>
                </a:lnTo>
                <a:close/>
                <a:lnTo>
                  <a:pt x="496028" y="549516"/>
                </a:lnTo>
                <a:close/>
                <a:lnTo>
                  <a:pt x="497518" y="632302"/>
                </a:lnTo>
                <a:close/>
                <a:lnTo>
                  <a:pt x="499008" y="623695"/>
                </a:lnTo>
                <a:close/>
                <a:lnTo>
                  <a:pt x="500497" y="585816"/>
                </a:lnTo>
                <a:close/>
                <a:lnTo>
                  <a:pt x="501987" y="603513"/>
                </a:lnTo>
                <a:close/>
                <a:lnTo>
                  <a:pt x="504966" y="467859"/>
                </a:lnTo>
                <a:close/>
                <a:lnTo>
                  <a:pt x="506456" y="478139"/>
                </a:lnTo>
                <a:close/>
                <a:lnTo>
                  <a:pt x="507945" y="510566"/>
                </a:lnTo>
                <a:close/>
                <a:lnTo>
                  <a:pt x="509435" y="458369"/>
                </a:lnTo>
                <a:close/>
                <a:lnTo>
                  <a:pt x="510924" y="467180"/>
                </a:lnTo>
                <a:close/>
                <a:lnTo>
                  <a:pt x="512414" y="485984"/>
                </a:lnTo>
                <a:close/>
                <a:lnTo>
                  <a:pt x="515393" y="420800"/>
                </a:lnTo>
                <a:close/>
                <a:lnTo>
                  <a:pt x="516883" y="388631"/>
                </a:lnTo>
                <a:close/>
                <a:lnTo>
                  <a:pt x="518372" y="426576"/>
                </a:lnTo>
                <a:close/>
                <a:lnTo>
                  <a:pt x="519862" y="427430"/>
                </a:lnTo>
                <a:close/>
                <a:lnTo>
                  <a:pt x="521351" y="379838"/>
                </a:lnTo>
                <a:close/>
                <a:lnTo>
                  <a:pt x="522841" y="379838"/>
                </a:lnTo>
                <a:close/>
                <a:lnTo>
                  <a:pt x="524330" y="385199"/>
                </a:lnTo>
                <a:close/>
                <a:lnTo>
                  <a:pt x="530289" y="482439"/>
                </a:lnTo>
                <a:close/>
                <a:lnTo>
                  <a:pt x="533268" y="405412"/>
                </a:lnTo>
                <a:close/>
                <a:lnTo>
                  <a:pt x="534757" y="437014"/>
                </a:lnTo>
                <a:close/>
                <a:lnTo>
                  <a:pt x="536247" y="411480"/>
                </a:lnTo>
                <a:close/>
                <a:lnTo>
                  <a:pt x="539226" y="470340"/>
                </a:lnTo>
                <a:close/>
                <a:lnTo>
                  <a:pt x="540716" y="457900"/>
                </a:lnTo>
                <a:close/>
                <a:lnTo>
                  <a:pt x="542205" y="461434"/>
                </a:lnTo>
                <a:close/>
                <a:lnTo>
                  <a:pt x="543695" y="441058"/>
                </a:lnTo>
                <a:close/>
                <a:lnTo>
                  <a:pt x="545185" y="467317"/>
                </a:lnTo>
                <a:close/>
                <a:lnTo>
                  <a:pt x="546674" y="408265"/>
                </a:lnTo>
                <a:close/>
                <a:lnTo>
                  <a:pt x="548164" y="423152"/>
                </a:lnTo>
                <a:close/>
                <a:lnTo>
                  <a:pt x="549653" y="411668"/>
                </a:lnTo>
                <a:close/>
                <a:lnTo>
                  <a:pt x="552632" y="483934"/>
                </a:lnTo>
                <a:close/>
                <a:lnTo>
                  <a:pt x="557101" y="337724"/>
                </a:lnTo>
                <a:close/>
                <a:lnTo>
                  <a:pt x="558591" y="340250"/>
                </a:lnTo>
                <a:close/>
                <a:lnTo>
                  <a:pt x="561570" y="292544"/>
                </a:lnTo>
                <a:close/>
                <a:lnTo>
                  <a:pt x="563059" y="288039"/>
                </a:lnTo>
                <a:close/>
                <a:lnTo>
                  <a:pt x="564549" y="368177"/>
                </a:lnTo>
                <a:close/>
                <a:lnTo>
                  <a:pt x="567528" y="343170"/>
                </a:lnTo>
                <a:close/>
                <a:lnTo>
                  <a:pt x="569018" y="368442"/>
                </a:lnTo>
                <a:close/>
                <a:lnTo>
                  <a:pt x="570507" y="328474"/>
                </a:lnTo>
                <a:close/>
                <a:lnTo>
                  <a:pt x="573486" y="400314"/>
                </a:lnTo>
                <a:close/>
                <a:lnTo>
                  <a:pt x="574976" y="381131"/>
                </a:lnTo>
                <a:close/>
                <a:lnTo>
                  <a:pt x="576466" y="390170"/>
                </a:lnTo>
                <a:close/>
                <a:lnTo>
                  <a:pt x="577955" y="379619"/>
                </a:lnTo>
                <a:close/>
                <a:lnTo>
                  <a:pt x="580934" y="498657"/>
                </a:lnTo>
                <a:close/>
                <a:lnTo>
                  <a:pt x="582424" y="475222"/>
                </a:lnTo>
                <a:close/>
                <a:lnTo>
                  <a:pt x="583913" y="484405"/>
                </a:lnTo>
                <a:close/>
                <a:lnTo>
                  <a:pt x="585403" y="437569"/>
                </a:lnTo>
                <a:close/>
                <a:lnTo>
                  <a:pt x="586893" y="521631"/>
                </a:lnTo>
                <a:close/>
                <a:lnTo>
                  <a:pt x="588382" y="487246"/>
                </a:lnTo>
                <a:close/>
                <a:lnTo>
                  <a:pt x="591361" y="524941"/>
                </a:lnTo>
                <a:close/>
                <a:lnTo>
                  <a:pt x="592851" y="660376"/>
                </a:lnTo>
                <a:close/>
                <a:lnTo>
                  <a:pt x="597320" y="549697"/>
                </a:lnTo>
                <a:close/>
                <a:lnTo>
                  <a:pt x="598809" y="606703"/>
                </a:lnTo>
                <a:close/>
                <a:lnTo>
                  <a:pt x="601788" y="515411"/>
                </a:lnTo>
                <a:close/>
                <a:lnTo>
                  <a:pt x="603278" y="541858"/>
                </a:lnTo>
                <a:close/>
                <a:lnTo>
                  <a:pt x="604768" y="534870"/>
                </a:lnTo>
                <a:close/>
                <a:lnTo>
                  <a:pt x="609236" y="439301"/>
                </a:lnTo>
                <a:close/>
                <a:lnTo>
                  <a:pt x="610726" y="425655"/>
                </a:lnTo>
                <a:close/>
                <a:lnTo>
                  <a:pt x="612215" y="447715"/>
                </a:lnTo>
                <a:close/>
                <a:lnTo>
                  <a:pt x="613705" y="447715"/>
                </a:lnTo>
                <a:close/>
                <a:lnTo>
                  <a:pt x="616684" y="479325"/>
                </a:lnTo>
                <a:close/>
                <a:lnTo>
                  <a:pt x="618174" y="531156"/>
                </a:lnTo>
                <a:close/>
                <a:lnTo>
                  <a:pt x="619663" y="510266"/>
                </a:lnTo>
                <a:close/>
                <a:lnTo>
                  <a:pt x="622642" y="605496"/>
                </a:lnTo>
                <a:close/>
                <a:lnTo>
                  <a:pt x="624132" y="498888"/>
                </a:lnTo>
                <a:close/>
                <a:lnTo>
                  <a:pt x="625622" y="535402"/>
                </a:lnTo>
                <a:close/>
                <a:lnTo>
                  <a:pt x="627111" y="464738"/>
                </a:lnTo>
                <a:close/>
                <a:lnTo>
                  <a:pt x="630090" y="491707"/>
                </a:lnTo>
                <a:close/>
                <a:lnTo>
                  <a:pt x="631580" y="476749"/>
                </a:lnTo>
                <a:close/>
                <a:lnTo>
                  <a:pt x="633069" y="477329"/>
                </a:lnTo>
                <a:close/>
                <a:lnTo>
                  <a:pt x="636049" y="356968"/>
                </a:lnTo>
                <a:close/>
                <a:lnTo>
                  <a:pt x="637538" y="364453"/>
                </a:lnTo>
                <a:close/>
                <a:lnTo>
                  <a:pt x="639028" y="338804"/>
                </a:lnTo>
                <a:close/>
                <a:lnTo>
                  <a:pt x="640517" y="259963"/>
                </a:lnTo>
                <a:close/>
                <a:lnTo>
                  <a:pt x="643497" y="334775"/>
                </a:lnTo>
                <a:close/>
                <a:lnTo>
                  <a:pt x="644986" y="336838"/>
                </a:lnTo>
                <a:close/>
                <a:lnTo>
                  <a:pt x="646476" y="420747"/>
                </a:lnTo>
                <a:close/>
                <a:lnTo>
                  <a:pt x="647965" y="419204"/>
                </a:lnTo>
                <a:close/>
                <a:lnTo>
                  <a:pt x="649455" y="428155"/>
                </a:lnTo>
                <a:close/>
                <a:lnTo>
                  <a:pt x="652434" y="501078"/>
                </a:lnTo>
                <a:close/>
                <a:lnTo>
                  <a:pt x="653924" y="486582"/>
                </a:lnTo>
                <a:close/>
                <a:lnTo>
                  <a:pt x="656903" y="377357"/>
                </a:lnTo>
                <a:close/>
                <a:lnTo>
                  <a:pt x="658392" y="375176"/>
                </a:lnTo>
                <a:close/>
                <a:lnTo>
                  <a:pt x="664351" y="436577"/>
                </a:lnTo>
                <a:close/>
                <a:lnTo>
                  <a:pt x="665840" y="418375"/>
                </a:lnTo>
                <a:close/>
                <a:lnTo>
                  <a:pt x="667330" y="353471"/>
                </a:lnTo>
                <a:close/>
                <a:lnTo>
                  <a:pt x="668819" y="391656"/>
                </a:lnTo>
                <a:close/>
                <a:lnTo>
                  <a:pt x="670309" y="378622"/>
                </a:lnTo>
                <a:close/>
                <a:lnTo>
                  <a:pt x="671798" y="414562"/>
                </a:lnTo>
                <a:close/>
                <a:lnTo>
                  <a:pt x="673288" y="403127"/>
                </a:lnTo>
                <a:close/>
                <a:lnTo>
                  <a:pt x="674778" y="370997"/>
                </a:lnTo>
                <a:close/>
                <a:lnTo>
                  <a:pt x="677757" y="430821"/>
                </a:lnTo>
                <a:close/>
                <a:lnTo>
                  <a:pt x="680736" y="465755"/>
                </a:lnTo>
                <a:close/>
                <a:lnTo>
                  <a:pt x="682226" y="462667"/>
                </a:lnTo>
                <a:close/>
                <a:lnTo>
                  <a:pt x="686694" y="410654"/>
                </a:lnTo>
                <a:close/>
                <a:lnTo>
                  <a:pt x="688184" y="482057"/>
                </a:lnTo>
                <a:close/>
                <a:lnTo>
                  <a:pt x="691163" y="407178"/>
                </a:lnTo>
                <a:close/>
                <a:lnTo>
                  <a:pt x="692653" y="389151"/>
                </a:lnTo>
                <a:close/>
                <a:lnTo>
                  <a:pt x="695632" y="199208"/>
                </a:lnTo>
                <a:close/>
                <a:lnTo>
                  <a:pt x="697121" y="228640"/>
                </a:lnTo>
                <a:close/>
                <a:lnTo>
                  <a:pt x="700100" y="300651"/>
                </a:lnTo>
                <a:close/>
                <a:lnTo>
                  <a:pt x="701590" y="252460"/>
                </a:lnTo>
                <a:close/>
                <a:lnTo>
                  <a:pt x="707548" y="463707"/>
                </a:lnTo>
                <a:close/>
                <a:lnTo>
                  <a:pt x="709038" y="452978"/>
                </a:lnTo>
                <a:close/>
                <a:lnTo>
                  <a:pt x="710527" y="408025"/>
                </a:lnTo>
                <a:close/>
                <a:lnTo>
                  <a:pt x="712017" y="440299"/>
                </a:lnTo>
                <a:close/>
                <a:lnTo>
                  <a:pt x="713507" y="506099"/>
                </a:lnTo>
                <a:close/>
                <a:lnTo>
                  <a:pt x="720954" y="395075"/>
                </a:lnTo>
                <a:close/>
                <a:lnTo>
                  <a:pt x="722444" y="378610"/>
                </a:lnTo>
                <a:close/>
                <a:lnTo>
                  <a:pt x="723934" y="434015"/>
                </a:lnTo>
                <a:close/>
                <a:lnTo>
                  <a:pt x="725423" y="357479"/>
                </a:lnTo>
                <a:close/>
                <a:lnTo>
                  <a:pt x="726913" y="439492"/>
                </a:lnTo>
                <a:close/>
                <a:lnTo>
                  <a:pt x="728402" y="394147"/>
                </a:lnTo>
                <a:close/>
                <a:lnTo>
                  <a:pt x="731382" y="411091"/>
                </a:lnTo>
                <a:close/>
                <a:lnTo>
                  <a:pt x="734361" y="474606"/>
                </a:lnTo>
                <a:close/>
                <a:lnTo>
                  <a:pt x="737340" y="345635"/>
                </a:lnTo>
                <a:close/>
                <a:lnTo>
                  <a:pt x="740319" y="270804"/>
                </a:lnTo>
                <a:close/>
                <a:lnTo>
                  <a:pt x="741809" y="366374"/>
                </a:lnTo>
                <a:close/>
                <a:lnTo>
                  <a:pt x="743298" y="341401"/>
                </a:lnTo>
                <a:close/>
                <a:lnTo>
                  <a:pt x="744788" y="376349"/>
                </a:lnTo>
                <a:close/>
                <a:lnTo>
                  <a:pt x="746277" y="362290"/>
                </a:lnTo>
                <a:close/>
                <a:lnTo>
                  <a:pt x="747767" y="388469"/>
                </a:lnTo>
                <a:close/>
                <a:lnTo>
                  <a:pt x="749256" y="357313"/>
                </a:lnTo>
                <a:close/>
                <a:lnTo>
                  <a:pt x="756704" y="488691"/>
                </a:lnTo>
                <a:close/>
                <a:lnTo>
                  <a:pt x="758194" y="472623"/>
                </a:lnTo>
                <a:close/>
                <a:lnTo>
                  <a:pt x="761173" y="502044"/>
                </a:lnTo>
                <a:close/>
                <a:lnTo>
                  <a:pt x="764152" y="391027"/>
                </a:lnTo>
                <a:close/>
                <a:lnTo>
                  <a:pt x="765642" y="400231"/>
                </a:lnTo>
                <a:close/>
                <a:lnTo>
                  <a:pt x="767131" y="396414"/>
                </a:lnTo>
                <a:close/>
                <a:lnTo>
                  <a:pt x="770110" y="263622"/>
                </a:lnTo>
                <a:close/>
                <a:lnTo>
                  <a:pt x="771600" y="324826"/>
                </a:lnTo>
                <a:close/>
                <a:lnTo>
                  <a:pt x="773090" y="313054"/>
                </a:lnTo>
                <a:close/>
                <a:lnTo>
                  <a:pt x="774579" y="243990"/>
                </a:lnTo>
                <a:close/>
                <a:lnTo>
                  <a:pt x="776069" y="287436"/>
                </a:lnTo>
                <a:close/>
                <a:lnTo>
                  <a:pt x="777558" y="283130"/>
                </a:lnTo>
                <a:close/>
                <a:lnTo>
                  <a:pt x="779048" y="335637"/>
                </a:lnTo>
                <a:close/>
                <a:lnTo>
                  <a:pt x="780538" y="254056"/>
                </a:lnTo>
                <a:close/>
                <a:lnTo>
                  <a:pt x="783517" y="361367"/>
                </a:lnTo>
                <a:close/>
                <a:lnTo>
                  <a:pt x="785006" y="340558"/>
                </a:lnTo>
                <a:close/>
                <a:lnTo>
                  <a:pt x="786496" y="351142"/>
                </a:lnTo>
                <a:close/>
                <a:lnTo>
                  <a:pt x="787985" y="417873"/>
                </a:lnTo>
                <a:close/>
                <a:lnTo>
                  <a:pt x="789475" y="412318"/>
                </a:lnTo>
                <a:close/>
                <a:lnTo>
                  <a:pt x="792454" y="493177"/>
                </a:lnTo>
                <a:close/>
                <a:lnTo>
                  <a:pt x="793944" y="522673"/>
                </a:lnTo>
                <a:close/>
                <a:lnTo>
                  <a:pt x="796923" y="501918"/>
                </a:lnTo>
                <a:close/>
                <a:lnTo>
                  <a:pt x="798412" y="487483"/>
                </a:lnTo>
                <a:close/>
                <a:lnTo>
                  <a:pt x="801392" y="403333"/>
                </a:lnTo>
                <a:close/>
                <a:lnTo>
                  <a:pt x="804371" y="474440"/>
                </a:lnTo>
                <a:close/>
                <a:lnTo>
                  <a:pt x="805860" y="472131"/>
                </a:lnTo>
                <a:close/>
                <a:lnTo>
                  <a:pt x="807350" y="489199"/>
                </a:lnTo>
                <a:close/>
                <a:lnTo>
                  <a:pt x="810329" y="426468"/>
                </a:lnTo>
                <a:close/>
                <a:lnTo>
                  <a:pt x="813308" y="287816"/>
                </a:lnTo>
                <a:close/>
                <a:lnTo>
                  <a:pt x="814798" y="228081"/>
                </a:lnTo>
                <a:close/>
                <a:lnTo>
                  <a:pt x="816287" y="228654"/>
                </a:lnTo>
                <a:close/>
                <a:lnTo>
                  <a:pt x="817777" y="198052"/>
                </a:lnTo>
                <a:close/>
                <a:lnTo>
                  <a:pt x="820756" y="327191"/>
                </a:lnTo>
                <a:close/>
                <a:lnTo>
                  <a:pt x="822246" y="262660"/>
                </a:lnTo>
                <a:close/>
                <a:lnTo>
                  <a:pt x="823735" y="277932"/>
                </a:lnTo>
                <a:close/>
                <a:lnTo>
                  <a:pt x="826714" y="230818"/>
                </a:lnTo>
                <a:close/>
                <a:lnTo>
                  <a:pt x="828204" y="318263"/>
                </a:lnTo>
                <a:close/>
                <a:lnTo>
                  <a:pt x="829694" y="313997"/>
                </a:lnTo>
                <a:close/>
                <a:lnTo>
                  <a:pt x="831183" y="229818"/>
                </a:lnTo>
                <a:close/>
                <a:lnTo>
                  <a:pt x="832673" y="256269"/>
                </a:lnTo>
                <a:close/>
                <a:lnTo>
                  <a:pt x="834162" y="257479"/>
                </a:lnTo>
                <a:close/>
                <a:lnTo>
                  <a:pt x="837141" y="285387"/>
                </a:lnTo>
                <a:close/>
                <a:lnTo>
                  <a:pt x="841610" y="186348"/>
                </a:lnTo>
                <a:close/>
                <a:lnTo>
                  <a:pt x="844589" y="152804"/>
                </a:lnTo>
                <a:close/>
                <a:lnTo>
                  <a:pt x="846079" y="113528"/>
                </a:lnTo>
                <a:close/>
                <a:lnTo>
                  <a:pt x="847568" y="0"/>
                </a:lnTo>
                <a:close/>
                <a:lnTo>
                  <a:pt x="850548" y="75862"/>
                </a:lnTo>
                <a:close/>
                <a:lnTo>
                  <a:pt x="852037" y="4477"/>
                </a:lnTo>
                <a:close/>
                <a:lnTo>
                  <a:pt x="853527" y="14536"/>
                </a:lnTo>
                <a:close/>
                <a:lnTo>
                  <a:pt x="859485" y="133575"/>
                </a:lnTo>
                <a:close/>
                <a:lnTo>
                  <a:pt x="860975" y="231485"/>
                </a:lnTo>
                <a:close/>
                <a:lnTo>
                  <a:pt x="862464" y="210180"/>
                </a:lnTo>
                <a:close/>
                <a:lnTo>
                  <a:pt x="865443" y="317820"/>
                </a:lnTo>
                <a:close/>
                <a:lnTo>
                  <a:pt x="866933" y="303544"/>
                </a:lnTo>
                <a:close/>
                <a:lnTo>
                  <a:pt x="871402" y="195447"/>
                </a:lnTo>
                <a:close/>
                <a:lnTo>
                  <a:pt x="875870" y="255065"/>
                </a:lnTo>
                <a:close/>
                <a:lnTo>
                  <a:pt x="877360" y="254661"/>
                </a:lnTo>
                <a:close/>
                <a:lnTo>
                  <a:pt x="878850" y="270528"/>
                </a:lnTo>
                <a:close/>
                <a:lnTo>
                  <a:pt x="881829" y="332627"/>
                </a:lnTo>
                <a:close/>
                <a:lnTo>
                  <a:pt x="883318" y="357762"/>
                </a:lnTo>
                <a:close/>
                <a:lnTo>
                  <a:pt x="884808" y="313927"/>
                </a:lnTo>
                <a:close/>
                <a:lnTo>
                  <a:pt x="886297" y="424524"/>
                </a:lnTo>
                <a:close/>
                <a:lnTo>
                  <a:pt x="889277" y="213221"/>
                </a:lnTo>
                <a:close/>
                <a:lnTo>
                  <a:pt x="890766" y="213451"/>
                </a:lnTo>
                <a:close/>
                <a:lnTo>
                  <a:pt x="892256" y="220524"/>
                </a:lnTo>
                <a:close/>
                <a:lnTo>
                  <a:pt x="895235" y="133958"/>
                </a:lnTo>
                <a:close/>
                <a:lnTo>
                  <a:pt x="896724" y="122703"/>
                </a:lnTo>
                <a:close/>
                <a:lnTo>
                  <a:pt x="898214" y="131899"/>
                </a:lnTo>
                <a:close/>
                <a:lnTo>
                  <a:pt x="901193" y="103589"/>
                </a:lnTo>
                <a:close/>
                <a:lnTo>
                  <a:pt x="902683" y="158368"/>
                </a:lnTo>
                <a:close/>
                <a:lnTo>
                  <a:pt x="904172" y="152155"/>
                </a:lnTo>
                <a:close/>
                <a:lnTo>
                  <a:pt x="907152" y="254428"/>
                </a:lnTo>
                <a:close/>
                <a:lnTo>
                  <a:pt x="910131" y="313027"/>
                </a:lnTo>
                <a:close/>
                <a:lnTo>
                  <a:pt x="911620" y="270732"/>
                </a:lnTo>
                <a:close/>
                <a:lnTo>
                  <a:pt x="913110" y="269702"/>
                </a:lnTo>
                <a:close/>
                <a:lnTo>
                  <a:pt x="916089" y="284731"/>
                </a:lnTo>
                <a:close/>
                <a:lnTo>
                  <a:pt x="917579" y="317719"/>
                </a:lnTo>
                <a:close/>
                <a:lnTo>
                  <a:pt x="919068" y="283600"/>
                </a:lnTo>
                <a:close/>
                <a:lnTo>
                  <a:pt x="920558" y="391611"/>
                </a:lnTo>
                <a:close/>
                <a:lnTo>
                  <a:pt x="922047" y="359806"/>
                </a:lnTo>
                <a:close/>
                <a:lnTo>
                  <a:pt x="923537" y="360752"/>
                </a:lnTo>
                <a:close/>
                <a:lnTo>
                  <a:pt x="925026" y="343399"/>
                </a:lnTo>
                <a:close/>
                <a:lnTo>
                  <a:pt x="926516" y="346025"/>
                </a:lnTo>
                <a:close/>
                <a:lnTo>
                  <a:pt x="929495" y="276217"/>
                </a:lnTo>
                <a:close/>
                <a:lnTo>
                  <a:pt x="932474" y="203424"/>
                </a:lnTo>
                <a:close/>
                <a:lnTo>
                  <a:pt x="933964" y="270492"/>
                </a:lnTo>
                <a:close/>
                <a:lnTo>
                  <a:pt x="935453" y="271187"/>
                </a:lnTo>
                <a:close/>
                <a:lnTo>
                  <a:pt x="936943" y="307458"/>
                </a:lnTo>
                <a:close/>
                <a:lnTo>
                  <a:pt x="938433" y="302070"/>
                </a:lnTo>
                <a:close/>
                <a:lnTo>
                  <a:pt x="941412" y="399070"/>
                </a:lnTo>
                <a:close/>
                <a:lnTo>
                  <a:pt x="942901" y="341046"/>
                </a:lnTo>
                <a:close/>
                <a:lnTo>
                  <a:pt x="944391" y="353975"/>
                </a:lnTo>
                <a:close/>
                <a:lnTo>
                  <a:pt x="947370" y="283352"/>
                </a:lnTo>
                <a:close/>
                <a:lnTo>
                  <a:pt x="948860" y="300262"/>
                </a:lnTo>
                <a:close/>
                <a:lnTo>
                  <a:pt x="950349" y="336462"/>
                </a:lnTo>
                <a:close/>
                <a:lnTo>
                  <a:pt x="953328" y="279610"/>
                </a:lnTo>
                <a:close/>
                <a:lnTo>
                  <a:pt x="954818" y="289553"/>
                </a:lnTo>
                <a:close/>
                <a:lnTo>
                  <a:pt x="960776" y="138377"/>
                </a:lnTo>
                <a:close/>
                <a:lnTo>
                  <a:pt x="965245" y="250558"/>
                </a:lnTo>
                <a:close/>
                <a:lnTo>
                  <a:pt x="966735" y="260538"/>
                </a:lnTo>
                <a:close/>
                <a:lnTo>
                  <a:pt x="968224" y="251469"/>
                </a:lnTo>
                <a:close/>
                <a:lnTo>
                  <a:pt x="972693" y="409791"/>
                </a:lnTo>
                <a:close/>
                <a:lnTo>
                  <a:pt x="974182" y="416274"/>
                </a:lnTo>
                <a:close/>
                <a:lnTo>
                  <a:pt x="975672" y="436003"/>
                </a:lnTo>
                <a:close/>
                <a:lnTo>
                  <a:pt x="978651" y="400653"/>
                </a:lnTo>
                <a:close/>
                <a:lnTo>
                  <a:pt x="983120" y="535899"/>
                </a:lnTo>
                <a:close/>
                <a:lnTo>
                  <a:pt x="986099" y="580282"/>
                </a:lnTo>
                <a:close/>
                <a:lnTo>
                  <a:pt x="989078" y="609417"/>
                </a:lnTo>
                <a:close/>
                <a:lnTo>
                  <a:pt x="992057" y="484362"/>
                </a:lnTo>
                <a:close/>
                <a:lnTo>
                  <a:pt x="993547" y="592550"/>
                </a:lnTo>
                <a:close/>
                <a:lnTo>
                  <a:pt x="996526" y="561109"/>
                </a:lnTo>
                <a:close/>
                <a:lnTo>
                  <a:pt x="998016" y="556471"/>
                </a:lnTo>
                <a:close/>
                <a:lnTo>
                  <a:pt x="1000995" y="528049"/>
                </a:lnTo>
                <a:close/>
                <a:lnTo>
                  <a:pt x="1003974" y="603140"/>
                </a:lnTo>
                <a:close/>
                <a:lnTo>
                  <a:pt x="1005464" y="627380"/>
                </a:lnTo>
                <a:close/>
                <a:lnTo>
                  <a:pt x="1006953" y="609259"/>
                </a:lnTo>
                <a:close/>
                <a:lnTo>
                  <a:pt x="1009932" y="667948"/>
                </a:lnTo>
                <a:close/>
                <a:lnTo>
                  <a:pt x="1011422" y="651210"/>
                </a:lnTo>
                <a:close/>
                <a:lnTo>
                  <a:pt x="1012911" y="671597"/>
                </a:lnTo>
                <a:close/>
                <a:lnTo>
                  <a:pt x="1014401" y="666059"/>
                </a:lnTo>
                <a:close/>
                <a:lnTo>
                  <a:pt x="1015891" y="666497"/>
                </a:lnTo>
                <a:close/>
                <a:lnTo>
                  <a:pt x="1018870" y="553553"/>
                </a:lnTo>
                <a:close/>
                <a:lnTo>
                  <a:pt x="1020359" y="559170"/>
                </a:lnTo>
                <a:close/>
                <a:lnTo>
                  <a:pt x="1021849" y="662441"/>
                </a:lnTo>
                <a:close/>
                <a:lnTo>
                  <a:pt x="1023338" y="584910"/>
                </a:lnTo>
                <a:close/>
                <a:lnTo>
                  <a:pt x="1024828" y="586761"/>
                </a:lnTo>
                <a:close/>
                <a:lnTo>
                  <a:pt x="1026318" y="623081"/>
                </a:lnTo>
                <a:close/>
                <a:lnTo>
                  <a:pt x="1029297" y="775266"/>
                </a:lnTo>
                <a:close/>
                <a:lnTo>
                  <a:pt x="1032276" y="671701"/>
                </a:lnTo>
                <a:close/>
                <a:lnTo>
                  <a:pt x="1033765" y="608622"/>
                </a:lnTo>
                <a:close/>
                <a:lnTo>
                  <a:pt x="1035255" y="608622"/>
                </a:lnTo>
                <a:close/>
                <a:lnTo>
                  <a:pt x="1038234" y="511699"/>
                </a:lnTo>
                <a:close/>
                <a:lnTo>
                  <a:pt x="1039724" y="517081"/>
                </a:lnTo>
                <a:close/>
                <a:lnTo>
                  <a:pt x="1042703" y="514850"/>
                </a:lnTo>
                <a:close/>
                <a:lnTo>
                  <a:pt x="1044193" y="557833"/>
                </a:lnTo>
                <a:close/>
                <a:lnTo>
                  <a:pt x="1050151" y="456291"/>
                </a:lnTo>
                <a:close/>
                <a:lnTo>
                  <a:pt x="1051640" y="463083"/>
                </a:lnTo>
                <a:close/>
                <a:lnTo>
                  <a:pt x="1053130" y="507108"/>
                </a:lnTo>
                <a:close/>
                <a:lnTo>
                  <a:pt x="1054620" y="498900"/>
                </a:lnTo>
                <a:close/>
                <a:lnTo>
                  <a:pt x="1056109" y="420173"/>
                </a:lnTo>
                <a:close/>
                <a:lnTo>
                  <a:pt x="1057599" y="455957"/>
                </a:lnTo>
                <a:close/>
                <a:lnTo>
                  <a:pt x="1060578" y="401290"/>
                </a:lnTo>
                <a:close/>
                <a:lnTo>
                  <a:pt x="1062067" y="398745"/>
                </a:lnTo>
                <a:close/>
                <a:lnTo>
                  <a:pt x="1065047" y="387385"/>
                </a:lnTo>
                <a:close/>
                <a:lnTo>
                  <a:pt x="1068026" y="308841"/>
                </a:lnTo>
                <a:close/>
                <a:lnTo>
                  <a:pt x="1069515" y="263550"/>
                </a:lnTo>
                <a:close/>
                <a:lnTo>
                  <a:pt x="1071005" y="261951"/>
                </a:lnTo>
                <a:close/>
                <a:lnTo>
                  <a:pt x="1072494" y="350650"/>
                </a:lnTo>
                <a:close/>
                <a:lnTo>
                  <a:pt x="1073984" y="317772"/>
                </a:lnTo>
                <a:close/>
                <a:lnTo>
                  <a:pt x="1075474" y="348386"/>
                </a:lnTo>
                <a:close/>
                <a:lnTo>
                  <a:pt x="1076963" y="461865"/>
                </a:lnTo>
                <a:close/>
                <a:lnTo>
                  <a:pt x="1079942" y="330360"/>
                </a:lnTo>
                <a:close/>
                <a:lnTo>
                  <a:pt x="1082921" y="351443"/>
                </a:lnTo>
                <a:close/>
                <a:lnTo>
                  <a:pt x="1084411" y="404477"/>
                </a:lnTo>
                <a:close/>
                <a:lnTo>
                  <a:pt x="1085901" y="307943"/>
                </a:lnTo>
                <a:close/>
                <a:lnTo>
                  <a:pt x="1087390" y="303434"/>
                </a:lnTo>
                <a:close/>
                <a:lnTo>
                  <a:pt x="1090369" y="219602"/>
                </a:lnTo>
                <a:close/>
                <a:lnTo>
                  <a:pt x="1091859" y="196280"/>
                </a:lnTo>
                <a:close/>
                <a:lnTo>
                  <a:pt x="1093349" y="140486"/>
                </a:lnTo>
                <a:close/>
                <a:lnTo>
                  <a:pt x="1094838" y="158868"/>
                </a:lnTo>
                <a:close/>
                <a:lnTo>
                  <a:pt x="1097817" y="157095"/>
                </a:lnTo>
                <a:close/>
                <a:lnTo>
                  <a:pt x="1100796" y="211244"/>
                </a:lnTo>
                <a:close/>
                <a:lnTo>
                  <a:pt x="1105265" y="162604"/>
                </a:lnTo>
                <a:close/>
                <a:lnTo>
                  <a:pt x="1106755" y="196420"/>
                </a:lnTo>
                <a:close/>
                <a:lnTo>
                  <a:pt x="1111223" y="129684"/>
                </a:lnTo>
                <a:close/>
                <a:lnTo>
                  <a:pt x="1112713" y="127279"/>
                </a:lnTo>
                <a:close/>
                <a:lnTo>
                  <a:pt x="1114203" y="162742"/>
                </a:lnTo>
                <a:close/>
                <a:lnTo>
                  <a:pt x="1115692" y="96179"/>
                </a:lnTo>
                <a:close/>
                <a:lnTo>
                  <a:pt x="1117182" y="189661"/>
                </a:lnTo>
                <a:close/>
                <a:lnTo>
                  <a:pt x="1118671" y="189661"/>
                </a:lnTo>
                <a:close/>
                <a:lnTo>
                  <a:pt x="1121650" y="156859"/>
                </a:lnTo>
                <a:close/>
                <a:lnTo>
                  <a:pt x="1124630" y="207744"/>
                </a:lnTo>
                <a:close/>
                <a:lnTo>
                  <a:pt x="1127609" y="219698"/>
                </a:lnTo>
                <a:close/>
                <a:lnTo>
                  <a:pt x="1129098" y="183196"/>
                </a:lnTo>
                <a:close/>
                <a:lnTo>
                  <a:pt x="1130588" y="209704"/>
                </a:lnTo>
                <a:close/>
                <a:lnTo>
                  <a:pt x="1132078" y="197193"/>
                </a:lnTo>
                <a:close/>
                <a:lnTo>
                  <a:pt x="1133567" y="197608"/>
                </a:lnTo>
                <a:close/>
                <a:lnTo>
                  <a:pt x="1135057" y="218822"/>
                </a:lnTo>
                <a:close/>
                <a:lnTo>
                  <a:pt x="1136546" y="122344"/>
                </a:lnTo>
                <a:close/>
                <a:lnTo>
                  <a:pt x="1138036" y="142017"/>
                </a:lnTo>
                <a:close/>
                <a:lnTo>
                  <a:pt x="1141015" y="90588"/>
                </a:lnTo>
                <a:close/>
                <a:lnTo>
                  <a:pt x="1142505" y="46182"/>
                </a:lnTo>
                <a:close/>
                <a:lnTo>
                  <a:pt x="1143994" y="45350"/>
                </a:lnTo>
                <a:close/>
                <a:lnTo>
                  <a:pt x="1145484" y="29080"/>
                </a:lnTo>
                <a:close/>
                <a:lnTo>
                  <a:pt x="1148463" y="106135"/>
                </a:lnTo>
                <a:close/>
                <a:lnTo>
                  <a:pt x="1149952" y="159046"/>
                </a:lnTo>
                <a:close/>
                <a:lnTo>
                  <a:pt x="1152932" y="113510"/>
                </a:lnTo>
                <a:close/>
                <a:lnTo>
                  <a:pt x="1154421" y="121129"/>
                </a:lnTo>
                <a:close/>
                <a:lnTo>
                  <a:pt x="1155911" y="177913"/>
                </a:lnTo>
                <a:close/>
                <a:lnTo>
                  <a:pt x="1157400" y="170828"/>
                </a:lnTo>
                <a:close/>
                <a:lnTo>
                  <a:pt x="1158890" y="115142"/>
                </a:lnTo>
                <a:close/>
                <a:lnTo>
                  <a:pt x="1160379" y="184771"/>
                </a:lnTo>
                <a:close/>
                <a:lnTo>
                  <a:pt x="1161869" y="148083"/>
                </a:lnTo>
                <a:close/>
                <a:lnTo>
                  <a:pt x="1163359" y="251020"/>
                </a:lnTo>
                <a:close/>
                <a:lnTo>
                  <a:pt x="1164848" y="237265"/>
                </a:lnTo>
                <a:close/>
                <a:lnTo>
                  <a:pt x="1166338" y="305867"/>
                </a:lnTo>
                <a:close/>
                <a:lnTo>
                  <a:pt x="1167827" y="241155"/>
                </a:lnTo>
                <a:close/>
                <a:lnTo>
                  <a:pt x="1172296" y="374590"/>
                </a:lnTo>
                <a:close/>
                <a:lnTo>
                  <a:pt x="1173786" y="397126"/>
                </a:lnTo>
                <a:close/>
                <a:lnTo>
                  <a:pt x="1176765" y="331435"/>
                </a:lnTo>
                <a:close/>
                <a:lnTo>
                  <a:pt x="1178254" y="376616"/>
                </a:lnTo>
                <a:close/>
                <a:lnTo>
                  <a:pt x="1179744" y="343349"/>
                </a:lnTo>
                <a:close/>
                <a:lnTo>
                  <a:pt x="1182723" y="467137"/>
                </a:lnTo>
                <a:close/>
                <a:lnTo>
                  <a:pt x="1185702" y="448660"/>
                </a:lnTo>
                <a:close/>
                <a:lnTo>
                  <a:pt x="1188681" y="520210"/>
                </a:lnTo>
                <a:close/>
                <a:lnTo>
                  <a:pt x="1191661" y="483693"/>
                </a:lnTo>
                <a:close/>
                <a:lnTo>
                  <a:pt x="1193150" y="503509"/>
                </a:lnTo>
                <a:close/>
                <a:lnTo>
                  <a:pt x="1194640" y="481465"/>
                </a:lnTo>
                <a:close/>
                <a:lnTo>
                  <a:pt x="1196129" y="487878"/>
                </a:lnTo>
                <a:close/>
                <a:lnTo>
                  <a:pt x="1197619" y="479671"/>
                </a:lnTo>
                <a:close/>
                <a:lnTo>
                  <a:pt x="1200598" y="540101"/>
                </a:lnTo>
                <a:close/>
                <a:lnTo>
                  <a:pt x="1202088" y="570051"/>
                </a:lnTo>
                <a:close/>
                <a:lnTo>
                  <a:pt x="1203577" y="524225"/>
                </a:lnTo>
                <a:close/>
                <a:lnTo>
                  <a:pt x="1205067" y="576170"/>
                </a:lnTo>
                <a:close/>
                <a:lnTo>
                  <a:pt x="1206556" y="564190"/>
                </a:lnTo>
                <a:close/>
                <a:lnTo>
                  <a:pt x="1208046" y="537334"/>
                </a:lnTo>
                <a:close/>
                <a:lnTo>
                  <a:pt x="1209535" y="545868"/>
                </a:lnTo>
                <a:close/>
                <a:lnTo>
                  <a:pt x="1211025" y="545868"/>
                </a:lnTo>
                <a:close/>
                <a:lnTo>
                  <a:pt x="1212515" y="600746"/>
                </a:lnTo>
                <a:close/>
                <a:lnTo>
                  <a:pt x="1214004" y="595923"/>
                </a:lnTo>
                <a:close/>
                <a:lnTo>
                  <a:pt x="1215494" y="539336"/>
                </a:lnTo>
                <a:close/>
                <a:lnTo>
                  <a:pt x="1216983" y="542757"/>
                </a:lnTo>
                <a:close/>
                <a:lnTo>
                  <a:pt x="1219962" y="553807"/>
                </a:lnTo>
                <a:close/>
                <a:lnTo>
                  <a:pt x="1221452" y="513524"/>
                </a:lnTo>
                <a:close/>
                <a:lnTo>
                  <a:pt x="1222942" y="513652"/>
                </a:lnTo>
                <a:close/>
                <a:lnTo>
                  <a:pt x="1224431" y="547958"/>
                </a:lnTo>
                <a:close/>
                <a:lnTo>
                  <a:pt x="1227410" y="505289"/>
                </a:lnTo>
                <a:close/>
                <a:lnTo>
                  <a:pt x="1231879" y="405484"/>
                </a:lnTo>
                <a:close/>
                <a:lnTo>
                  <a:pt x="1233369" y="455252"/>
                </a:lnTo>
                <a:close/>
                <a:lnTo>
                  <a:pt x="1234858" y="437068"/>
                </a:lnTo>
                <a:close/>
                <a:lnTo>
                  <a:pt x="1236348" y="447274"/>
                </a:lnTo>
                <a:close/>
                <a:lnTo>
                  <a:pt x="1237837" y="523860"/>
                </a:lnTo>
                <a:close/>
                <a:lnTo>
                  <a:pt x="1239327" y="500761"/>
                </a:lnTo>
                <a:close/>
                <a:lnTo>
                  <a:pt x="1240817" y="430221"/>
                </a:lnTo>
                <a:close/>
                <a:lnTo>
                  <a:pt x="1242306" y="430221"/>
                </a:lnTo>
                <a:close/>
                <a:lnTo>
                  <a:pt x="1243796" y="462282"/>
                </a:lnTo>
                <a:close/>
                <a:lnTo>
                  <a:pt x="1245285" y="412516"/>
                </a:lnTo>
                <a:close/>
                <a:lnTo>
                  <a:pt x="1248264" y="424132"/>
                </a:lnTo>
                <a:close/>
                <a:lnTo>
                  <a:pt x="1249754" y="412114"/>
                </a:lnTo>
                <a:close/>
                <a:lnTo>
                  <a:pt x="1251244" y="441576"/>
                </a:lnTo>
                <a:close/>
                <a:lnTo>
                  <a:pt x="1254223" y="383583"/>
                </a:lnTo>
                <a:close/>
                <a:lnTo>
                  <a:pt x="1258691" y="519845"/>
                </a:lnTo>
                <a:close/>
                <a:lnTo>
                  <a:pt x="1261671" y="453642"/>
                </a:lnTo>
                <a:close/>
                <a:lnTo>
                  <a:pt x="1263160" y="442198"/>
                </a:lnTo>
                <a:close/>
                <a:lnTo>
                  <a:pt x="1264650" y="400508"/>
                </a:lnTo>
                <a:close/>
                <a:lnTo>
                  <a:pt x="1266139" y="421951"/>
                </a:lnTo>
                <a:close/>
                <a:lnTo>
                  <a:pt x="1267629" y="394501"/>
                </a:lnTo>
                <a:close/>
                <a:lnTo>
                  <a:pt x="1270608" y="454838"/>
                </a:lnTo>
                <a:close/>
                <a:lnTo>
                  <a:pt x="1272098" y="468725"/>
                </a:lnTo>
                <a:close/>
                <a:lnTo>
                  <a:pt x="1273587" y="514348"/>
                </a:lnTo>
                <a:close/>
                <a:lnTo>
                  <a:pt x="1275077" y="508265"/>
                </a:lnTo>
                <a:close/>
                <a:lnTo>
                  <a:pt x="1278056" y="399339"/>
                </a:lnTo>
                <a:close/>
                <a:lnTo>
                  <a:pt x="1279546" y="387901"/>
                </a:lnTo>
                <a:close/>
                <a:lnTo>
                  <a:pt x="1281035" y="425054"/>
                </a:lnTo>
                <a:close/>
                <a:lnTo>
                  <a:pt x="1282525" y="414887"/>
                </a:lnTo>
                <a:close/>
                <a:lnTo>
                  <a:pt x="1285504" y="514932"/>
                </a:lnTo>
                <a:close/>
                <a:lnTo>
                  <a:pt x="1286993" y="472572"/>
                </a:lnTo>
                <a:close/>
                <a:lnTo>
                  <a:pt x="1288483" y="360237"/>
                </a:lnTo>
                <a:close/>
                <a:lnTo>
                  <a:pt x="1289973" y="388102"/>
                </a:lnTo>
                <a:close/>
                <a:lnTo>
                  <a:pt x="1291462" y="314710"/>
                </a:lnTo>
                <a:close/>
                <a:lnTo>
                  <a:pt x="1297420" y="441121"/>
                </a:lnTo>
                <a:close/>
                <a:lnTo>
                  <a:pt x="1300400" y="343823"/>
                </a:lnTo>
                <a:close/>
                <a:lnTo>
                  <a:pt x="1303379" y="343315"/>
                </a:lnTo>
                <a:close/>
                <a:lnTo>
                  <a:pt x="1306358" y="287211"/>
                </a:lnTo>
                <a:close/>
                <a:lnTo>
                  <a:pt x="1307847" y="297423"/>
                </a:lnTo>
                <a:close/>
                <a:lnTo>
                  <a:pt x="1309337" y="324374"/>
                </a:lnTo>
                <a:close/>
                <a:lnTo>
                  <a:pt x="1310827" y="257371"/>
                </a:lnTo>
                <a:close/>
                <a:lnTo>
                  <a:pt x="1313806" y="315984"/>
                </a:lnTo>
                <a:close/>
                <a:lnTo>
                  <a:pt x="1315295" y="314318"/>
                </a:lnTo>
                <a:close/>
                <a:lnTo>
                  <a:pt x="1316785" y="264839"/>
                </a:lnTo>
                <a:close/>
                <a:lnTo>
                  <a:pt x="1319764" y="270159"/>
                </a:lnTo>
                <a:close/>
                <a:lnTo>
                  <a:pt x="1324233" y="183178"/>
                </a:lnTo>
                <a:close/>
                <a:lnTo>
                  <a:pt x="1325722" y="177607"/>
                </a:lnTo>
                <a:close/>
                <a:lnTo>
                  <a:pt x="1327212" y="155049"/>
                </a:lnTo>
                <a:close/>
                <a:lnTo>
                  <a:pt x="1328702" y="168871"/>
                </a:lnTo>
                <a:close/>
                <a:lnTo>
                  <a:pt x="1330191" y="230094"/>
                </a:lnTo>
                <a:close/>
                <a:lnTo>
                  <a:pt x="1331681" y="226188"/>
                </a:lnTo>
                <a:close/>
                <a:lnTo>
                  <a:pt x="1333170" y="230655"/>
                </a:lnTo>
                <a:close/>
                <a:lnTo>
                  <a:pt x="1336149" y="202002"/>
                </a:lnTo>
                <a:close/>
                <a:lnTo>
                  <a:pt x="1339129" y="303532"/>
                </a:lnTo>
                <a:close/>
                <a:lnTo>
                  <a:pt x="1340618" y="301957"/>
                </a:lnTo>
                <a:close/>
                <a:lnTo>
                  <a:pt x="1342108" y="197847"/>
                </a:lnTo>
                <a:close/>
                <a:lnTo>
                  <a:pt x="1343597" y="194868"/>
                </a:lnTo>
                <a:close/>
                <a:lnTo>
                  <a:pt x="1345087" y="176287"/>
                </a:lnTo>
                <a:close/>
                <a:lnTo>
                  <a:pt x="1346576" y="189272"/>
                </a:lnTo>
                <a:close/>
                <a:lnTo>
                  <a:pt x="1351045" y="166576"/>
                </a:lnTo>
                <a:close/>
                <a:lnTo>
                  <a:pt x="1352535" y="180897"/>
                </a:lnTo>
                <a:close/>
                <a:lnTo>
                  <a:pt x="1355514" y="155553"/>
                </a:lnTo>
                <a:close/>
                <a:lnTo>
                  <a:pt x="1358493" y="218077"/>
                </a:lnTo>
                <a:close/>
                <a:lnTo>
                  <a:pt x="1359983" y="171652"/>
                </a:lnTo>
                <a:close/>
                <a:lnTo>
                  <a:pt x="1361472" y="189941"/>
                </a:lnTo>
                <a:close/>
                <a:lnTo>
                  <a:pt x="1362962" y="229375"/>
                </a:lnTo>
                <a:close/>
                <a:lnTo>
                  <a:pt x="1365941" y="191579"/>
                </a:lnTo>
                <a:close/>
                <a:lnTo>
                  <a:pt x="1367431" y="227891"/>
                </a:lnTo>
                <a:close/>
                <a:lnTo>
                  <a:pt x="1368920" y="213549"/>
                </a:lnTo>
                <a:close/>
                <a:lnTo>
                  <a:pt x="1370410" y="217086"/>
                </a:lnTo>
                <a:close/>
                <a:lnTo>
                  <a:pt x="1371899" y="256834"/>
                </a:lnTo>
                <a:close/>
                <a:lnTo>
                  <a:pt x="1374878" y="212442"/>
                </a:lnTo>
                <a:close/>
                <a:lnTo>
                  <a:pt x="1376368" y="302623"/>
                </a:lnTo>
                <a:close/>
                <a:lnTo>
                  <a:pt x="1379347" y="276370"/>
                </a:lnTo>
                <a:close/>
                <a:lnTo>
                  <a:pt x="1380837" y="294219"/>
                </a:lnTo>
                <a:close/>
                <a:lnTo>
                  <a:pt x="1382326" y="362913"/>
                </a:lnTo>
                <a:close/>
                <a:lnTo>
                  <a:pt x="1383816" y="317374"/>
                </a:lnTo>
                <a:close/>
                <a:lnTo>
                  <a:pt x="1385305" y="359674"/>
                </a:lnTo>
                <a:close/>
                <a:lnTo>
                  <a:pt x="1386795" y="359192"/>
                </a:lnTo>
                <a:close/>
                <a:lnTo>
                  <a:pt x="1389774" y="221470"/>
                </a:lnTo>
                <a:close/>
                <a:lnTo>
                  <a:pt x="1392753" y="253420"/>
                </a:lnTo>
                <a:close/>
                <a:lnTo>
                  <a:pt x="1395732" y="165173"/>
                </a:lnTo>
                <a:close/>
                <a:lnTo>
                  <a:pt x="1400201" y="192257"/>
                </a:lnTo>
                <a:close/>
                <a:lnTo>
                  <a:pt x="1401691" y="167840"/>
                </a:lnTo>
                <a:close/>
                <a:lnTo>
                  <a:pt x="1404670" y="233627"/>
                </a:lnTo>
                <a:close/>
                <a:lnTo>
                  <a:pt x="1407649" y="177765"/>
                </a:lnTo>
                <a:close/>
                <a:lnTo>
                  <a:pt x="1409139" y="229071"/>
                </a:lnTo>
                <a:close/>
                <a:lnTo>
                  <a:pt x="1410628" y="207052"/>
                </a:lnTo>
                <a:close/>
                <a:lnTo>
                  <a:pt x="1413607" y="269950"/>
                </a:lnTo>
                <a:close/>
                <a:lnTo>
                  <a:pt x="1415097" y="209864"/>
                </a:lnTo>
                <a:close/>
                <a:lnTo>
                  <a:pt x="1418076" y="274085"/>
                </a:lnTo>
                <a:close/>
                <a:lnTo>
                  <a:pt x="1422545" y="235982"/>
                </a:lnTo>
                <a:close/>
                <a:lnTo>
                  <a:pt x="1424034" y="245774"/>
                </a:lnTo>
                <a:close/>
                <a:lnTo>
                  <a:pt x="1425524" y="222993"/>
                </a:lnTo>
                <a:close/>
                <a:lnTo>
                  <a:pt x="1427014" y="167876"/>
                </a:lnTo>
                <a:close/>
                <a:lnTo>
                  <a:pt x="1428503" y="185335"/>
                </a:lnTo>
                <a:close/>
                <a:lnTo>
                  <a:pt x="1431482" y="120903"/>
                </a:lnTo>
                <a:close/>
                <a:lnTo>
                  <a:pt x="1434461" y="142379"/>
                </a:lnTo>
                <a:close/>
                <a:lnTo>
                  <a:pt x="1437441" y="250676"/>
                </a:lnTo>
                <a:close/>
                <a:lnTo>
                  <a:pt x="1441909" y="182449"/>
                </a:lnTo>
                <a:close/>
                <a:lnTo>
                  <a:pt x="1443399" y="205550"/>
                </a:lnTo>
                <a:close/>
                <a:lnTo>
                  <a:pt x="1444888" y="191203"/>
                </a:lnTo>
                <a:close/>
                <a:lnTo>
                  <a:pt x="1446378" y="128702"/>
                </a:lnTo>
                <a:close/>
                <a:lnTo>
                  <a:pt x="1447868" y="140150"/>
                </a:lnTo>
                <a:close/>
                <a:lnTo>
                  <a:pt x="1449357" y="118527"/>
                </a:lnTo>
                <a:close/>
                <a:lnTo>
                  <a:pt x="1450847" y="121127"/>
                </a:lnTo>
                <a:close/>
                <a:lnTo>
                  <a:pt x="1452336" y="153139"/>
                </a:lnTo>
                <a:close/>
                <a:lnTo>
                  <a:pt x="1455316" y="104504"/>
                </a:lnTo>
                <a:close/>
                <a:lnTo>
                  <a:pt x="1459784" y="148997"/>
                </a:lnTo>
                <a:close/>
                <a:lnTo>
                  <a:pt x="1461274" y="55796"/>
                </a:lnTo>
                <a:close/>
                <a:lnTo>
                  <a:pt x="1462763" y="62457"/>
                </a:lnTo>
                <a:close/>
                <a:lnTo>
                  <a:pt x="1464253" y="96969"/>
                </a:lnTo>
                <a:close/>
                <a:lnTo>
                  <a:pt x="1467232" y="28195"/>
                </a:lnTo>
                <a:close/>
                <a:lnTo>
                  <a:pt x="1470211" y="185080"/>
                </a:lnTo>
                <a:close/>
                <a:lnTo>
                  <a:pt x="1471701" y="98251"/>
                </a:lnTo>
                <a:close/>
                <a:lnTo>
                  <a:pt x="1473190" y="99265"/>
                </a:lnTo>
                <a:close/>
                <a:lnTo>
                  <a:pt x="1474680" y="68342"/>
                </a:lnTo>
                <a:close/>
                <a:lnTo>
                  <a:pt x="1476170" y="129342"/>
                </a:lnTo>
                <a:close/>
                <a:lnTo>
                  <a:pt x="1477659" y="104763"/>
                </a:lnTo>
                <a:close/>
                <a:lnTo>
                  <a:pt x="1480638" y="159611"/>
                </a:lnTo>
                <a:close/>
                <a:lnTo>
                  <a:pt x="1482128" y="140379"/>
                </a:lnTo>
                <a:close/>
                <a:lnTo>
                  <a:pt x="1485107" y="216389"/>
                </a:lnTo>
                <a:close/>
                <a:lnTo>
                  <a:pt x="1486597" y="217133"/>
                </a:lnTo>
                <a:close/>
                <a:lnTo>
                  <a:pt x="1488086" y="131861"/>
                </a:lnTo>
                <a:close/>
                <a:lnTo>
                  <a:pt x="1489576" y="141668"/>
                </a:lnTo>
                <a:close/>
                <a:lnTo>
                  <a:pt x="1492555" y="132816"/>
                </a:lnTo>
                <a:close/>
                <a:lnTo>
                  <a:pt x="1495534" y="47470"/>
                </a:lnTo>
                <a:close/>
                <a:lnTo>
                  <a:pt x="1497024" y="59551"/>
                </a:lnTo>
                <a:close/>
                <a:lnTo>
                  <a:pt x="1498513" y="57513"/>
                </a:lnTo>
                <a:close/>
                <a:lnTo>
                  <a:pt x="1501492" y="5486"/>
                </a:lnTo>
                <a:close/>
                <a:lnTo>
                  <a:pt x="1504472" y="108346"/>
                </a:lnTo>
                <a:close/>
                <a:lnTo>
                  <a:pt x="1507451" y="99594"/>
                </a:lnTo>
                <a:close/>
                <a:lnTo>
                  <a:pt x="1508940" y="108307"/>
                </a:lnTo>
                <a:close/>
                <a:lnTo>
                  <a:pt x="1510430" y="139906"/>
                </a:lnTo>
                <a:close/>
                <a:lnTo>
                  <a:pt x="1511919" y="108343"/>
                </a:lnTo>
                <a:close/>
                <a:lnTo>
                  <a:pt x="1513409" y="205272"/>
                </a:lnTo>
                <a:close/>
                <a:lnTo>
                  <a:pt x="1516388" y="154971"/>
                </a:lnTo>
                <a:close/>
                <a:lnTo>
                  <a:pt x="1519367" y="251917"/>
                </a:lnTo>
                <a:close/>
                <a:lnTo>
                  <a:pt x="1522346" y="276219"/>
                </a:lnTo>
                <a:close/>
                <a:lnTo>
                  <a:pt x="1523836" y="286187"/>
                </a:lnTo>
                <a:close/>
                <a:lnTo>
                  <a:pt x="1525326" y="251440"/>
                </a:lnTo>
                <a:close/>
                <a:lnTo>
                  <a:pt x="1526815" y="289269"/>
                </a:lnTo>
                <a:close/>
                <a:lnTo>
                  <a:pt x="1528305" y="276940"/>
                </a:lnTo>
                <a:close/>
                <a:lnTo>
                  <a:pt x="1529794" y="333257"/>
                </a:lnTo>
                <a:close/>
                <a:lnTo>
                  <a:pt x="1532773" y="253226"/>
                </a:lnTo>
                <a:close/>
                <a:lnTo>
                  <a:pt x="1534263" y="234724"/>
                </a:lnTo>
                <a:close/>
                <a:lnTo>
                  <a:pt x="1537242" y="339062"/>
                </a:lnTo>
                <a:close/>
                <a:lnTo>
                  <a:pt x="1540221" y="309895"/>
                </a:lnTo>
                <a:close/>
                <a:lnTo>
                  <a:pt x="1543201" y="394717"/>
                </a:lnTo>
                <a:close/>
                <a:lnTo>
                  <a:pt x="1544690" y="295518"/>
                </a:lnTo>
                <a:close/>
                <a:lnTo>
                  <a:pt x="1546180" y="328646"/>
                </a:lnTo>
                <a:close/>
                <a:lnTo>
                  <a:pt x="1549159" y="430132"/>
                </a:lnTo>
                <a:close/>
                <a:lnTo>
                  <a:pt x="1552138" y="384352"/>
                </a:lnTo>
                <a:close/>
                <a:lnTo>
                  <a:pt x="1553628" y="382510"/>
                </a:lnTo>
                <a:close/>
                <a:lnTo>
                  <a:pt x="1555117" y="433394"/>
                </a:lnTo>
                <a:close/>
                <a:lnTo>
                  <a:pt x="1558096" y="380400"/>
                </a:lnTo>
                <a:close/>
                <a:lnTo>
                  <a:pt x="1561075" y="529298"/>
                </a:lnTo>
                <a:close/>
                <a:lnTo>
                  <a:pt x="1562565" y="534407"/>
                </a:lnTo>
                <a:close/>
                <a:lnTo>
                  <a:pt x="1565544" y="519463"/>
                </a:lnTo>
                <a:close/>
                <a:lnTo>
                  <a:pt x="1567034" y="478266"/>
                </a:lnTo>
                <a:close/>
                <a:lnTo>
                  <a:pt x="1570013" y="579074"/>
                </a:lnTo>
                <a:close/>
                <a:lnTo>
                  <a:pt x="1572992" y="495401"/>
                </a:lnTo>
                <a:close/>
                <a:lnTo>
                  <a:pt x="1574482" y="519010"/>
                </a:lnTo>
                <a:close/>
                <a:lnTo>
                  <a:pt x="1575971" y="443345"/>
                </a:lnTo>
                <a:close/>
                <a:lnTo>
                  <a:pt x="1578950" y="510445"/>
                </a:lnTo>
                <a:close/>
                <a:lnTo>
                  <a:pt x="1583419" y="438617"/>
                </a:lnTo>
                <a:close/>
                <a:lnTo>
                  <a:pt x="1584909" y="452728"/>
                </a:lnTo>
                <a:close/>
                <a:lnTo>
                  <a:pt x="1592357" y="300318"/>
                </a:lnTo>
                <a:close/>
                <a:lnTo>
                  <a:pt x="1593846" y="288860"/>
                </a:lnTo>
                <a:close/>
                <a:lnTo>
                  <a:pt x="1595336" y="297061"/>
                </a:lnTo>
                <a:close/>
                <a:lnTo>
                  <a:pt x="1596825" y="351895"/>
                </a:lnTo>
                <a:close/>
                <a:lnTo>
                  <a:pt x="1598315" y="342601"/>
                </a:lnTo>
                <a:close/>
                <a:lnTo>
                  <a:pt x="1599804" y="343702"/>
                </a:lnTo>
                <a:close/>
                <a:lnTo>
                  <a:pt x="1602784" y="393941"/>
                </a:lnTo>
                <a:close/>
                <a:lnTo>
                  <a:pt x="1604273" y="388122"/>
                </a:lnTo>
                <a:close/>
                <a:lnTo>
                  <a:pt x="1608742" y="435520"/>
                </a:lnTo>
                <a:close/>
                <a:lnTo>
                  <a:pt x="1610231" y="395905"/>
                </a:lnTo>
                <a:close/>
                <a:lnTo>
                  <a:pt x="1611721" y="424102"/>
                </a:lnTo>
                <a:close/>
                <a:lnTo>
                  <a:pt x="1613211" y="364840"/>
                </a:lnTo>
                <a:close/>
                <a:lnTo>
                  <a:pt x="1614700" y="414209"/>
                </a:lnTo>
                <a:close/>
                <a:lnTo>
                  <a:pt x="1616190" y="396364"/>
                </a:lnTo>
                <a:close/>
                <a:lnTo>
                  <a:pt x="1617679" y="334324"/>
                </a:lnTo>
                <a:close/>
                <a:lnTo>
                  <a:pt x="1619169" y="363742"/>
                </a:lnTo>
                <a:close/>
                <a:lnTo>
                  <a:pt x="1620658" y="342958"/>
                </a:lnTo>
                <a:close/>
                <a:lnTo>
                  <a:pt x="1623638" y="375018"/>
                </a:lnTo>
                <a:close/>
                <a:lnTo>
                  <a:pt x="1625127" y="340522"/>
                </a:lnTo>
                <a:close/>
                <a:lnTo>
                  <a:pt x="1626617" y="364360"/>
                </a:lnTo>
                <a:close/>
                <a:lnTo>
                  <a:pt x="1629596" y="302356"/>
                </a:lnTo>
                <a:close/>
                <a:lnTo>
                  <a:pt x="1631086" y="300621"/>
                </a:lnTo>
                <a:close/>
                <a:lnTo>
                  <a:pt x="1634065" y="419536"/>
                </a:lnTo>
                <a:close/>
                <a:lnTo>
                  <a:pt x="1643002" y="675560"/>
                </a:lnTo>
                <a:close/>
                <a:lnTo>
                  <a:pt x="1644492" y="665053"/>
                </a:lnTo>
                <a:close/>
                <a:lnTo>
                  <a:pt x="1647471" y="600797"/>
                </a:lnTo>
                <a:close/>
                <a:lnTo>
                  <a:pt x="1650450" y="636595"/>
                </a:lnTo>
                <a:close/>
                <a:lnTo>
                  <a:pt x="1651940" y="671133"/>
                </a:lnTo>
                <a:close/>
                <a:lnTo>
                  <a:pt x="1653429" y="663339"/>
                </a:lnTo>
                <a:close/>
                <a:lnTo>
                  <a:pt x="1654919" y="673673"/>
                </a:lnTo>
                <a:close/>
                <a:lnTo>
                  <a:pt x="1656408" y="597197"/>
                </a:lnTo>
                <a:close/>
                <a:lnTo>
                  <a:pt x="1657898" y="624163"/>
                </a:lnTo>
                <a:close/>
                <a:lnTo>
                  <a:pt x="1659387" y="607984"/>
                </a:lnTo>
                <a:close/>
                <a:lnTo>
                  <a:pt x="1662367" y="652141"/>
                </a:lnTo>
                <a:close/>
                <a:lnTo>
                  <a:pt x="1663856" y="665068"/>
                </a:lnTo>
                <a:close/>
                <a:lnTo>
                  <a:pt x="1665346" y="722174"/>
                </a:lnTo>
                <a:close/>
                <a:lnTo>
                  <a:pt x="1666835" y="724179"/>
                </a:lnTo>
                <a:close/>
                <a:lnTo>
                  <a:pt x="1669814" y="697263"/>
                </a:lnTo>
                <a:close/>
                <a:lnTo>
                  <a:pt x="1675773" y="838239"/>
                </a:lnTo>
                <a:close/>
                <a:lnTo>
                  <a:pt x="1677262" y="838239"/>
                </a:lnTo>
                <a:close/>
                <a:lnTo>
                  <a:pt x="1678752" y="855739"/>
                </a:lnTo>
                <a:close/>
                <a:lnTo>
                  <a:pt x="1680242" y="846385"/>
                </a:lnTo>
                <a:close/>
                <a:lnTo>
                  <a:pt x="1681731" y="818333"/>
                </a:lnTo>
                <a:close/>
                <a:lnTo>
                  <a:pt x="1683221" y="829842"/>
                </a:lnTo>
                <a:close/>
                <a:lnTo>
                  <a:pt x="1684710" y="764547"/>
                </a:lnTo>
                <a:close/>
                <a:lnTo>
                  <a:pt x="1690669" y="912552"/>
                </a:lnTo>
                <a:close/>
                <a:lnTo>
                  <a:pt x="1692158" y="931026"/>
                </a:lnTo>
                <a:close/>
                <a:lnTo>
                  <a:pt x="1701096" y="653481"/>
                </a:lnTo>
                <a:close/>
                <a:lnTo>
                  <a:pt x="1702585" y="680287"/>
                </a:lnTo>
                <a:close/>
                <a:lnTo>
                  <a:pt x="1705564" y="581839"/>
                </a:lnTo>
                <a:close/>
                <a:lnTo>
                  <a:pt x="1707054" y="600116"/>
                </a:lnTo>
                <a:close/>
                <a:lnTo>
                  <a:pt x="1708543" y="570905"/>
                </a:lnTo>
                <a:close/>
                <a:lnTo>
                  <a:pt x="1710033" y="579702"/>
                </a:lnTo>
                <a:close/>
                <a:lnTo>
                  <a:pt x="1713012" y="511060"/>
                </a:lnTo>
                <a:close/>
                <a:lnTo>
                  <a:pt x="1715991" y="439547"/>
                </a:lnTo>
                <a:close/>
                <a:lnTo>
                  <a:pt x="1717481" y="525727"/>
                </a:lnTo>
                <a:close/>
                <a:lnTo>
                  <a:pt x="1718971" y="492174"/>
                </a:lnTo>
                <a:close/>
                <a:lnTo>
                  <a:pt x="1720460" y="508664"/>
                </a:lnTo>
                <a:close/>
                <a:lnTo>
                  <a:pt x="1723439" y="428444"/>
                </a:lnTo>
                <a:close/>
                <a:lnTo>
                  <a:pt x="1724929" y="480612"/>
                </a:lnTo>
                <a:close/>
                <a:lnTo>
                  <a:pt x="1726418" y="478549"/>
                </a:lnTo>
                <a:close/>
                <a:lnTo>
                  <a:pt x="1729398" y="350511"/>
                </a:lnTo>
                <a:close/>
                <a:lnTo>
                  <a:pt x="1730887" y="274392"/>
                </a:lnTo>
                <a:close/>
                <a:lnTo>
                  <a:pt x="1732377" y="282748"/>
                </a:lnTo>
                <a:close/>
                <a:lnTo>
                  <a:pt x="1735356" y="244734"/>
                </a:lnTo>
                <a:close/>
                <a:lnTo>
                  <a:pt x="1736845" y="260799"/>
                </a:lnTo>
                <a:close/>
                <a:lnTo>
                  <a:pt x="1738335" y="233034"/>
                </a:lnTo>
                <a:close/>
                <a:lnTo>
                  <a:pt x="1739825" y="249495"/>
                </a:lnTo>
                <a:close/>
                <a:lnTo>
                  <a:pt x="1741314" y="191842"/>
                </a:lnTo>
                <a:close/>
                <a:lnTo>
                  <a:pt x="1744293" y="209536"/>
                </a:lnTo>
                <a:close/>
                <a:lnTo>
                  <a:pt x="1748762" y="305763"/>
                </a:lnTo>
                <a:close/>
                <a:lnTo>
                  <a:pt x="1750252" y="289713"/>
                </a:lnTo>
                <a:close/>
                <a:lnTo>
                  <a:pt x="1751741" y="378503"/>
                </a:lnTo>
                <a:close/>
                <a:lnTo>
                  <a:pt x="1753231" y="349247"/>
                </a:lnTo>
                <a:close/>
                <a:lnTo>
                  <a:pt x="1754720" y="352963"/>
                </a:lnTo>
                <a:close/>
                <a:lnTo>
                  <a:pt x="1757699" y="331438"/>
                </a:lnTo>
                <a:close/>
                <a:lnTo>
                  <a:pt x="1759189" y="193136"/>
                </a:lnTo>
                <a:close/>
                <a:lnTo>
                  <a:pt x="1760679" y="195189"/>
                </a:lnTo>
                <a:close/>
                <a:lnTo>
                  <a:pt x="1762168" y="193414"/>
                </a:lnTo>
                <a:close/>
                <a:lnTo>
                  <a:pt x="1763658" y="177239"/>
                </a:lnTo>
                <a:close/>
                <a:lnTo>
                  <a:pt x="1765147" y="203043"/>
                </a:lnTo>
                <a:close/>
                <a:lnTo>
                  <a:pt x="1769616" y="159031"/>
                </a:lnTo>
                <a:close/>
                <a:lnTo>
                  <a:pt x="1771106" y="151263"/>
                </a:lnTo>
                <a:close/>
                <a:lnTo>
                  <a:pt x="1772595" y="122967"/>
                </a:lnTo>
                <a:close/>
                <a:lnTo>
                  <a:pt x="1774085" y="166376"/>
                </a:lnTo>
                <a:close/>
                <a:lnTo>
                  <a:pt x="1775574" y="168303"/>
                </a:lnTo>
                <a:close/>
                <a:lnTo>
                  <a:pt x="1777064" y="198956"/>
                </a:lnTo>
                <a:close/>
                <a:lnTo>
                  <a:pt x="1780043" y="151588"/>
                </a:lnTo>
                <a:close/>
                <a:lnTo>
                  <a:pt x="1781533" y="179947"/>
                </a:lnTo>
                <a:close/>
                <a:lnTo>
                  <a:pt x="1783022" y="115203"/>
                </a:lnTo>
                <a:close/>
                <a:lnTo>
                  <a:pt x="1784512" y="236948"/>
                </a:lnTo>
                <a:close/>
                <a:lnTo>
                  <a:pt x="1786001" y="235288"/>
                </a:lnTo>
                <a:close/>
                <a:lnTo>
                  <a:pt x="1786001" y="235288"/>
                </a:lnTo>
                <a:close/>
              </a:path>
            </a:pathLst>
          </a:custGeom>
          <a:noFill/>
          <a:ln w="7620">
            <a:solidFill>
              <a:srgbClr val="2E86AB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521266" y="5650992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521266" y="6675120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173478" y="1042416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3262778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234497" y="2134094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17" name="Freeform 116"/>
          <p:cNvSpPr/>
          <p:nvPr/>
        </p:nvSpPr>
        <p:spPr>
          <a:xfrm>
            <a:off x="3560694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475850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119" name="Freeform 118"/>
          <p:cNvSpPr/>
          <p:nvPr/>
        </p:nvSpPr>
        <p:spPr>
          <a:xfrm>
            <a:off x="3858609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773765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121" name="Freeform 120"/>
          <p:cNvSpPr/>
          <p:nvPr/>
        </p:nvSpPr>
        <p:spPr>
          <a:xfrm>
            <a:off x="4156524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071680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123" name="Freeform 122"/>
          <p:cNvSpPr/>
          <p:nvPr/>
        </p:nvSpPr>
        <p:spPr>
          <a:xfrm>
            <a:off x="4454439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69595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125" name="Freeform 124"/>
          <p:cNvSpPr/>
          <p:nvPr/>
        </p:nvSpPr>
        <p:spPr>
          <a:xfrm>
            <a:off x="4752354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639229" y="2134094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127" name="Freeform 126"/>
          <p:cNvSpPr/>
          <p:nvPr/>
        </p:nvSpPr>
        <p:spPr>
          <a:xfrm>
            <a:off x="5050270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937144" y="2134094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129" name="Freeform 128"/>
          <p:cNvSpPr/>
          <p:nvPr/>
        </p:nvSpPr>
        <p:spPr>
          <a:xfrm>
            <a:off x="3129028" y="190887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43199" y="185375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1.7</a:t>
            </a:r>
          </a:p>
        </p:txBody>
      </p:sp>
      <p:sp>
        <p:nvSpPr>
          <p:cNvPr id="131" name="Freeform 130"/>
          <p:cNvSpPr/>
          <p:nvPr/>
        </p:nvSpPr>
        <p:spPr>
          <a:xfrm>
            <a:off x="3129028" y="168607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943199" y="1630945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sp>
        <p:nvSpPr>
          <p:cNvPr id="133" name="Freeform 132"/>
          <p:cNvSpPr/>
          <p:nvPr/>
        </p:nvSpPr>
        <p:spPr>
          <a:xfrm>
            <a:off x="3129028" y="146326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943199" y="140813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1.9</a:t>
            </a:r>
          </a:p>
        </p:txBody>
      </p:sp>
      <p:sp>
        <p:nvSpPr>
          <p:cNvPr id="135" name="Freeform 134"/>
          <p:cNvSpPr/>
          <p:nvPr/>
        </p:nvSpPr>
        <p:spPr>
          <a:xfrm>
            <a:off x="3129028" y="124045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943199" y="118532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173478" y="87731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1e11</a:t>
            </a:r>
          </a:p>
        </p:txBody>
      </p:sp>
      <p:sp>
        <p:nvSpPr>
          <p:cNvPr id="138" name="Freeform 137"/>
          <p:cNvSpPr/>
          <p:nvPr/>
        </p:nvSpPr>
        <p:spPr>
          <a:xfrm>
            <a:off x="3262778" y="1088967"/>
            <a:ext cx="1786002" cy="931026"/>
          </a:xfrm>
          <a:custGeom>
            <a:avLst/>
            <a:gdLst/>
            <a:ahLst/>
            <a:cxnLst/>
            <a:rect l="l" t="t" r="r" b="b"/>
            <a:pathLst>
              <a:path w="1786002" h="931026">
                <a:moveTo>
                  <a:pt x="0" y="671648"/>
                </a:moveTo>
                <a:lnTo>
                  <a:pt x="1490" y="676757"/>
                </a:lnTo>
                <a:close/>
                <a:lnTo>
                  <a:pt x="5959" y="402067"/>
                </a:lnTo>
                <a:close/>
                <a:lnTo>
                  <a:pt x="7448" y="505197"/>
                </a:lnTo>
                <a:close/>
                <a:lnTo>
                  <a:pt x="8938" y="479545"/>
                </a:lnTo>
                <a:close/>
                <a:lnTo>
                  <a:pt x="11917" y="818326"/>
                </a:lnTo>
                <a:close/>
                <a:lnTo>
                  <a:pt x="13406" y="763369"/>
                </a:lnTo>
                <a:close/>
                <a:lnTo>
                  <a:pt x="14896" y="642178"/>
                </a:lnTo>
                <a:close/>
                <a:lnTo>
                  <a:pt x="16386" y="645069"/>
                </a:lnTo>
                <a:close/>
                <a:lnTo>
                  <a:pt x="17875" y="595153"/>
                </a:lnTo>
                <a:close/>
                <a:lnTo>
                  <a:pt x="19365" y="644121"/>
                </a:lnTo>
                <a:close/>
                <a:lnTo>
                  <a:pt x="20854" y="798929"/>
                </a:lnTo>
                <a:close/>
                <a:lnTo>
                  <a:pt x="22344" y="761688"/>
                </a:lnTo>
                <a:close/>
                <a:lnTo>
                  <a:pt x="23834" y="792921"/>
                </a:lnTo>
                <a:close/>
                <a:lnTo>
                  <a:pt x="26813" y="574908"/>
                </a:lnTo>
                <a:close/>
                <a:lnTo>
                  <a:pt x="28302" y="453026"/>
                </a:lnTo>
                <a:close/>
                <a:lnTo>
                  <a:pt x="29792" y="557646"/>
                </a:lnTo>
                <a:close/>
                <a:lnTo>
                  <a:pt x="31281" y="500730"/>
                </a:lnTo>
                <a:close/>
                <a:lnTo>
                  <a:pt x="34261" y="760928"/>
                </a:lnTo>
                <a:close/>
                <a:lnTo>
                  <a:pt x="37240" y="427287"/>
                </a:lnTo>
                <a:close/>
                <a:lnTo>
                  <a:pt x="38729" y="426330"/>
                </a:lnTo>
                <a:close/>
                <a:lnTo>
                  <a:pt x="40219" y="429114"/>
                </a:lnTo>
                <a:close/>
                <a:lnTo>
                  <a:pt x="43198" y="676065"/>
                </a:lnTo>
                <a:close/>
                <a:lnTo>
                  <a:pt x="44688" y="602669"/>
                </a:lnTo>
                <a:close/>
                <a:lnTo>
                  <a:pt x="46177" y="600533"/>
                </a:lnTo>
                <a:close/>
                <a:lnTo>
                  <a:pt x="47667" y="647316"/>
                </a:lnTo>
                <a:close/>
                <a:lnTo>
                  <a:pt x="49156" y="621349"/>
                </a:lnTo>
                <a:close/>
                <a:lnTo>
                  <a:pt x="50646" y="622482"/>
                </a:lnTo>
                <a:close/>
                <a:lnTo>
                  <a:pt x="52135" y="737637"/>
                </a:lnTo>
                <a:close/>
                <a:lnTo>
                  <a:pt x="55115" y="528459"/>
                </a:lnTo>
                <a:close/>
                <a:lnTo>
                  <a:pt x="56604" y="659012"/>
                </a:lnTo>
                <a:close/>
                <a:lnTo>
                  <a:pt x="58094" y="647417"/>
                </a:lnTo>
                <a:close/>
                <a:lnTo>
                  <a:pt x="59583" y="592484"/>
                </a:lnTo>
                <a:close/>
                <a:lnTo>
                  <a:pt x="61073" y="598721"/>
                </a:lnTo>
                <a:close/>
                <a:lnTo>
                  <a:pt x="62563" y="460845"/>
                </a:lnTo>
                <a:close/>
                <a:lnTo>
                  <a:pt x="64052" y="577148"/>
                </a:lnTo>
                <a:close/>
                <a:lnTo>
                  <a:pt x="65542" y="564834"/>
                </a:lnTo>
                <a:close/>
                <a:lnTo>
                  <a:pt x="68521" y="399001"/>
                </a:lnTo>
                <a:close/>
                <a:lnTo>
                  <a:pt x="70010" y="346463"/>
                </a:lnTo>
                <a:close/>
                <a:lnTo>
                  <a:pt x="72990" y="495680"/>
                </a:lnTo>
                <a:close/>
                <a:lnTo>
                  <a:pt x="75969" y="613400"/>
                </a:lnTo>
                <a:close/>
                <a:lnTo>
                  <a:pt x="77458" y="612169"/>
                </a:lnTo>
                <a:close/>
                <a:lnTo>
                  <a:pt x="78948" y="631622"/>
                </a:lnTo>
                <a:close/>
                <a:lnTo>
                  <a:pt x="80437" y="699806"/>
                </a:lnTo>
                <a:close/>
                <a:lnTo>
                  <a:pt x="83417" y="581639"/>
                </a:lnTo>
                <a:close/>
                <a:lnTo>
                  <a:pt x="86396" y="457145"/>
                </a:lnTo>
                <a:close/>
                <a:lnTo>
                  <a:pt x="87885" y="475783"/>
                </a:lnTo>
                <a:close/>
                <a:lnTo>
                  <a:pt x="89375" y="601184"/>
                </a:lnTo>
                <a:close/>
                <a:lnTo>
                  <a:pt x="92354" y="442972"/>
                </a:lnTo>
                <a:close/>
                <a:lnTo>
                  <a:pt x="93844" y="519929"/>
                </a:lnTo>
                <a:close/>
                <a:lnTo>
                  <a:pt x="96823" y="464155"/>
                </a:lnTo>
                <a:close/>
                <a:lnTo>
                  <a:pt x="98312" y="583095"/>
                </a:lnTo>
                <a:close/>
                <a:lnTo>
                  <a:pt x="99802" y="442284"/>
                </a:lnTo>
                <a:close/>
                <a:lnTo>
                  <a:pt x="105760" y="633647"/>
                </a:lnTo>
                <a:close/>
                <a:lnTo>
                  <a:pt x="107250" y="415532"/>
                </a:lnTo>
                <a:close/>
                <a:lnTo>
                  <a:pt x="111719" y="603388"/>
                </a:lnTo>
                <a:close/>
                <a:lnTo>
                  <a:pt x="114698" y="510621"/>
                </a:lnTo>
                <a:close/>
                <a:lnTo>
                  <a:pt x="116187" y="531810"/>
                </a:lnTo>
                <a:close/>
                <a:lnTo>
                  <a:pt x="117677" y="500952"/>
                </a:lnTo>
                <a:close/>
                <a:lnTo>
                  <a:pt x="119166" y="530334"/>
                </a:lnTo>
                <a:close/>
                <a:lnTo>
                  <a:pt x="120656" y="742425"/>
                </a:lnTo>
                <a:close/>
                <a:lnTo>
                  <a:pt x="126614" y="438036"/>
                </a:lnTo>
                <a:close/>
                <a:lnTo>
                  <a:pt x="128104" y="610560"/>
                </a:lnTo>
                <a:close/>
                <a:lnTo>
                  <a:pt x="131083" y="563178"/>
                </a:lnTo>
                <a:close/>
                <a:lnTo>
                  <a:pt x="134062" y="386895"/>
                </a:lnTo>
                <a:close/>
                <a:lnTo>
                  <a:pt x="137041" y="686280"/>
                </a:lnTo>
                <a:close/>
                <a:lnTo>
                  <a:pt x="138531" y="554968"/>
                </a:lnTo>
                <a:close/>
                <a:lnTo>
                  <a:pt x="140020" y="683363"/>
                </a:lnTo>
                <a:close/>
                <a:lnTo>
                  <a:pt x="141510" y="548279"/>
                </a:lnTo>
                <a:close/>
                <a:lnTo>
                  <a:pt x="144489" y="592675"/>
                </a:lnTo>
                <a:close/>
                <a:lnTo>
                  <a:pt x="145979" y="602664"/>
                </a:lnTo>
                <a:close/>
                <a:lnTo>
                  <a:pt x="147468" y="671485"/>
                </a:lnTo>
                <a:close/>
                <a:lnTo>
                  <a:pt x="150447" y="429504"/>
                </a:lnTo>
                <a:close/>
                <a:lnTo>
                  <a:pt x="151937" y="580515"/>
                </a:lnTo>
                <a:close/>
                <a:lnTo>
                  <a:pt x="153427" y="567509"/>
                </a:lnTo>
                <a:close/>
                <a:lnTo>
                  <a:pt x="156406" y="625777"/>
                </a:lnTo>
                <a:close/>
                <a:lnTo>
                  <a:pt x="157895" y="519181"/>
                </a:lnTo>
                <a:close/>
                <a:lnTo>
                  <a:pt x="159385" y="674534"/>
                </a:lnTo>
                <a:close/>
                <a:lnTo>
                  <a:pt x="162364" y="357637"/>
                </a:lnTo>
                <a:close/>
                <a:lnTo>
                  <a:pt x="163854" y="422638"/>
                </a:lnTo>
                <a:close/>
                <a:lnTo>
                  <a:pt x="165343" y="421893"/>
                </a:lnTo>
                <a:close/>
                <a:lnTo>
                  <a:pt x="166833" y="318178"/>
                </a:lnTo>
                <a:close/>
                <a:lnTo>
                  <a:pt x="168322" y="643589"/>
                </a:lnTo>
                <a:close/>
                <a:lnTo>
                  <a:pt x="174281" y="497181"/>
                </a:lnTo>
                <a:close/>
                <a:lnTo>
                  <a:pt x="175770" y="542335"/>
                </a:lnTo>
                <a:close/>
                <a:lnTo>
                  <a:pt x="177260" y="670106"/>
                </a:lnTo>
                <a:close/>
                <a:lnTo>
                  <a:pt x="178749" y="634592"/>
                </a:lnTo>
                <a:close/>
                <a:lnTo>
                  <a:pt x="180239" y="645872"/>
                </a:lnTo>
                <a:close/>
                <a:lnTo>
                  <a:pt x="181729" y="848954"/>
                </a:lnTo>
                <a:close/>
                <a:lnTo>
                  <a:pt x="183218" y="747845"/>
                </a:lnTo>
                <a:close/>
                <a:lnTo>
                  <a:pt x="184708" y="774432"/>
                </a:lnTo>
                <a:close/>
                <a:lnTo>
                  <a:pt x="186197" y="691005"/>
                </a:lnTo>
                <a:close/>
                <a:lnTo>
                  <a:pt x="187687" y="513442"/>
                </a:lnTo>
                <a:close/>
                <a:lnTo>
                  <a:pt x="189176" y="541233"/>
                </a:lnTo>
                <a:close/>
                <a:lnTo>
                  <a:pt x="190666" y="467693"/>
                </a:lnTo>
                <a:close/>
                <a:lnTo>
                  <a:pt x="192156" y="545917"/>
                </a:lnTo>
                <a:close/>
                <a:lnTo>
                  <a:pt x="193645" y="529148"/>
                </a:lnTo>
                <a:close/>
                <a:lnTo>
                  <a:pt x="195135" y="537268"/>
                </a:lnTo>
                <a:close/>
                <a:lnTo>
                  <a:pt x="196624" y="563148"/>
                </a:lnTo>
                <a:close/>
                <a:lnTo>
                  <a:pt x="198114" y="466424"/>
                </a:lnTo>
                <a:close/>
                <a:lnTo>
                  <a:pt x="201093" y="571147"/>
                </a:lnTo>
                <a:close/>
                <a:lnTo>
                  <a:pt x="202583" y="395281"/>
                </a:lnTo>
                <a:close/>
                <a:lnTo>
                  <a:pt x="204072" y="406979"/>
                </a:lnTo>
                <a:close/>
                <a:lnTo>
                  <a:pt x="205562" y="460602"/>
                </a:lnTo>
                <a:close/>
                <a:lnTo>
                  <a:pt x="210031" y="402512"/>
                </a:lnTo>
                <a:close/>
                <a:lnTo>
                  <a:pt x="213010" y="878776"/>
                </a:lnTo>
                <a:close/>
                <a:lnTo>
                  <a:pt x="214499" y="814598"/>
                </a:lnTo>
                <a:close/>
                <a:lnTo>
                  <a:pt x="215989" y="877317"/>
                </a:lnTo>
                <a:close/>
                <a:lnTo>
                  <a:pt x="218968" y="649817"/>
                </a:lnTo>
                <a:close/>
                <a:lnTo>
                  <a:pt x="220458" y="680243"/>
                </a:lnTo>
                <a:close/>
                <a:lnTo>
                  <a:pt x="223437" y="458125"/>
                </a:lnTo>
                <a:close/>
                <a:lnTo>
                  <a:pt x="224926" y="503945"/>
                </a:lnTo>
                <a:close/>
                <a:lnTo>
                  <a:pt x="226416" y="422065"/>
                </a:lnTo>
                <a:close/>
                <a:lnTo>
                  <a:pt x="230885" y="848224"/>
                </a:lnTo>
                <a:close/>
                <a:lnTo>
                  <a:pt x="232374" y="786612"/>
                </a:lnTo>
                <a:close/>
                <a:lnTo>
                  <a:pt x="233864" y="783949"/>
                </a:lnTo>
                <a:close/>
                <a:lnTo>
                  <a:pt x="236843" y="706572"/>
                </a:lnTo>
                <a:close/>
                <a:lnTo>
                  <a:pt x="239822" y="856485"/>
                </a:lnTo>
                <a:close/>
                <a:lnTo>
                  <a:pt x="241312" y="774554"/>
                </a:lnTo>
                <a:close/>
                <a:lnTo>
                  <a:pt x="242801" y="847609"/>
                </a:lnTo>
                <a:close/>
                <a:lnTo>
                  <a:pt x="245780" y="750632"/>
                </a:lnTo>
                <a:close/>
                <a:lnTo>
                  <a:pt x="248760" y="717961"/>
                </a:lnTo>
                <a:close/>
                <a:lnTo>
                  <a:pt x="250249" y="529644"/>
                </a:lnTo>
                <a:close/>
                <a:lnTo>
                  <a:pt x="251739" y="571290"/>
                </a:lnTo>
                <a:close/>
                <a:lnTo>
                  <a:pt x="253228" y="481592"/>
                </a:lnTo>
                <a:close/>
                <a:lnTo>
                  <a:pt x="256207" y="596190"/>
                </a:lnTo>
                <a:close/>
                <a:lnTo>
                  <a:pt x="257697" y="344517"/>
                </a:lnTo>
                <a:close/>
                <a:lnTo>
                  <a:pt x="260676" y="432667"/>
                </a:lnTo>
                <a:close/>
                <a:lnTo>
                  <a:pt x="263655" y="344079"/>
                </a:lnTo>
                <a:close/>
                <a:lnTo>
                  <a:pt x="266634" y="550788"/>
                </a:lnTo>
                <a:close/>
                <a:lnTo>
                  <a:pt x="268124" y="444797"/>
                </a:lnTo>
                <a:close/>
                <a:lnTo>
                  <a:pt x="269614" y="613579"/>
                </a:lnTo>
                <a:close/>
                <a:lnTo>
                  <a:pt x="271103" y="592728"/>
                </a:lnTo>
                <a:close/>
                <a:lnTo>
                  <a:pt x="272593" y="412672"/>
                </a:lnTo>
                <a:close/>
                <a:lnTo>
                  <a:pt x="275572" y="640327"/>
                </a:lnTo>
                <a:close/>
                <a:lnTo>
                  <a:pt x="277061" y="590648"/>
                </a:lnTo>
                <a:close/>
                <a:lnTo>
                  <a:pt x="278551" y="685541"/>
                </a:lnTo>
                <a:close/>
                <a:lnTo>
                  <a:pt x="281530" y="310242"/>
                </a:lnTo>
                <a:close/>
                <a:lnTo>
                  <a:pt x="283020" y="392990"/>
                </a:lnTo>
                <a:close/>
                <a:lnTo>
                  <a:pt x="284509" y="375719"/>
                </a:lnTo>
                <a:close/>
                <a:lnTo>
                  <a:pt x="285999" y="594993"/>
                </a:lnTo>
                <a:close/>
                <a:lnTo>
                  <a:pt x="287489" y="592265"/>
                </a:lnTo>
                <a:close/>
                <a:lnTo>
                  <a:pt x="290468" y="748416"/>
                </a:lnTo>
                <a:close/>
                <a:lnTo>
                  <a:pt x="293447" y="600831"/>
                </a:lnTo>
                <a:close/>
                <a:lnTo>
                  <a:pt x="294936" y="625654"/>
                </a:lnTo>
                <a:close/>
                <a:lnTo>
                  <a:pt x="296426" y="808146"/>
                </a:lnTo>
                <a:close/>
                <a:lnTo>
                  <a:pt x="299405" y="652786"/>
                </a:lnTo>
                <a:close/>
                <a:lnTo>
                  <a:pt x="300895" y="730445"/>
                </a:lnTo>
                <a:close/>
                <a:lnTo>
                  <a:pt x="311322" y="252258"/>
                </a:lnTo>
                <a:close/>
                <a:lnTo>
                  <a:pt x="312811" y="330304"/>
                </a:lnTo>
                <a:close/>
                <a:lnTo>
                  <a:pt x="314301" y="277404"/>
                </a:lnTo>
                <a:close/>
                <a:lnTo>
                  <a:pt x="317280" y="503209"/>
                </a:lnTo>
                <a:close/>
                <a:lnTo>
                  <a:pt x="318770" y="464740"/>
                </a:lnTo>
                <a:close/>
                <a:lnTo>
                  <a:pt x="320259" y="479493"/>
                </a:lnTo>
                <a:close/>
                <a:lnTo>
                  <a:pt x="321749" y="654326"/>
                </a:lnTo>
                <a:close/>
                <a:lnTo>
                  <a:pt x="323238" y="643584"/>
                </a:lnTo>
                <a:close/>
                <a:lnTo>
                  <a:pt x="324728" y="718343"/>
                </a:lnTo>
                <a:close/>
                <a:lnTo>
                  <a:pt x="327707" y="599888"/>
                </a:lnTo>
                <a:close/>
                <a:lnTo>
                  <a:pt x="329197" y="686368"/>
                </a:lnTo>
                <a:close/>
                <a:lnTo>
                  <a:pt x="332176" y="567328"/>
                </a:lnTo>
                <a:close/>
                <a:lnTo>
                  <a:pt x="333665" y="656113"/>
                </a:lnTo>
                <a:close/>
                <a:lnTo>
                  <a:pt x="336645" y="417128"/>
                </a:lnTo>
                <a:close/>
                <a:lnTo>
                  <a:pt x="338134" y="395373"/>
                </a:lnTo>
                <a:close/>
                <a:lnTo>
                  <a:pt x="339624" y="526601"/>
                </a:lnTo>
                <a:close/>
                <a:lnTo>
                  <a:pt x="342603" y="426049"/>
                </a:lnTo>
                <a:close/>
                <a:lnTo>
                  <a:pt x="345582" y="263952"/>
                </a:lnTo>
                <a:close/>
                <a:lnTo>
                  <a:pt x="348561" y="566157"/>
                </a:lnTo>
                <a:close/>
                <a:lnTo>
                  <a:pt x="350051" y="581821"/>
                </a:lnTo>
                <a:close/>
                <a:lnTo>
                  <a:pt x="351540" y="505347"/>
                </a:lnTo>
                <a:close/>
                <a:lnTo>
                  <a:pt x="353030" y="508469"/>
                </a:lnTo>
                <a:close/>
                <a:lnTo>
                  <a:pt x="354519" y="559245"/>
                </a:lnTo>
                <a:close/>
                <a:lnTo>
                  <a:pt x="356009" y="746782"/>
                </a:lnTo>
                <a:close/>
                <a:lnTo>
                  <a:pt x="360478" y="393664"/>
                </a:lnTo>
                <a:close/>
                <a:lnTo>
                  <a:pt x="361967" y="583585"/>
                </a:lnTo>
                <a:close/>
                <a:lnTo>
                  <a:pt x="363457" y="520539"/>
                </a:lnTo>
                <a:close/>
                <a:lnTo>
                  <a:pt x="364946" y="681454"/>
                </a:lnTo>
                <a:close/>
                <a:lnTo>
                  <a:pt x="367926" y="437647"/>
                </a:lnTo>
                <a:close/>
                <a:lnTo>
                  <a:pt x="369415" y="480666"/>
                </a:lnTo>
                <a:close/>
                <a:lnTo>
                  <a:pt x="370905" y="441315"/>
                </a:lnTo>
                <a:close/>
                <a:lnTo>
                  <a:pt x="373884" y="577334"/>
                </a:lnTo>
                <a:close/>
                <a:lnTo>
                  <a:pt x="375373" y="626997"/>
                </a:lnTo>
                <a:close/>
                <a:lnTo>
                  <a:pt x="378353" y="506197"/>
                </a:lnTo>
                <a:close/>
                <a:lnTo>
                  <a:pt x="381332" y="573299"/>
                </a:lnTo>
                <a:close/>
                <a:lnTo>
                  <a:pt x="382821" y="491020"/>
                </a:lnTo>
                <a:close/>
                <a:lnTo>
                  <a:pt x="384311" y="547896"/>
                </a:lnTo>
                <a:close/>
                <a:lnTo>
                  <a:pt x="387290" y="850366"/>
                </a:lnTo>
                <a:close/>
                <a:lnTo>
                  <a:pt x="388780" y="744798"/>
                </a:lnTo>
                <a:close/>
                <a:lnTo>
                  <a:pt x="390269" y="753962"/>
                </a:lnTo>
                <a:close/>
                <a:lnTo>
                  <a:pt x="394738" y="549475"/>
                </a:lnTo>
                <a:close/>
                <a:lnTo>
                  <a:pt x="396228" y="623138"/>
                </a:lnTo>
                <a:close/>
                <a:lnTo>
                  <a:pt x="397717" y="618972"/>
                </a:lnTo>
                <a:close/>
                <a:lnTo>
                  <a:pt x="399207" y="583414"/>
                </a:lnTo>
                <a:close/>
                <a:lnTo>
                  <a:pt x="400696" y="606902"/>
                </a:lnTo>
                <a:close/>
                <a:lnTo>
                  <a:pt x="402186" y="533310"/>
                </a:lnTo>
                <a:close/>
                <a:lnTo>
                  <a:pt x="403675" y="591941"/>
                </a:lnTo>
                <a:close/>
                <a:lnTo>
                  <a:pt x="405165" y="479129"/>
                </a:lnTo>
                <a:close/>
                <a:lnTo>
                  <a:pt x="406655" y="685735"/>
                </a:lnTo>
                <a:close/>
                <a:lnTo>
                  <a:pt x="409634" y="449685"/>
                </a:lnTo>
                <a:close/>
                <a:lnTo>
                  <a:pt x="411123" y="403722"/>
                </a:lnTo>
                <a:close/>
                <a:lnTo>
                  <a:pt x="412613" y="801285"/>
                </a:lnTo>
                <a:close/>
                <a:lnTo>
                  <a:pt x="415592" y="549411"/>
                </a:lnTo>
                <a:close/>
                <a:lnTo>
                  <a:pt x="417082" y="481568"/>
                </a:lnTo>
                <a:close/>
                <a:lnTo>
                  <a:pt x="418571" y="502051"/>
                </a:lnTo>
                <a:close/>
                <a:lnTo>
                  <a:pt x="420061" y="370506"/>
                </a:lnTo>
                <a:close/>
                <a:lnTo>
                  <a:pt x="421550" y="368889"/>
                </a:lnTo>
                <a:close/>
                <a:lnTo>
                  <a:pt x="423040" y="478333"/>
                </a:lnTo>
                <a:close/>
                <a:lnTo>
                  <a:pt x="424530" y="472151"/>
                </a:lnTo>
                <a:close/>
                <a:lnTo>
                  <a:pt x="426019" y="242738"/>
                </a:lnTo>
                <a:close/>
                <a:lnTo>
                  <a:pt x="427509" y="293685"/>
                </a:lnTo>
                <a:close/>
                <a:lnTo>
                  <a:pt x="428998" y="547716"/>
                </a:lnTo>
                <a:close/>
                <a:lnTo>
                  <a:pt x="431977" y="505269"/>
                </a:lnTo>
                <a:close/>
                <a:lnTo>
                  <a:pt x="433467" y="390981"/>
                </a:lnTo>
                <a:close/>
                <a:lnTo>
                  <a:pt x="436446" y="461942"/>
                </a:lnTo>
                <a:close/>
                <a:lnTo>
                  <a:pt x="439425" y="557362"/>
                </a:lnTo>
                <a:close/>
                <a:lnTo>
                  <a:pt x="442404" y="387972"/>
                </a:lnTo>
                <a:close/>
                <a:lnTo>
                  <a:pt x="445384" y="373785"/>
                </a:lnTo>
                <a:close/>
                <a:lnTo>
                  <a:pt x="446873" y="563155"/>
                </a:lnTo>
                <a:close/>
                <a:lnTo>
                  <a:pt x="449852" y="242355"/>
                </a:lnTo>
                <a:close/>
                <a:lnTo>
                  <a:pt x="451342" y="269235"/>
                </a:lnTo>
                <a:close/>
                <a:lnTo>
                  <a:pt x="455811" y="475210"/>
                </a:lnTo>
                <a:close/>
                <a:lnTo>
                  <a:pt x="457300" y="489110"/>
                </a:lnTo>
                <a:close/>
                <a:lnTo>
                  <a:pt x="458790" y="479023"/>
                </a:lnTo>
                <a:close/>
                <a:lnTo>
                  <a:pt x="460279" y="610861"/>
                </a:lnTo>
                <a:close/>
                <a:lnTo>
                  <a:pt x="463258" y="342720"/>
                </a:lnTo>
                <a:close/>
                <a:lnTo>
                  <a:pt x="466238" y="614617"/>
                </a:lnTo>
                <a:close/>
                <a:lnTo>
                  <a:pt x="470706" y="773626"/>
                </a:lnTo>
                <a:close/>
                <a:lnTo>
                  <a:pt x="473686" y="599208"/>
                </a:lnTo>
                <a:close/>
                <a:lnTo>
                  <a:pt x="475175" y="636165"/>
                </a:lnTo>
                <a:close/>
                <a:lnTo>
                  <a:pt x="479644" y="417888"/>
                </a:lnTo>
                <a:close/>
                <a:lnTo>
                  <a:pt x="481133" y="497056"/>
                </a:lnTo>
                <a:close/>
                <a:lnTo>
                  <a:pt x="485602" y="337687"/>
                </a:lnTo>
                <a:close/>
                <a:lnTo>
                  <a:pt x="491560" y="756648"/>
                </a:lnTo>
                <a:close/>
                <a:lnTo>
                  <a:pt x="493050" y="762215"/>
                </a:lnTo>
                <a:close/>
                <a:lnTo>
                  <a:pt x="496029" y="720247"/>
                </a:lnTo>
                <a:close/>
                <a:lnTo>
                  <a:pt x="497519" y="694600"/>
                </a:lnTo>
                <a:close/>
                <a:lnTo>
                  <a:pt x="499008" y="694600"/>
                </a:lnTo>
                <a:close/>
                <a:lnTo>
                  <a:pt x="500498" y="821403"/>
                </a:lnTo>
                <a:close/>
                <a:lnTo>
                  <a:pt x="501987" y="767175"/>
                </a:lnTo>
                <a:close/>
                <a:lnTo>
                  <a:pt x="504967" y="553019"/>
                </a:lnTo>
                <a:close/>
                <a:lnTo>
                  <a:pt x="506456" y="613612"/>
                </a:lnTo>
                <a:close/>
                <a:lnTo>
                  <a:pt x="507946" y="465347"/>
                </a:lnTo>
                <a:close/>
                <a:lnTo>
                  <a:pt x="509435" y="505344"/>
                </a:lnTo>
                <a:close/>
                <a:lnTo>
                  <a:pt x="510925" y="488998"/>
                </a:lnTo>
                <a:close/>
                <a:lnTo>
                  <a:pt x="513904" y="262622"/>
                </a:lnTo>
                <a:close/>
                <a:lnTo>
                  <a:pt x="515394" y="261856"/>
                </a:lnTo>
                <a:close/>
                <a:lnTo>
                  <a:pt x="518373" y="275747"/>
                </a:lnTo>
                <a:close/>
                <a:lnTo>
                  <a:pt x="521352" y="509938"/>
                </a:lnTo>
                <a:close/>
                <a:lnTo>
                  <a:pt x="524331" y="699432"/>
                </a:lnTo>
                <a:close/>
                <a:lnTo>
                  <a:pt x="525821" y="639641"/>
                </a:lnTo>
                <a:close/>
                <a:lnTo>
                  <a:pt x="527310" y="518445"/>
                </a:lnTo>
                <a:close/>
                <a:lnTo>
                  <a:pt x="528800" y="568609"/>
                </a:lnTo>
                <a:close/>
                <a:lnTo>
                  <a:pt x="530289" y="484455"/>
                </a:lnTo>
                <a:close/>
                <a:lnTo>
                  <a:pt x="533269" y="681026"/>
                </a:lnTo>
                <a:close/>
                <a:lnTo>
                  <a:pt x="534758" y="553172"/>
                </a:lnTo>
                <a:close/>
                <a:lnTo>
                  <a:pt x="537737" y="545573"/>
                </a:lnTo>
                <a:close/>
                <a:lnTo>
                  <a:pt x="539227" y="494599"/>
                </a:lnTo>
                <a:close/>
                <a:lnTo>
                  <a:pt x="540716" y="533327"/>
                </a:lnTo>
                <a:close/>
                <a:lnTo>
                  <a:pt x="542206" y="339238"/>
                </a:lnTo>
                <a:close/>
                <a:lnTo>
                  <a:pt x="543696" y="360432"/>
                </a:lnTo>
                <a:close/>
                <a:lnTo>
                  <a:pt x="545185" y="412883"/>
                </a:lnTo>
                <a:close/>
                <a:lnTo>
                  <a:pt x="548164" y="700438"/>
                </a:lnTo>
                <a:close/>
                <a:lnTo>
                  <a:pt x="549654" y="638174"/>
                </a:lnTo>
                <a:close/>
                <a:lnTo>
                  <a:pt x="552633" y="850638"/>
                </a:lnTo>
                <a:close/>
                <a:lnTo>
                  <a:pt x="555612" y="656291"/>
                </a:lnTo>
                <a:close/>
                <a:lnTo>
                  <a:pt x="557102" y="651515"/>
                </a:lnTo>
                <a:close/>
                <a:lnTo>
                  <a:pt x="558591" y="679900"/>
                </a:lnTo>
                <a:close/>
                <a:lnTo>
                  <a:pt x="561571" y="515880"/>
                </a:lnTo>
                <a:close/>
                <a:lnTo>
                  <a:pt x="564550" y="463491"/>
                </a:lnTo>
                <a:close/>
                <a:lnTo>
                  <a:pt x="567529" y="648295"/>
                </a:lnTo>
                <a:close/>
                <a:lnTo>
                  <a:pt x="569018" y="565386"/>
                </a:lnTo>
                <a:close/>
                <a:lnTo>
                  <a:pt x="571998" y="762089"/>
                </a:lnTo>
                <a:close/>
                <a:lnTo>
                  <a:pt x="573487" y="899118"/>
                </a:lnTo>
                <a:close/>
                <a:lnTo>
                  <a:pt x="574977" y="652132"/>
                </a:lnTo>
                <a:close/>
                <a:lnTo>
                  <a:pt x="576466" y="783725"/>
                </a:lnTo>
                <a:close/>
                <a:lnTo>
                  <a:pt x="577956" y="601226"/>
                </a:lnTo>
                <a:close/>
                <a:lnTo>
                  <a:pt x="579445" y="673679"/>
                </a:lnTo>
                <a:close/>
                <a:lnTo>
                  <a:pt x="580935" y="441565"/>
                </a:lnTo>
                <a:close/>
                <a:lnTo>
                  <a:pt x="583914" y="564798"/>
                </a:lnTo>
                <a:close/>
                <a:lnTo>
                  <a:pt x="585404" y="668122"/>
                </a:lnTo>
                <a:close/>
                <a:lnTo>
                  <a:pt x="588383" y="539314"/>
                </a:lnTo>
                <a:close/>
                <a:lnTo>
                  <a:pt x="589872" y="611839"/>
                </a:lnTo>
                <a:close/>
                <a:lnTo>
                  <a:pt x="591362" y="499737"/>
                </a:lnTo>
                <a:close/>
                <a:lnTo>
                  <a:pt x="592852" y="669075"/>
                </a:lnTo>
                <a:close/>
                <a:lnTo>
                  <a:pt x="595831" y="490768"/>
                </a:lnTo>
                <a:close/>
                <a:lnTo>
                  <a:pt x="597320" y="597106"/>
                </a:lnTo>
                <a:close/>
                <a:lnTo>
                  <a:pt x="600300" y="493243"/>
                </a:lnTo>
                <a:close/>
                <a:lnTo>
                  <a:pt x="601789" y="580240"/>
                </a:lnTo>
                <a:close/>
                <a:lnTo>
                  <a:pt x="603279" y="489301"/>
                </a:lnTo>
                <a:close/>
                <a:lnTo>
                  <a:pt x="606258" y="520058"/>
                </a:lnTo>
                <a:close/>
                <a:lnTo>
                  <a:pt x="610727" y="351307"/>
                </a:lnTo>
                <a:close/>
                <a:lnTo>
                  <a:pt x="612216" y="496305"/>
                </a:lnTo>
                <a:close/>
                <a:lnTo>
                  <a:pt x="613706" y="489425"/>
                </a:lnTo>
                <a:close/>
                <a:lnTo>
                  <a:pt x="616685" y="548177"/>
                </a:lnTo>
                <a:close/>
                <a:lnTo>
                  <a:pt x="618174" y="467089"/>
                </a:lnTo>
                <a:close/>
                <a:lnTo>
                  <a:pt x="619664" y="589769"/>
                </a:lnTo>
                <a:close/>
                <a:lnTo>
                  <a:pt x="621154" y="562634"/>
                </a:lnTo>
                <a:close/>
                <a:lnTo>
                  <a:pt x="622643" y="653421"/>
                </a:lnTo>
                <a:close/>
                <a:lnTo>
                  <a:pt x="625622" y="524755"/>
                </a:lnTo>
                <a:close/>
                <a:lnTo>
                  <a:pt x="627112" y="695327"/>
                </a:lnTo>
                <a:close/>
                <a:lnTo>
                  <a:pt x="628601" y="609927"/>
                </a:lnTo>
                <a:close/>
                <a:lnTo>
                  <a:pt x="631581" y="765425"/>
                </a:lnTo>
                <a:close/>
                <a:lnTo>
                  <a:pt x="636049" y="294228"/>
                </a:lnTo>
                <a:close/>
                <a:lnTo>
                  <a:pt x="637539" y="374118"/>
                </a:lnTo>
                <a:close/>
                <a:lnTo>
                  <a:pt x="639028" y="265266"/>
                </a:lnTo>
                <a:close/>
                <a:lnTo>
                  <a:pt x="642008" y="574399"/>
                </a:lnTo>
                <a:close/>
                <a:lnTo>
                  <a:pt x="644987" y="363145"/>
                </a:lnTo>
                <a:close/>
                <a:lnTo>
                  <a:pt x="647966" y="574829"/>
                </a:lnTo>
                <a:close/>
                <a:lnTo>
                  <a:pt x="649456" y="466495"/>
                </a:lnTo>
                <a:close/>
                <a:lnTo>
                  <a:pt x="650945" y="575741"/>
                </a:lnTo>
                <a:close/>
                <a:lnTo>
                  <a:pt x="652435" y="521503"/>
                </a:lnTo>
                <a:close/>
                <a:lnTo>
                  <a:pt x="653924" y="564672"/>
                </a:lnTo>
                <a:close/>
                <a:lnTo>
                  <a:pt x="656903" y="700912"/>
                </a:lnTo>
                <a:close/>
                <a:lnTo>
                  <a:pt x="658393" y="696337"/>
                </a:lnTo>
                <a:close/>
                <a:lnTo>
                  <a:pt x="661372" y="425387"/>
                </a:lnTo>
                <a:close/>
                <a:lnTo>
                  <a:pt x="662862" y="708808"/>
                </a:lnTo>
                <a:close/>
                <a:lnTo>
                  <a:pt x="664351" y="668106"/>
                </a:lnTo>
                <a:close/>
                <a:lnTo>
                  <a:pt x="665841" y="704196"/>
                </a:lnTo>
                <a:close/>
                <a:lnTo>
                  <a:pt x="667330" y="684588"/>
                </a:lnTo>
                <a:close/>
                <a:lnTo>
                  <a:pt x="668820" y="703658"/>
                </a:lnTo>
                <a:close/>
                <a:lnTo>
                  <a:pt x="670310" y="656612"/>
                </a:lnTo>
                <a:close/>
                <a:lnTo>
                  <a:pt x="671799" y="804853"/>
                </a:lnTo>
                <a:close/>
                <a:lnTo>
                  <a:pt x="674778" y="599299"/>
                </a:lnTo>
                <a:close/>
                <a:lnTo>
                  <a:pt x="680737" y="825665"/>
                </a:lnTo>
                <a:close/>
                <a:lnTo>
                  <a:pt x="686695" y="357505"/>
                </a:lnTo>
                <a:close/>
                <a:lnTo>
                  <a:pt x="688184" y="382020"/>
                </a:lnTo>
                <a:close/>
                <a:lnTo>
                  <a:pt x="689674" y="466052"/>
                </a:lnTo>
                <a:close/>
                <a:lnTo>
                  <a:pt x="691164" y="464259"/>
                </a:lnTo>
                <a:close/>
                <a:lnTo>
                  <a:pt x="692653" y="365205"/>
                </a:lnTo>
                <a:close/>
                <a:lnTo>
                  <a:pt x="698612" y="695290"/>
                </a:lnTo>
                <a:close/>
                <a:lnTo>
                  <a:pt x="700101" y="654545"/>
                </a:lnTo>
                <a:close/>
                <a:lnTo>
                  <a:pt x="701591" y="478330"/>
                </a:lnTo>
                <a:close/>
                <a:lnTo>
                  <a:pt x="707549" y="775247"/>
                </a:lnTo>
                <a:close/>
                <a:lnTo>
                  <a:pt x="709039" y="514511"/>
                </a:lnTo>
                <a:close/>
                <a:lnTo>
                  <a:pt x="712018" y="767710"/>
                </a:lnTo>
                <a:close/>
                <a:lnTo>
                  <a:pt x="713507" y="771640"/>
                </a:lnTo>
                <a:close/>
                <a:lnTo>
                  <a:pt x="714997" y="832641"/>
                </a:lnTo>
                <a:close/>
                <a:lnTo>
                  <a:pt x="716486" y="753425"/>
                </a:lnTo>
                <a:close/>
                <a:lnTo>
                  <a:pt x="717976" y="786644"/>
                </a:lnTo>
                <a:close/>
                <a:lnTo>
                  <a:pt x="719466" y="685780"/>
                </a:lnTo>
                <a:close/>
                <a:lnTo>
                  <a:pt x="720955" y="732937"/>
                </a:lnTo>
                <a:close/>
                <a:lnTo>
                  <a:pt x="722445" y="637434"/>
                </a:lnTo>
                <a:close/>
                <a:lnTo>
                  <a:pt x="723934" y="713099"/>
                </a:lnTo>
                <a:close/>
                <a:lnTo>
                  <a:pt x="726913" y="608204"/>
                </a:lnTo>
                <a:close/>
                <a:lnTo>
                  <a:pt x="729893" y="726292"/>
                </a:lnTo>
                <a:close/>
                <a:lnTo>
                  <a:pt x="732872" y="633819"/>
                </a:lnTo>
                <a:close/>
                <a:lnTo>
                  <a:pt x="735851" y="832233"/>
                </a:lnTo>
                <a:close/>
                <a:lnTo>
                  <a:pt x="740320" y="362606"/>
                </a:lnTo>
                <a:close/>
                <a:lnTo>
                  <a:pt x="741809" y="648083"/>
                </a:lnTo>
                <a:close/>
                <a:lnTo>
                  <a:pt x="743299" y="619246"/>
                </a:lnTo>
                <a:close/>
                <a:lnTo>
                  <a:pt x="744788" y="470309"/>
                </a:lnTo>
                <a:close/>
                <a:lnTo>
                  <a:pt x="746278" y="741409"/>
                </a:lnTo>
                <a:close/>
                <a:lnTo>
                  <a:pt x="747768" y="741177"/>
                </a:lnTo>
                <a:close/>
                <a:lnTo>
                  <a:pt x="750747" y="615873"/>
                </a:lnTo>
                <a:close/>
                <a:lnTo>
                  <a:pt x="752236" y="417542"/>
                </a:lnTo>
                <a:close/>
                <a:lnTo>
                  <a:pt x="753726" y="527029"/>
                </a:lnTo>
                <a:close/>
                <a:lnTo>
                  <a:pt x="755215" y="511559"/>
                </a:lnTo>
                <a:close/>
                <a:lnTo>
                  <a:pt x="759684" y="718985"/>
                </a:lnTo>
                <a:close/>
                <a:lnTo>
                  <a:pt x="764153" y="469114"/>
                </a:lnTo>
                <a:close/>
                <a:lnTo>
                  <a:pt x="765642" y="503791"/>
                </a:lnTo>
                <a:close/>
                <a:lnTo>
                  <a:pt x="767132" y="678661"/>
                </a:lnTo>
                <a:close/>
                <a:lnTo>
                  <a:pt x="770111" y="513310"/>
                </a:lnTo>
                <a:close/>
                <a:lnTo>
                  <a:pt x="771601" y="671180"/>
                </a:lnTo>
                <a:close/>
                <a:lnTo>
                  <a:pt x="773090" y="674013"/>
                </a:lnTo>
                <a:close/>
                <a:lnTo>
                  <a:pt x="774580" y="525274"/>
                </a:lnTo>
                <a:close/>
                <a:lnTo>
                  <a:pt x="776069" y="644257"/>
                </a:lnTo>
                <a:close/>
                <a:lnTo>
                  <a:pt x="777559" y="609863"/>
                </a:lnTo>
                <a:close/>
                <a:lnTo>
                  <a:pt x="779049" y="639032"/>
                </a:lnTo>
                <a:close/>
                <a:lnTo>
                  <a:pt x="782028" y="385959"/>
                </a:lnTo>
                <a:close/>
                <a:lnTo>
                  <a:pt x="785007" y="536735"/>
                </a:lnTo>
                <a:close/>
                <a:lnTo>
                  <a:pt x="786497" y="344264"/>
                </a:lnTo>
                <a:close/>
                <a:lnTo>
                  <a:pt x="787986" y="354010"/>
                </a:lnTo>
                <a:close/>
                <a:lnTo>
                  <a:pt x="792455" y="571093"/>
                </a:lnTo>
                <a:close/>
                <a:lnTo>
                  <a:pt x="793944" y="462262"/>
                </a:lnTo>
                <a:close/>
                <a:lnTo>
                  <a:pt x="796924" y="614725"/>
                </a:lnTo>
                <a:close/>
                <a:lnTo>
                  <a:pt x="798413" y="718900"/>
                </a:lnTo>
                <a:close/>
                <a:lnTo>
                  <a:pt x="799903" y="592316"/>
                </a:lnTo>
                <a:close/>
                <a:lnTo>
                  <a:pt x="801392" y="704971"/>
                </a:lnTo>
                <a:close/>
                <a:lnTo>
                  <a:pt x="802882" y="622757"/>
                </a:lnTo>
                <a:close/>
                <a:lnTo>
                  <a:pt x="804371" y="667657"/>
                </a:lnTo>
                <a:close/>
                <a:lnTo>
                  <a:pt x="805861" y="552561"/>
                </a:lnTo>
                <a:close/>
                <a:lnTo>
                  <a:pt x="807351" y="565475"/>
                </a:lnTo>
                <a:close/>
                <a:lnTo>
                  <a:pt x="808840" y="594221"/>
                </a:lnTo>
                <a:close/>
                <a:lnTo>
                  <a:pt x="810330" y="657500"/>
                </a:lnTo>
                <a:close/>
                <a:lnTo>
                  <a:pt x="811819" y="508562"/>
                </a:lnTo>
                <a:close/>
                <a:lnTo>
                  <a:pt x="816288" y="765827"/>
                </a:lnTo>
                <a:close/>
                <a:lnTo>
                  <a:pt x="817778" y="758412"/>
                </a:lnTo>
                <a:close/>
                <a:lnTo>
                  <a:pt x="823736" y="387764"/>
                </a:lnTo>
                <a:close/>
                <a:lnTo>
                  <a:pt x="825225" y="591654"/>
                </a:lnTo>
                <a:close/>
                <a:lnTo>
                  <a:pt x="829694" y="423689"/>
                </a:lnTo>
                <a:close/>
                <a:lnTo>
                  <a:pt x="832673" y="619625"/>
                </a:lnTo>
                <a:close/>
                <a:lnTo>
                  <a:pt x="834163" y="396775"/>
                </a:lnTo>
                <a:close/>
                <a:lnTo>
                  <a:pt x="835653" y="452562"/>
                </a:lnTo>
                <a:close/>
                <a:lnTo>
                  <a:pt x="837142" y="446403"/>
                </a:lnTo>
                <a:close/>
                <a:lnTo>
                  <a:pt x="838632" y="404487"/>
                </a:lnTo>
                <a:close/>
                <a:lnTo>
                  <a:pt x="840121" y="450296"/>
                </a:lnTo>
                <a:close/>
                <a:lnTo>
                  <a:pt x="841611" y="326815"/>
                </a:lnTo>
                <a:close/>
                <a:lnTo>
                  <a:pt x="843100" y="334130"/>
                </a:lnTo>
                <a:close/>
                <a:lnTo>
                  <a:pt x="847569" y="441773"/>
                </a:lnTo>
                <a:close/>
                <a:lnTo>
                  <a:pt x="849059" y="439850"/>
                </a:lnTo>
                <a:close/>
                <a:lnTo>
                  <a:pt x="850548" y="589940"/>
                </a:lnTo>
                <a:close/>
                <a:lnTo>
                  <a:pt x="853527" y="420816"/>
                </a:lnTo>
                <a:close/>
                <a:lnTo>
                  <a:pt x="855017" y="444071"/>
                </a:lnTo>
                <a:close/>
                <a:lnTo>
                  <a:pt x="856507" y="506150"/>
                </a:lnTo>
                <a:close/>
                <a:lnTo>
                  <a:pt x="857996" y="371075"/>
                </a:lnTo>
                <a:close/>
                <a:lnTo>
                  <a:pt x="859486" y="369634"/>
                </a:lnTo>
                <a:close/>
                <a:lnTo>
                  <a:pt x="860975" y="533467"/>
                </a:lnTo>
                <a:close/>
                <a:lnTo>
                  <a:pt x="862465" y="392210"/>
                </a:lnTo>
                <a:close/>
                <a:lnTo>
                  <a:pt x="865444" y="598334"/>
                </a:lnTo>
                <a:close/>
                <a:lnTo>
                  <a:pt x="868423" y="652235"/>
                </a:lnTo>
                <a:close/>
                <a:lnTo>
                  <a:pt x="871402" y="420709"/>
                </a:lnTo>
                <a:close/>
                <a:lnTo>
                  <a:pt x="877361" y="572066"/>
                </a:lnTo>
                <a:close/>
                <a:lnTo>
                  <a:pt x="878850" y="527236"/>
                </a:lnTo>
                <a:close/>
                <a:lnTo>
                  <a:pt x="880340" y="328940"/>
                </a:lnTo>
                <a:close/>
                <a:lnTo>
                  <a:pt x="883319" y="587432"/>
                </a:lnTo>
                <a:close/>
                <a:lnTo>
                  <a:pt x="886298" y="532437"/>
                </a:lnTo>
                <a:close/>
                <a:lnTo>
                  <a:pt x="890767" y="432916"/>
                </a:lnTo>
                <a:close/>
                <a:lnTo>
                  <a:pt x="892256" y="453219"/>
                </a:lnTo>
                <a:close/>
                <a:lnTo>
                  <a:pt x="893746" y="444983"/>
                </a:lnTo>
                <a:close/>
                <a:lnTo>
                  <a:pt x="895236" y="426453"/>
                </a:lnTo>
                <a:close/>
                <a:lnTo>
                  <a:pt x="896725" y="433414"/>
                </a:lnTo>
                <a:close/>
                <a:lnTo>
                  <a:pt x="898215" y="489498"/>
                </a:lnTo>
                <a:close/>
                <a:lnTo>
                  <a:pt x="899704" y="372031"/>
                </a:lnTo>
                <a:close/>
                <a:lnTo>
                  <a:pt x="902683" y="492984"/>
                </a:lnTo>
                <a:close/>
                <a:lnTo>
                  <a:pt x="904173" y="489283"/>
                </a:lnTo>
                <a:close/>
                <a:lnTo>
                  <a:pt x="905663" y="393755"/>
                </a:lnTo>
                <a:close/>
                <a:lnTo>
                  <a:pt x="907152" y="672484"/>
                </a:lnTo>
                <a:close/>
                <a:lnTo>
                  <a:pt x="908642" y="672484"/>
                </a:lnTo>
                <a:close/>
                <a:lnTo>
                  <a:pt x="910131" y="642622"/>
                </a:lnTo>
                <a:close/>
                <a:lnTo>
                  <a:pt x="911621" y="742493"/>
                </a:lnTo>
                <a:close/>
                <a:lnTo>
                  <a:pt x="914600" y="512604"/>
                </a:lnTo>
                <a:close/>
                <a:lnTo>
                  <a:pt x="917579" y="606421"/>
                </a:lnTo>
                <a:close/>
                <a:lnTo>
                  <a:pt x="919069" y="618505"/>
                </a:lnTo>
                <a:close/>
                <a:lnTo>
                  <a:pt x="922048" y="500049"/>
                </a:lnTo>
                <a:close/>
                <a:lnTo>
                  <a:pt x="926517" y="895971"/>
                </a:lnTo>
                <a:close/>
                <a:lnTo>
                  <a:pt x="930985" y="751037"/>
                </a:lnTo>
                <a:close/>
                <a:lnTo>
                  <a:pt x="932475" y="751237"/>
                </a:lnTo>
                <a:close/>
                <a:lnTo>
                  <a:pt x="936944" y="531541"/>
                </a:lnTo>
                <a:close/>
                <a:lnTo>
                  <a:pt x="938433" y="562125"/>
                </a:lnTo>
                <a:close/>
                <a:lnTo>
                  <a:pt x="939923" y="707080"/>
                </a:lnTo>
                <a:close/>
                <a:lnTo>
                  <a:pt x="941412" y="594540"/>
                </a:lnTo>
                <a:close/>
                <a:lnTo>
                  <a:pt x="942902" y="797254"/>
                </a:lnTo>
                <a:close/>
                <a:lnTo>
                  <a:pt x="944392" y="467478"/>
                </a:lnTo>
                <a:close/>
                <a:lnTo>
                  <a:pt x="945881" y="513959"/>
                </a:lnTo>
                <a:close/>
                <a:lnTo>
                  <a:pt x="947371" y="511985"/>
                </a:lnTo>
                <a:close/>
                <a:lnTo>
                  <a:pt x="948860" y="525970"/>
                </a:lnTo>
                <a:close/>
                <a:lnTo>
                  <a:pt x="951839" y="615680"/>
                </a:lnTo>
                <a:close/>
                <a:lnTo>
                  <a:pt x="956308" y="314201"/>
                </a:lnTo>
                <a:close/>
                <a:lnTo>
                  <a:pt x="959287" y="522871"/>
                </a:lnTo>
                <a:close/>
                <a:lnTo>
                  <a:pt x="962266" y="347265"/>
                </a:lnTo>
                <a:close/>
                <a:lnTo>
                  <a:pt x="966735" y="588238"/>
                </a:lnTo>
                <a:close/>
                <a:lnTo>
                  <a:pt x="969714" y="405069"/>
                </a:lnTo>
                <a:close/>
                <a:lnTo>
                  <a:pt x="971204" y="414662"/>
                </a:lnTo>
                <a:close/>
                <a:lnTo>
                  <a:pt x="972694" y="580413"/>
                </a:lnTo>
                <a:close/>
                <a:lnTo>
                  <a:pt x="974183" y="576592"/>
                </a:lnTo>
                <a:close/>
                <a:lnTo>
                  <a:pt x="975673" y="559513"/>
                </a:lnTo>
                <a:close/>
                <a:lnTo>
                  <a:pt x="978652" y="473330"/>
                </a:lnTo>
                <a:close/>
                <a:lnTo>
                  <a:pt x="980141" y="483229"/>
                </a:lnTo>
                <a:close/>
                <a:lnTo>
                  <a:pt x="981631" y="631371"/>
                </a:lnTo>
                <a:close/>
                <a:lnTo>
                  <a:pt x="984610" y="385098"/>
                </a:lnTo>
                <a:close/>
                <a:lnTo>
                  <a:pt x="987589" y="699576"/>
                </a:lnTo>
                <a:close/>
                <a:lnTo>
                  <a:pt x="989079" y="598208"/>
                </a:lnTo>
                <a:close/>
                <a:lnTo>
                  <a:pt x="992058" y="717496"/>
                </a:lnTo>
                <a:close/>
                <a:lnTo>
                  <a:pt x="998016" y="449200"/>
                </a:lnTo>
                <a:close/>
                <a:lnTo>
                  <a:pt x="999506" y="473169"/>
                </a:lnTo>
                <a:close/>
                <a:lnTo>
                  <a:pt x="1000995" y="429981"/>
                </a:lnTo>
                <a:close/>
                <a:lnTo>
                  <a:pt x="1002485" y="603262"/>
                </a:lnTo>
                <a:close/>
                <a:lnTo>
                  <a:pt x="1003975" y="566740"/>
                </a:lnTo>
                <a:close/>
                <a:lnTo>
                  <a:pt x="1005464" y="416372"/>
                </a:lnTo>
                <a:close/>
                <a:lnTo>
                  <a:pt x="1008443" y="614465"/>
                </a:lnTo>
                <a:close/>
                <a:lnTo>
                  <a:pt x="1011423" y="461575"/>
                </a:lnTo>
                <a:close/>
                <a:lnTo>
                  <a:pt x="1014402" y="479478"/>
                </a:lnTo>
                <a:close/>
                <a:lnTo>
                  <a:pt x="1015891" y="577658"/>
                </a:lnTo>
                <a:close/>
                <a:lnTo>
                  <a:pt x="1017381" y="579684"/>
                </a:lnTo>
                <a:close/>
                <a:lnTo>
                  <a:pt x="1018870" y="666455"/>
                </a:lnTo>
                <a:close/>
                <a:lnTo>
                  <a:pt x="1020360" y="629305"/>
                </a:lnTo>
                <a:close/>
                <a:lnTo>
                  <a:pt x="1021850" y="501043"/>
                </a:lnTo>
                <a:close/>
                <a:lnTo>
                  <a:pt x="1023339" y="496414"/>
                </a:lnTo>
                <a:close/>
                <a:lnTo>
                  <a:pt x="1024829" y="517039"/>
                </a:lnTo>
                <a:close/>
                <a:lnTo>
                  <a:pt x="1026318" y="341825"/>
                </a:lnTo>
                <a:close/>
                <a:lnTo>
                  <a:pt x="1027808" y="486192"/>
                </a:lnTo>
                <a:close/>
                <a:lnTo>
                  <a:pt x="1029297" y="419611"/>
                </a:lnTo>
                <a:close/>
                <a:lnTo>
                  <a:pt x="1032277" y="621167"/>
                </a:lnTo>
                <a:close/>
                <a:lnTo>
                  <a:pt x="1033766" y="574226"/>
                </a:lnTo>
                <a:close/>
                <a:lnTo>
                  <a:pt x="1035256" y="759328"/>
                </a:lnTo>
                <a:close/>
                <a:lnTo>
                  <a:pt x="1036745" y="764386"/>
                </a:lnTo>
                <a:close/>
                <a:lnTo>
                  <a:pt x="1038235" y="704766"/>
                </a:lnTo>
                <a:close/>
                <a:lnTo>
                  <a:pt x="1039724" y="706565"/>
                </a:lnTo>
                <a:close/>
                <a:lnTo>
                  <a:pt x="1042704" y="386619"/>
                </a:lnTo>
                <a:close/>
                <a:lnTo>
                  <a:pt x="1044193" y="544783"/>
                </a:lnTo>
                <a:close/>
                <a:lnTo>
                  <a:pt x="1045683" y="532764"/>
                </a:lnTo>
                <a:close/>
                <a:lnTo>
                  <a:pt x="1047172" y="546138"/>
                </a:lnTo>
                <a:close/>
                <a:lnTo>
                  <a:pt x="1048662" y="679685"/>
                </a:lnTo>
                <a:close/>
                <a:lnTo>
                  <a:pt x="1050151" y="610111"/>
                </a:lnTo>
                <a:close/>
                <a:lnTo>
                  <a:pt x="1051641" y="626323"/>
                </a:lnTo>
                <a:close/>
                <a:lnTo>
                  <a:pt x="1054620" y="440689"/>
                </a:lnTo>
                <a:close/>
                <a:lnTo>
                  <a:pt x="1056110" y="205628"/>
                </a:lnTo>
                <a:close/>
                <a:lnTo>
                  <a:pt x="1057599" y="211097"/>
                </a:lnTo>
                <a:close/>
                <a:lnTo>
                  <a:pt x="1060579" y="412480"/>
                </a:lnTo>
                <a:close/>
                <a:lnTo>
                  <a:pt x="1062068" y="656870"/>
                </a:lnTo>
                <a:close/>
                <a:lnTo>
                  <a:pt x="1065047" y="503213"/>
                </a:lnTo>
                <a:close/>
                <a:lnTo>
                  <a:pt x="1066537" y="520496"/>
                </a:lnTo>
                <a:close/>
                <a:lnTo>
                  <a:pt x="1068026" y="576469"/>
                </a:lnTo>
                <a:close/>
                <a:lnTo>
                  <a:pt x="1069516" y="561635"/>
                </a:lnTo>
                <a:close/>
                <a:lnTo>
                  <a:pt x="1071006" y="491898"/>
                </a:lnTo>
                <a:close/>
                <a:lnTo>
                  <a:pt x="1072495" y="608572"/>
                </a:lnTo>
                <a:close/>
                <a:lnTo>
                  <a:pt x="1075474" y="432476"/>
                </a:lnTo>
                <a:close/>
                <a:lnTo>
                  <a:pt x="1076964" y="427376"/>
                </a:lnTo>
                <a:close/>
                <a:lnTo>
                  <a:pt x="1078453" y="441097"/>
                </a:lnTo>
                <a:close/>
                <a:lnTo>
                  <a:pt x="1079943" y="649908"/>
                </a:lnTo>
                <a:close/>
                <a:lnTo>
                  <a:pt x="1081433" y="547476"/>
                </a:lnTo>
                <a:close/>
                <a:lnTo>
                  <a:pt x="1082922" y="628831"/>
                </a:lnTo>
                <a:close/>
                <a:lnTo>
                  <a:pt x="1084412" y="507433"/>
                </a:lnTo>
                <a:close/>
                <a:lnTo>
                  <a:pt x="1085901" y="547254"/>
                </a:lnTo>
                <a:close/>
                <a:lnTo>
                  <a:pt x="1087391" y="652843"/>
                </a:lnTo>
                <a:close/>
                <a:lnTo>
                  <a:pt x="1091860" y="381064"/>
                </a:lnTo>
                <a:close/>
                <a:lnTo>
                  <a:pt x="1093349" y="439106"/>
                </a:lnTo>
                <a:close/>
                <a:lnTo>
                  <a:pt x="1096328" y="672123"/>
                </a:lnTo>
                <a:close/>
                <a:lnTo>
                  <a:pt x="1099308" y="730405"/>
                </a:lnTo>
                <a:close/>
                <a:lnTo>
                  <a:pt x="1100797" y="518827"/>
                </a:lnTo>
                <a:close/>
                <a:lnTo>
                  <a:pt x="1102287" y="566612"/>
                </a:lnTo>
                <a:close/>
                <a:lnTo>
                  <a:pt x="1103776" y="482907"/>
                </a:lnTo>
                <a:close/>
                <a:lnTo>
                  <a:pt x="1105266" y="635257"/>
                </a:lnTo>
                <a:close/>
                <a:lnTo>
                  <a:pt x="1109735" y="421637"/>
                </a:lnTo>
                <a:close/>
                <a:lnTo>
                  <a:pt x="1112714" y="326496"/>
                </a:lnTo>
                <a:close/>
                <a:lnTo>
                  <a:pt x="1114203" y="330194"/>
                </a:lnTo>
                <a:close/>
                <a:lnTo>
                  <a:pt x="1115693" y="348230"/>
                </a:lnTo>
                <a:close/>
                <a:lnTo>
                  <a:pt x="1117182" y="333206"/>
                </a:lnTo>
                <a:close/>
                <a:lnTo>
                  <a:pt x="1120162" y="720270"/>
                </a:lnTo>
                <a:close/>
                <a:lnTo>
                  <a:pt x="1121651" y="638794"/>
                </a:lnTo>
                <a:close/>
                <a:lnTo>
                  <a:pt x="1123141" y="432778"/>
                </a:lnTo>
                <a:close/>
                <a:lnTo>
                  <a:pt x="1124630" y="551000"/>
                </a:lnTo>
                <a:close/>
                <a:lnTo>
                  <a:pt x="1126120" y="525554"/>
                </a:lnTo>
                <a:close/>
                <a:lnTo>
                  <a:pt x="1129099" y="565141"/>
                </a:lnTo>
                <a:close/>
                <a:lnTo>
                  <a:pt x="1130589" y="434447"/>
                </a:lnTo>
                <a:close/>
                <a:lnTo>
                  <a:pt x="1133568" y="456326"/>
                </a:lnTo>
                <a:close/>
                <a:lnTo>
                  <a:pt x="1135057" y="552507"/>
                </a:lnTo>
                <a:close/>
                <a:lnTo>
                  <a:pt x="1136547" y="292222"/>
                </a:lnTo>
                <a:close/>
                <a:lnTo>
                  <a:pt x="1138036" y="394062"/>
                </a:lnTo>
                <a:close/>
                <a:lnTo>
                  <a:pt x="1139526" y="384706"/>
                </a:lnTo>
                <a:close/>
                <a:lnTo>
                  <a:pt x="1141016" y="423422"/>
                </a:lnTo>
                <a:close/>
                <a:lnTo>
                  <a:pt x="1143995" y="594991"/>
                </a:lnTo>
                <a:close/>
                <a:lnTo>
                  <a:pt x="1145484" y="637767"/>
                </a:lnTo>
                <a:close/>
                <a:lnTo>
                  <a:pt x="1146974" y="783391"/>
                </a:lnTo>
                <a:close/>
                <a:lnTo>
                  <a:pt x="1151443" y="484821"/>
                </a:lnTo>
                <a:close/>
                <a:lnTo>
                  <a:pt x="1152932" y="482074"/>
                </a:lnTo>
                <a:close/>
                <a:lnTo>
                  <a:pt x="1155911" y="518017"/>
                </a:lnTo>
                <a:close/>
                <a:lnTo>
                  <a:pt x="1157401" y="598256"/>
                </a:lnTo>
                <a:close/>
                <a:lnTo>
                  <a:pt x="1158891" y="586705"/>
                </a:lnTo>
                <a:close/>
                <a:lnTo>
                  <a:pt x="1160380" y="550703"/>
                </a:lnTo>
                <a:close/>
                <a:lnTo>
                  <a:pt x="1161870" y="450212"/>
                </a:lnTo>
                <a:close/>
                <a:lnTo>
                  <a:pt x="1163359" y="225258"/>
                </a:lnTo>
                <a:close/>
                <a:lnTo>
                  <a:pt x="1164849" y="325170"/>
                </a:lnTo>
                <a:close/>
                <a:lnTo>
                  <a:pt x="1166338" y="209382"/>
                </a:lnTo>
                <a:close/>
                <a:lnTo>
                  <a:pt x="1167828" y="445146"/>
                </a:lnTo>
                <a:close/>
                <a:lnTo>
                  <a:pt x="1169318" y="453727"/>
                </a:lnTo>
                <a:close/>
                <a:lnTo>
                  <a:pt x="1170807" y="421520"/>
                </a:lnTo>
                <a:close/>
                <a:lnTo>
                  <a:pt x="1172297" y="429890"/>
                </a:lnTo>
                <a:close/>
                <a:lnTo>
                  <a:pt x="1173786" y="419235"/>
                </a:lnTo>
                <a:close/>
                <a:lnTo>
                  <a:pt x="1175276" y="391197"/>
                </a:lnTo>
                <a:close/>
                <a:lnTo>
                  <a:pt x="1176765" y="410501"/>
                </a:lnTo>
                <a:close/>
                <a:lnTo>
                  <a:pt x="1178255" y="341125"/>
                </a:lnTo>
                <a:close/>
                <a:lnTo>
                  <a:pt x="1179745" y="429018"/>
                </a:lnTo>
                <a:close/>
                <a:lnTo>
                  <a:pt x="1181234" y="418943"/>
                </a:lnTo>
                <a:close/>
                <a:lnTo>
                  <a:pt x="1182724" y="491137"/>
                </a:lnTo>
                <a:close/>
                <a:lnTo>
                  <a:pt x="1184213" y="474833"/>
                </a:lnTo>
                <a:close/>
                <a:lnTo>
                  <a:pt x="1187193" y="578131"/>
                </a:lnTo>
                <a:close/>
                <a:lnTo>
                  <a:pt x="1188682" y="412878"/>
                </a:lnTo>
                <a:close/>
                <a:lnTo>
                  <a:pt x="1191661" y="616687"/>
                </a:lnTo>
                <a:close/>
                <a:lnTo>
                  <a:pt x="1193151" y="517713"/>
                </a:lnTo>
                <a:close/>
                <a:lnTo>
                  <a:pt x="1196130" y="559188"/>
                </a:lnTo>
                <a:close/>
                <a:lnTo>
                  <a:pt x="1199109" y="375196"/>
                </a:lnTo>
                <a:close/>
                <a:lnTo>
                  <a:pt x="1202088" y="491821"/>
                </a:lnTo>
                <a:close/>
                <a:lnTo>
                  <a:pt x="1205067" y="565473"/>
                </a:lnTo>
                <a:close/>
                <a:lnTo>
                  <a:pt x="1206557" y="500949"/>
                </a:lnTo>
                <a:close/>
                <a:lnTo>
                  <a:pt x="1209536" y="75950"/>
                </a:lnTo>
                <a:close/>
                <a:lnTo>
                  <a:pt x="1211026" y="79476"/>
                </a:lnTo>
                <a:close/>
                <a:lnTo>
                  <a:pt x="1214005" y="403797"/>
                </a:lnTo>
                <a:close/>
                <a:lnTo>
                  <a:pt x="1216984" y="468779"/>
                </a:lnTo>
                <a:close/>
                <a:lnTo>
                  <a:pt x="1218474" y="411247"/>
                </a:lnTo>
                <a:close/>
                <a:lnTo>
                  <a:pt x="1219963" y="488574"/>
                </a:lnTo>
                <a:close/>
                <a:lnTo>
                  <a:pt x="1221453" y="483585"/>
                </a:lnTo>
                <a:close/>
                <a:lnTo>
                  <a:pt x="1222942" y="495103"/>
                </a:lnTo>
                <a:close/>
                <a:lnTo>
                  <a:pt x="1224432" y="429556"/>
                </a:lnTo>
                <a:close/>
                <a:lnTo>
                  <a:pt x="1225921" y="503328"/>
                </a:lnTo>
                <a:close/>
                <a:lnTo>
                  <a:pt x="1228901" y="338829"/>
                </a:lnTo>
                <a:close/>
                <a:lnTo>
                  <a:pt x="1230390" y="449870"/>
                </a:lnTo>
                <a:close/>
                <a:lnTo>
                  <a:pt x="1231880" y="203199"/>
                </a:lnTo>
                <a:close/>
                <a:lnTo>
                  <a:pt x="1233369" y="324289"/>
                </a:lnTo>
                <a:close/>
                <a:lnTo>
                  <a:pt x="1234859" y="309929"/>
                </a:lnTo>
                <a:close/>
                <a:lnTo>
                  <a:pt x="1237838" y="106126"/>
                </a:lnTo>
                <a:close/>
                <a:lnTo>
                  <a:pt x="1240817" y="317450"/>
                </a:lnTo>
                <a:close/>
                <a:lnTo>
                  <a:pt x="1242307" y="232230"/>
                </a:lnTo>
                <a:close/>
                <a:lnTo>
                  <a:pt x="1245286" y="614749"/>
                </a:lnTo>
                <a:close/>
                <a:lnTo>
                  <a:pt x="1246776" y="493055"/>
                </a:lnTo>
                <a:close/>
                <a:lnTo>
                  <a:pt x="1248265" y="632546"/>
                </a:lnTo>
                <a:close/>
                <a:lnTo>
                  <a:pt x="1249755" y="627808"/>
                </a:lnTo>
                <a:close/>
                <a:lnTo>
                  <a:pt x="1251244" y="515910"/>
                </a:lnTo>
                <a:close/>
                <a:lnTo>
                  <a:pt x="1252734" y="628646"/>
                </a:lnTo>
                <a:close/>
                <a:lnTo>
                  <a:pt x="1255713" y="284745"/>
                </a:lnTo>
                <a:close/>
                <a:lnTo>
                  <a:pt x="1257203" y="364085"/>
                </a:lnTo>
                <a:close/>
                <a:lnTo>
                  <a:pt x="1258692" y="361243"/>
                </a:lnTo>
                <a:close/>
                <a:lnTo>
                  <a:pt x="1260182" y="322985"/>
                </a:lnTo>
                <a:close/>
                <a:lnTo>
                  <a:pt x="1261671" y="247474"/>
                </a:lnTo>
                <a:close/>
                <a:lnTo>
                  <a:pt x="1263161" y="310857"/>
                </a:lnTo>
                <a:close/>
                <a:lnTo>
                  <a:pt x="1264650" y="448515"/>
                </a:lnTo>
                <a:close/>
                <a:lnTo>
                  <a:pt x="1266140" y="337585"/>
                </a:lnTo>
                <a:close/>
                <a:lnTo>
                  <a:pt x="1267630" y="416493"/>
                </a:lnTo>
                <a:close/>
                <a:lnTo>
                  <a:pt x="1269119" y="347081"/>
                </a:lnTo>
                <a:close/>
                <a:lnTo>
                  <a:pt x="1270609" y="344886"/>
                </a:lnTo>
                <a:close/>
                <a:lnTo>
                  <a:pt x="1272098" y="123098"/>
                </a:lnTo>
                <a:close/>
                <a:lnTo>
                  <a:pt x="1275077" y="351589"/>
                </a:lnTo>
                <a:close/>
                <a:lnTo>
                  <a:pt x="1276567" y="219983"/>
                </a:lnTo>
                <a:close/>
                <a:lnTo>
                  <a:pt x="1278057" y="239698"/>
                </a:lnTo>
                <a:close/>
                <a:lnTo>
                  <a:pt x="1279546" y="416373"/>
                </a:lnTo>
                <a:close/>
                <a:lnTo>
                  <a:pt x="1281036" y="351353"/>
                </a:lnTo>
                <a:close/>
                <a:lnTo>
                  <a:pt x="1284015" y="459618"/>
                </a:lnTo>
                <a:close/>
                <a:lnTo>
                  <a:pt x="1285505" y="321434"/>
                </a:lnTo>
                <a:close/>
                <a:lnTo>
                  <a:pt x="1286994" y="417648"/>
                </a:lnTo>
                <a:close/>
                <a:lnTo>
                  <a:pt x="1288484" y="411300"/>
                </a:lnTo>
                <a:close/>
                <a:lnTo>
                  <a:pt x="1289973" y="342244"/>
                </a:lnTo>
                <a:close/>
                <a:lnTo>
                  <a:pt x="1291463" y="383242"/>
                </a:lnTo>
                <a:close/>
                <a:lnTo>
                  <a:pt x="1292952" y="296040"/>
                </a:lnTo>
                <a:close/>
                <a:lnTo>
                  <a:pt x="1295932" y="332279"/>
                </a:lnTo>
                <a:close/>
                <a:lnTo>
                  <a:pt x="1300400" y="0"/>
                </a:lnTo>
                <a:close/>
                <a:lnTo>
                  <a:pt x="1301890" y="178914"/>
                </a:lnTo>
                <a:close/>
                <a:lnTo>
                  <a:pt x="1303379" y="112107"/>
                </a:lnTo>
                <a:close/>
                <a:lnTo>
                  <a:pt x="1304869" y="145550"/>
                </a:lnTo>
                <a:close/>
                <a:lnTo>
                  <a:pt x="1306359" y="299328"/>
                </a:lnTo>
                <a:close/>
                <a:lnTo>
                  <a:pt x="1307848" y="290154"/>
                </a:lnTo>
                <a:close/>
                <a:lnTo>
                  <a:pt x="1309338" y="484031"/>
                </a:lnTo>
                <a:close/>
                <a:lnTo>
                  <a:pt x="1310827" y="421674"/>
                </a:lnTo>
                <a:close/>
                <a:lnTo>
                  <a:pt x="1312317" y="476601"/>
                </a:lnTo>
                <a:close/>
                <a:lnTo>
                  <a:pt x="1313806" y="352895"/>
                </a:lnTo>
                <a:close/>
                <a:lnTo>
                  <a:pt x="1316786" y="522776"/>
                </a:lnTo>
                <a:close/>
                <a:lnTo>
                  <a:pt x="1318275" y="329071"/>
                </a:lnTo>
                <a:close/>
                <a:lnTo>
                  <a:pt x="1319765" y="350477"/>
                </a:lnTo>
                <a:close/>
                <a:lnTo>
                  <a:pt x="1321254" y="467354"/>
                </a:lnTo>
                <a:close/>
                <a:lnTo>
                  <a:pt x="1322744" y="407638"/>
                </a:lnTo>
                <a:close/>
                <a:lnTo>
                  <a:pt x="1324234" y="490763"/>
                </a:lnTo>
                <a:close/>
                <a:lnTo>
                  <a:pt x="1325723" y="656326"/>
                </a:lnTo>
                <a:close/>
                <a:lnTo>
                  <a:pt x="1327213" y="486319"/>
                </a:lnTo>
                <a:close/>
                <a:lnTo>
                  <a:pt x="1328702" y="498829"/>
                </a:lnTo>
                <a:close/>
                <a:lnTo>
                  <a:pt x="1330192" y="527396"/>
                </a:lnTo>
                <a:close/>
                <a:lnTo>
                  <a:pt x="1333171" y="450126"/>
                </a:lnTo>
                <a:close/>
                <a:lnTo>
                  <a:pt x="1336150" y="599344"/>
                </a:lnTo>
                <a:close/>
                <a:lnTo>
                  <a:pt x="1339129" y="674080"/>
                </a:lnTo>
                <a:close/>
                <a:lnTo>
                  <a:pt x="1340619" y="611709"/>
                </a:lnTo>
                <a:close/>
                <a:lnTo>
                  <a:pt x="1342108" y="723120"/>
                </a:lnTo>
                <a:close/>
                <a:lnTo>
                  <a:pt x="1345088" y="526588"/>
                </a:lnTo>
                <a:close/>
                <a:lnTo>
                  <a:pt x="1348067" y="391670"/>
                </a:lnTo>
                <a:close/>
                <a:lnTo>
                  <a:pt x="1349556" y="296756"/>
                </a:lnTo>
                <a:close/>
                <a:lnTo>
                  <a:pt x="1352535" y="33800"/>
                </a:lnTo>
                <a:close/>
                <a:lnTo>
                  <a:pt x="1355515" y="456519"/>
                </a:lnTo>
                <a:close/>
                <a:lnTo>
                  <a:pt x="1358494" y="566491"/>
                </a:lnTo>
                <a:close/>
                <a:lnTo>
                  <a:pt x="1361473" y="385698"/>
                </a:lnTo>
                <a:close/>
                <a:lnTo>
                  <a:pt x="1362962" y="397926"/>
                </a:lnTo>
                <a:close/>
                <a:lnTo>
                  <a:pt x="1364452" y="548319"/>
                </a:lnTo>
                <a:close/>
                <a:lnTo>
                  <a:pt x="1365942" y="464308"/>
                </a:lnTo>
                <a:close/>
                <a:lnTo>
                  <a:pt x="1368921" y="716980"/>
                </a:lnTo>
                <a:close/>
                <a:lnTo>
                  <a:pt x="1370410" y="505894"/>
                </a:lnTo>
                <a:close/>
                <a:lnTo>
                  <a:pt x="1371900" y="596075"/>
                </a:lnTo>
                <a:close/>
                <a:lnTo>
                  <a:pt x="1374879" y="357682"/>
                </a:lnTo>
                <a:close/>
                <a:lnTo>
                  <a:pt x="1377858" y="533651"/>
                </a:lnTo>
                <a:close/>
                <a:lnTo>
                  <a:pt x="1379348" y="328887"/>
                </a:lnTo>
                <a:close/>
                <a:lnTo>
                  <a:pt x="1383817" y="777888"/>
                </a:lnTo>
                <a:close/>
                <a:lnTo>
                  <a:pt x="1385306" y="689647"/>
                </a:lnTo>
                <a:close/>
                <a:lnTo>
                  <a:pt x="1386796" y="820949"/>
                </a:lnTo>
                <a:close/>
                <a:lnTo>
                  <a:pt x="1388285" y="784559"/>
                </a:lnTo>
                <a:close/>
                <a:lnTo>
                  <a:pt x="1389775" y="557856"/>
                </a:lnTo>
                <a:close/>
                <a:lnTo>
                  <a:pt x="1391264" y="767613"/>
                </a:lnTo>
                <a:close/>
                <a:lnTo>
                  <a:pt x="1392754" y="767613"/>
                </a:lnTo>
                <a:close/>
                <a:lnTo>
                  <a:pt x="1394244" y="771688"/>
                </a:lnTo>
                <a:close/>
                <a:lnTo>
                  <a:pt x="1395733" y="545123"/>
                </a:lnTo>
                <a:close/>
                <a:lnTo>
                  <a:pt x="1398712" y="632366"/>
                </a:lnTo>
                <a:close/>
                <a:lnTo>
                  <a:pt x="1403181" y="316863"/>
                </a:lnTo>
                <a:close/>
                <a:lnTo>
                  <a:pt x="1407650" y="573190"/>
                </a:lnTo>
                <a:close/>
                <a:lnTo>
                  <a:pt x="1409139" y="541488"/>
                </a:lnTo>
                <a:close/>
                <a:lnTo>
                  <a:pt x="1410629" y="554396"/>
                </a:lnTo>
                <a:close/>
                <a:lnTo>
                  <a:pt x="1412118" y="554863"/>
                </a:lnTo>
                <a:close/>
                <a:lnTo>
                  <a:pt x="1415098" y="649475"/>
                </a:lnTo>
                <a:close/>
                <a:lnTo>
                  <a:pt x="1416587" y="629340"/>
                </a:lnTo>
                <a:close/>
                <a:lnTo>
                  <a:pt x="1419566" y="563498"/>
                </a:lnTo>
                <a:close/>
                <a:lnTo>
                  <a:pt x="1421056" y="563498"/>
                </a:lnTo>
                <a:close/>
                <a:lnTo>
                  <a:pt x="1424035" y="620367"/>
                </a:lnTo>
                <a:close/>
                <a:lnTo>
                  <a:pt x="1425525" y="621550"/>
                </a:lnTo>
                <a:close/>
                <a:lnTo>
                  <a:pt x="1427014" y="810366"/>
                </a:lnTo>
                <a:close/>
                <a:lnTo>
                  <a:pt x="1431483" y="536631"/>
                </a:lnTo>
                <a:close/>
                <a:lnTo>
                  <a:pt x="1435952" y="732065"/>
                </a:lnTo>
                <a:close/>
                <a:lnTo>
                  <a:pt x="1438931" y="659865"/>
                </a:lnTo>
                <a:close/>
                <a:lnTo>
                  <a:pt x="1440420" y="647860"/>
                </a:lnTo>
                <a:close/>
                <a:lnTo>
                  <a:pt x="1443400" y="838115"/>
                </a:lnTo>
                <a:close/>
                <a:lnTo>
                  <a:pt x="1446379" y="531275"/>
                </a:lnTo>
                <a:close/>
                <a:lnTo>
                  <a:pt x="1449358" y="711370"/>
                </a:lnTo>
                <a:close/>
                <a:lnTo>
                  <a:pt x="1450847" y="711188"/>
                </a:lnTo>
                <a:close/>
                <a:lnTo>
                  <a:pt x="1453827" y="485389"/>
                </a:lnTo>
                <a:close/>
                <a:lnTo>
                  <a:pt x="1455316" y="529142"/>
                </a:lnTo>
                <a:close/>
                <a:lnTo>
                  <a:pt x="1458295" y="317807"/>
                </a:lnTo>
                <a:close/>
                <a:lnTo>
                  <a:pt x="1465743" y="795341"/>
                </a:lnTo>
                <a:close/>
                <a:lnTo>
                  <a:pt x="1467233" y="627257"/>
                </a:lnTo>
                <a:close/>
                <a:lnTo>
                  <a:pt x="1468722" y="634829"/>
                </a:lnTo>
                <a:close/>
                <a:lnTo>
                  <a:pt x="1473191" y="288344"/>
                </a:lnTo>
                <a:close/>
                <a:lnTo>
                  <a:pt x="1476170" y="372495"/>
                </a:lnTo>
                <a:close/>
                <a:lnTo>
                  <a:pt x="1477660" y="297304"/>
                </a:lnTo>
                <a:close/>
                <a:lnTo>
                  <a:pt x="1479149" y="312984"/>
                </a:lnTo>
                <a:close/>
                <a:lnTo>
                  <a:pt x="1480639" y="219333"/>
                </a:lnTo>
                <a:close/>
                <a:lnTo>
                  <a:pt x="1485108" y="632203"/>
                </a:lnTo>
                <a:close/>
                <a:lnTo>
                  <a:pt x="1486597" y="588354"/>
                </a:lnTo>
                <a:close/>
                <a:lnTo>
                  <a:pt x="1489576" y="485881"/>
                </a:lnTo>
                <a:close/>
                <a:lnTo>
                  <a:pt x="1491066" y="581224"/>
                </a:lnTo>
                <a:close/>
                <a:lnTo>
                  <a:pt x="1492556" y="533166"/>
                </a:lnTo>
                <a:close/>
                <a:lnTo>
                  <a:pt x="1494045" y="423848"/>
                </a:lnTo>
                <a:close/>
                <a:lnTo>
                  <a:pt x="1495535" y="423124"/>
                </a:lnTo>
                <a:close/>
                <a:lnTo>
                  <a:pt x="1497024" y="399191"/>
                </a:lnTo>
                <a:close/>
                <a:lnTo>
                  <a:pt x="1498514" y="549445"/>
                </a:lnTo>
                <a:close/>
                <a:lnTo>
                  <a:pt x="1500003" y="547911"/>
                </a:lnTo>
                <a:close/>
                <a:lnTo>
                  <a:pt x="1502983" y="207648"/>
                </a:lnTo>
                <a:close/>
                <a:lnTo>
                  <a:pt x="1510431" y="586366"/>
                </a:lnTo>
                <a:close/>
                <a:lnTo>
                  <a:pt x="1511920" y="525167"/>
                </a:lnTo>
                <a:close/>
                <a:lnTo>
                  <a:pt x="1513410" y="573623"/>
                </a:lnTo>
                <a:close/>
                <a:lnTo>
                  <a:pt x="1519368" y="305615"/>
                </a:lnTo>
                <a:close/>
                <a:lnTo>
                  <a:pt x="1520858" y="319765"/>
                </a:lnTo>
                <a:close/>
                <a:lnTo>
                  <a:pt x="1522347" y="319765"/>
                </a:lnTo>
                <a:close/>
                <a:lnTo>
                  <a:pt x="1523837" y="368702"/>
                </a:lnTo>
                <a:close/>
                <a:lnTo>
                  <a:pt x="1526816" y="603037"/>
                </a:lnTo>
                <a:close/>
                <a:lnTo>
                  <a:pt x="1528305" y="571099"/>
                </a:lnTo>
                <a:close/>
                <a:lnTo>
                  <a:pt x="1529795" y="422382"/>
                </a:lnTo>
                <a:close/>
                <a:lnTo>
                  <a:pt x="1531285" y="738177"/>
                </a:lnTo>
                <a:close/>
                <a:lnTo>
                  <a:pt x="1532774" y="488596"/>
                </a:lnTo>
                <a:close/>
                <a:lnTo>
                  <a:pt x="1534264" y="620770"/>
                </a:lnTo>
                <a:close/>
                <a:lnTo>
                  <a:pt x="1537243" y="438251"/>
                </a:lnTo>
                <a:close/>
                <a:lnTo>
                  <a:pt x="1538732" y="346751"/>
                </a:lnTo>
                <a:close/>
                <a:lnTo>
                  <a:pt x="1540222" y="370052"/>
                </a:lnTo>
                <a:close/>
                <a:lnTo>
                  <a:pt x="1541712" y="272324"/>
                </a:lnTo>
                <a:close/>
                <a:lnTo>
                  <a:pt x="1543201" y="380675"/>
                </a:lnTo>
                <a:close/>
                <a:lnTo>
                  <a:pt x="1544691" y="291785"/>
                </a:lnTo>
                <a:close/>
                <a:lnTo>
                  <a:pt x="1546180" y="493275"/>
                </a:lnTo>
                <a:close/>
                <a:lnTo>
                  <a:pt x="1550649" y="266538"/>
                </a:lnTo>
                <a:close/>
                <a:lnTo>
                  <a:pt x="1552139" y="345390"/>
                </a:lnTo>
                <a:close/>
                <a:lnTo>
                  <a:pt x="1553628" y="265121"/>
                </a:lnTo>
                <a:close/>
                <a:lnTo>
                  <a:pt x="1555118" y="326138"/>
                </a:lnTo>
                <a:close/>
                <a:lnTo>
                  <a:pt x="1558097" y="309219"/>
                </a:lnTo>
                <a:close/>
                <a:lnTo>
                  <a:pt x="1562566" y="570572"/>
                </a:lnTo>
                <a:close/>
                <a:lnTo>
                  <a:pt x="1564055" y="436465"/>
                </a:lnTo>
                <a:close/>
                <a:lnTo>
                  <a:pt x="1567034" y="587301"/>
                </a:lnTo>
                <a:close/>
                <a:lnTo>
                  <a:pt x="1568524" y="595568"/>
                </a:lnTo>
                <a:close/>
                <a:lnTo>
                  <a:pt x="1570014" y="649867"/>
                </a:lnTo>
                <a:close/>
                <a:lnTo>
                  <a:pt x="1571503" y="450028"/>
                </a:lnTo>
                <a:close/>
                <a:lnTo>
                  <a:pt x="1572993" y="479117"/>
                </a:lnTo>
                <a:close/>
                <a:lnTo>
                  <a:pt x="1577461" y="738621"/>
                </a:lnTo>
                <a:close/>
                <a:lnTo>
                  <a:pt x="1578951" y="687885"/>
                </a:lnTo>
                <a:close/>
                <a:lnTo>
                  <a:pt x="1580441" y="685924"/>
                </a:lnTo>
                <a:close/>
                <a:lnTo>
                  <a:pt x="1583420" y="499262"/>
                </a:lnTo>
                <a:close/>
                <a:lnTo>
                  <a:pt x="1584909" y="535553"/>
                </a:lnTo>
                <a:close/>
                <a:lnTo>
                  <a:pt x="1587888" y="408264"/>
                </a:lnTo>
                <a:close/>
                <a:lnTo>
                  <a:pt x="1590868" y="490220"/>
                </a:lnTo>
                <a:close/>
                <a:lnTo>
                  <a:pt x="1592357" y="394550"/>
                </a:lnTo>
                <a:close/>
                <a:lnTo>
                  <a:pt x="1595336" y="619536"/>
                </a:lnTo>
                <a:close/>
                <a:lnTo>
                  <a:pt x="1596826" y="595430"/>
                </a:lnTo>
                <a:close/>
                <a:lnTo>
                  <a:pt x="1598316" y="667543"/>
                </a:lnTo>
                <a:close/>
                <a:lnTo>
                  <a:pt x="1601295" y="597911"/>
                </a:lnTo>
                <a:close/>
                <a:lnTo>
                  <a:pt x="1602784" y="566511"/>
                </a:lnTo>
                <a:close/>
                <a:lnTo>
                  <a:pt x="1608743" y="304305"/>
                </a:lnTo>
                <a:close/>
                <a:lnTo>
                  <a:pt x="1610232" y="315338"/>
                </a:lnTo>
                <a:close/>
                <a:lnTo>
                  <a:pt x="1611722" y="627773"/>
                </a:lnTo>
                <a:close/>
                <a:lnTo>
                  <a:pt x="1613211" y="612817"/>
                </a:lnTo>
                <a:close/>
                <a:lnTo>
                  <a:pt x="1614701" y="733701"/>
                </a:lnTo>
                <a:close/>
                <a:lnTo>
                  <a:pt x="1619170" y="385860"/>
                </a:lnTo>
                <a:close/>
                <a:lnTo>
                  <a:pt x="1620659" y="443136"/>
                </a:lnTo>
                <a:close/>
                <a:lnTo>
                  <a:pt x="1622149" y="475791"/>
                </a:lnTo>
                <a:close/>
                <a:lnTo>
                  <a:pt x="1625128" y="605310"/>
                </a:lnTo>
                <a:close/>
                <a:lnTo>
                  <a:pt x="1626617" y="544734"/>
                </a:lnTo>
                <a:close/>
                <a:lnTo>
                  <a:pt x="1628107" y="562636"/>
                </a:lnTo>
                <a:close/>
                <a:lnTo>
                  <a:pt x="1629597" y="684696"/>
                </a:lnTo>
                <a:close/>
                <a:lnTo>
                  <a:pt x="1631086" y="637528"/>
                </a:lnTo>
                <a:close/>
                <a:lnTo>
                  <a:pt x="1632576" y="510247"/>
                </a:lnTo>
                <a:close/>
                <a:lnTo>
                  <a:pt x="1634065" y="505420"/>
                </a:lnTo>
                <a:close/>
                <a:lnTo>
                  <a:pt x="1635555" y="359957"/>
                </a:lnTo>
                <a:close/>
                <a:lnTo>
                  <a:pt x="1637044" y="384902"/>
                </a:lnTo>
                <a:close/>
                <a:lnTo>
                  <a:pt x="1640024" y="178621"/>
                </a:lnTo>
                <a:close/>
                <a:lnTo>
                  <a:pt x="1643003" y="275882"/>
                </a:lnTo>
                <a:close/>
                <a:lnTo>
                  <a:pt x="1648961" y="758553"/>
                </a:lnTo>
                <a:close/>
                <a:lnTo>
                  <a:pt x="1656409" y="379501"/>
                </a:lnTo>
                <a:close/>
                <a:lnTo>
                  <a:pt x="1657899" y="217416"/>
                </a:lnTo>
                <a:close/>
                <a:lnTo>
                  <a:pt x="1660878" y="380237"/>
                </a:lnTo>
                <a:close/>
                <a:lnTo>
                  <a:pt x="1663857" y="460679"/>
                </a:lnTo>
                <a:close/>
                <a:lnTo>
                  <a:pt x="1665346" y="426978"/>
                </a:lnTo>
                <a:close/>
                <a:lnTo>
                  <a:pt x="1666836" y="346179"/>
                </a:lnTo>
                <a:close/>
                <a:lnTo>
                  <a:pt x="1668326" y="379874"/>
                </a:lnTo>
                <a:close/>
                <a:lnTo>
                  <a:pt x="1669815" y="617163"/>
                </a:lnTo>
                <a:close/>
                <a:lnTo>
                  <a:pt x="1672794" y="325574"/>
                </a:lnTo>
                <a:close/>
                <a:lnTo>
                  <a:pt x="1674284" y="341854"/>
                </a:lnTo>
                <a:close/>
                <a:lnTo>
                  <a:pt x="1675773" y="477505"/>
                </a:lnTo>
                <a:close/>
                <a:lnTo>
                  <a:pt x="1678753" y="384107"/>
                </a:lnTo>
                <a:close/>
                <a:lnTo>
                  <a:pt x="1680242" y="486749"/>
                </a:lnTo>
                <a:close/>
                <a:lnTo>
                  <a:pt x="1681732" y="469622"/>
                </a:lnTo>
                <a:close/>
                <a:lnTo>
                  <a:pt x="1683221" y="554900"/>
                </a:lnTo>
                <a:close/>
                <a:lnTo>
                  <a:pt x="1684711" y="540129"/>
                </a:lnTo>
                <a:close/>
                <a:lnTo>
                  <a:pt x="1686201" y="587902"/>
                </a:lnTo>
                <a:close/>
                <a:lnTo>
                  <a:pt x="1687690" y="548445"/>
                </a:lnTo>
                <a:close/>
                <a:lnTo>
                  <a:pt x="1690669" y="408382"/>
                </a:lnTo>
                <a:close/>
                <a:lnTo>
                  <a:pt x="1692159" y="611777"/>
                </a:lnTo>
                <a:close/>
                <a:lnTo>
                  <a:pt x="1693648" y="530557"/>
                </a:lnTo>
                <a:close/>
                <a:lnTo>
                  <a:pt x="1696628" y="671512"/>
                </a:lnTo>
                <a:close/>
                <a:lnTo>
                  <a:pt x="1699607" y="579471"/>
                </a:lnTo>
                <a:close/>
                <a:lnTo>
                  <a:pt x="1701096" y="479461"/>
                </a:lnTo>
                <a:close/>
                <a:lnTo>
                  <a:pt x="1702586" y="599592"/>
                </a:lnTo>
                <a:close/>
                <a:lnTo>
                  <a:pt x="1705565" y="427187"/>
                </a:lnTo>
                <a:close/>
                <a:lnTo>
                  <a:pt x="1710034" y="645131"/>
                </a:lnTo>
                <a:close/>
                <a:lnTo>
                  <a:pt x="1711523" y="537209"/>
                </a:lnTo>
                <a:close/>
                <a:lnTo>
                  <a:pt x="1713013" y="614144"/>
                </a:lnTo>
                <a:close/>
                <a:lnTo>
                  <a:pt x="1715992" y="433829"/>
                </a:lnTo>
                <a:close/>
                <a:lnTo>
                  <a:pt x="1717482" y="485292"/>
                </a:lnTo>
                <a:close/>
                <a:lnTo>
                  <a:pt x="1718971" y="389647"/>
                </a:lnTo>
                <a:close/>
                <a:lnTo>
                  <a:pt x="1720461" y="421559"/>
                </a:lnTo>
                <a:close/>
                <a:lnTo>
                  <a:pt x="1721950" y="575353"/>
                </a:lnTo>
                <a:close/>
                <a:lnTo>
                  <a:pt x="1726419" y="119204"/>
                </a:lnTo>
                <a:close/>
                <a:lnTo>
                  <a:pt x="1727909" y="179863"/>
                </a:lnTo>
                <a:close/>
                <a:lnTo>
                  <a:pt x="1729398" y="326990"/>
                </a:lnTo>
                <a:close/>
                <a:lnTo>
                  <a:pt x="1730888" y="295916"/>
                </a:lnTo>
                <a:close/>
                <a:lnTo>
                  <a:pt x="1736846" y="694290"/>
                </a:lnTo>
                <a:close/>
                <a:lnTo>
                  <a:pt x="1739825" y="762041"/>
                </a:lnTo>
                <a:close/>
                <a:lnTo>
                  <a:pt x="1741315" y="706223"/>
                </a:lnTo>
                <a:close/>
                <a:lnTo>
                  <a:pt x="1742804" y="832967"/>
                </a:lnTo>
                <a:close/>
                <a:lnTo>
                  <a:pt x="1744294" y="784416"/>
                </a:lnTo>
                <a:close/>
                <a:lnTo>
                  <a:pt x="1745784" y="859852"/>
                </a:lnTo>
                <a:close/>
                <a:lnTo>
                  <a:pt x="1747273" y="785978"/>
                </a:lnTo>
                <a:close/>
                <a:lnTo>
                  <a:pt x="1748763" y="931026"/>
                </a:lnTo>
                <a:close/>
                <a:lnTo>
                  <a:pt x="1750252" y="742291"/>
                </a:lnTo>
                <a:close/>
                <a:lnTo>
                  <a:pt x="1751742" y="789246"/>
                </a:lnTo>
                <a:close/>
                <a:lnTo>
                  <a:pt x="1754721" y="417183"/>
                </a:lnTo>
                <a:close/>
                <a:lnTo>
                  <a:pt x="1756211" y="568502"/>
                </a:lnTo>
                <a:close/>
                <a:lnTo>
                  <a:pt x="1757700" y="502634"/>
                </a:lnTo>
                <a:close/>
                <a:lnTo>
                  <a:pt x="1760679" y="667113"/>
                </a:lnTo>
                <a:close/>
                <a:lnTo>
                  <a:pt x="1762169" y="468934"/>
                </a:lnTo>
                <a:close/>
                <a:lnTo>
                  <a:pt x="1763658" y="487095"/>
                </a:lnTo>
                <a:close/>
                <a:lnTo>
                  <a:pt x="1766638" y="296250"/>
                </a:lnTo>
                <a:close/>
                <a:lnTo>
                  <a:pt x="1768127" y="273117"/>
                </a:lnTo>
                <a:close/>
                <a:lnTo>
                  <a:pt x="1769617" y="326888"/>
                </a:lnTo>
                <a:close/>
                <a:lnTo>
                  <a:pt x="1771106" y="314542"/>
                </a:lnTo>
                <a:close/>
                <a:lnTo>
                  <a:pt x="1772596" y="315409"/>
                </a:lnTo>
                <a:close/>
                <a:lnTo>
                  <a:pt x="1774085" y="258871"/>
                </a:lnTo>
                <a:close/>
                <a:lnTo>
                  <a:pt x="1778554" y="677712"/>
                </a:lnTo>
                <a:close/>
                <a:lnTo>
                  <a:pt x="1784513" y="462855"/>
                </a:lnTo>
                <a:close/>
                <a:lnTo>
                  <a:pt x="1786002" y="472052"/>
                </a:lnTo>
                <a:close/>
              </a:path>
            </a:pathLst>
          </a:custGeom>
          <a:noFill/>
          <a:ln w="7620">
            <a:solidFill>
              <a:srgbClr val="57A773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3173478" y="1042416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3173478" y="2066544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830251" y="737386"/>
            <a:ext cx="75565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1" i="0">
                <a:solidFill>
                  <a:srgbClr val="000000"/>
                </a:solidFill>
                <a:latin typeface="Arial"/>
              </a:rPr>
              <a:t>Low stress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173478" y="2578608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3262778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234497" y="3670286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45" name="Freeform 144"/>
          <p:cNvSpPr/>
          <p:nvPr/>
        </p:nvSpPr>
        <p:spPr>
          <a:xfrm>
            <a:off x="3560694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475850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147" name="Freeform 146"/>
          <p:cNvSpPr/>
          <p:nvPr/>
        </p:nvSpPr>
        <p:spPr>
          <a:xfrm>
            <a:off x="3858609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773765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149" name="Freeform 148"/>
          <p:cNvSpPr/>
          <p:nvPr/>
        </p:nvSpPr>
        <p:spPr>
          <a:xfrm>
            <a:off x="4156524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071680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151" name="Freeform 150"/>
          <p:cNvSpPr/>
          <p:nvPr/>
        </p:nvSpPr>
        <p:spPr>
          <a:xfrm>
            <a:off x="4454439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369595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153" name="Freeform 152"/>
          <p:cNvSpPr/>
          <p:nvPr/>
        </p:nvSpPr>
        <p:spPr>
          <a:xfrm>
            <a:off x="4752354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639229" y="3670286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155" name="Freeform 154"/>
          <p:cNvSpPr/>
          <p:nvPr/>
        </p:nvSpPr>
        <p:spPr>
          <a:xfrm>
            <a:off x="5050270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937144" y="3670286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157" name="Freeform 156"/>
          <p:cNvSpPr/>
          <p:nvPr/>
        </p:nvSpPr>
        <p:spPr>
          <a:xfrm>
            <a:off x="3129028" y="356192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943199" y="3506795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159" name="Freeform 158"/>
          <p:cNvSpPr/>
          <p:nvPr/>
        </p:nvSpPr>
        <p:spPr>
          <a:xfrm>
            <a:off x="3129028" y="328437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2943199" y="322924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0.9</a:t>
            </a:r>
          </a:p>
        </p:txBody>
      </p:sp>
      <p:sp>
        <p:nvSpPr>
          <p:cNvPr id="161" name="Freeform 160"/>
          <p:cNvSpPr/>
          <p:nvPr/>
        </p:nvSpPr>
        <p:spPr>
          <a:xfrm>
            <a:off x="3129028" y="300682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943199" y="295169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163" name="Freeform 162"/>
          <p:cNvSpPr/>
          <p:nvPr/>
        </p:nvSpPr>
        <p:spPr>
          <a:xfrm>
            <a:off x="3129028" y="272927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943199" y="2674149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173478" y="241350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1e−5</a:t>
            </a:r>
          </a:p>
        </p:txBody>
      </p:sp>
      <p:sp>
        <p:nvSpPr>
          <p:cNvPr id="166" name="Freeform 165"/>
          <p:cNvSpPr/>
          <p:nvPr/>
        </p:nvSpPr>
        <p:spPr>
          <a:xfrm>
            <a:off x="3262778" y="2625159"/>
            <a:ext cx="1786002" cy="931026"/>
          </a:xfrm>
          <a:custGeom>
            <a:avLst/>
            <a:gdLst/>
            <a:ahLst/>
            <a:cxnLst/>
            <a:rect l="l" t="t" r="r" b="b"/>
            <a:pathLst>
              <a:path w="1786002" h="931026">
                <a:moveTo>
                  <a:pt x="0" y="378866"/>
                </a:moveTo>
                <a:lnTo>
                  <a:pt x="1490" y="440392"/>
                </a:lnTo>
                <a:close/>
                <a:lnTo>
                  <a:pt x="2979" y="384057"/>
                </a:lnTo>
                <a:close/>
                <a:lnTo>
                  <a:pt x="4469" y="419504"/>
                </a:lnTo>
                <a:close/>
                <a:lnTo>
                  <a:pt x="5959" y="346287"/>
                </a:lnTo>
                <a:close/>
                <a:lnTo>
                  <a:pt x="7448" y="399285"/>
                </a:lnTo>
                <a:close/>
                <a:lnTo>
                  <a:pt x="10427" y="351936"/>
                </a:lnTo>
                <a:close/>
                <a:lnTo>
                  <a:pt x="11917" y="476753"/>
                </a:lnTo>
                <a:close/>
                <a:lnTo>
                  <a:pt x="14896" y="398976"/>
                </a:lnTo>
                <a:close/>
                <a:lnTo>
                  <a:pt x="16386" y="493355"/>
                </a:lnTo>
                <a:close/>
                <a:lnTo>
                  <a:pt x="17875" y="446786"/>
                </a:lnTo>
                <a:close/>
                <a:lnTo>
                  <a:pt x="19365" y="489655"/>
                </a:lnTo>
                <a:close/>
                <a:lnTo>
                  <a:pt x="22344" y="415808"/>
                </a:lnTo>
                <a:close/>
                <a:lnTo>
                  <a:pt x="23834" y="463910"/>
                </a:lnTo>
                <a:close/>
                <a:lnTo>
                  <a:pt x="29792" y="324899"/>
                </a:lnTo>
                <a:close/>
                <a:lnTo>
                  <a:pt x="31281" y="357904"/>
                </a:lnTo>
                <a:close/>
                <a:lnTo>
                  <a:pt x="32771" y="331469"/>
                </a:lnTo>
                <a:close/>
                <a:lnTo>
                  <a:pt x="34261" y="420685"/>
                </a:lnTo>
                <a:close/>
                <a:lnTo>
                  <a:pt x="35750" y="373146"/>
                </a:lnTo>
                <a:close/>
                <a:lnTo>
                  <a:pt x="37240" y="460052"/>
                </a:lnTo>
                <a:close/>
                <a:lnTo>
                  <a:pt x="40219" y="399679"/>
                </a:lnTo>
                <a:close/>
                <a:lnTo>
                  <a:pt x="43198" y="536476"/>
                </a:lnTo>
                <a:close/>
                <a:lnTo>
                  <a:pt x="44688" y="512542"/>
                </a:lnTo>
                <a:close/>
                <a:lnTo>
                  <a:pt x="46177" y="461159"/>
                </a:lnTo>
                <a:close/>
                <a:lnTo>
                  <a:pt x="47667" y="494786"/>
                </a:lnTo>
                <a:close/>
                <a:lnTo>
                  <a:pt x="49156" y="495656"/>
                </a:lnTo>
                <a:close/>
                <a:lnTo>
                  <a:pt x="50646" y="443494"/>
                </a:lnTo>
                <a:close/>
                <a:lnTo>
                  <a:pt x="52135" y="497845"/>
                </a:lnTo>
                <a:close/>
                <a:lnTo>
                  <a:pt x="53625" y="481702"/>
                </a:lnTo>
                <a:close/>
                <a:lnTo>
                  <a:pt x="55115" y="447481"/>
                </a:lnTo>
                <a:close/>
                <a:lnTo>
                  <a:pt x="58094" y="578930"/>
                </a:lnTo>
                <a:close/>
                <a:lnTo>
                  <a:pt x="59583" y="535910"/>
                </a:lnTo>
                <a:close/>
                <a:lnTo>
                  <a:pt x="61073" y="570866"/>
                </a:lnTo>
                <a:close/>
                <a:lnTo>
                  <a:pt x="62563" y="561393"/>
                </a:lnTo>
                <a:close/>
                <a:lnTo>
                  <a:pt x="65542" y="514163"/>
                </a:lnTo>
                <a:close/>
                <a:lnTo>
                  <a:pt x="70010" y="405701"/>
                </a:lnTo>
                <a:close/>
                <a:lnTo>
                  <a:pt x="72990" y="509806"/>
                </a:lnTo>
                <a:close/>
                <a:lnTo>
                  <a:pt x="75969" y="461308"/>
                </a:lnTo>
                <a:close/>
                <a:lnTo>
                  <a:pt x="78948" y="483380"/>
                </a:lnTo>
                <a:close/>
                <a:lnTo>
                  <a:pt x="80437" y="391856"/>
                </a:lnTo>
                <a:close/>
                <a:lnTo>
                  <a:pt x="81927" y="497599"/>
                </a:lnTo>
                <a:close/>
                <a:lnTo>
                  <a:pt x="83417" y="438893"/>
                </a:lnTo>
                <a:close/>
                <a:lnTo>
                  <a:pt x="86396" y="471974"/>
                </a:lnTo>
                <a:close/>
                <a:lnTo>
                  <a:pt x="87885" y="477612"/>
                </a:lnTo>
                <a:close/>
                <a:lnTo>
                  <a:pt x="90864" y="591767"/>
                </a:lnTo>
                <a:close/>
                <a:lnTo>
                  <a:pt x="92354" y="487730"/>
                </a:lnTo>
                <a:close/>
                <a:lnTo>
                  <a:pt x="95333" y="566258"/>
                </a:lnTo>
                <a:close/>
                <a:lnTo>
                  <a:pt x="96823" y="479102"/>
                </a:lnTo>
                <a:close/>
                <a:lnTo>
                  <a:pt x="98312" y="492045"/>
                </a:lnTo>
                <a:close/>
                <a:lnTo>
                  <a:pt x="99802" y="523184"/>
                </a:lnTo>
                <a:close/>
                <a:lnTo>
                  <a:pt x="101291" y="606348"/>
                </a:lnTo>
                <a:close/>
                <a:lnTo>
                  <a:pt x="104271" y="607118"/>
                </a:lnTo>
                <a:close/>
                <a:lnTo>
                  <a:pt x="105760" y="584889"/>
                </a:lnTo>
                <a:close/>
                <a:lnTo>
                  <a:pt x="107250" y="593862"/>
                </a:lnTo>
                <a:close/>
                <a:lnTo>
                  <a:pt x="108739" y="585610"/>
                </a:lnTo>
                <a:close/>
                <a:lnTo>
                  <a:pt x="110229" y="594404"/>
                </a:lnTo>
                <a:close/>
                <a:lnTo>
                  <a:pt x="111719" y="512584"/>
                </a:lnTo>
                <a:close/>
                <a:lnTo>
                  <a:pt x="113208" y="591141"/>
                </a:lnTo>
                <a:close/>
                <a:lnTo>
                  <a:pt x="114698" y="560445"/>
                </a:lnTo>
                <a:close/>
                <a:lnTo>
                  <a:pt x="116187" y="582359"/>
                </a:lnTo>
                <a:close/>
                <a:lnTo>
                  <a:pt x="117677" y="579895"/>
                </a:lnTo>
                <a:close/>
                <a:lnTo>
                  <a:pt x="119166" y="594000"/>
                </a:lnTo>
                <a:close/>
                <a:lnTo>
                  <a:pt x="120656" y="584133"/>
                </a:lnTo>
                <a:close/>
                <a:lnTo>
                  <a:pt x="122146" y="475950"/>
                </a:lnTo>
                <a:close/>
                <a:lnTo>
                  <a:pt x="123635" y="478969"/>
                </a:lnTo>
                <a:close/>
                <a:lnTo>
                  <a:pt x="125125" y="485634"/>
                </a:lnTo>
                <a:close/>
                <a:lnTo>
                  <a:pt x="126614" y="465929"/>
                </a:lnTo>
                <a:close/>
                <a:lnTo>
                  <a:pt x="131083" y="367646"/>
                </a:lnTo>
                <a:close/>
                <a:lnTo>
                  <a:pt x="132573" y="360549"/>
                </a:lnTo>
                <a:close/>
                <a:lnTo>
                  <a:pt x="134062" y="314782"/>
                </a:lnTo>
                <a:close/>
                <a:lnTo>
                  <a:pt x="137041" y="481166"/>
                </a:lnTo>
                <a:close/>
                <a:lnTo>
                  <a:pt x="138531" y="470606"/>
                </a:lnTo>
                <a:close/>
                <a:lnTo>
                  <a:pt x="140020" y="425711"/>
                </a:lnTo>
                <a:close/>
                <a:lnTo>
                  <a:pt x="143000" y="476233"/>
                </a:lnTo>
                <a:close/>
                <a:lnTo>
                  <a:pt x="144489" y="429507"/>
                </a:lnTo>
                <a:close/>
                <a:lnTo>
                  <a:pt x="145979" y="464206"/>
                </a:lnTo>
                <a:close/>
                <a:lnTo>
                  <a:pt x="147468" y="542975"/>
                </a:lnTo>
                <a:close/>
                <a:lnTo>
                  <a:pt x="148958" y="520367"/>
                </a:lnTo>
                <a:close/>
                <a:lnTo>
                  <a:pt x="150447" y="654336"/>
                </a:lnTo>
                <a:close/>
                <a:lnTo>
                  <a:pt x="151937" y="578506"/>
                </a:lnTo>
                <a:close/>
                <a:lnTo>
                  <a:pt x="153427" y="613812"/>
                </a:lnTo>
                <a:close/>
                <a:lnTo>
                  <a:pt x="154916" y="611285"/>
                </a:lnTo>
                <a:close/>
                <a:lnTo>
                  <a:pt x="156406" y="600744"/>
                </a:lnTo>
                <a:close/>
                <a:lnTo>
                  <a:pt x="159385" y="542904"/>
                </a:lnTo>
                <a:close/>
                <a:lnTo>
                  <a:pt x="160875" y="590960"/>
                </a:lnTo>
                <a:close/>
                <a:lnTo>
                  <a:pt x="163854" y="499389"/>
                </a:lnTo>
                <a:close/>
                <a:lnTo>
                  <a:pt x="166833" y="555586"/>
                </a:lnTo>
                <a:close/>
                <a:lnTo>
                  <a:pt x="168322" y="531438"/>
                </a:lnTo>
                <a:close/>
                <a:lnTo>
                  <a:pt x="169812" y="532931"/>
                </a:lnTo>
                <a:close/>
                <a:lnTo>
                  <a:pt x="171302" y="549024"/>
                </a:lnTo>
                <a:close/>
                <a:lnTo>
                  <a:pt x="172791" y="474125"/>
                </a:lnTo>
                <a:close/>
                <a:lnTo>
                  <a:pt x="177260" y="584402"/>
                </a:lnTo>
                <a:close/>
                <a:lnTo>
                  <a:pt x="178749" y="424354"/>
                </a:lnTo>
                <a:close/>
                <a:lnTo>
                  <a:pt x="180239" y="492077"/>
                </a:lnTo>
                <a:close/>
                <a:lnTo>
                  <a:pt x="183218" y="437089"/>
                </a:lnTo>
                <a:close/>
                <a:lnTo>
                  <a:pt x="184708" y="457320"/>
                </a:lnTo>
                <a:close/>
                <a:lnTo>
                  <a:pt x="187687" y="345146"/>
                </a:lnTo>
                <a:close/>
                <a:lnTo>
                  <a:pt x="189176" y="327528"/>
                </a:lnTo>
                <a:close/>
                <a:lnTo>
                  <a:pt x="190666" y="292618"/>
                </a:lnTo>
                <a:close/>
                <a:lnTo>
                  <a:pt x="193645" y="393808"/>
                </a:lnTo>
                <a:close/>
                <a:lnTo>
                  <a:pt x="195135" y="382790"/>
                </a:lnTo>
                <a:close/>
                <a:lnTo>
                  <a:pt x="196624" y="412015"/>
                </a:lnTo>
                <a:close/>
                <a:lnTo>
                  <a:pt x="199604" y="319699"/>
                </a:lnTo>
                <a:close/>
                <a:lnTo>
                  <a:pt x="201093" y="334317"/>
                </a:lnTo>
                <a:close/>
                <a:lnTo>
                  <a:pt x="202583" y="327405"/>
                </a:lnTo>
                <a:close/>
                <a:lnTo>
                  <a:pt x="204072" y="442333"/>
                </a:lnTo>
                <a:close/>
                <a:lnTo>
                  <a:pt x="205562" y="443016"/>
                </a:lnTo>
                <a:close/>
                <a:lnTo>
                  <a:pt x="210031" y="469814"/>
                </a:lnTo>
                <a:close/>
                <a:lnTo>
                  <a:pt x="211520" y="294935"/>
                </a:lnTo>
                <a:close/>
                <a:lnTo>
                  <a:pt x="213010" y="320598"/>
                </a:lnTo>
                <a:close/>
                <a:lnTo>
                  <a:pt x="215989" y="432309"/>
                </a:lnTo>
                <a:close/>
                <a:lnTo>
                  <a:pt x="217478" y="343689"/>
                </a:lnTo>
                <a:close/>
                <a:lnTo>
                  <a:pt x="218968" y="494568"/>
                </a:lnTo>
                <a:close/>
                <a:lnTo>
                  <a:pt x="223437" y="335028"/>
                </a:lnTo>
                <a:close/>
                <a:lnTo>
                  <a:pt x="227905" y="466068"/>
                </a:lnTo>
                <a:close/>
                <a:lnTo>
                  <a:pt x="229395" y="453510"/>
                </a:lnTo>
                <a:close/>
                <a:lnTo>
                  <a:pt x="230885" y="462800"/>
                </a:lnTo>
                <a:close/>
                <a:lnTo>
                  <a:pt x="232374" y="317215"/>
                </a:lnTo>
                <a:close/>
                <a:lnTo>
                  <a:pt x="235353" y="403320"/>
                </a:lnTo>
                <a:close/>
                <a:lnTo>
                  <a:pt x="236843" y="365818"/>
                </a:lnTo>
                <a:close/>
                <a:lnTo>
                  <a:pt x="239822" y="252709"/>
                </a:lnTo>
                <a:close/>
                <a:lnTo>
                  <a:pt x="242801" y="296599"/>
                </a:lnTo>
                <a:close/>
                <a:lnTo>
                  <a:pt x="244291" y="262168"/>
                </a:lnTo>
                <a:close/>
                <a:lnTo>
                  <a:pt x="248760" y="401138"/>
                </a:lnTo>
                <a:close/>
                <a:lnTo>
                  <a:pt x="250249" y="259497"/>
                </a:lnTo>
                <a:close/>
                <a:lnTo>
                  <a:pt x="253228" y="469280"/>
                </a:lnTo>
                <a:close/>
                <a:lnTo>
                  <a:pt x="256207" y="528747"/>
                </a:lnTo>
                <a:close/>
                <a:lnTo>
                  <a:pt x="260676" y="479336"/>
                </a:lnTo>
                <a:close/>
                <a:lnTo>
                  <a:pt x="262166" y="489064"/>
                </a:lnTo>
                <a:close/>
                <a:lnTo>
                  <a:pt x="265145" y="573431"/>
                </a:lnTo>
                <a:close/>
                <a:lnTo>
                  <a:pt x="268124" y="542247"/>
                </a:lnTo>
                <a:close/>
                <a:lnTo>
                  <a:pt x="271103" y="463705"/>
                </a:lnTo>
                <a:close/>
                <a:lnTo>
                  <a:pt x="275572" y="623755"/>
                </a:lnTo>
                <a:close/>
                <a:lnTo>
                  <a:pt x="277061" y="628563"/>
                </a:lnTo>
                <a:close/>
                <a:lnTo>
                  <a:pt x="278551" y="617973"/>
                </a:lnTo>
                <a:close/>
                <a:lnTo>
                  <a:pt x="280041" y="560911"/>
                </a:lnTo>
                <a:close/>
                <a:lnTo>
                  <a:pt x="281530" y="592814"/>
                </a:lnTo>
                <a:close/>
                <a:lnTo>
                  <a:pt x="284509" y="492767"/>
                </a:lnTo>
                <a:close/>
                <a:lnTo>
                  <a:pt x="288978" y="575096"/>
                </a:lnTo>
                <a:close/>
                <a:lnTo>
                  <a:pt x="290468" y="538964"/>
                </a:lnTo>
                <a:close/>
                <a:lnTo>
                  <a:pt x="291957" y="463457"/>
                </a:lnTo>
                <a:close/>
                <a:lnTo>
                  <a:pt x="293447" y="579624"/>
                </a:lnTo>
                <a:close/>
                <a:lnTo>
                  <a:pt x="294936" y="558472"/>
                </a:lnTo>
                <a:close/>
                <a:lnTo>
                  <a:pt x="296426" y="511207"/>
                </a:lnTo>
                <a:close/>
                <a:lnTo>
                  <a:pt x="299405" y="554708"/>
                </a:lnTo>
                <a:close/>
                <a:lnTo>
                  <a:pt x="300895" y="537134"/>
                </a:lnTo>
                <a:close/>
                <a:lnTo>
                  <a:pt x="302384" y="543268"/>
                </a:lnTo>
                <a:close/>
                <a:lnTo>
                  <a:pt x="303874" y="539676"/>
                </a:lnTo>
                <a:close/>
                <a:lnTo>
                  <a:pt x="305363" y="519127"/>
                </a:lnTo>
                <a:close/>
                <a:lnTo>
                  <a:pt x="306853" y="415242"/>
                </a:lnTo>
                <a:close/>
                <a:lnTo>
                  <a:pt x="309832" y="529734"/>
                </a:lnTo>
                <a:close/>
                <a:lnTo>
                  <a:pt x="311322" y="562521"/>
                </a:lnTo>
                <a:close/>
                <a:lnTo>
                  <a:pt x="312811" y="471825"/>
                </a:lnTo>
                <a:close/>
                <a:lnTo>
                  <a:pt x="314301" y="538925"/>
                </a:lnTo>
                <a:close/>
                <a:lnTo>
                  <a:pt x="315790" y="409208"/>
                </a:lnTo>
                <a:close/>
                <a:lnTo>
                  <a:pt x="317280" y="496054"/>
                </a:lnTo>
                <a:close/>
                <a:lnTo>
                  <a:pt x="318770" y="464661"/>
                </a:lnTo>
                <a:close/>
                <a:lnTo>
                  <a:pt x="320259" y="494053"/>
                </a:lnTo>
                <a:close/>
                <a:lnTo>
                  <a:pt x="323238" y="393856"/>
                </a:lnTo>
                <a:close/>
                <a:lnTo>
                  <a:pt x="324728" y="426598"/>
                </a:lnTo>
                <a:close/>
                <a:lnTo>
                  <a:pt x="329197" y="222216"/>
                </a:lnTo>
                <a:close/>
                <a:lnTo>
                  <a:pt x="330686" y="292393"/>
                </a:lnTo>
                <a:close/>
                <a:lnTo>
                  <a:pt x="332176" y="226044"/>
                </a:lnTo>
                <a:close/>
                <a:lnTo>
                  <a:pt x="333665" y="337181"/>
                </a:lnTo>
                <a:close/>
                <a:lnTo>
                  <a:pt x="335155" y="330502"/>
                </a:lnTo>
                <a:close/>
                <a:lnTo>
                  <a:pt x="336645" y="452943"/>
                </a:lnTo>
                <a:close/>
                <a:lnTo>
                  <a:pt x="339624" y="382895"/>
                </a:lnTo>
                <a:close/>
                <a:lnTo>
                  <a:pt x="341113" y="398980"/>
                </a:lnTo>
                <a:close/>
                <a:lnTo>
                  <a:pt x="344092" y="611831"/>
                </a:lnTo>
                <a:close/>
                <a:lnTo>
                  <a:pt x="345582" y="622791"/>
                </a:lnTo>
                <a:close/>
                <a:lnTo>
                  <a:pt x="347072" y="581405"/>
                </a:lnTo>
                <a:close/>
                <a:lnTo>
                  <a:pt x="348561" y="455945"/>
                </a:lnTo>
                <a:close/>
                <a:lnTo>
                  <a:pt x="350051" y="592641"/>
                </a:lnTo>
                <a:close/>
                <a:lnTo>
                  <a:pt x="351540" y="519762"/>
                </a:lnTo>
                <a:close/>
                <a:lnTo>
                  <a:pt x="353030" y="676559"/>
                </a:lnTo>
                <a:close/>
                <a:lnTo>
                  <a:pt x="354519" y="649989"/>
                </a:lnTo>
                <a:close/>
                <a:lnTo>
                  <a:pt x="356009" y="684813"/>
                </a:lnTo>
                <a:close/>
                <a:lnTo>
                  <a:pt x="357499" y="814624"/>
                </a:lnTo>
                <a:close/>
                <a:lnTo>
                  <a:pt x="358988" y="660131"/>
                </a:lnTo>
                <a:close/>
                <a:lnTo>
                  <a:pt x="360478" y="696962"/>
                </a:lnTo>
                <a:close/>
                <a:lnTo>
                  <a:pt x="361967" y="791404"/>
                </a:lnTo>
                <a:close/>
                <a:lnTo>
                  <a:pt x="364946" y="600650"/>
                </a:lnTo>
                <a:close/>
                <a:lnTo>
                  <a:pt x="366436" y="622261"/>
                </a:lnTo>
                <a:close/>
                <a:lnTo>
                  <a:pt x="369415" y="733892"/>
                </a:lnTo>
                <a:close/>
                <a:lnTo>
                  <a:pt x="372394" y="599682"/>
                </a:lnTo>
                <a:close/>
                <a:lnTo>
                  <a:pt x="373884" y="634028"/>
                </a:lnTo>
                <a:close/>
                <a:lnTo>
                  <a:pt x="376863" y="560870"/>
                </a:lnTo>
                <a:close/>
                <a:lnTo>
                  <a:pt x="378353" y="631680"/>
                </a:lnTo>
                <a:close/>
                <a:lnTo>
                  <a:pt x="379842" y="600928"/>
                </a:lnTo>
                <a:close/>
                <a:lnTo>
                  <a:pt x="381332" y="506326"/>
                </a:lnTo>
                <a:close/>
                <a:lnTo>
                  <a:pt x="382821" y="621806"/>
                </a:lnTo>
                <a:close/>
                <a:lnTo>
                  <a:pt x="384311" y="599229"/>
                </a:lnTo>
                <a:close/>
                <a:lnTo>
                  <a:pt x="387290" y="742473"/>
                </a:lnTo>
                <a:close/>
                <a:lnTo>
                  <a:pt x="388780" y="761371"/>
                </a:lnTo>
                <a:close/>
                <a:lnTo>
                  <a:pt x="391759" y="587811"/>
                </a:lnTo>
                <a:close/>
                <a:lnTo>
                  <a:pt x="393248" y="603962"/>
                </a:lnTo>
                <a:close/>
                <a:lnTo>
                  <a:pt x="394738" y="567208"/>
                </a:lnTo>
                <a:close/>
                <a:lnTo>
                  <a:pt x="396228" y="617826"/>
                </a:lnTo>
                <a:close/>
                <a:lnTo>
                  <a:pt x="397717" y="605661"/>
                </a:lnTo>
                <a:close/>
                <a:lnTo>
                  <a:pt x="399207" y="609943"/>
                </a:lnTo>
                <a:close/>
                <a:lnTo>
                  <a:pt x="402186" y="519590"/>
                </a:lnTo>
                <a:close/>
                <a:lnTo>
                  <a:pt x="403675" y="522090"/>
                </a:lnTo>
                <a:close/>
                <a:lnTo>
                  <a:pt x="405165" y="517209"/>
                </a:lnTo>
                <a:close/>
                <a:lnTo>
                  <a:pt x="406655" y="596343"/>
                </a:lnTo>
                <a:close/>
                <a:lnTo>
                  <a:pt x="408144" y="557805"/>
                </a:lnTo>
                <a:close/>
                <a:lnTo>
                  <a:pt x="409634" y="604295"/>
                </a:lnTo>
                <a:close/>
                <a:lnTo>
                  <a:pt x="411123" y="594606"/>
                </a:lnTo>
                <a:close/>
                <a:lnTo>
                  <a:pt x="412613" y="560644"/>
                </a:lnTo>
                <a:close/>
                <a:lnTo>
                  <a:pt x="415592" y="724633"/>
                </a:lnTo>
                <a:close/>
                <a:lnTo>
                  <a:pt x="417082" y="651942"/>
                </a:lnTo>
                <a:close/>
                <a:lnTo>
                  <a:pt x="420061" y="684925"/>
                </a:lnTo>
                <a:close/>
                <a:lnTo>
                  <a:pt x="423040" y="625445"/>
                </a:lnTo>
                <a:close/>
                <a:lnTo>
                  <a:pt x="426019" y="670240"/>
                </a:lnTo>
                <a:close/>
                <a:lnTo>
                  <a:pt x="427509" y="632100"/>
                </a:lnTo>
                <a:close/>
                <a:lnTo>
                  <a:pt x="430488" y="455952"/>
                </a:lnTo>
                <a:close/>
                <a:lnTo>
                  <a:pt x="431977" y="462187"/>
                </a:lnTo>
                <a:close/>
                <a:lnTo>
                  <a:pt x="433467" y="449858"/>
                </a:lnTo>
                <a:close/>
                <a:lnTo>
                  <a:pt x="434957" y="600024"/>
                </a:lnTo>
                <a:close/>
                <a:lnTo>
                  <a:pt x="436446" y="466735"/>
                </a:lnTo>
                <a:close/>
                <a:lnTo>
                  <a:pt x="437936" y="464390"/>
                </a:lnTo>
                <a:close/>
                <a:lnTo>
                  <a:pt x="439425" y="370613"/>
                </a:lnTo>
                <a:close/>
                <a:lnTo>
                  <a:pt x="440915" y="410168"/>
                </a:lnTo>
                <a:close/>
                <a:lnTo>
                  <a:pt x="443894" y="358551"/>
                </a:lnTo>
                <a:close/>
                <a:lnTo>
                  <a:pt x="445384" y="365068"/>
                </a:lnTo>
                <a:close/>
                <a:lnTo>
                  <a:pt x="446873" y="307271"/>
                </a:lnTo>
                <a:close/>
                <a:lnTo>
                  <a:pt x="448363" y="388113"/>
                </a:lnTo>
                <a:close/>
                <a:lnTo>
                  <a:pt x="449852" y="356426"/>
                </a:lnTo>
                <a:close/>
                <a:lnTo>
                  <a:pt x="451342" y="418106"/>
                </a:lnTo>
                <a:close/>
                <a:lnTo>
                  <a:pt x="455811" y="211006"/>
                </a:lnTo>
                <a:close/>
                <a:lnTo>
                  <a:pt x="460279" y="185011"/>
                </a:lnTo>
                <a:close/>
                <a:lnTo>
                  <a:pt x="461769" y="281937"/>
                </a:lnTo>
                <a:close/>
                <a:lnTo>
                  <a:pt x="463258" y="278581"/>
                </a:lnTo>
                <a:close/>
                <a:lnTo>
                  <a:pt x="466238" y="353028"/>
                </a:lnTo>
                <a:close/>
                <a:lnTo>
                  <a:pt x="467727" y="314093"/>
                </a:lnTo>
                <a:close/>
                <a:lnTo>
                  <a:pt x="469217" y="232081"/>
                </a:lnTo>
                <a:close/>
                <a:lnTo>
                  <a:pt x="470706" y="278495"/>
                </a:lnTo>
                <a:close/>
                <a:lnTo>
                  <a:pt x="472196" y="272050"/>
                </a:lnTo>
                <a:close/>
                <a:lnTo>
                  <a:pt x="473686" y="306429"/>
                </a:lnTo>
                <a:close/>
                <a:lnTo>
                  <a:pt x="475175" y="291996"/>
                </a:lnTo>
                <a:close/>
                <a:lnTo>
                  <a:pt x="476665" y="305706"/>
                </a:lnTo>
                <a:close/>
                <a:lnTo>
                  <a:pt x="479644" y="459793"/>
                </a:lnTo>
                <a:close/>
                <a:lnTo>
                  <a:pt x="481133" y="462300"/>
                </a:lnTo>
                <a:close/>
                <a:lnTo>
                  <a:pt x="484113" y="371972"/>
                </a:lnTo>
                <a:close/>
                <a:lnTo>
                  <a:pt x="485602" y="406390"/>
                </a:lnTo>
                <a:close/>
                <a:lnTo>
                  <a:pt x="487092" y="361511"/>
                </a:lnTo>
                <a:close/>
                <a:lnTo>
                  <a:pt x="488581" y="270255"/>
                </a:lnTo>
                <a:close/>
                <a:lnTo>
                  <a:pt x="491560" y="451303"/>
                </a:lnTo>
                <a:close/>
                <a:lnTo>
                  <a:pt x="493050" y="396945"/>
                </a:lnTo>
                <a:close/>
                <a:lnTo>
                  <a:pt x="499008" y="580542"/>
                </a:lnTo>
                <a:close/>
                <a:lnTo>
                  <a:pt x="500498" y="592533"/>
                </a:lnTo>
                <a:close/>
                <a:lnTo>
                  <a:pt x="503477" y="525587"/>
                </a:lnTo>
                <a:close/>
                <a:lnTo>
                  <a:pt x="504967" y="517152"/>
                </a:lnTo>
                <a:close/>
                <a:lnTo>
                  <a:pt x="506456" y="533179"/>
                </a:lnTo>
                <a:close/>
                <a:lnTo>
                  <a:pt x="507946" y="442420"/>
                </a:lnTo>
                <a:close/>
                <a:lnTo>
                  <a:pt x="509435" y="447081"/>
                </a:lnTo>
                <a:close/>
                <a:lnTo>
                  <a:pt x="510925" y="550544"/>
                </a:lnTo>
                <a:close/>
                <a:lnTo>
                  <a:pt x="512415" y="497035"/>
                </a:lnTo>
                <a:close/>
                <a:lnTo>
                  <a:pt x="513904" y="543150"/>
                </a:lnTo>
                <a:close/>
                <a:lnTo>
                  <a:pt x="518373" y="480848"/>
                </a:lnTo>
                <a:close/>
                <a:lnTo>
                  <a:pt x="521352" y="510422"/>
                </a:lnTo>
                <a:close/>
                <a:lnTo>
                  <a:pt x="522842" y="551652"/>
                </a:lnTo>
                <a:close/>
                <a:lnTo>
                  <a:pt x="525821" y="491456"/>
                </a:lnTo>
                <a:close/>
                <a:lnTo>
                  <a:pt x="527310" y="501644"/>
                </a:lnTo>
                <a:close/>
                <a:lnTo>
                  <a:pt x="528800" y="459589"/>
                </a:lnTo>
                <a:close/>
                <a:lnTo>
                  <a:pt x="530289" y="486063"/>
                </a:lnTo>
                <a:close/>
                <a:lnTo>
                  <a:pt x="534758" y="337654"/>
                </a:lnTo>
                <a:close/>
                <a:lnTo>
                  <a:pt x="537737" y="514063"/>
                </a:lnTo>
                <a:close/>
                <a:lnTo>
                  <a:pt x="539227" y="496264"/>
                </a:lnTo>
                <a:close/>
                <a:lnTo>
                  <a:pt x="543696" y="513293"/>
                </a:lnTo>
                <a:close/>
                <a:lnTo>
                  <a:pt x="545185" y="512398"/>
                </a:lnTo>
                <a:close/>
                <a:lnTo>
                  <a:pt x="546675" y="566909"/>
                </a:lnTo>
                <a:close/>
                <a:lnTo>
                  <a:pt x="548164" y="528278"/>
                </a:lnTo>
                <a:close/>
                <a:lnTo>
                  <a:pt x="551143" y="625918"/>
                </a:lnTo>
                <a:close/>
                <a:lnTo>
                  <a:pt x="554123" y="577137"/>
                </a:lnTo>
                <a:close/>
                <a:lnTo>
                  <a:pt x="555612" y="620112"/>
                </a:lnTo>
                <a:close/>
                <a:lnTo>
                  <a:pt x="557102" y="594201"/>
                </a:lnTo>
                <a:close/>
                <a:lnTo>
                  <a:pt x="560081" y="709128"/>
                </a:lnTo>
                <a:close/>
                <a:lnTo>
                  <a:pt x="561571" y="700651"/>
                </a:lnTo>
                <a:close/>
                <a:lnTo>
                  <a:pt x="563060" y="603898"/>
                </a:lnTo>
                <a:close/>
                <a:lnTo>
                  <a:pt x="564550" y="606003"/>
                </a:lnTo>
                <a:close/>
                <a:lnTo>
                  <a:pt x="566039" y="615871"/>
                </a:lnTo>
                <a:close/>
                <a:lnTo>
                  <a:pt x="569018" y="738132"/>
                </a:lnTo>
                <a:close/>
                <a:lnTo>
                  <a:pt x="570508" y="717519"/>
                </a:lnTo>
                <a:close/>
                <a:lnTo>
                  <a:pt x="571998" y="741649"/>
                </a:lnTo>
                <a:close/>
                <a:lnTo>
                  <a:pt x="574977" y="688773"/>
                </a:lnTo>
                <a:close/>
                <a:lnTo>
                  <a:pt x="576466" y="703940"/>
                </a:lnTo>
                <a:close/>
                <a:lnTo>
                  <a:pt x="579445" y="652193"/>
                </a:lnTo>
                <a:close/>
                <a:lnTo>
                  <a:pt x="585404" y="747536"/>
                </a:lnTo>
                <a:close/>
                <a:lnTo>
                  <a:pt x="589872" y="563460"/>
                </a:lnTo>
                <a:close/>
                <a:lnTo>
                  <a:pt x="591362" y="597200"/>
                </a:lnTo>
                <a:close/>
                <a:lnTo>
                  <a:pt x="592852" y="582353"/>
                </a:lnTo>
                <a:close/>
                <a:lnTo>
                  <a:pt x="594341" y="526084"/>
                </a:lnTo>
                <a:close/>
                <a:lnTo>
                  <a:pt x="595831" y="546799"/>
                </a:lnTo>
                <a:close/>
                <a:lnTo>
                  <a:pt x="597320" y="509267"/>
                </a:lnTo>
                <a:close/>
                <a:lnTo>
                  <a:pt x="598810" y="536855"/>
                </a:lnTo>
                <a:close/>
                <a:lnTo>
                  <a:pt x="600300" y="469638"/>
                </a:lnTo>
                <a:close/>
                <a:lnTo>
                  <a:pt x="601789" y="534269"/>
                </a:lnTo>
                <a:close/>
                <a:lnTo>
                  <a:pt x="603279" y="489480"/>
                </a:lnTo>
                <a:close/>
                <a:lnTo>
                  <a:pt x="604768" y="529801"/>
                </a:lnTo>
                <a:close/>
                <a:lnTo>
                  <a:pt x="609237" y="455864"/>
                </a:lnTo>
                <a:close/>
                <a:lnTo>
                  <a:pt x="610727" y="543016"/>
                </a:lnTo>
                <a:close/>
                <a:lnTo>
                  <a:pt x="612216" y="510768"/>
                </a:lnTo>
                <a:close/>
                <a:lnTo>
                  <a:pt x="613706" y="529223"/>
                </a:lnTo>
                <a:close/>
                <a:lnTo>
                  <a:pt x="616685" y="751276"/>
                </a:lnTo>
                <a:close/>
                <a:lnTo>
                  <a:pt x="618174" y="640854"/>
                </a:lnTo>
                <a:close/>
                <a:lnTo>
                  <a:pt x="619664" y="667064"/>
                </a:lnTo>
                <a:close/>
                <a:lnTo>
                  <a:pt x="622643" y="559229"/>
                </a:lnTo>
                <a:close/>
                <a:lnTo>
                  <a:pt x="624133" y="634914"/>
                </a:lnTo>
                <a:close/>
                <a:lnTo>
                  <a:pt x="625622" y="612736"/>
                </a:lnTo>
                <a:close/>
                <a:lnTo>
                  <a:pt x="627112" y="716896"/>
                </a:lnTo>
                <a:close/>
                <a:lnTo>
                  <a:pt x="628601" y="704809"/>
                </a:lnTo>
                <a:close/>
                <a:lnTo>
                  <a:pt x="633070" y="509810"/>
                </a:lnTo>
                <a:close/>
                <a:lnTo>
                  <a:pt x="634560" y="516497"/>
                </a:lnTo>
                <a:close/>
                <a:lnTo>
                  <a:pt x="636049" y="514221"/>
                </a:lnTo>
                <a:close/>
                <a:lnTo>
                  <a:pt x="640518" y="702852"/>
                </a:lnTo>
                <a:close/>
                <a:lnTo>
                  <a:pt x="643497" y="735505"/>
                </a:lnTo>
                <a:close/>
                <a:lnTo>
                  <a:pt x="644987" y="782100"/>
                </a:lnTo>
                <a:close/>
                <a:lnTo>
                  <a:pt x="646476" y="784242"/>
                </a:lnTo>
                <a:close/>
                <a:lnTo>
                  <a:pt x="647966" y="809511"/>
                </a:lnTo>
                <a:close/>
                <a:lnTo>
                  <a:pt x="650945" y="727944"/>
                </a:lnTo>
                <a:close/>
                <a:lnTo>
                  <a:pt x="652435" y="791752"/>
                </a:lnTo>
                <a:close/>
                <a:lnTo>
                  <a:pt x="655414" y="749456"/>
                </a:lnTo>
                <a:close/>
                <a:lnTo>
                  <a:pt x="656903" y="764709"/>
                </a:lnTo>
                <a:close/>
                <a:lnTo>
                  <a:pt x="658393" y="903045"/>
                </a:lnTo>
                <a:close/>
                <a:lnTo>
                  <a:pt x="661372" y="677947"/>
                </a:lnTo>
                <a:close/>
                <a:lnTo>
                  <a:pt x="664351" y="743189"/>
                </a:lnTo>
                <a:close/>
                <a:lnTo>
                  <a:pt x="667330" y="684068"/>
                </a:lnTo>
                <a:close/>
                <a:lnTo>
                  <a:pt x="668820" y="805412"/>
                </a:lnTo>
                <a:close/>
                <a:lnTo>
                  <a:pt x="671799" y="706156"/>
                </a:lnTo>
                <a:close/>
                <a:lnTo>
                  <a:pt x="673289" y="588308"/>
                </a:lnTo>
                <a:close/>
                <a:lnTo>
                  <a:pt x="674778" y="583992"/>
                </a:lnTo>
                <a:close/>
                <a:lnTo>
                  <a:pt x="676268" y="638839"/>
                </a:lnTo>
                <a:close/>
                <a:lnTo>
                  <a:pt x="679247" y="575532"/>
                </a:lnTo>
                <a:close/>
                <a:lnTo>
                  <a:pt x="680737" y="639236"/>
                </a:lnTo>
                <a:close/>
                <a:lnTo>
                  <a:pt x="682226" y="585115"/>
                </a:lnTo>
                <a:close/>
                <a:lnTo>
                  <a:pt x="683716" y="607222"/>
                </a:lnTo>
                <a:close/>
                <a:lnTo>
                  <a:pt x="685205" y="606933"/>
                </a:lnTo>
                <a:close/>
                <a:lnTo>
                  <a:pt x="688184" y="521265"/>
                </a:lnTo>
                <a:close/>
                <a:lnTo>
                  <a:pt x="692653" y="659889"/>
                </a:lnTo>
                <a:close/>
                <a:lnTo>
                  <a:pt x="694143" y="557344"/>
                </a:lnTo>
                <a:close/>
                <a:lnTo>
                  <a:pt x="695632" y="663679"/>
                </a:lnTo>
                <a:close/>
                <a:lnTo>
                  <a:pt x="697122" y="632636"/>
                </a:lnTo>
                <a:close/>
                <a:lnTo>
                  <a:pt x="700101" y="706808"/>
                </a:lnTo>
                <a:close/>
                <a:lnTo>
                  <a:pt x="701591" y="626542"/>
                </a:lnTo>
                <a:close/>
                <a:lnTo>
                  <a:pt x="703080" y="671194"/>
                </a:lnTo>
                <a:close/>
                <a:lnTo>
                  <a:pt x="704570" y="572609"/>
                </a:lnTo>
                <a:close/>
                <a:lnTo>
                  <a:pt x="706059" y="619857"/>
                </a:lnTo>
                <a:close/>
                <a:lnTo>
                  <a:pt x="707549" y="619857"/>
                </a:lnTo>
                <a:close/>
                <a:lnTo>
                  <a:pt x="709039" y="534918"/>
                </a:lnTo>
                <a:close/>
                <a:lnTo>
                  <a:pt x="712018" y="619452"/>
                </a:lnTo>
                <a:close/>
                <a:lnTo>
                  <a:pt x="713507" y="633145"/>
                </a:lnTo>
                <a:close/>
                <a:lnTo>
                  <a:pt x="714997" y="546433"/>
                </a:lnTo>
                <a:close/>
                <a:lnTo>
                  <a:pt x="716486" y="561035"/>
                </a:lnTo>
                <a:close/>
                <a:lnTo>
                  <a:pt x="717976" y="561087"/>
                </a:lnTo>
                <a:close/>
                <a:lnTo>
                  <a:pt x="720955" y="481224"/>
                </a:lnTo>
                <a:close/>
                <a:lnTo>
                  <a:pt x="722445" y="581081"/>
                </a:lnTo>
                <a:close/>
                <a:lnTo>
                  <a:pt x="723934" y="477926"/>
                </a:lnTo>
                <a:close/>
                <a:lnTo>
                  <a:pt x="728403" y="821291"/>
                </a:lnTo>
                <a:close/>
                <a:lnTo>
                  <a:pt x="731382" y="695288"/>
                </a:lnTo>
                <a:close/>
                <a:lnTo>
                  <a:pt x="732872" y="698520"/>
                </a:lnTo>
                <a:close/>
                <a:lnTo>
                  <a:pt x="734361" y="686025"/>
                </a:lnTo>
                <a:close/>
                <a:lnTo>
                  <a:pt x="738830" y="709720"/>
                </a:lnTo>
                <a:close/>
                <a:lnTo>
                  <a:pt x="740320" y="655055"/>
                </a:lnTo>
                <a:close/>
                <a:lnTo>
                  <a:pt x="741809" y="528606"/>
                </a:lnTo>
                <a:close/>
                <a:lnTo>
                  <a:pt x="743299" y="525699"/>
                </a:lnTo>
                <a:close/>
                <a:lnTo>
                  <a:pt x="744788" y="640289"/>
                </a:lnTo>
                <a:close/>
                <a:lnTo>
                  <a:pt x="746278" y="601022"/>
                </a:lnTo>
                <a:close/>
                <a:lnTo>
                  <a:pt x="747768" y="678579"/>
                </a:lnTo>
                <a:close/>
                <a:lnTo>
                  <a:pt x="749257" y="622629"/>
                </a:lnTo>
                <a:close/>
                <a:lnTo>
                  <a:pt x="750747" y="657287"/>
                </a:lnTo>
                <a:close/>
                <a:lnTo>
                  <a:pt x="752236" y="646840"/>
                </a:lnTo>
                <a:close/>
                <a:lnTo>
                  <a:pt x="753726" y="561405"/>
                </a:lnTo>
                <a:close/>
                <a:lnTo>
                  <a:pt x="755215" y="589789"/>
                </a:lnTo>
                <a:close/>
                <a:lnTo>
                  <a:pt x="759684" y="505592"/>
                </a:lnTo>
                <a:close/>
                <a:lnTo>
                  <a:pt x="764153" y="253980"/>
                </a:lnTo>
                <a:close/>
                <a:lnTo>
                  <a:pt x="765642" y="256080"/>
                </a:lnTo>
                <a:close/>
                <a:lnTo>
                  <a:pt x="768622" y="152056"/>
                </a:lnTo>
                <a:close/>
                <a:lnTo>
                  <a:pt x="770111" y="169987"/>
                </a:lnTo>
                <a:close/>
                <a:lnTo>
                  <a:pt x="771601" y="161005"/>
                </a:lnTo>
                <a:close/>
                <a:lnTo>
                  <a:pt x="773090" y="166367"/>
                </a:lnTo>
                <a:close/>
                <a:lnTo>
                  <a:pt x="774580" y="163499"/>
                </a:lnTo>
                <a:close/>
                <a:lnTo>
                  <a:pt x="777559" y="0"/>
                </a:lnTo>
                <a:close/>
                <a:lnTo>
                  <a:pt x="782028" y="303729"/>
                </a:lnTo>
                <a:close/>
                <a:lnTo>
                  <a:pt x="785007" y="218103"/>
                </a:lnTo>
                <a:close/>
                <a:lnTo>
                  <a:pt x="787986" y="272886"/>
                </a:lnTo>
                <a:close/>
                <a:lnTo>
                  <a:pt x="789476" y="241425"/>
                </a:lnTo>
                <a:close/>
                <a:lnTo>
                  <a:pt x="792455" y="343112"/>
                </a:lnTo>
                <a:close/>
                <a:lnTo>
                  <a:pt x="795434" y="236829"/>
                </a:lnTo>
                <a:close/>
                <a:lnTo>
                  <a:pt x="796924" y="238565"/>
                </a:lnTo>
                <a:close/>
                <a:lnTo>
                  <a:pt x="801392" y="413980"/>
                </a:lnTo>
                <a:close/>
                <a:lnTo>
                  <a:pt x="805861" y="328104"/>
                </a:lnTo>
                <a:close/>
                <a:lnTo>
                  <a:pt x="807351" y="349167"/>
                </a:lnTo>
                <a:close/>
                <a:lnTo>
                  <a:pt x="810330" y="444348"/>
                </a:lnTo>
                <a:close/>
                <a:lnTo>
                  <a:pt x="811819" y="387191"/>
                </a:lnTo>
                <a:close/>
                <a:lnTo>
                  <a:pt x="813309" y="447614"/>
                </a:lnTo>
                <a:close/>
                <a:lnTo>
                  <a:pt x="817778" y="291238"/>
                </a:lnTo>
                <a:close/>
                <a:lnTo>
                  <a:pt x="819267" y="302482"/>
                </a:lnTo>
                <a:close/>
                <a:lnTo>
                  <a:pt x="820757" y="416871"/>
                </a:lnTo>
                <a:close/>
                <a:lnTo>
                  <a:pt x="822246" y="352426"/>
                </a:lnTo>
                <a:close/>
                <a:lnTo>
                  <a:pt x="823736" y="420379"/>
                </a:lnTo>
                <a:close/>
                <a:lnTo>
                  <a:pt x="826715" y="280069"/>
                </a:lnTo>
                <a:close/>
                <a:lnTo>
                  <a:pt x="829694" y="233338"/>
                </a:lnTo>
                <a:close/>
                <a:lnTo>
                  <a:pt x="831184" y="267054"/>
                </a:lnTo>
                <a:close/>
                <a:lnTo>
                  <a:pt x="832673" y="198646"/>
                </a:lnTo>
                <a:close/>
                <a:lnTo>
                  <a:pt x="834163" y="265220"/>
                </a:lnTo>
                <a:close/>
                <a:lnTo>
                  <a:pt x="837142" y="213113"/>
                </a:lnTo>
                <a:close/>
                <a:lnTo>
                  <a:pt x="840121" y="347968"/>
                </a:lnTo>
                <a:close/>
                <a:lnTo>
                  <a:pt x="841611" y="268383"/>
                </a:lnTo>
                <a:close/>
                <a:lnTo>
                  <a:pt x="843100" y="291801"/>
                </a:lnTo>
                <a:close/>
                <a:lnTo>
                  <a:pt x="846080" y="419113"/>
                </a:lnTo>
                <a:close/>
                <a:lnTo>
                  <a:pt x="847569" y="445240"/>
                </a:lnTo>
                <a:close/>
                <a:lnTo>
                  <a:pt x="850548" y="350844"/>
                </a:lnTo>
                <a:close/>
                <a:lnTo>
                  <a:pt x="853527" y="404165"/>
                </a:lnTo>
                <a:close/>
                <a:lnTo>
                  <a:pt x="855017" y="397327"/>
                </a:lnTo>
                <a:close/>
                <a:lnTo>
                  <a:pt x="856507" y="478311"/>
                </a:lnTo>
                <a:close/>
                <a:lnTo>
                  <a:pt x="857996" y="479834"/>
                </a:lnTo>
                <a:close/>
                <a:lnTo>
                  <a:pt x="859486" y="372320"/>
                </a:lnTo>
                <a:close/>
                <a:lnTo>
                  <a:pt x="860975" y="373033"/>
                </a:lnTo>
                <a:close/>
                <a:lnTo>
                  <a:pt x="862465" y="368778"/>
                </a:lnTo>
                <a:close/>
                <a:lnTo>
                  <a:pt x="865444" y="442204"/>
                </a:lnTo>
                <a:close/>
                <a:lnTo>
                  <a:pt x="866934" y="448182"/>
                </a:lnTo>
                <a:close/>
                <a:lnTo>
                  <a:pt x="869913" y="384684"/>
                </a:lnTo>
                <a:close/>
                <a:lnTo>
                  <a:pt x="871402" y="427166"/>
                </a:lnTo>
                <a:close/>
                <a:lnTo>
                  <a:pt x="874382" y="559973"/>
                </a:lnTo>
                <a:close/>
                <a:lnTo>
                  <a:pt x="875871" y="599420"/>
                </a:lnTo>
                <a:close/>
                <a:lnTo>
                  <a:pt x="878850" y="525163"/>
                </a:lnTo>
                <a:close/>
                <a:lnTo>
                  <a:pt x="881829" y="720017"/>
                </a:lnTo>
                <a:close/>
                <a:lnTo>
                  <a:pt x="886298" y="517698"/>
                </a:lnTo>
                <a:close/>
                <a:lnTo>
                  <a:pt x="890767" y="592088"/>
                </a:lnTo>
                <a:close/>
                <a:lnTo>
                  <a:pt x="892256" y="485688"/>
                </a:lnTo>
                <a:close/>
                <a:lnTo>
                  <a:pt x="893746" y="535605"/>
                </a:lnTo>
                <a:close/>
                <a:lnTo>
                  <a:pt x="895236" y="530681"/>
                </a:lnTo>
                <a:close/>
                <a:lnTo>
                  <a:pt x="896725" y="503846"/>
                </a:lnTo>
                <a:close/>
                <a:lnTo>
                  <a:pt x="898215" y="599104"/>
                </a:lnTo>
                <a:close/>
                <a:lnTo>
                  <a:pt x="899704" y="450589"/>
                </a:lnTo>
                <a:close/>
                <a:lnTo>
                  <a:pt x="901194" y="554711"/>
                </a:lnTo>
                <a:close/>
                <a:lnTo>
                  <a:pt x="910131" y="400809"/>
                </a:lnTo>
                <a:close/>
                <a:lnTo>
                  <a:pt x="911621" y="428489"/>
                </a:lnTo>
                <a:close/>
                <a:lnTo>
                  <a:pt x="913110" y="508902"/>
                </a:lnTo>
                <a:close/>
                <a:lnTo>
                  <a:pt x="914600" y="492104"/>
                </a:lnTo>
                <a:close/>
                <a:lnTo>
                  <a:pt x="917579" y="622581"/>
                </a:lnTo>
                <a:close/>
                <a:lnTo>
                  <a:pt x="919069" y="559630"/>
                </a:lnTo>
                <a:close/>
                <a:lnTo>
                  <a:pt x="923538" y="811169"/>
                </a:lnTo>
                <a:close/>
                <a:lnTo>
                  <a:pt x="925027" y="771124"/>
                </a:lnTo>
                <a:close/>
                <a:lnTo>
                  <a:pt x="926517" y="793699"/>
                </a:lnTo>
                <a:close/>
                <a:lnTo>
                  <a:pt x="928006" y="770979"/>
                </a:lnTo>
                <a:close/>
                <a:lnTo>
                  <a:pt x="933965" y="579613"/>
                </a:lnTo>
                <a:close/>
                <a:lnTo>
                  <a:pt x="935454" y="608788"/>
                </a:lnTo>
                <a:close/>
                <a:lnTo>
                  <a:pt x="938433" y="731507"/>
                </a:lnTo>
                <a:close/>
                <a:lnTo>
                  <a:pt x="939923" y="748328"/>
                </a:lnTo>
                <a:close/>
                <a:lnTo>
                  <a:pt x="942902" y="648954"/>
                </a:lnTo>
                <a:close/>
                <a:lnTo>
                  <a:pt x="944392" y="639900"/>
                </a:lnTo>
                <a:close/>
                <a:lnTo>
                  <a:pt x="945881" y="569618"/>
                </a:lnTo>
                <a:close/>
                <a:lnTo>
                  <a:pt x="947371" y="681991"/>
                </a:lnTo>
                <a:close/>
                <a:lnTo>
                  <a:pt x="951839" y="515707"/>
                </a:lnTo>
                <a:close/>
                <a:lnTo>
                  <a:pt x="954819" y="458594"/>
                </a:lnTo>
                <a:close/>
                <a:lnTo>
                  <a:pt x="956308" y="495324"/>
                </a:lnTo>
                <a:close/>
                <a:lnTo>
                  <a:pt x="957798" y="470065"/>
                </a:lnTo>
                <a:close/>
                <a:lnTo>
                  <a:pt x="959287" y="473609"/>
                </a:lnTo>
                <a:close/>
                <a:lnTo>
                  <a:pt x="960777" y="461911"/>
                </a:lnTo>
                <a:close/>
                <a:lnTo>
                  <a:pt x="962266" y="466851"/>
                </a:lnTo>
                <a:close/>
                <a:lnTo>
                  <a:pt x="963756" y="428465"/>
                </a:lnTo>
                <a:close/>
                <a:lnTo>
                  <a:pt x="965246" y="332450"/>
                </a:lnTo>
                <a:close/>
                <a:lnTo>
                  <a:pt x="966735" y="353164"/>
                </a:lnTo>
                <a:close/>
                <a:lnTo>
                  <a:pt x="968225" y="393552"/>
                </a:lnTo>
                <a:close/>
                <a:lnTo>
                  <a:pt x="969714" y="383778"/>
                </a:lnTo>
                <a:close/>
                <a:lnTo>
                  <a:pt x="972694" y="406292"/>
                </a:lnTo>
                <a:close/>
                <a:lnTo>
                  <a:pt x="975673" y="519096"/>
                </a:lnTo>
                <a:close/>
                <a:lnTo>
                  <a:pt x="977162" y="451767"/>
                </a:lnTo>
                <a:close/>
                <a:lnTo>
                  <a:pt x="980141" y="542033"/>
                </a:lnTo>
                <a:close/>
                <a:lnTo>
                  <a:pt x="981631" y="449466"/>
                </a:lnTo>
                <a:close/>
                <a:lnTo>
                  <a:pt x="983121" y="509456"/>
                </a:lnTo>
                <a:close/>
                <a:lnTo>
                  <a:pt x="984610" y="636792"/>
                </a:lnTo>
                <a:close/>
                <a:lnTo>
                  <a:pt x="986100" y="590252"/>
                </a:lnTo>
                <a:close/>
                <a:lnTo>
                  <a:pt x="987589" y="629622"/>
                </a:lnTo>
                <a:close/>
                <a:lnTo>
                  <a:pt x="990568" y="390347"/>
                </a:lnTo>
                <a:close/>
                <a:lnTo>
                  <a:pt x="992058" y="473984"/>
                </a:lnTo>
                <a:close/>
                <a:lnTo>
                  <a:pt x="995037" y="457804"/>
                </a:lnTo>
                <a:close/>
                <a:lnTo>
                  <a:pt x="996527" y="470246"/>
                </a:lnTo>
                <a:close/>
                <a:lnTo>
                  <a:pt x="999506" y="555063"/>
                </a:lnTo>
                <a:close/>
                <a:lnTo>
                  <a:pt x="1000995" y="485483"/>
                </a:lnTo>
                <a:close/>
                <a:lnTo>
                  <a:pt x="1003975" y="498330"/>
                </a:lnTo>
                <a:close/>
                <a:lnTo>
                  <a:pt x="1005464" y="451210"/>
                </a:lnTo>
                <a:close/>
                <a:lnTo>
                  <a:pt x="1006954" y="485823"/>
                </a:lnTo>
                <a:close/>
                <a:lnTo>
                  <a:pt x="1008443" y="573468"/>
                </a:lnTo>
                <a:close/>
                <a:lnTo>
                  <a:pt x="1011423" y="375143"/>
                </a:lnTo>
                <a:close/>
                <a:lnTo>
                  <a:pt x="1012912" y="358779"/>
                </a:lnTo>
                <a:close/>
                <a:lnTo>
                  <a:pt x="1014402" y="413731"/>
                </a:lnTo>
                <a:close/>
                <a:lnTo>
                  <a:pt x="1015891" y="303151"/>
                </a:lnTo>
                <a:close/>
                <a:lnTo>
                  <a:pt x="1017381" y="403540"/>
                </a:lnTo>
                <a:close/>
                <a:lnTo>
                  <a:pt x="1018870" y="358007"/>
                </a:lnTo>
                <a:close/>
                <a:lnTo>
                  <a:pt x="1020360" y="428985"/>
                </a:lnTo>
                <a:close/>
                <a:lnTo>
                  <a:pt x="1021850" y="398204"/>
                </a:lnTo>
                <a:close/>
                <a:lnTo>
                  <a:pt x="1024829" y="469981"/>
                </a:lnTo>
                <a:close/>
                <a:lnTo>
                  <a:pt x="1026318" y="443757"/>
                </a:lnTo>
                <a:close/>
                <a:lnTo>
                  <a:pt x="1027808" y="510736"/>
                </a:lnTo>
                <a:close/>
                <a:lnTo>
                  <a:pt x="1029297" y="476583"/>
                </a:lnTo>
                <a:close/>
                <a:lnTo>
                  <a:pt x="1030787" y="477794"/>
                </a:lnTo>
                <a:close/>
                <a:lnTo>
                  <a:pt x="1032277" y="459615"/>
                </a:lnTo>
                <a:close/>
                <a:lnTo>
                  <a:pt x="1033766" y="413394"/>
                </a:lnTo>
                <a:close/>
                <a:lnTo>
                  <a:pt x="1036745" y="582827"/>
                </a:lnTo>
                <a:close/>
                <a:lnTo>
                  <a:pt x="1038235" y="540922"/>
                </a:lnTo>
                <a:close/>
                <a:lnTo>
                  <a:pt x="1039724" y="587962"/>
                </a:lnTo>
                <a:close/>
                <a:lnTo>
                  <a:pt x="1041214" y="538556"/>
                </a:lnTo>
                <a:close/>
                <a:lnTo>
                  <a:pt x="1042704" y="707036"/>
                </a:lnTo>
                <a:close/>
                <a:lnTo>
                  <a:pt x="1045683" y="676904"/>
                </a:lnTo>
                <a:close/>
                <a:lnTo>
                  <a:pt x="1047172" y="657593"/>
                </a:lnTo>
                <a:close/>
                <a:lnTo>
                  <a:pt x="1048662" y="597663"/>
                </a:lnTo>
                <a:close/>
                <a:lnTo>
                  <a:pt x="1050151" y="595881"/>
                </a:lnTo>
                <a:close/>
                <a:lnTo>
                  <a:pt x="1051641" y="555479"/>
                </a:lnTo>
                <a:close/>
                <a:lnTo>
                  <a:pt x="1053131" y="605779"/>
                </a:lnTo>
                <a:close/>
                <a:lnTo>
                  <a:pt x="1056110" y="541593"/>
                </a:lnTo>
                <a:close/>
                <a:lnTo>
                  <a:pt x="1057599" y="564995"/>
                </a:lnTo>
                <a:close/>
                <a:lnTo>
                  <a:pt x="1060579" y="633083"/>
                </a:lnTo>
                <a:close/>
                <a:lnTo>
                  <a:pt x="1062068" y="605677"/>
                </a:lnTo>
                <a:close/>
                <a:lnTo>
                  <a:pt x="1063558" y="664939"/>
                </a:lnTo>
                <a:close/>
                <a:lnTo>
                  <a:pt x="1065047" y="663942"/>
                </a:lnTo>
                <a:close/>
                <a:lnTo>
                  <a:pt x="1066537" y="685993"/>
                </a:lnTo>
                <a:close/>
                <a:lnTo>
                  <a:pt x="1068026" y="672521"/>
                </a:lnTo>
                <a:close/>
                <a:lnTo>
                  <a:pt x="1069516" y="641526"/>
                </a:lnTo>
                <a:close/>
                <a:lnTo>
                  <a:pt x="1071006" y="497350"/>
                </a:lnTo>
                <a:close/>
                <a:lnTo>
                  <a:pt x="1072495" y="491220"/>
                </a:lnTo>
                <a:close/>
                <a:lnTo>
                  <a:pt x="1073985" y="424081"/>
                </a:lnTo>
                <a:close/>
                <a:lnTo>
                  <a:pt x="1075474" y="423797"/>
                </a:lnTo>
                <a:close/>
                <a:lnTo>
                  <a:pt x="1076964" y="453300"/>
                </a:lnTo>
                <a:close/>
                <a:lnTo>
                  <a:pt x="1078453" y="614362"/>
                </a:lnTo>
                <a:close/>
                <a:lnTo>
                  <a:pt x="1079943" y="615477"/>
                </a:lnTo>
                <a:close/>
                <a:lnTo>
                  <a:pt x="1081433" y="641386"/>
                </a:lnTo>
                <a:close/>
                <a:lnTo>
                  <a:pt x="1082922" y="548845"/>
                </a:lnTo>
                <a:close/>
                <a:lnTo>
                  <a:pt x="1085901" y="640402"/>
                </a:lnTo>
                <a:close/>
                <a:lnTo>
                  <a:pt x="1087391" y="598871"/>
                </a:lnTo>
                <a:close/>
                <a:lnTo>
                  <a:pt x="1088880" y="601046"/>
                </a:lnTo>
                <a:close/>
                <a:lnTo>
                  <a:pt x="1090370" y="593198"/>
                </a:lnTo>
                <a:close/>
                <a:lnTo>
                  <a:pt x="1093349" y="527810"/>
                </a:lnTo>
                <a:close/>
                <a:lnTo>
                  <a:pt x="1096328" y="551063"/>
                </a:lnTo>
                <a:close/>
                <a:lnTo>
                  <a:pt x="1097818" y="693444"/>
                </a:lnTo>
                <a:close/>
                <a:lnTo>
                  <a:pt x="1099308" y="697414"/>
                </a:lnTo>
                <a:close/>
                <a:lnTo>
                  <a:pt x="1102287" y="626368"/>
                </a:lnTo>
                <a:close/>
                <a:lnTo>
                  <a:pt x="1103776" y="686260"/>
                </a:lnTo>
                <a:close/>
                <a:lnTo>
                  <a:pt x="1105266" y="671542"/>
                </a:lnTo>
                <a:close/>
                <a:lnTo>
                  <a:pt x="1106755" y="543674"/>
                </a:lnTo>
                <a:close/>
                <a:lnTo>
                  <a:pt x="1108245" y="548567"/>
                </a:lnTo>
                <a:close/>
                <a:lnTo>
                  <a:pt x="1109735" y="411059"/>
                </a:lnTo>
                <a:close/>
                <a:lnTo>
                  <a:pt x="1111224" y="504012"/>
                </a:lnTo>
                <a:close/>
                <a:lnTo>
                  <a:pt x="1112714" y="454831"/>
                </a:lnTo>
                <a:close/>
                <a:lnTo>
                  <a:pt x="1114203" y="494794"/>
                </a:lnTo>
                <a:close/>
                <a:lnTo>
                  <a:pt x="1115693" y="470689"/>
                </a:lnTo>
                <a:close/>
                <a:lnTo>
                  <a:pt x="1117182" y="472483"/>
                </a:lnTo>
                <a:close/>
                <a:lnTo>
                  <a:pt x="1118672" y="440637"/>
                </a:lnTo>
                <a:close/>
                <a:lnTo>
                  <a:pt x="1120162" y="464499"/>
                </a:lnTo>
                <a:close/>
                <a:lnTo>
                  <a:pt x="1121651" y="527627"/>
                </a:lnTo>
                <a:close/>
                <a:lnTo>
                  <a:pt x="1124630" y="357645"/>
                </a:lnTo>
                <a:close/>
                <a:lnTo>
                  <a:pt x="1126120" y="409268"/>
                </a:lnTo>
                <a:close/>
                <a:lnTo>
                  <a:pt x="1129099" y="367865"/>
                </a:lnTo>
                <a:close/>
                <a:lnTo>
                  <a:pt x="1130589" y="391240"/>
                </a:lnTo>
                <a:close/>
                <a:lnTo>
                  <a:pt x="1132078" y="329280"/>
                </a:lnTo>
                <a:close/>
                <a:lnTo>
                  <a:pt x="1133568" y="344478"/>
                </a:lnTo>
                <a:close/>
                <a:lnTo>
                  <a:pt x="1136547" y="452696"/>
                </a:lnTo>
                <a:close/>
                <a:lnTo>
                  <a:pt x="1138036" y="410180"/>
                </a:lnTo>
                <a:close/>
                <a:lnTo>
                  <a:pt x="1141016" y="257766"/>
                </a:lnTo>
                <a:close/>
                <a:lnTo>
                  <a:pt x="1146974" y="374796"/>
                </a:lnTo>
                <a:close/>
                <a:lnTo>
                  <a:pt x="1148464" y="338836"/>
                </a:lnTo>
                <a:close/>
                <a:lnTo>
                  <a:pt x="1151443" y="362031"/>
                </a:lnTo>
                <a:close/>
                <a:lnTo>
                  <a:pt x="1154422" y="306465"/>
                </a:lnTo>
                <a:close/>
                <a:lnTo>
                  <a:pt x="1157401" y="386074"/>
                </a:lnTo>
                <a:close/>
                <a:lnTo>
                  <a:pt x="1158891" y="314920"/>
                </a:lnTo>
                <a:close/>
                <a:lnTo>
                  <a:pt x="1160380" y="360969"/>
                </a:lnTo>
                <a:close/>
                <a:lnTo>
                  <a:pt x="1161870" y="484804"/>
                </a:lnTo>
                <a:close/>
                <a:lnTo>
                  <a:pt x="1163359" y="420553"/>
                </a:lnTo>
                <a:close/>
                <a:lnTo>
                  <a:pt x="1164849" y="458221"/>
                </a:lnTo>
                <a:close/>
                <a:lnTo>
                  <a:pt x="1166338" y="390882"/>
                </a:lnTo>
                <a:close/>
                <a:lnTo>
                  <a:pt x="1167828" y="396223"/>
                </a:lnTo>
                <a:close/>
                <a:lnTo>
                  <a:pt x="1170807" y="532506"/>
                </a:lnTo>
                <a:close/>
                <a:lnTo>
                  <a:pt x="1172297" y="518717"/>
                </a:lnTo>
                <a:close/>
                <a:lnTo>
                  <a:pt x="1173786" y="410200"/>
                </a:lnTo>
                <a:close/>
                <a:lnTo>
                  <a:pt x="1176765" y="562032"/>
                </a:lnTo>
                <a:close/>
                <a:lnTo>
                  <a:pt x="1181234" y="329759"/>
                </a:lnTo>
                <a:close/>
                <a:lnTo>
                  <a:pt x="1184213" y="357897"/>
                </a:lnTo>
                <a:close/>
                <a:lnTo>
                  <a:pt x="1185703" y="350429"/>
                </a:lnTo>
                <a:close/>
                <a:lnTo>
                  <a:pt x="1190172" y="567368"/>
                </a:lnTo>
                <a:close/>
                <a:lnTo>
                  <a:pt x="1191661" y="472722"/>
                </a:lnTo>
                <a:close/>
                <a:lnTo>
                  <a:pt x="1193151" y="560383"/>
                </a:lnTo>
                <a:close/>
                <a:lnTo>
                  <a:pt x="1197620" y="336239"/>
                </a:lnTo>
                <a:close/>
                <a:lnTo>
                  <a:pt x="1200599" y="443208"/>
                </a:lnTo>
                <a:close/>
                <a:lnTo>
                  <a:pt x="1205067" y="499948"/>
                </a:lnTo>
                <a:close/>
                <a:lnTo>
                  <a:pt x="1206557" y="455324"/>
                </a:lnTo>
                <a:close/>
                <a:lnTo>
                  <a:pt x="1208047" y="551937"/>
                </a:lnTo>
                <a:close/>
                <a:lnTo>
                  <a:pt x="1209536" y="549478"/>
                </a:lnTo>
                <a:close/>
                <a:lnTo>
                  <a:pt x="1211026" y="432410"/>
                </a:lnTo>
                <a:close/>
                <a:lnTo>
                  <a:pt x="1214005" y="440773"/>
                </a:lnTo>
                <a:close/>
                <a:lnTo>
                  <a:pt x="1215494" y="391215"/>
                </a:lnTo>
                <a:close/>
                <a:lnTo>
                  <a:pt x="1216984" y="397555"/>
                </a:lnTo>
                <a:close/>
                <a:lnTo>
                  <a:pt x="1218474" y="453873"/>
                </a:lnTo>
                <a:close/>
                <a:lnTo>
                  <a:pt x="1219963" y="454800"/>
                </a:lnTo>
                <a:close/>
                <a:lnTo>
                  <a:pt x="1221453" y="481842"/>
                </a:lnTo>
                <a:close/>
                <a:lnTo>
                  <a:pt x="1222942" y="472948"/>
                </a:lnTo>
                <a:close/>
                <a:lnTo>
                  <a:pt x="1224432" y="511619"/>
                </a:lnTo>
                <a:close/>
                <a:lnTo>
                  <a:pt x="1225921" y="478063"/>
                </a:lnTo>
                <a:close/>
                <a:lnTo>
                  <a:pt x="1227411" y="481855"/>
                </a:lnTo>
                <a:close/>
                <a:lnTo>
                  <a:pt x="1228901" y="474169"/>
                </a:lnTo>
                <a:close/>
                <a:lnTo>
                  <a:pt x="1231880" y="391944"/>
                </a:lnTo>
                <a:close/>
                <a:lnTo>
                  <a:pt x="1233369" y="329878"/>
                </a:lnTo>
                <a:close/>
                <a:lnTo>
                  <a:pt x="1234859" y="365429"/>
                </a:lnTo>
                <a:close/>
                <a:lnTo>
                  <a:pt x="1236349" y="345684"/>
                </a:lnTo>
                <a:close/>
                <a:lnTo>
                  <a:pt x="1239328" y="210920"/>
                </a:lnTo>
                <a:close/>
                <a:lnTo>
                  <a:pt x="1240817" y="256337"/>
                </a:lnTo>
                <a:close/>
                <a:lnTo>
                  <a:pt x="1242307" y="213996"/>
                </a:lnTo>
                <a:close/>
                <a:lnTo>
                  <a:pt x="1243796" y="278871"/>
                </a:lnTo>
                <a:close/>
                <a:lnTo>
                  <a:pt x="1245286" y="239846"/>
                </a:lnTo>
                <a:close/>
                <a:lnTo>
                  <a:pt x="1248265" y="133254"/>
                </a:lnTo>
                <a:close/>
                <a:lnTo>
                  <a:pt x="1249755" y="146418"/>
                </a:lnTo>
                <a:close/>
                <a:lnTo>
                  <a:pt x="1254223" y="68217"/>
                </a:lnTo>
                <a:close/>
                <a:lnTo>
                  <a:pt x="1260182" y="211255"/>
                </a:lnTo>
                <a:close/>
                <a:lnTo>
                  <a:pt x="1261671" y="103084"/>
                </a:lnTo>
                <a:close/>
                <a:lnTo>
                  <a:pt x="1263161" y="101598"/>
                </a:lnTo>
                <a:close/>
                <a:lnTo>
                  <a:pt x="1264650" y="153101"/>
                </a:lnTo>
                <a:close/>
                <a:lnTo>
                  <a:pt x="1266140" y="150186"/>
                </a:lnTo>
                <a:close/>
                <a:lnTo>
                  <a:pt x="1269119" y="281988"/>
                </a:lnTo>
                <a:close/>
                <a:lnTo>
                  <a:pt x="1272098" y="476846"/>
                </a:lnTo>
                <a:close/>
                <a:lnTo>
                  <a:pt x="1275077" y="402820"/>
                </a:lnTo>
                <a:close/>
                <a:lnTo>
                  <a:pt x="1278057" y="306526"/>
                </a:lnTo>
                <a:close/>
                <a:lnTo>
                  <a:pt x="1279546" y="338088"/>
                </a:lnTo>
                <a:close/>
                <a:lnTo>
                  <a:pt x="1282525" y="205420"/>
                </a:lnTo>
                <a:close/>
                <a:lnTo>
                  <a:pt x="1285505" y="315923"/>
                </a:lnTo>
                <a:close/>
                <a:lnTo>
                  <a:pt x="1288484" y="152977"/>
                </a:lnTo>
                <a:close/>
                <a:lnTo>
                  <a:pt x="1294442" y="410149"/>
                </a:lnTo>
                <a:close/>
                <a:lnTo>
                  <a:pt x="1295932" y="423977"/>
                </a:lnTo>
                <a:close/>
                <a:lnTo>
                  <a:pt x="1297421" y="481958"/>
                </a:lnTo>
                <a:close/>
                <a:lnTo>
                  <a:pt x="1298911" y="479066"/>
                </a:lnTo>
                <a:close/>
                <a:lnTo>
                  <a:pt x="1300400" y="447316"/>
                </a:lnTo>
                <a:close/>
                <a:lnTo>
                  <a:pt x="1304869" y="529264"/>
                </a:lnTo>
                <a:close/>
                <a:lnTo>
                  <a:pt x="1306359" y="453508"/>
                </a:lnTo>
                <a:close/>
                <a:lnTo>
                  <a:pt x="1307848" y="488710"/>
                </a:lnTo>
                <a:close/>
                <a:lnTo>
                  <a:pt x="1309338" y="392005"/>
                </a:lnTo>
                <a:close/>
                <a:lnTo>
                  <a:pt x="1312317" y="482101"/>
                </a:lnTo>
                <a:close/>
                <a:lnTo>
                  <a:pt x="1313806" y="426699"/>
                </a:lnTo>
                <a:close/>
                <a:lnTo>
                  <a:pt x="1315296" y="447870"/>
                </a:lnTo>
                <a:close/>
                <a:lnTo>
                  <a:pt x="1316786" y="424679"/>
                </a:lnTo>
                <a:close/>
                <a:lnTo>
                  <a:pt x="1318275" y="432918"/>
                </a:lnTo>
                <a:close/>
                <a:lnTo>
                  <a:pt x="1319765" y="283141"/>
                </a:lnTo>
                <a:close/>
                <a:lnTo>
                  <a:pt x="1321254" y="307940"/>
                </a:lnTo>
                <a:close/>
                <a:lnTo>
                  <a:pt x="1322744" y="267553"/>
                </a:lnTo>
                <a:close/>
                <a:lnTo>
                  <a:pt x="1325723" y="349994"/>
                </a:lnTo>
                <a:close/>
                <a:lnTo>
                  <a:pt x="1328702" y="321374"/>
                </a:lnTo>
                <a:close/>
                <a:lnTo>
                  <a:pt x="1330192" y="376509"/>
                </a:lnTo>
                <a:close/>
                <a:lnTo>
                  <a:pt x="1331681" y="286976"/>
                </a:lnTo>
                <a:close/>
                <a:lnTo>
                  <a:pt x="1333171" y="413916"/>
                </a:lnTo>
                <a:close/>
                <a:lnTo>
                  <a:pt x="1334661" y="403488"/>
                </a:lnTo>
                <a:close/>
                <a:lnTo>
                  <a:pt x="1336150" y="499613"/>
                </a:lnTo>
                <a:close/>
                <a:lnTo>
                  <a:pt x="1337640" y="395229"/>
                </a:lnTo>
                <a:close/>
                <a:lnTo>
                  <a:pt x="1339129" y="399924"/>
                </a:lnTo>
                <a:close/>
                <a:lnTo>
                  <a:pt x="1340619" y="471997"/>
                </a:lnTo>
                <a:close/>
                <a:lnTo>
                  <a:pt x="1342108" y="331398"/>
                </a:lnTo>
                <a:close/>
                <a:lnTo>
                  <a:pt x="1343598" y="327149"/>
                </a:lnTo>
                <a:close/>
                <a:lnTo>
                  <a:pt x="1345088" y="350718"/>
                </a:lnTo>
                <a:close/>
                <a:lnTo>
                  <a:pt x="1346577" y="331373"/>
                </a:lnTo>
                <a:close/>
                <a:lnTo>
                  <a:pt x="1349556" y="354292"/>
                </a:lnTo>
                <a:close/>
                <a:lnTo>
                  <a:pt x="1351046" y="368970"/>
                </a:lnTo>
                <a:close/>
                <a:lnTo>
                  <a:pt x="1354025" y="535180"/>
                </a:lnTo>
                <a:close/>
                <a:lnTo>
                  <a:pt x="1355515" y="430057"/>
                </a:lnTo>
                <a:close/>
                <a:lnTo>
                  <a:pt x="1357004" y="429981"/>
                </a:lnTo>
                <a:close/>
                <a:lnTo>
                  <a:pt x="1359983" y="488669"/>
                </a:lnTo>
                <a:close/>
                <a:lnTo>
                  <a:pt x="1362962" y="407964"/>
                </a:lnTo>
                <a:close/>
                <a:lnTo>
                  <a:pt x="1364452" y="407719"/>
                </a:lnTo>
                <a:close/>
                <a:lnTo>
                  <a:pt x="1365942" y="417175"/>
                </a:lnTo>
                <a:close/>
                <a:lnTo>
                  <a:pt x="1367431" y="531238"/>
                </a:lnTo>
                <a:close/>
                <a:lnTo>
                  <a:pt x="1368921" y="448615"/>
                </a:lnTo>
                <a:close/>
                <a:lnTo>
                  <a:pt x="1370410" y="537235"/>
                </a:lnTo>
                <a:close/>
                <a:lnTo>
                  <a:pt x="1371900" y="511654"/>
                </a:lnTo>
                <a:close/>
                <a:lnTo>
                  <a:pt x="1373390" y="540001"/>
                </a:lnTo>
                <a:close/>
                <a:lnTo>
                  <a:pt x="1374879" y="540956"/>
                </a:lnTo>
                <a:close/>
                <a:lnTo>
                  <a:pt x="1376369" y="564015"/>
                </a:lnTo>
                <a:close/>
                <a:lnTo>
                  <a:pt x="1377858" y="515293"/>
                </a:lnTo>
                <a:close/>
                <a:lnTo>
                  <a:pt x="1380837" y="697590"/>
                </a:lnTo>
                <a:close/>
                <a:lnTo>
                  <a:pt x="1383817" y="667446"/>
                </a:lnTo>
                <a:close/>
                <a:lnTo>
                  <a:pt x="1385306" y="699510"/>
                </a:lnTo>
                <a:close/>
                <a:lnTo>
                  <a:pt x="1386796" y="671114"/>
                </a:lnTo>
                <a:close/>
                <a:lnTo>
                  <a:pt x="1388285" y="609045"/>
                </a:lnTo>
                <a:close/>
                <a:lnTo>
                  <a:pt x="1389775" y="616014"/>
                </a:lnTo>
                <a:close/>
                <a:lnTo>
                  <a:pt x="1391264" y="605041"/>
                </a:lnTo>
                <a:close/>
                <a:lnTo>
                  <a:pt x="1392754" y="605041"/>
                </a:lnTo>
                <a:close/>
                <a:lnTo>
                  <a:pt x="1394244" y="682046"/>
                </a:lnTo>
                <a:close/>
                <a:lnTo>
                  <a:pt x="1395733" y="611714"/>
                </a:lnTo>
                <a:close/>
                <a:lnTo>
                  <a:pt x="1398712" y="645487"/>
                </a:lnTo>
                <a:close/>
                <a:lnTo>
                  <a:pt x="1400202" y="696747"/>
                </a:lnTo>
                <a:close/>
                <a:lnTo>
                  <a:pt x="1401691" y="633526"/>
                </a:lnTo>
                <a:close/>
                <a:lnTo>
                  <a:pt x="1403181" y="654921"/>
                </a:lnTo>
                <a:close/>
                <a:lnTo>
                  <a:pt x="1404671" y="766568"/>
                </a:lnTo>
                <a:close/>
                <a:lnTo>
                  <a:pt x="1407650" y="729049"/>
                </a:lnTo>
                <a:close/>
                <a:lnTo>
                  <a:pt x="1409139" y="779111"/>
                </a:lnTo>
                <a:close/>
                <a:lnTo>
                  <a:pt x="1410629" y="776358"/>
                </a:lnTo>
                <a:close/>
                <a:lnTo>
                  <a:pt x="1413608" y="696049"/>
                </a:lnTo>
                <a:close/>
                <a:lnTo>
                  <a:pt x="1416587" y="824445"/>
                </a:lnTo>
                <a:close/>
                <a:lnTo>
                  <a:pt x="1419566" y="678422"/>
                </a:lnTo>
                <a:close/>
                <a:lnTo>
                  <a:pt x="1421056" y="678422"/>
                </a:lnTo>
                <a:close/>
                <a:lnTo>
                  <a:pt x="1422546" y="706520"/>
                </a:lnTo>
                <a:close/>
                <a:lnTo>
                  <a:pt x="1424035" y="691637"/>
                </a:lnTo>
                <a:close/>
                <a:lnTo>
                  <a:pt x="1425525" y="701836"/>
                </a:lnTo>
                <a:close/>
                <a:lnTo>
                  <a:pt x="1427014" y="807384"/>
                </a:lnTo>
                <a:close/>
                <a:lnTo>
                  <a:pt x="1428504" y="745896"/>
                </a:lnTo>
                <a:close/>
                <a:lnTo>
                  <a:pt x="1429993" y="756547"/>
                </a:lnTo>
                <a:close/>
                <a:lnTo>
                  <a:pt x="1432973" y="731534"/>
                </a:lnTo>
                <a:close/>
                <a:lnTo>
                  <a:pt x="1434462" y="728825"/>
                </a:lnTo>
                <a:close/>
                <a:lnTo>
                  <a:pt x="1437441" y="633626"/>
                </a:lnTo>
                <a:close/>
                <a:lnTo>
                  <a:pt x="1438931" y="724102"/>
                </a:lnTo>
                <a:close/>
                <a:lnTo>
                  <a:pt x="1440420" y="641764"/>
                </a:lnTo>
                <a:close/>
                <a:lnTo>
                  <a:pt x="1441910" y="732809"/>
                </a:lnTo>
                <a:close/>
                <a:lnTo>
                  <a:pt x="1443400" y="732242"/>
                </a:lnTo>
                <a:close/>
                <a:lnTo>
                  <a:pt x="1444889" y="824565"/>
                </a:lnTo>
                <a:close/>
                <a:lnTo>
                  <a:pt x="1447868" y="627463"/>
                </a:lnTo>
                <a:close/>
                <a:lnTo>
                  <a:pt x="1450847" y="727872"/>
                </a:lnTo>
                <a:close/>
                <a:lnTo>
                  <a:pt x="1452337" y="730479"/>
                </a:lnTo>
                <a:close/>
                <a:lnTo>
                  <a:pt x="1453827" y="723841"/>
                </a:lnTo>
                <a:close/>
                <a:lnTo>
                  <a:pt x="1458295" y="847462"/>
                </a:lnTo>
                <a:close/>
                <a:lnTo>
                  <a:pt x="1459785" y="855139"/>
                </a:lnTo>
                <a:close/>
                <a:lnTo>
                  <a:pt x="1462764" y="908690"/>
                </a:lnTo>
                <a:close/>
                <a:lnTo>
                  <a:pt x="1464254" y="894234"/>
                </a:lnTo>
                <a:close/>
                <a:lnTo>
                  <a:pt x="1471702" y="608931"/>
                </a:lnTo>
                <a:close/>
                <a:lnTo>
                  <a:pt x="1474681" y="642112"/>
                </a:lnTo>
                <a:close/>
                <a:lnTo>
                  <a:pt x="1477660" y="592624"/>
                </a:lnTo>
                <a:close/>
                <a:lnTo>
                  <a:pt x="1483618" y="447021"/>
                </a:lnTo>
                <a:close/>
                <a:lnTo>
                  <a:pt x="1486597" y="387083"/>
                </a:lnTo>
                <a:close/>
                <a:lnTo>
                  <a:pt x="1489576" y="487576"/>
                </a:lnTo>
                <a:close/>
                <a:lnTo>
                  <a:pt x="1491066" y="435762"/>
                </a:lnTo>
                <a:close/>
                <a:lnTo>
                  <a:pt x="1492556" y="462519"/>
                </a:lnTo>
                <a:close/>
                <a:lnTo>
                  <a:pt x="1494045" y="387202"/>
                </a:lnTo>
                <a:close/>
                <a:lnTo>
                  <a:pt x="1495535" y="393820"/>
                </a:lnTo>
                <a:close/>
                <a:lnTo>
                  <a:pt x="1497024" y="275639"/>
                </a:lnTo>
                <a:close/>
                <a:lnTo>
                  <a:pt x="1498514" y="416376"/>
                </a:lnTo>
                <a:close/>
                <a:lnTo>
                  <a:pt x="1500003" y="355322"/>
                </a:lnTo>
                <a:close/>
                <a:lnTo>
                  <a:pt x="1501493" y="357216"/>
                </a:lnTo>
                <a:close/>
                <a:lnTo>
                  <a:pt x="1504472" y="408276"/>
                </a:lnTo>
                <a:close/>
                <a:lnTo>
                  <a:pt x="1505962" y="411587"/>
                </a:lnTo>
                <a:close/>
                <a:lnTo>
                  <a:pt x="1508941" y="519563"/>
                </a:lnTo>
                <a:close/>
                <a:lnTo>
                  <a:pt x="1510431" y="529971"/>
                </a:lnTo>
                <a:close/>
                <a:lnTo>
                  <a:pt x="1513410" y="463726"/>
                </a:lnTo>
                <a:close/>
                <a:lnTo>
                  <a:pt x="1516389" y="561687"/>
                </a:lnTo>
                <a:close/>
                <a:lnTo>
                  <a:pt x="1517878" y="525579"/>
                </a:lnTo>
                <a:close/>
                <a:lnTo>
                  <a:pt x="1519368" y="611025"/>
                </a:lnTo>
                <a:close/>
                <a:lnTo>
                  <a:pt x="1520858" y="558126"/>
                </a:lnTo>
                <a:close/>
                <a:lnTo>
                  <a:pt x="1522347" y="558126"/>
                </a:lnTo>
                <a:close/>
                <a:lnTo>
                  <a:pt x="1523837" y="488849"/>
                </a:lnTo>
                <a:close/>
                <a:lnTo>
                  <a:pt x="1526816" y="565937"/>
                </a:lnTo>
                <a:close/>
                <a:lnTo>
                  <a:pt x="1529795" y="507523"/>
                </a:lnTo>
                <a:close/>
                <a:lnTo>
                  <a:pt x="1531285" y="566018"/>
                </a:lnTo>
                <a:close/>
                <a:lnTo>
                  <a:pt x="1532774" y="481412"/>
                </a:lnTo>
                <a:close/>
                <a:lnTo>
                  <a:pt x="1534264" y="486261"/>
                </a:lnTo>
                <a:close/>
                <a:lnTo>
                  <a:pt x="1535753" y="507432"/>
                </a:lnTo>
                <a:close/>
                <a:lnTo>
                  <a:pt x="1537243" y="505458"/>
                </a:lnTo>
                <a:close/>
                <a:lnTo>
                  <a:pt x="1538732" y="518932"/>
                </a:lnTo>
                <a:close/>
                <a:lnTo>
                  <a:pt x="1540222" y="504932"/>
                </a:lnTo>
                <a:close/>
                <a:lnTo>
                  <a:pt x="1541712" y="509079"/>
                </a:lnTo>
                <a:close/>
                <a:lnTo>
                  <a:pt x="1543201" y="530296"/>
                </a:lnTo>
                <a:close/>
                <a:lnTo>
                  <a:pt x="1544691" y="500838"/>
                </a:lnTo>
                <a:close/>
                <a:lnTo>
                  <a:pt x="1547670" y="397414"/>
                </a:lnTo>
                <a:close/>
                <a:lnTo>
                  <a:pt x="1549160" y="473748"/>
                </a:lnTo>
                <a:close/>
                <a:lnTo>
                  <a:pt x="1552139" y="337303"/>
                </a:lnTo>
                <a:close/>
                <a:lnTo>
                  <a:pt x="1553628" y="298749"/>
                </a:lnTo>
                <a:close/>
                <a:lnTo>
                  <a:pt x="1558097" y="478258"/>
                </a:lnTo>
                <a:close/>
                <a:lnTo>
                  <a:pt x="1559587" y="380688"/>
                </a:lnTo>
                <a:close/>
                <a:lnTo>
                  <a:pt x="1561076" y="428903"/>
                </a:lnTo>
                <a:close/>
                <a:lnTo>
                  <a:pt x="1564055" y="323047"/>
                </a:lnTo>
                <a:close/>
                <a:lnTo>
                  <a:pt x="1565545" y="436329"/>
                </a:lnTo>
                <a:close/>
                <a:lnTo>
                  <a:pt x="1567034" y="426829"/>
                </a:lnTo>
                <a:close/>
                <a:lnTo>
                  <a:pt x="1568524" y="303913"/>
                </a:lnTo>
                <a:close/>
                <a:lnTo>
                  <a:pt x="1574482" y="495423"/>
                </a:lnTo>
                <a:close/>
                <a:lnTo>
                  <a:pt x="1575972" y="452886"/>
                </a:lnTo>
                <a:close/>
                <a:lnTo>
                  <a:pt x="1578951" y="571422"/>
                </a:lnTo>
                <a:close/>
                <a:lnTo>
                  <a:pt x="1580441" y="501931"/>
                </a:lnTo>
                <a:close/>
                <a:lnTo>
                  <a:pt x="1581930" y="601026"/>
                </a:lnTo>
                <a:close/>
                <a:lnTo>
                  <a:pt x="1584909" y="469586"/>
                </a:lnTo>
                <a:close/>
                <a:lnTo>
                  <a:pt x="1586399" y="495723"/>
                </a:lnTo>
                <a:close/>
                <a:lnTo>
                  <a:pt x="1589378" y="479268"/>
                </a:lnTo>
                <a:close/>
                <a:lnTo>
                  <a:pt x="1590868" y="524547"/>
                </a:lnTo>
                <a:close/>
                <a:lnTo>
                  <a:pt x="1592357" y="307374"/>
                </a:lnTo>
                <a:close/>
                <a:lnTo>
                  <a:pt x="1595336" y="414059"/>
                </a:lnTo>
                <a:close/>
                <a:lnTo>
                  <a:pt x="1596826" y="413915"/>
                </a:lnTo>
                <a:close/>
                <a:lnTo>
                  <a:pt x="1598316" y="372211"/>
                </a:lnTo>
                <a:close/>
                <a:lnTo>
                  <a:pt x="1601295" y="560843"/>
                </a:lnTo>
                <a:close/>
                <a:lnTo>
                  <a:pt x="1604274" y="516767"/>
                </a:lnTo>
                <a:close/>
                <a:lnTo>
                  <a:pt x="1605763" y="587836"/>
                </a:lnTo>
                <a:close/>
                <a:lnTo>
                  <a:pt x="1610232" y="485474"/>
                </a:lnTo>
                <a:close/>
                <a:lnTo>
                  <a:pt x="1611722" y="534239"/>
                </a:lnTo>
                <a:close/>
                <a:lnTo>
                  <a:pt x="1613211" y="506777"/>
                </a:lnTo>
                <a:close/>
                <a:lnTo>
                  <a:pt x="1614701" y="569999"/>
                </a:lnTo>
                <a:close/>
                <a:lnTo>
                  <a:pt x="1616190" y="419717"/>
                </a:lnTo>
                <a:close/>
                <a:lnTo>
                  <a:pt x="1617680" y="435935"/>
                </a:lnTo>
                <a:close/>
                <a:lnTo>
                  <a:pt x="1619170" y="506954"/>
                </a:lnTo>
                <a:close/>
                <a:lnTo>
                  <a:pt x="1620659" y="458483"/>
                </a:lnTo>
                <a:close/>
                <a:lnTo>
                  <a:pt x="1622149" y="486845"/>
                </a:lnTo>
                <a:close/>
                <a:lnTo>
                  <a:pt x="1623638" y="575217"/>
                </a:lnTo>
                <a:close/>
                <a:lnTo>
                  <a:pt x="1625128" y="413684"/>
                </a:lnTo>
                <a:close/>
                <a:lnTo>
                  <a:pt x="1628107" y="504494"/>
                </a:lnTo>
                <a:close/>
                <a:lnTo>
                  <a:pt x="1629597" y="444718"/>
                </a:lnTo>
                <a:close/>
                <a:lnTo>
                  <a:pt x="1632576" y="483023"/>
                </a:lnTo>
                <a:close/>
                <a:lnTo>
                  <a:pt x="1635555" y="603545"/>
                </a:lnTo>
                <a:close/>
                <a:lnTo>
                  <a:pt x="1637044" y="565356"/>
                </a:lnTo>
                <a:close/>
                <a:lnTo>
                  <a:pt x="1645982" y="791068"/>
                </a:lnTo>
                <a:close/>
                <a:lnTo>
                  <a:pt x="1647472" y="815044"/>
                </a:lnTo>
                <a:close/>
                <a:lnTo>
                  <a:pt x="1650451" y="778784"/>
                </a:lnTo>
                <a:close/>
                <a:lnTo>
                  <a:pt x="1653430" y="904321"/>
                </a:lnTo>
                <a:close/>
                <a:lnTo>
                  <a:pt x="1656409" y="860140"/>
                </a:lnTo>
                <a:close/>
                <a:lnTo>
                  <a:pt x="1657899" y="813333"/>
                </a:lnTo>
                <a:close/>
                <a:lnTo>
                  <a:pt x="1659388" y="861099"/>
                </a:lnTo>
                <a:close/>
                <a:lnTo>
                  <a:pt x="1660878" y="845085"/>
                </a:lnTo>
                <a:close/>
                <a:lnTo>
                  <a:pt x="1663857" y="897411"/>
                </a:lnTo>
                <a:close/>
                <a:lnTo>
                  <a:pt x="1665346" y="888148"/>
                </a:lnTo>
                <a:close/>
                <a:lnTo>
                  <a:pt x="1668326" y="797725"/>
                </a:lnTo>
                <a:close/>
                <a:lnTo>
                  <a:pt x="1671305" y="662469"/>
                </a:lnTo>
                <a:close/>
                <a:lnTo>
                  <a:pt x="1674284" y="843681"/>
                </a:lnTo>
                <a:close/>
                <a:lnTo>
                  <a:pt x="1675773" y="842353"/>
                </a:lnTo>
                <a:close/>
                <a:lnTo>
                  <a:pt x="1678753" y="772142"/>
                </a:lnTo>
                <a:close/>
                <a:lnTo>
                  <a:pt x="1680242" y="764970"/>
                </a:lnTo>
                <a:close/>
                <a:lnTo>
                  <a:pt x="1683221" y="786208"/>
                </a:lnTo>
                <a:close/>
                <a:lnTo>
                  <a:pt x="1684711" y="793370"/>
                </a:lnTo>
                <a:close/>
                <a:lnTo>
                  <a:pt x="1686201" y="716367"/>
                </a:lnTo>
                <a:close/>
                <a:lnTo>
                  <a:pt x="1689180" y="728391"/>
                </a:lnTo>
                <a:close/>
                <a:lnTo>
                  <a:pt x="1690669" y="717352"/>
                </a:lnTo>
                <a:close/>
                <a:lnTo>
                  <a:pt x="1693648" y="627100"/>
                </a:lnTo>
                <a:close/>
                <a:lnTo>
                  <a:pt x="1698117" y="682530"/>
                </a:lnTo>
                <a:close/>
                <a:lnTo>
                  <a:pt x="1702586" y="493647"/>
                </a:lnTo>
                <a:close/>
                <a:lnTo>
                  <a:pt x="1704075" y="455295"/>
                </a:lnTo>
                <a:close/>
                <a:lnTo>
                  <a:pt x="1705565" y="489140"/>
                </a:lnTo>
                <a:close/>
                <a:lnTo>
                  <a:pt x="1708544" y="422727"/>
                </a:lnTo>
                <a:close/>
                <a:lnTo>
                  <a:pt x="1711523" y="529865"/>
                </a:lnTo>
                <a:close/>
                <a:lnTo>
                  <a:pt x="1713013" y="517263"/>
                </a:lnTo>
                <a:close/>
                <a:lnTo>
                  <a:pt x="1714502" y="486362"/>
                </a:lnTo>
                <a:close/>
                <a:lnTo>
                  <a:pt x="1715992" y="545567"/>
                </a:lnTo>
                <a:close/>
                <a:lnTo>
                  <a:pt x="1717482" y="438264"/>
                </a:lnTo>
                <a:close/>
                <a:lnTo>
                  <a:pt x="1720461" y="569781"/>
                </a:lnTo>
                <a:close/>
                <a:lnTo>
                  <a:pt x="1721950" y="572867"/>
                </a:lnTo>
                <a:close/>
                <a:lnTo>
                  <a:pt x="1723440" y="551067"/>
                </a:lnTo>
                <a:close/>
                <a:lnTo>
                  <a:pt x="1724929" y="583472"/>
                </a:lnTo>
                <a:close/>
                <a:lnTo>
                  <a:pt x="1726419" y="574456"/>
                </a:lnTo>
                <a:close/>
                <a:lnTo>
                  <a:pt x="1729398" y="609227"/>
                </a:lnTo>
                <a:close/>
                <a:lnTo>
                  <a:pt x="1732377" y="536143"/>
                </a:lnTo>
                <a:close/>
                <a:lnTo>
                  <a:pt x="1733867" y="574470"/>
                </a:lnTo>
                <a:close/>
                <a:lnTo>
                  <a:pt x="1735357" y="537766"/>
                </a:lnTo>
                <a:close/>
                <a:lnTo>
                  <a:pt x="1738336" y="664258"/>
                </a:lnTo>
                <a:close/>
                <a:lnTo>
                  <a:pt x="1739825" y="708211"/>
                </a:lnTo>
                <a:close/>
                <a:lnTo>
                  <a:pt x="1741315" y="700687"/>
                </a:lnTo>
                <a:close/>
                <a:lnTo>
                  <a:pt x="1744294" y="666932"/>
                </a:lnTo>
                <a:close/>
                <a:lnTo>
                  <a:pt x="1747273" y="580598"/>
                </a:lnTo>
                <a:close/>
                <a:lnTo>
                  <a:pt x="1748763" y="646238"/>
                </a:lnTo>
                <a:close/>
                <a:lnTo>
                  <a:pt x="1753231" y="533704"/>
                </a:lnTo>
                <a:close/>
                <a:lnTo>
                  <a:pt x="1754721" y="454643"/>
                </a:lnTo>
                <a:close/>
                <a:lnTo>
                  <a:pt x="1759190" y="679000"/>
                </a:lnTo>
                <a:close/>
                <a:lnTo>
                  <a:pt x="1760679" y="598221"/>
                </a:lnTo>
                <a:close/>
                <a:lnTo>
                  <a:pt x="1762169" y="603655"/>
                </a:lnTo>
                <a:close/>
                <a:lnTo>
                  <a:pt x="1763658" y="618917"/>
                </a:lnTo>
                <a:close/>
                <a:lnTo>
                  <a:pt x="1765148" y="611377"/>
                </a:lnTo>
                <a:close/>
                <a:lnTo>
                  <a:pt x="1768127" y="705450"/>
                </a:lnTo>
                <a:close/>
                <a:lnTo>
                  <a:pt x="1769617" y="818197"/>
                </a:lnTo>
                <a:close/>
                <a:lnTo>
                  <a:pt x="1771106" y="772751"/>
                </a:lnTo>
                <a:close/>
                <a:lnTo>
                  <a:pt x="1772596" y="866918"/>
                </a:lnTo>
                <a:close/>
                <a:lnTo>
                  <a:pt x="1774085" y="844306"/>
                </a:lnTo>
                <a:close/>
                <a:lnTo>
                  <a:pt x="1775575" y="931026"/>
                </a:lnTo>
                <a:close/>
                <a:lnTo>
                  <a:pt x="1777065" y="908676"/>
                </a:lnTo>
                <a:close/>
                <a:lnTo>
                  <a:pt x="1778554" y="822611"/>
                </a:lnTo>
                <a:close/>
                <a:lnTo>
                  <a:pt x="1780044" y="835578"/>
                </a:lnTo>
                <a:close/>
                <a:lnTo>
                  <a:pt x="1781533" y="785020"/>
                </a:lnTo>
                <a:close/>
                <a:lnTo>
                  <a:pt x="1783023" y="809984"/>
                </a:lnTo>
                <a:close/>
                <a:lnTo>
                  <a:pt x="1786002" y="719911"/>
                </a:lnTo>
                <a:close/>
                <a:lnTo>
                  <a:pt x="1786002" y="719911"/>
                </a:lnTo>
                <a:close/>
              </a:path>
            </a:pathLst>
          </a:custGeom>
          <a:noFill/>
          <a:ln w="7620">
            <a:solidFill>
              <a:srgbClr val="57A773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3173478" y="2578608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3173478" y="3602736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3173478" y="4114800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3262778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234497" y="5206478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72" name="Freeform 171"/>
          <p:cNvSpPr/>
          <p:nvPr/>
        </p:nvSpPr>
        <p:spPr>
          <a:xfrm>
            <a:off x="3560694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3475850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174" name="Freeform 173"/>
          <p:cNvSpPr/>
          <p:nvPr/>
        </p:nvSpPr>
        <p:spPr>
          <a:xfrm>
            <a:off x="3858609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3773765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176" name="Freeform 175"/>
          <p:cNvSpPr/>
          <p:nvPr/>
        </p:nvSpPr>
        <p:spPr>
          <a:xfrm>
            <a:off x="4156524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071680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178" name="Freeform 177"/>
          <p:cNvSpPr/>
          <p:nvPr/>
        </p:nvSpPr>
        <p:spPr>
          <a:xfrm>
            <a:off x="4454439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4369595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180" name="Freeform 179"/>
          <p:cNvSpPr/>
          <p:nvPr/>
        </p:nvSpPr>
        <p:spPr>
          <a:xfrm>
            <a:off x="4752354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639229" y="5206478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182" name="Freeform 181"/>
          <p:cNvSpPr/>
          <p:nvPr/>
        </p:nvSpPr>
        <p:spPr>
          <a:xfrm>
            <a:off x="5050270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937144" y="5206478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184" name="Freeform 183"/>
          <p:cNvSpPr/>
          <p:nvPr/>
        </p:nvSpPr>
        <p:spPr>
          <a:xfrm>
            <a:off x="3129028" y="496348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3028016" y="4908358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86" name="Freeform 185"/>
          <p:cNvSpPr/>
          <p:nvPr/>
        </p:nvSpPr>
        <p:spPr>
          <a:xfrm>
            <a:off x="3129028" y="46078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028016" y="4552752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88" name="Freeform 187"/>
          <p:cNvSpPr/>
          <p:nvPr/>
        </p:nvSpPr>
        <p:spPr>
          <a:xfrm>
            <a:off x="3129028" y="425227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3028016" y="4197146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173478" y="394970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1e−9</a:t>
            </a:r>
          </a:p>
        </p:txBody>
      </p:sp>
      <p:sp>
        <p:nvSpPr>
          <p:cNvPr id="191" name="Freeform 190"/>
          <p:cNvSpPr/>
          <p:nvPr/>
        </p:nvSpPr>
        <p:spPr>
          <a:xfrm>
            <a:off x="3262778" y="4161351"/>
            <a:ext cx="1786002" cy="931026"/>
          </a:xfrm>
          <a:custGeom>
            <a:avLst/>
            <a:gdLst/>
            <a:ahLst/>
            <a:cxnLst/>
            <a:rect l="l" t="t" r="r" b="b"/>
            <a:pathLst>
              <a:path w="1786002" h="931026">
                <a:moveTo>
                  <a:pt x="0" y="637212"/>
                </a:moveTo>
                <a:lnTo>
                  <a:pt x="1490" y="646700"/>
                </a:lnTo>
                <a:close/>
                <a:lnTo>
                  <a:pt x="2979" y="623163"/>
                </a:lnTo>
                <a:close/>
                <a:lnTo>
                  <a:pt x="5959" y="681170"/>
                </a:lnTo>
                <a:close/>
                <a:lnTo>
                  <a:pt x="7448" y="667790"/>
                </a:lnTo>
                <a:close/>
                <a:lnTo>
                  <a:pt x="8938" y="743326"/>
                </a:lnTo>
                <a:close/>
                <a:lnTo>
                  <a:pt x="10427" y="722141"/>
                </a:lnTo>
                <a:close/>
                <a:lnTo>
                  <a:pt x="11917" y="674327"/>
                </a:lnTo>
                <a:close/>
                <a:lnTo>
                  <a:pt x="13406" y="673787"/>
                </a:lnTo>
                <a:close/>
                <a:lnTo>
                  <a:pt x="14896" y="677161"/>
                </a:lnTo>
                <a:close/>
                <a:lnTo>
                  <a:pt x="17875" y="743273"/>
                </a:lnTo>
                <a:close/>
                <a:lnTo>
                  <a:pt x="19365" y="695965"/>
                </a:lnTo>
                <a:close/>
                <a:lnTo>
                  <a:pt x="22344" y="740048"/>
                </a:lnTo>
                <a:close/>
                <a:lnTo>
                  <a:pt x="23834" y="776034"/>
                </a:lnTo>
                <a:close/>
                <a:lnTo>
                  <a:pt x="25323" y="727332"/>
                </a:lnTo>
                <a:close/>
                <a:lnTo>
                  <a:pt x="26813" y="730426"/>
                </a:lnTo>
                <a:close/>
                <a:lnTo>
                  <a:pt x="28302" y="705985"/>
                </a:lnTo>
                <a:close/>
                <a:lnTo>
                  <a:pt x="29792" y="741094"/>
                </a:lnTo>
                <a:close/>
                <a:lnTo>
                  <a:pt x="31281" y="735191"/>
                </a:lnTo>
                <a:close/>
                <a:lnTo>
                  <a:pt x="34261" y="654798"/>
                </a:lnTo>
                <a:close/>
                <a:lnTo>
                  <a:pt x="35750" y="712186"/>
                </a:lnTo>
                <a:close/>
                <a:lnTo>
                  <a:pt x="38729" y="667060"/>
                </a:lnTo>
                <a:close/>
                <a:lnTo>
                  <a:pt x="40219" y="559540"/>
                </a:lnTo>
                <a:close/>
                <a:lnTo>
                  <a:pt x="41708" y="575599"/>
                </a:lnTo>
                <a:close/>
                <a:lnTo>
                  <a:pt x="43198" y="546351"/>
                </a:lnTo>
                <a:close/>
                <a:lnTo>
                  <a:pt x="44688" y="590023"/>
                </a:lnTo>
                <a:close/>
                <a:lnTo>
                  <a:pt x="46177" y="590287"/>
                </a:lnTo>
                <a:close/>
                <a:lnTo>
                  <a:pt x="49156" y="546429"/>
                </a:lnTo>
                <a:close/>
                <a:lnTo>
                  <a:pt x="50646" y="588398"/>
                </a:lnTo>
                <a:close/>
                <a:lnTo>
                  <a:pt x="53625" y="536172"/>
                </a:lnTo>
                <a:close/>
                <a:lnTo>
                  <a:pt x="55115" y="552336"/>
                </a:lnTo>
                <a:close/>
                <a:lnTo>
                  <a:pt x="58094" y="503342"/>
                </a:lnTo>
                <a:close/>
                <a:lnTo>
                  <a:pt x="59583" y="527279"/>
                </a:lnTo>
                <a:close/>
                <a:lnTo>
                  <a:pt x="62563" y="433892"/>
                </a:lnTo>
                <a:close/>
                <a:lnTo>
                  <a:pt x="65542" y="521416"/>
                </a:lnTo>
                <a:close/>
                <a:lnTo>
                  <a:pt x="67031" y="527706"/>
                </a:lnTo>
                <a:close/>
                <a:lnTo>
                  <a:pt x="68521" y="543904"/>
                </a:lnTo>
                <a:close/>
                <a:lnTo>
                  <a:pt x="71500" y="507293"/>
                </a:lnTo>
                <a:close/>
                <a:lnTo>
                  <a:pt x="72990" y="508771"/>
                </a:lnTo>
                <a:close/>
                <a:lnTo>
                  <a:pt x="74479" y="522113"/>
                </a:lnTo>
                <a:close/>
                <a:lnTo>
                  <a:pt x="77458" y="592078"/>
                </a:lnTo>
                <a:close/>
                <a:lnTo>
                  <a:pt x="81927" y="488061"/>
                </a:lnTo>
                <a:close/>
                <a:lnTo>
                  <a:pt x="86396" y="602335"/>
                </a:lnTo>
                <a:close/>
                <a:lnTo>
                  <a:pt x="90864" y="543876"/>
                </a:lnTo>
                <a:close/>
                <a:lnTo>
                  <a:pt x="93844" y="396925"/>
                </a:lnTo>
                <a:close/>
                <a:lnTo>
                  <a:pt x="98312" y="513549"/>
                </a:lnTo>
                <a:close/>
                <a:lnTo>
                  <a:pt x="99802" y="514537"/>
                </a:lnTo>
                <a:close/>
                <a:lnTo>
                  <a:pt x="101291" y="493072"/>
                </a:lnTo>
                <a:close/>
                <a:lnTo>
                  <a:pt x="102781" y="511471"/>
                </a:lnTo>
                <a:close/>
                <a:lnTo>
                  <a:pt x="104271" y="494085"/>
                </a:lnTo>
                <a:close/>
                <a:lnTo>
                  <a:pt x="107250" y="405794"/>
                </a:lnTo>
                <a:close/>
                <a:lnTo>
                  <a:pt x="108739" y="402186"/>
                </a:lnTo>
                <a:close/>
                <a:lnTo>
                  <a:pt x="110229" y="363555"/>
                </a:lnTo>
                <a:close/>
                <a:lnTo>
                  <a:pt x="113208" y="423178"/>
                </a:lnTo>
                <a:close/>
                <a:lnTo>
                  <a:pt x="114698" y="421737"/>
                </a:lnTo>
                <a:close/>
                <a:lnTo>
                  <a:pt x="117677" y="551916"/>
                </a:lnTo>
                <a:close/>
                <a:lnTo>
                  <a:pt x="119166" y="576936"/>
                </a:lnTo>
                <a:close/>
                <a:lnTo>
                  <a:pt x="120656" y="450276"/>
                </a:lnTo>
                <a:close/>
                <a:lnTo>
                  <a:pt x="123635" y="609856"/>
                </a:lnTo>
                <a:close/>
                <a:lnTo>
                  <a:pt x="125125" y="615421"/>
                </a:lnTo>
                <a:close/>
                <a:lnTo>
                  <a:pt x="128104" y="706494"/>
                </a:lnTo>
                <a:close/>
                <a:lnTo>
                  <a:pt x="131083" y="683550"/>
                </a:lnTo>
                <a:close/>
                <a:lnTo>
                  <a:pt x="132573" y="580004"/>
                </a:lnTo>
                <a:close/>
                <a:lnTo>
                  <a:pt x="134062" y="656188"/>
                </a:lnTo>
                <a:close/>
                <a:lnTo>
                  <a:pt x="135552" y="557672"/>
                </a:lnTo>
                <a:close/>
                <a:lnTo>
                  <a:pt x="137041" y="598969"/>
                </a:lnTo>
                <a:close/>
                <a:lnTo>
                  <a:pt x="140020" y="533530"/>
                </a:lnTo>
                <a:close/>
                <a:lnTo>
                  <a:pt x="141510" y="525431"/>
                </a:lnTo>
                <a:close/>
                <a:lnTo>
                  <a:pt x="143000" y="574768"/>
                </a:lnTo>
                <a:close/>
                <a:lnTo>
                  <a:pt x="144489" y="486851"/>
                </a:lnTo>
                <a:close/>
                <a:lnTo>
                  <a:pt x="147468" y="523793"/>
                </a:lnTo>
                <a:close/>
                <a:lnTo>
                  <a:pt x="150447" y="459133"/>
                </a:lnTo>
                <a:close/>
                <a:lnTo>
                  <a:pt x="151937" y="358182"/>
                </a:lnTo>
                <a:close/>
                <a:lnTo>
                  <a:pt x="153427" y="375120"/>
                </a:lnTo>
                <a:close/>
                <a:lnTo>
                  <a:pt x="157895" y="508620"/>
                </a:lnTo>
                <a:close/>
                <a:lnTo>
                  <a:pt x="159385" y="518337"/>
                </a:lnTo>
                <a:close/>
                <a:lnTo>
                  <a:pt x="165343" y="618522"/>
                </a:lnTo>
                <a:close/>
                <a:lnTo>
                  <a:pt x="166833" y="607029"/>
                </a:lnTo>
                <a:close/>
                <a:lnTo>
                  <a:pt x="169812" y="552375"/>
                </a:lnTo>
                <a:close/>
                <a:lnTo>
                  <a:pt x="171302" y="528700"/>
                </a:lnTo>
                <a:close/>
                <a:lnTo>
                  <a:pt x="172791" y="592013"/>
                </a:lnTo>
                <a:close/>
                <a:lnTo>
                  <a:pt x="174281" y="574659"/>
                </a:lnTo>
                <a:close/>
                <a:lnTo>
                  <a:pt x="175770" y="598814"/>
                </a:lnTo>
                <a:close/>
                <a:lnTo>
                  <a:pt x="177260" y="599950"/>
                </a:lnTo>
                <a:close/>
                <a:lnTo>
                  <a:pt x="178749" y="652506"/>
                </a:lnTo>
                <a:close/>
                <a:lnTo>
                  <a:pt x="180239" y="655194"/>
                </a:lnTo>
                <a:close/>
                <a:lnTo>
                  <a:pt x="181729" y="625953"/>
                </a:lnTo>
                <a:close/>
                <a:lnTo>
                  <a:pt x="183218" y="631757"/>
                </a:lnTo>
                <a:close/>
                <a:lnTo>
                  <a:pt x="186197" y="695353"/>
                </a:lnTo>
                <a:close/>
                <a:lnTo>
                  <a:pt x="187687" y="708711"/>
                </a:lnTo>
                <a:close/>
                <a:lnTo>
                  <a:pt x="189176" y="695981"/>
                </a:lnTo>
                <a:close/>
                <a:lnTo>
                  <a:pt x="192156" y="743622"/>
                </a:lnTo>
                <a:close/>
                <a:lnTo>
                  <a:pt x="193645" y="708275"/>
                </a:lnTo>
                <a:close/>
                <a:lnTo>
                  <a:pt x="195135" y="736471"/>
                </a:lnTo>
                <a:close/>
                <a:lnTo>
                  <a:pt x="196624" y="720334"/>
                </a:lnTo>
                <a:close/>
                <a:lnTo>
                  <a:pt x="199604" y="764237"/>
                </a:lnTo>
                <a:close/>
                <a:lnTo>
                  <a:pt x="202583" y="699445"/>
                </a:lnTo>
                <a:close/>
                <a:lnTo>
                  <a:pt x="204072" y="740849"/>
                </a:lnTo>
                <a:close/>
                <a:lnTo>
                  <a:pt x="205562" y="700961"/>
                </a:lnTo>
                <a:close/>
                <a:lnTo>
                  <a:pt x="208541" y="823707"/>
                </a:lnTo>
                <a:close/>
                <a:lnTo>
                  <a:pt x="210031" y="803246"/>
                </a:lnTo>
                <a:close/>
                <a:lnTo>
                  <a:pt x="211520" y="906625"/>
                </a:lnTo>
                <a:close/>
                <a:lnTo>
                  <a:pt x="213010" y="899008"/>
                </a:lnTo>
                <a:close/>
                <a:lnTo>
                  <a:pt x="215989" y="824513"/>
                </a:lnTo>
                <a:close/>
                <a:lnTo>
                  <a:pt x="217478" y="742180"/>
                </a:lnTo>
                <a:close/>
                <a:lnTo>
                  <a:pt x="218968" y="760195"/>
                </a:lnTo>
                <a:close/>
                <a:lnTo>
                  <a:pt x="220458" y="813600"/>
                </a:lnTo>
                <a:close/>
                <a:lnTo>
                  <a:pt x="221947" y="796833"/>
                </a:lnTo>
                <a:close/>
                <a:lnTo>
                  <a:pt x="224926" y="631382"/>
                </a:lnTo>
                <a:close/>
                <a:lnTo>
                  <a:pt x="226416" y="634135"/>
                </a:lnTo>
                <a:close/>
                <a:lnTo>
                  <a:pt x="227905" y="612430"/>
                </a:lnTo>
                <a:close/>
                <a:lnTo>
                  <a:pt x="229395" y="621041"/>
                </a:lnTo>
                <a:close/>
                <a:lnTo>
                  <a:pt x="230885" y="581534"/>
                </a:lnTo>
                <a:close/>
                <a:lnTo>
                  <a:pt x="233864" y="675974"/>
                </a:lnTo>
                <a:close/>
                <a:lnTo>
                  <a:pt x="242801" y="818347"/>
                </a:lnTo>
                <a:close/>
                <a:lnTo>
                  <a:pt x="244291" y="806615"/>
                </a:lnTo>
                <a:close/>
                <a:lnTo>
                  <a:pt x="245780" y="880017"/>
                </a:lnTo>
                <a:close/>
                <a:lnTo>
                  <a:pt x="247270" y="842082"/>
                </a:lnTo>
                <a:close/>
                <a:lnTo>
                  <a:pt x="248760" y="764192"/>
                </a:lnTo>
                <a:close/>
                <a:lnTo>
                  <a:pt x="250249" y="834263"/>
                </a:lnTo>
                <a:close/>
                <a:lnTo>
                  <a:pt x="251739" y="692228"/>
                </a:lnTo>
                <a:close/>
                <a:lnTo>
                  <a:pt x="253228" y="687321"/>
                </a:lnTo>
                <a:close/>
                <a:lnTo>
                  <a:pt x="259187" y="537520"/>
                </a:lnTo>
                <a:close/>
                <a:lnTo>
                  <a:pt x="260676" y="531575"/>
                </a:lnTo>
                <a:close/>
                <a:lnTo>
                  <a:pt x="263655" y="432496"/>
                </a:lnTo>
                <a:close/>
                <a:lnTo>
                  <a:pt x="265145" y="397560"/>
                </a:lnTo>
                <a:close/>
                <a:lnTo>
                  <a:pt x="266634" y="395881"/>
                </a:lnTo>
                <a:close/>
                <a:lnTo>
                  <a:pt x="268124" y="408325"/>
                </a:lnTo>
                <a:close/>
                <a:lnTo>
                  <a:pt x="269614" y="396564"/>
                </a:lnTo>
                <a:close/>
                <a:lnTo>
                  <a:pt x="271103" y="363861"/>
                </a:lnTo>
                <a:close/>
                <a:lnTo>
                  <a:pt x="274082" y="401162"/>
                </a:lnTo>
                <a:close/>
                <a:lnTo>
                  <a:pt x="275572" y="339955"/>
                </a:lnTo>
                <a:close/>
                <a:lnTo>
                  <a:pt x="277061" y="362041"/>
                </a:lnTo>
                <a:close/>
                <a:lnTo>
                  <a:pt x="278551" y="327489"/>
                </a:lnTo>
                <a:close/>
                <a:lnTo>
                  <a:pt x="280041" y="228826"/>
                </a:lnTo>
                <a:close/>
                <a:lnTo>
                  <a:pt x="283020" y="338509"/>
                </a:lnTo>
                <a:close/>
                <a:lnTo>
                  <a:pt x="288978" y="182328"/>
                </a:lnTo>
                <a:close/>
                <a:lnTo>
                  <a:pt x="290468" y="186338"/>
                </a:lnTo>
                <a:close/>
                <a:lnTo>
                  <a:pt x="291957" y="182465"/>
                </a:lnTo>
                <a:close/>
                <a:lnTo>
                  <a:pt x="293447" y="199784"/>
                </a:lnTo>
                <a:close/>
                <a:lnTo>
                  <a:pt x="294936" y="234110"/>
                </a:lnTo>
                <a:close/>
                <a:lnTo>
                  <a:pt x="297916" y="191185"/>
                </a:lnTo>
                <a:close/>
                <a:lnTo>
                  <a:pt x="299405" y="227781"/>
                </a:lnTo>
                <a:close/>
                <a:lnTo>
                  <a:pt x="302384" y="162974"/>
                </a:lnTo>
                <a:close/>
                <a:lnTo>
                  <a:pt x="305363" y="257675"/>
                </a:lnTo>
                <a:close/>
                <a:lnTo>
                  <a:pt x="308343" y="156212"/>
                </a:lnTo>
                <a:close/>
                <a:lnTo>
                  <a:pt x="309832" y="202551"/>
                </a:lnTo>
                <a:close/>
                <a:lnTo>
                  <a:pt x="311322" y="131373"/>
                </a:lnTo>
                <a:close/>
                <a:lnTo>
                  <a:pt x="312811" y="189393"/>
                </a:lnTo>
                <a:close/>
                <a:lnTo>
                  <a:pt x="314301" y="137248"/>
                </a:lnTo>
                <a:close/>
                <a:lnTo>
                  <a:pt x="315790" y="213984"/>
                </a:lnTo>
                <a:close/>
                <a:lnTo>
                  <a:pt x="317280" y="203379"/>
                </a:lnTo>
                <a:close/>
                <a:lnTo>
                  <a:pt x="326217" y="410804"/>
                </a:lnTo>
                <a:close/>
                <a:lnTo>
                  <a:pt x="330686" y="497781"/>
                </a:lnTo>
                <a:close/>
                <a:lnTo>
                  <a:pt x="333665" y="449763"/>
                </a:lnTo>
                <a:close/>
                <a:lnTo>
                  <a:pt x="336645" y="446928"/>
                </a:lnTo>
                <a:close/>
                <a:lnTo>
                  <a:pt x="338134" y="431013"/>
                </a:lnTo>
                <a:close/>
                <a:lnTo>
                  <a:pt x="339624" y="490526"/>
                </a:lnTo>
                <a:close/>
                <a:lnTo>
                  <a:pt x="341113" y="472081"/>
                </a:lnTo>
                <a:close/>
                <a:lnTo>
                  <a:pt x="342603" y="403167"/>
                </a:lnTo>
                <a:close/>
                <a:lnTo>
                  <a:pt x="348561" y="528722"/>
                </a:lnTo>
                <a:close/>
                <a:lnTo>
                  <a:pt x="353030" y="399791"/>
                </a:lnTo>
                <a:close/>
                <a:lnTo>
                  <a:pt x="357499" y="258031"/>
                </a:lnTo>
                <a:close/>
                <a:lnTo>
                  <a:pt x="358988" y="275599"/>
                </a:lnTo>
                <a:close/>
                <a:lnTo>
                  <a:pt x="360478" y="333869"/>
                </a:lnTo>
                <a:close/>
                <a:lnTo>
                  <a:pt x="361967" y="310352"/>
                </a:lnTo>
                <a:close/>
                <a:lnTo>
                  <a:pt x="363457" y="311176"/>
                </a:lnTo>
                <a:close/>
                <a:lnTo>
                  <a:pt x="366436" y="465530"/>
                </a:lnTo>
                <a:close/>
                <a:lnTo>
                  <a:pt x="367926" y="467492"/>
                </a:lnTo>
                <a:close/>
                <a:lnTo>
                  <a:pt x="369415" y="436672"/>
                </a:lnTo>
                <a:close/>
                <a:lnTo>
                  <a:pt x="370905" y="453347"/>
                </a:lnTo>
                <a:close/>
                <a:lnTo>
                  <a:pt x="372394" y="436753"/>
                </a:lnTo>
                <a:close/>
                <a:lnTo>
                  <a:pt x="373884" y="491272"/>
                </a:lnTo>
                <a:close/>
                <a:lnTo>
                  <a:pt x="375373" y="423512"/>
                </a:lnTo>
                <a:close/>
                <a:lnTo>
                  <a:pt x="378353" y="443146"/>
                </a:lnTo>
                <a:close/>
                <a:lnTo>
                  <a:pt x="379842" y="511432"/>
                </a:lnTo>
                <a:close/>
                <a:lnTo>
                  <a:pt x="382821" y="458693"/>
                </a:lnTo>
                <a:close/>
                <a:lnTo>
                  <a:pt x="384311" y="420602"/>
                </a:lnTo>
                <a:close/>
                <a:lnTo>
                  <a:pt x="387290" y="298872"/>
                </a:lnTo>
                <a:close/>
                <a:lnTo>
                  <a:pt x="388780" y="336384"/>
                </a:lnTo>
                <a:close/>
                <a:lnTo>
                  <a:pt x="390269" y="325145"/>
                </a:lnTo>
                <a:close/>
                <a:lnTo>
                  <a:pt x="391759" y="380161"/>
                </a:lnTo>
                <a:close/>
                <a:lnTo>
                  <a:pt x="393248" y="365386"/>
                </a:lnTo>
                <a:close/>
                <a:lnTo>
                  <a:pt x="394738" y="447516"/>
                </a:lnTo>
                <a:close/>
                <a:lnTo>
                  <a:pt x="396228" y="407634"/>
                </a:lnTo>
                <a:close/>
                <a:lnTo>
                  <a:pt x="397717" y="454444"/>
                </a:lnTo>
                <a:close/>
                <a:lnTo>
                  <a:pt x="400696" y="568716"/>
                </a:lnTo>
                <a:close/>
                <a:lnTo>
                  <a:pt x="403675" y="638922"/>
                </a:lnTo>
                <a:close/>
                <a:lnTo>
                  <a:pt x="408144" y="490099"/>
                </a:lnTo>
                <a:close/>
                <a:lnTo>
                  <a:pt x="409634" y="454869"/>
                </a:lnTo>
                <a:close/>
                <a:lnTo>
                  <a:pt x="411123" y="382375"/>
                </a:lnTo>
                <a:close/>
                <a:lnTo>
                  <a:pt x="412613" y="417003"/>
                </a:lnTo>
                <a:close/>
                <a:lnTo>
                  <a:pt x="415592" y="341332"/>
                </a:lnTo>
                <a:close/>
                <a:lnTo>
                  <a:pt x="417082" y="331641"/>
                </a:lnTo>
                <a:close/>
                <a:lnTo>
                  <a:pt x="420061" y="442311"/>
                </a:lnTo>
                <a:close/>
                <a:lnTo>
                  <a:pt x="424530" y="294231"/>
                </a:lnTo>
                <a:close/>
                <a:lnTo>
                  <a:pt x="426019" y="305065"/>
                </a:lnTo>
                <a:close/>
                <a:lnTo>
                  <a:pt x="427509" y="374634"/>
                </a:lnTo>
                <a:close/>
                <a:lnTo>
                  <a:pt x="428998" y="338837"/>
                </a:lnTo>
                <a:close/>
                <a:lnTo>
                  <a:pt x="430488" y="413421"/>
                </a:lnTo>
                <a:close/>
                <a:lnTo>
                  <a:pt x="431977" y="403107"/>
                </a:lnTo>
                <a:close/>
                <a:lnTo>
                  <a:pt x="433467" y="403245"/>
                </a:lnTo>
                <a:close/>
                <a:lnTo>
                  <a:pt x="434957" y="378447"/>
                </a:lnTo>
                <a:close/>
                <a:lnTo>
                  <a:pt x="442404" y="574461"/>
                </a:lnTo>
                <a:close/>
                <a:lnTo>
                  <a:pt x="443894" y="567547"/>
                </a:lnTo>
                <a:close/>
                <a:lnTo>
                  <a:pt x="445384" y="560179"/>
                </a:lnTo>
                <a:close/>
                <a:lnTo>
                  <a:pt x="446873" y="582005"/>
                </a:lnTo>
                <a:close/>
                <a:lnTo>
                  <a:pt x="448363" y="567694"/>
                </a:lnTo>
                <a:close/>
                <a:lnTo>
                  <a:pt x="449852" y="585539"/>
                </a:lnTo>
                <a:close/>
                <a:lnTo>
                  <a:pt x="451342" y="570196"/>
                </a:lnTo>
                <a:close/>
                <a:lnTo>
                  <a:pt x="452831" y="594968"/>
                </a:lnTo>
                <a:close/>
                <a:lnTo>
                  <a:pt x="457300" y="711284"/>
                </a:lnTo>
                <a:close/>
                <a:lnTo>
                  <a:pt x="458790" y="713550"/>
                </a:lnTo>
                <a:close/>
                <a:lnTo>
                  <a:pt x="460279" y="729659"/>
                </a:lnTo>
                <a:close/>
                <a:lnTo>
                  <a:pt x="463258" y="622953"/>
                </a:lnTo>
                <a:close/>
                <a:lnTo>
                  <a:pt x="464748" y="574138"/>
                </a:lnTo>
                <a:close/>
                <a:lnTo>
                  <a:pt x="466238" y="582654"/>
                </a:lnTo>
                <a:close/>
                <a:lnTo>
                  <a:pt x="470706" y="685318"/>
                </a:lnTo>
                <a:close/>
                <a:lnTo>
                  <a:pt x="473686" y="620258"/>
                </a:lnTo>
                <a:close/>
                <a:lnTo>
                  <a:pt x="475175" y="647442"/>
                </a:lnTo>
                <a:close/>
                <a:lnTo>
                  <a:pt x="476665" y="544789"/>
                </a:lnTo>
                <a:close/>
                <a:lnTo>
                  <a:pt x="478154" y="540654"/>
                </a:lnTo>
                <a:close/>
                <a:lnTo>
                  <a:pt x="479644" y="459915"/>
                </a:lnTo>
                <a:close/>
                <a:lnTo>
                  <a:pt x="481133" y="467063"/>
                </a:lnTo>
                <a:close/>
                <a:lnTo>
                  <a:pt x="485602" y="667605"/>
                </a:lnTo>
                <a:close/>
                <a:lnTo>
                  <a:pt x="488581" y="691435"/>
                </a:lnTo>
                <a:close/>
                <a:lnTo>
                  <a:pt x="490071" y="714774"/>
                </a:lnTo>
                <a:close/>
                <a:lnTo>
                  <a:pt x="493050" y="544401"/>
                </a:lnTo>
                <a:close/>
                <a:lnTo>
                  <a:pt x="494540" y="556582"/>
                </a:lnTo>
                <a:close/>
                <a:lnTo>
                  <a:pt x="497519" y="490964"/>
                </a:lnTo>
                <a:close/>
                <a:lnTo>
                  <a:pt x="499008" y="490964"/>
                </a:lnTo>
                <a:close/>
                <a:lnTo>
                  <a:pt x="500498" y="476026"/>
                </a:lnTo>
                <a:close/>
                <a:lnTo>
                  <a:pt x="501987" y="521067"/>
                </a:lnTo>
                <a:close/>
                <a:lnTo>
                  <a:pt x="503477" y="478643"/>
                </a:lnTo>
                <a:close/>
                <a:lnTo>
                  <a:pt x="509435" y="597135"/>
                </a:lnTo>
                <a:close/>
                <a:lnTo>
                  <a:pt x="510925" y="510057"/>
                </a:lnTo>
                <a:close/>
                <a:lnTo>
                  <a:pt x="513904" y="579649"/>
                </a:lnTo>
                <a:close/>
                <a:lnTo>
                  <a:pt x="516883" y="555155"/>
                </a:lnTo>
                <a:close/>
                <a:lnTo>
                  <a:pt x="518373" y="581457"/>
                </a:lnTo>
                <a:close/>
                <a:lnTo>
                  <a:pt x="519862" y="499541"/>
                </a:lnTo>
                <a:close/>
                <a:lnTo>
                  <a:pt x="521352" y="508540"/>
                </a:lnTo>
                <a:close/>
                <a:lnTo>
                  <a:pt x="522842" y="440182"/>
                </a:lnTo>
                <a:close/>
                <a:lnTo>
                  <a:pt x="525821" y="497371"/>
                </a:lnTo>
                <a:close/>
                <a:lnTo>
                  <a:pt x="527310" y="468491"/>
                </a:lnTo>
                <a:close/>
                <a:lnTo>
                  <a:pt x="528800" y="534722"/>
                </a:lnTo>
                <a:close/>
                <a:lnTo>
                  <a:pt x="530289" y="482714"/>
                </a:lnTo>
                <a:close/>
                <a:lnTo>
                  <a:pt x="531779" y="510406"/>
                </a:lnTo>
                <a:close/>
                <a:lnTo>
                  <a:pt x="534758" y="602147"/>
                </a:lnTo>
                <a:close/>
                <a:lnTo>
                  <a:pt x="536248" y="610256"/>
                </a:lnTo>
                <a:close/>
                <a:lnTo>
                  <a:pt x="537737" y="606548"/>
                </a:lnTo>
                <a:close/>
                <a:lnTo>
                  <a:pt x="539227" y="571626"/>
                </a:lnTo>
                <a:close/>
                <a:lnTo>
                  <a:pt x="543696" y="634612"/>
                </a:lnTo>
                <a:close/>
                <a:lnTo>
                  <a:pt x="545185" y="529418"/>
                </a:lnTo>
                <a:close/>
                <a:lnTo>
                  <a:pt x="546675" y="549487"/>
                </a:lnTo>
                <a:close/>
                <a:lnTo>
                  <a:pt x="551143" y="392225"/>
                </a:lnTo>
                <a:close/>
                <a:lnTo>
                  <a:pt x="552633" y="429903"/>
                </a:lnTo>
                <a:close/>
                <a:lnTo>
                  <a:pt x="554123" y="412366"/>
                </a:lnTo>
                <a:close/>
                <a:lnTo>
                  <a:pt x="555612" y="430296"/>
                </a:lnTo>
                <a:close/>
                <a:lnTo>
                  <a:pt x="557102" y="474233"/>
                </a:lnTo>
                <a:close/>
                <a:lnTo>
                  <a:pt x="558591" y="426883"/>
                </a:lnTo>
                <a:close/>
                <a:lnTo>
                  <a:pt x="560081" y="451235"/>
                </a:lnTo>
                <a:close/>
                <a:lnTo>
                  <a:pt x="561571" y="431612"/>
                </a:lnTo>
                <a:close/>
                <a:lnTo>
                  <a:pt x="563060" y="447873"/>
                </a:lnTo>
                <a:close/>
                <a:lnTo>
                  <a:pt x="566039" y="518493"/>
                </a:lnTo>
                <a:close/>
                <a:lnTo>
                  <a:pt x="569018" y="416197"/>
                </a:lnTo>
                <a:close/>
                <a:lnTo>
                  <a:pt x="570508" y="455591"/>
                </a:lnTo>
                <a:close/>
                <a:lnTo>
                  <a:pt x="573487" y="422456"/>
                </a:lnTo>
                <a:close/>
                <a:lnTo>
                  <a:pt x="577956" y="529738"/>
                </a:lnTo>
                <a:close/>
                <a:lnTo>
                  <a:pt x="579445" y="521755"/>
                </a:lnTo>
                <a:close/>
                <a:lnTo>
                  <a:pt x="583914" y="325351"/>
                </a:lnTo>
                <a:close/>
                <a:lnTo>
                  <a:pt x="586893" y="359368"/>
                </a:lnTo>
                <a:close/>
                <a:lnTo>
                  <a:pt x="588383" y="444300"/>
                </a:lnTo>
                <a:close/>
                <a:lnTo>
                  <a:pt x="589872" y="438026"/>
                </a:lnTo>
                <a:close/>
                <a:lnTo>
                  <a:pt x="592852" y="638244"/>
                </a:lnTo>
                <a:close/>
                <a:lnTo>
                  <a:pt x="594341" y="604181"/>
                </a:lnTo>
                <a:close/>
                <a:lnTo>
                  <a:pt x="595831" y="606228"/>
                </a:lnTo>
                <a:close/>
                <a:lnTo>
                  <a:pt x="597320" y="556477"/>
                </a:lnTo>
                <a:close/>
                <a:lnTo>
                  <a:pt x="598810" y="614282"/>
                </a:lnTo>
                <a:close/>
                <a:lnTo>
                  <a:pt x="601789" y="512030"/>
                </a:lnTo>
                <a:close/>
                <a:lnTo>
                  <a:pt x="603279" y="543974"/>
                </a:lnTo>
                <a:close/>
                <a:lnTo>
                  <a:pt x="604768" y="528923"/>
                </a:lnTo>
                <a:close/>
                <a:lnTo>
                  <a:pt x="606258" y="565972"/>
                </a:lnTo>
                <a:close/>
                <a:lnTo>
                  <a:pt x="609237" y="554177"/>
                </a:lnTo>
                <a:close/>
                <a:lnTo>
                  <a:pt x="610727" y="534573"/>
                </a:lnTo>
                <a:close/>
                <a:lnTo>
                  <a:pt x="612216" y="573992"/>
                </a:lnTo>
                <a:close/>
                <a:lnTo>
                  <a:pt x="615195" y="425578"/>
                </a:lnTo>
                <a:close/>
                <a:lnTo>
                  <a:pt x="616685" y="439736"/>
                </a:lnTo>
                <a:close/>
                <a:lnTo>
                  <a:pt x="618174" y="354476"/>
                </a:lnTo>
                <a:close/>
                <a:lnTo>
                  <a:pt x="619664" y="410338"/>
                </a:lnTo>
                <a:close/>
                <a:lnTo>
                  <a:pt x="622643" y="337002"/>
                </a:lnTo>
                <a:close/>
                <a:lnTo>
                  <a:pt x="624133" y="344057"/>
                </a:lnTo>
                <a:close/>
                <a:lnTo>
                  <a:pt x="625622" y="320334"/>
                </a:lnTo>
                <a:close/>
                <a:lnTo>
                  <a:pt x="628601" y="359417"/>
                </a:lnTo>
                <a:close/>
                <a:lnTo>
                  <a:pt x="633070" y="644897"/>
                </a:lnTo>
                <a:close/>
                <a:lnTo>
                  <a:pt x="636049" y="517427"/>
                </a:lnTo>
                <a:close/>
                <a:lnTo>
                  <a:pt x="637539" y="434548"/>
                </a:lnTo>
                <a:close/>
                <a:lnTo>
                  <a:pt x="639028" y="440488"/>
                </a:lnTo>
                <a:close/>
                <a:lnTo>
                  <a:pt x="640518" y="424626"/>
                </a:lnTo>
                <a:close/>
                <a:lnTo>
                  <a:pt x="642008" y="540103"/>
                </a:lnTo>
                <a:close/>
                <a:lnTo>
                  <a:pt x="646476" y="369197"/>
                </a:lnTo>
                <a:close/>
                <a:lnTo>
                  <a:pt x="647966" y="363101"/>
                </a:lnTo>
                <a:close/>
                <a:lnTo>
                  <a:pt x="649456" y="398113"/>
                </a:lnTo>
                <a:close/>
                <a:lnTo>
                  <a:pt x="650945" y="392695"/>
                </a:lnTo>
                <a:close/>
                <a:lnTo>
                  <a:pt x="652435" y="434430"/>
                </a:lnTo>
                <a:close/>
                <a:lnTo>
                  <a:pt x="656903" y="320094"/>
                </a:lnTo>
                <a:close/>
                <a:lnTo>
                  <a:pt x="659883" y="405594"/>
                </a:lnTo>
                <a:close/>
                <a:lnTo>
                  <a:pt x="662862" y="343760"/>
                </a:lnTo>
                <a:close/>
                <a:lnTo>
                  <a:pt x="664351" y="403214"/>
                </a:lnTo>
                <a:close/>
                <a:lnTo>
                  <a:pt x="665841" y="376354"/>
                </a:lnTo>
                <a:close/>
                <a:lnTo>
                  <a:pt x="668820" y="406726"/>
                </a:lnTo>
                <a:close/>
                <a:lnTo>
                  <a:pt x="670310" y="385818"/>
                </a:lnTo>
                <a:close/>
                <a:lnTo>
                  <a:pt x="671799" y="400981"/>
                </a:lnTo>
                <a:close/>
                <a:lnTo>
                  <a:pt x="673289" y="375128"/>
                </a:lnTo>
                <a:close/>
                <a:lnTo>
                  <a:pt x="677757" y="486318"/>
                </a:lnTo>
                <a:close/>
                <a:lnTo>
                  <a:pt x="679247" y="480637"/>
                </a:lnTo>
                <a:close/>
                <a:lnTo>
                  <a:pt x="680737" y="405639"/>
                </a:lnTo>
                <a:close/>
                <a:lnTo>
                  <a:pt x="682226" y="495373"/>
                </a:lnTo>
                <a:close/>
                <a:lnTo>
                  <a:pt x="683716" y="473959"/>
                </a:lnTo>
                <a:close/>
                <a:lnTo>
                  <a:pt x="685205" y="488984"/>
                </a:lnTo>
                <a:close/>
                <a:lnTo>
                  <a:pt x="686695" y="521405"/>
                </a:lnTo>
                <a:close/>
                <a:lnTo>
                  <a:pt x="689674" y="598314"/>
                </a:lnTo>
                <a:close/>
                <a:lnTo>
                  <a:pt x="694143" y="512629"/>
                </a:lnTo>
                <a:close/>
                <a:lnTo>
                  <a:pt x="695632" y="527949"/>
                </a:lnTo>
                <a:close/>
                <a:lnTo>
                  <a:pt x="698612" y="441269"/>
                </a:lnTo>
                <a:close/>
                <a:lnTo>
                  <a:pt x="700101" y="460474"/>
                </a:lnTo>
                <a:close/>
                <a:lnTo>
                  <a:pt x="701591" y="449765"/>
                </a:lnTo>
                <a:close/>
                <a:lnTo>
                  <a:pt x="704570" y="509117"/>
                </a:lnTo>
                <a:close/>
                <a:lnTo>
                  <a:pt x="706059" y="563963"/>
                </a:lnTo>
                <a:close/>
                <a:lnTo>
                  <a:pt x="709039" y="563772"/>
                </a:lnTo>
                <a:close/>
                <a:lnTo>
                  <a:pt x="710528" y="547193"/>
                </a:lnTo>
                <a:close/>
                <a:lnTo>
                  <a:pt x="714997" y="690182"/>
                </a:lnTo>
                <a:close/>
                <a:lnTo>
                  <a:pt x="716486" y="683600"/>
                </a:lnTo>
                <a:close/>
                <a:lnTo>
                  <a:pt x="717976" y="704339"/>
                </a:lnTo>
                <a:close/>
                <a:lnTo>
                  <a:pt x="722445" y="581614"/>
                </a:lnTo>
                <a:close/>
                <a:lnTo>
                  <a:pt x="723934" y="574542"/>
                </a:lnTo>
                <a:close/>
                <a:lnTo>
                  <a:pt x="728403" y="506515"/>
                </a:lnTo>
                <a:close/>
                <a:lnTo>
                  <a:pt x="731382" y="436374"/>
                </a:lnTo>
                <a:close/>
                <a:lnTo>
                  <a:pt x="734361" y="464174"/>
                </a:lnTo>
                <a:close/>
                <a:lnTo>
                  <a:pt x="735851" y="466211"/>
                </a:lnTo>
                <a:close/>
                <a:lnTo>
                  <a:pt x="737341" y="497237"/>
                </a:lnTo>
                <a:close/>
                <a:lnTo>
                  <a:pt x="738830" y="492334"/>
                </a:lnTo>
                <a:close/>
                <a:lnTo>
                  <a:pt x="741809" y="601658"/>
                </a:lnTo>
                <a:close/>
                <a:lnTo>
                  <a:pt x="743299" y="599993"/>
                </a:lnTo>
                <a:close/>
                <a:lnTo>
                  <a:pt x="744788" y="482671"/>
                </a:lnTo>
                <a:close/>
                <a:lnTo>
                  <a:pt x="746278" y="491914"/>
                </a:lnTo>
                <a:close/>
                <a:lnTo>
                  <a:pt x="747768" y="485366"/>
                </a:lnTo>
                <a:close/>
                <a:lnTo>
                  <a:pt x="750747" y="456971"/>
                </a:lnTo>
                <a:close/>
                <a:lnTo>
                  <a:pt x="752236" y="559909"/>
                </a:lnTo>
                <a:close/>
                <a:lnTo>
                  <a:pt x="753726" y="564051"/>
                </a:lnTo>
                <a:close/>
                <a:lnTo>
                  <a:pt x="755215" y="575417"/>
                </a:lnTo>
                <a:close/>
                <a:lnTo>
                  <a:pt x="756705" y="538677"/>
                </a:lnTo>
                <a:close/>
                <a:lnTo>
                  <a:pt x="759684" y="579931"/>
                </a:lnTo>
                <a:close/>
                <a:lnTo>
                  <a:pt x="765642" y="875215"/>
                </a:lnTo>
                <a:close/>
                <a:lnTo>
                  <a:pt x="767132" y="879387"/>
                </a:lnTo>
                <a:close/>
                <a:lnTo>
                  <a:pt x="768622" y="896892"/>
                </a:lnTo>
                <a:close/>
                <a:lnTo>
                  <a:pt x="771601" y="848999"/>
                </a:lnTo>
                <a:close/>
                <a:lnTo>
                  <a:pt x="773090" y="904058"/>
                </a:lnTo>
                <a:close/>
                <a:lnTo>
                  <a:pt x="774580" y="871497"/>
                </a:lnTo>
                <a:close/>
                <a:lnTo>
                  <a:pt x="777559" y="931026"/>
                </a:lnTo>
                <a:close/>
                <a:lnTo>
                  <a:pt x="780538" y="838862"/>
                </a:lnTo>
                <a:close/>
                <a:lnTo>
                  <a:pt x="782028" y="864461"/>
                </a:lnTo>
                <a:close/>
                <a:lnTo>
                  <a:pt x="783517" y="743782"/>
                </a:lnTo>
                <a:close/>
                <a:lnTo>
                  <a:pt x="785007" y="796601"/>
                </a:lnTo>
                <a:close/>
                <a:lnTo>
                  <a:pt x="786497" y="787282"/>
                </a:lnTo>
                <a:close/>
                <a:lnTo>
                  <a:pt x="787986" y="816017"/>
                </a:lnTo>
                <a:close/>
                <a:lnTo>
                  <a:pt x="792455" y="709388"/>
                </a:lnTo>
                <a:close/>
                <a:lnTo>
                  <a:pt x="793944" y="716300"/>
                </a:lnTo>
                <a:close/>
                <a:lnTo>
                  <a:pt x="796924" y="813477"/>
                </a:lnTo>
                <a:close/>
                <a:lnTo>
                  <a:pt x="798413" y="806898"/>
                </a:lnTo>
                <a:close/>
                <a:lnTo>
                  <a:pt x="801392" y="690976"/>
                </a:lnTo>
                <a:close/>
                <a:lnTo>
                  <a:pt x="802882" y="684638"/>
                </a:lnTo>
                <a:close/>
                <a:lnTo>
                  <a:pt x="804371" y="718003"/>
                </a:lnTo>
                <a:close/>
                <a:lnTo>
                  <a:pt x="805861" y="599663"/>
                </a:lnTo>
                <a:close/>
                <a:lnTo>
                  <a:pt x="808840" y="678918"/>
                </a:lnTo>
                <a:close/>
                <a:lnTo>
                  <a:pt x="810330" y="678953"/>
                </a:lnTo>
                <a:close/>
                <a:lnTo>
                  <a:pt x="813309" y="542288"/>
                </a:lnTo>
                <a:close/>
                <a:lnTo>
                  <a:pt x="817778" y="671145"/>
                </a:lnTo>
                <a:close/>
                <a:lnTo>
                  <a:pt x="819267" y="587346"/>
                </a:lnTo>
                <a:close/>
                <a:lnTo>
                  <a:pt x="820757" y="619697"/>
                </a:lnTo>
                <a:close/>
                <a:lnTo>
                  <a:pt x="822246" y="686588"/>
                </a:lnTo>
                <a:close/>
                <a:lnTo>
                  <a:pt x="825225" y="598326"/>
                </a:lnTo>
                <a:close/>
                <a:lnTo>
                  <a:pt x="826715" y="606960"/>
                </a:lnTo>
                <a:close/>
                <a:lnTo>
                  <a:pt x="829694" y="665359"/>
                </a:lnTo>
                <a:close/>
                <a:lnTo>
                  <a:pt x="831184" y="624504"/>
                </a:lnTo>
                <a:close/>
                <a:lnTo>
                  <a:pt x="837142" y="740756"/>
                </a:lnTo>
                <a:close/>
                <a:lnTo>
                  <a:pt x="838632" y="733239"/>
                </a:lnTo>
                <a:close/>
                <a:lnTo>
                  <a:pt x="840121" y="734358"/>
                </a:lnTo>
                <a:close/>
                <a:lnTo>
                  <a:pt x="841611" y="794177"/>
                </a:lnTo>
                <a:close/>
                <a:lnTo>
                  <a:pt x="846080" y="636169"/>
                </a:lnTo>
                <a:close/>
                <a:lnTo>
                  <a:pt x="850548" y="552564"/>
                </a:lnTo>
                <a:close/>
                <a:lnTo>
                  <a:pt x="852038" y="546758"/>
                </a:lnTo>
                <a:close/>
                <a:lnTo>
                  <a:pt x="853527" y="549000"/>
                </a:lnTo>
                <a:close/>
                <a:lnTo>
                  <a:pt x="855017" y="578383"/>
                </a:lnTo>
                <a:close/>
                <a:lnTo>
                  <a:pt x="856507" y="540645"/>
                </a:lnTo>
                <a:close/>
                <a:lnTo>
                  <a:pt x="857996" y="549590"/>
                </a:lnTo>
                <a:close/>
                <a:lnTo>
                  <a:pt x="860975" y="734442"/>
                </a:lnTo>
                <a:close/>
                <a:lnTo>
                  <a:pt x="862465" y="672386"/>
                </a:lnTo>
                <a:close/>
                <a:lnTo>
                  <a:pt x="863954" y="694386"/>
                </a:lnTo>
                <a:close/>
                <a:lnTo>
                  <a:pt x="866934" y="652642"/>
                </a:lnTo>
                <a:close/>
                <a:lnTo>
                  <a:pt x="868423" y="587459"/>
                </a:lnTo>
                <a:close/>
                <a:lnTo>
                  <a:pt x="869913" y="586795"/>
                </a:lnTo>
                <a:close/>
                <a:lnTo>
                  <a:pt x="871402" y="666132"/>
                </a:lnTo>
                <a:close/>
                <a:lnTo>
                  <a:pt x="874382" y="538827"/>
                </a:lnTo>
                <a:close/>
                <a:lnTo>
                  <a:pt x="875871" y="558684"/>
                </a:lnTo>
                <a:close/>
                <a:lnTo>
                  <a:pt x="880340" y="449041"/>
                </a:lnTo>
                <a:close/>
                <a:lnTo>
                  <a:pt x="881829" y="363762"/>
                </a:lnTo>
                <a:close/>
                <a:lnTo>
                  <a:pt x="884809" y="435890"/>
                </a:lnTo>
                <a:close/>
                <a:lnTo>
                  <a:pt x="886298" y="398969"/>
                </a:lnTo>
                <a:close/>
                <a:lnTo>
                  <a:pt x="887788" y="317490"/>
                </a:lnTo>
                <a:close/>
                <a:lnTo>
                  <a:pt x="890767" y="471870"/>
                </a:lnTo>
                <a:close/>
                <a:lnTo>
                  <a:pt x="892256" y="440339"/>
                </a:lnTo>
                <a:close/>
                <a:lnTo>
                  <a:pt x="893746" y="452978"/>
                </a:lnTo>
                <a:close/>
                <a:lnTo>
                  <a:pt x="899704" y="556631"/>
                </a:lnTo>
                <a:close/>
                <a:lnTo>
                  <a:pt x="902683" y="577029"/>
                </a:lnTo>
                <a:close/>
                <a:lnTo>
                  <a:pt x="904173" y="686952"/>
                </a:lnTo>
                <a:close/>
                <a:lnTo>
                  <a:pt x="905663" y="663525"/>
                </a:lnTo>
                <a:close/>
                <a:lnTo>
                  <a:pt x="907152" y="743341"/>
                </a:lnTo>
                <a:close/>
                <a:lnTo>
                  <a:pt x="908642" y="743341"/>
                </a:lnTo>
                <a:close/>
                <a:lnTo>
                  <a:pt x="913110" y="704003"/>
                </a:lnTo>
                <a:close/>
                <a:lnTo>
                  <a:pt x="916090" y="645971"/>
                </a:lnTo>
                <a:close/>
                <a:lnTo>
                  <a:pt x="917579" y="682316"/>
                </a:lnTo>
                <a:close/>
                <a:lnTo>
                  <a:pt x="919069" y="630566"/>
                </a:lnTo>
                <a:close/>
                <a:lnTo>
                  <a:pt x="920558" y="640116"/>
                </a:lnTo>
                <a:close/>
                <a:lnTo>
                  <a:pt x="922048" y="610233"/>
                </a:lnTo>
                <a:close/>
                <a:lnTo>
                  <a:pt x="925027" y="650721"/>
                </a:lnTo>
                <a:close/>
                <a:lnTo>
                  <a:pt x="926517" y="580864"/>
                </a:lnTo>
                <a:close/>
                <a:lnTo>
                  <a:pt x="928006" y="583359"/>
                </a:lnTo>
                <a:close/>
                <a:lnTo>
                  <a:pt x="929496" y="560029"/>
                </a:lnTo>
                <a:close/>
                <a:lnTo>
                  <a:pt x="930985" y="618443"/>
                </a:lnTo>
                <a:close/>
                <a:lnTo>
                  <a:pt x="932475" y="597891"/>
                </a:lnTo>
                <a:close/>
                <a:lnTo>
                  <a:pt x="933965" y="615605"/>
                </a:lnTo>
                <a:close/>
                <a:lnTo>
                  <a:pt x="935454" y="609249"/>
                </a:lnTo>
                <a:close/>
                <a:lnTo>
                  <a:pt x="936944" y="615927"/>
                </a:lnTo>
                <a:close/>
                <a:lnTo>
                  <a:pt x="939923" y="528876"/>
                </a:lnTo>
                <a:close/>
                <a:lnTo>
                  <a:pt x="941412" y="575242"/>
                </a:lnTo>
                <a:close/>
                <a:lnTo>
                  <a:pt x="942902" y="529182"/>
                </a:lnTo>
                <a:close/>
                <a:lnTo>
                  <a:pt x="944392" y="533205"/>
                </a:lnTo>
                <a:close/>
                <a:lnTo>
                  <a:pt x="947371" y="403603"/>
                </a:lnTo>
                <a:close/>
                <a:lnTo>
                  <a:pt x="948860" y="406903"/>
                </a:lnTo>
                <a:close/>
                <a:lnTo>
                  <a:pt x="950350" y="361312"/>
                </a:lnTo>
                <a:close/>
                <a:lnTo>
                  <a:pt x="951839" y="376211"/>
                </a:lnTo>
                <a:close/>
                <a:lnTo>
                  <a:pt x="953329" y="410066"/>
                </a:lnTo>
                <a:close/>
                <a:lnTo>
                  <a:pt x="954819" y="409878"/>
                </a:lnTo>
                <a:close/>
                <a:lnTo>
                  <a:pt x="956308" y="504748"/>
                </a:lnTo>
                <a:close/>
                <a:lnTo>
                  <a:pt x="957798" y="446775"/>
                </a:lnTo>
                <a:close/>
                <a:lnTo>
                  <a:pt x="960777" y="464043"/>
                </a:lnTo>
                <a:close/>
                <a:lnTo>
                  <a:pt x="962266" y="521515"/>
                </a:lnTo>
                <a:close/>
                <a:lnTo>
                  <a:pt x="963756" y="468753"/>
                </a:lnTo>
                <a:close/>
                <a:lnTo>
                  <a:pt x="968225" y="615118"/>
                </a:lnTo>
                <a:close/>
                <a:lnTo>
                  <a:pt x="969714" y="612814"/>
                </a:lnTo>
                <a:close/>
                <a:lnTo>
                  <a:pt x="971204" y="562510"/>
                </a:lnTo>
                <a:close/>
                <a:lnTo>
                  <a:pt x="972694" y="561512"/>
                </a:lnTo>
                <a:close/>
                <a:lnTo>
                  <a:pt x="975673" y="474598"/>
                </a:lnTo>
                <a:close/>
                <a:lnTo>
                  <a:pt x="977162" y="497998"/>
                </a:lnTo>
                <a:close/>
                <a:lnTo>
                  <a:pt x="980141" y="441107"/>
                </a:lnTo>
                <a:close/>
                <a:lnTo>
                  <a:pt x="981631" y="438340"/>
                </a:lnTo>
                <a:close/>
                <a:lnTo>
                  <a:pt x="983121" y="441194"/>
                </a:lnTo>
                <a:close/>
                <a:lnTo>
                  <a:pt x="986100" y="372967"/>
                </a:lnTo>
                <a:close/>
                <a:lnTo>
                  <a:pt x="990568" y="600860"/>
                </a:lnTo>
                <a:close/>
                <a:lnTo>
                  <a:pt x="992058" y="562416"/>
                </a:lnTo>
                <a:close/>
                <a:lnTo>
                  <a:pt x="995037" y="458864"/>
                </a:lnTo>
                <a:close/>
                <a:lnTo>
                  <a:pt x="996527" y="443570"/>
                </a:lnTo>
                <a:close/>
                <a:lnTo>
                  <a:pt x="1000995" y="335504"/>
                </a:lnTo>
                <a:close/>
                <a:lnTo>
                  <a:pt x="1002485" y="370036"/>
                </a:lnTo>
                <a:close/>
                <a:lnTo>
                  <a:pt x="1003975" y="515323"/>
                </a:lnTo>
                <a:close/>
                <a:lnTo>
                  <a:pt x="1005464" y="428328"/>
                </a:lnTo>
                <a:close/>
                <a:lnTo>
                  <a:pt x="1009933" y="523169"/>
                </a:lnTo>
                <a:close/>
                <a:lnTo>
                  <a:pt x="1011423" y="464157"/>
                </a:lnTo>
                <a:close/>
                <a:lnTo>
                  <a:pt x="1012912" y="502233"/>
                </a:lnTo>
                <a:close/>
                <a:lnTo>
                  <a:pt x="1014402" y="450102"/>
                </a:lnTo>
                <a:close/>
                <a:lnTo>
                  <a:pt x="1015891" y="463455"/>
                </a:lnTo>
                <a:close/>
                <a:lnTo>
                  <a:pt x="1017381" y="440224"/>
                </a:lnTo>
                <a:close/>
                <a:lnTo>
                  <a:pt x="1018870" y="447409"/>
                </a:lnTo>
                <a:close/>
                <a:lnTo>
                  <a:pt x="1020360" y="480699"/>
                </a:lnTo>
                <a:close/>
                <a:lnTo>
                  <a:pt x="1021850" y="477036"/>
                </a:lnTo>
                <a:close/>
                <a:lnTo>
                  <a:pt x="1024829" y="445236"/>
                </a:lnTo>
                <a:close/>
                <a:lnTo>
                  <a:pt x="1026318" y="541765"/>
                </a:lnTo>
                <a:close/>
                <a:lnTo>
                  <a:pt x="1027808" y="499397"/>
                </a:lnTo>
                <a:close/>
                <a:lnTo>
                  <a:pt x="1029297" y="525749"/>
                </a:lnTo>
                <a:close/>
                <a:lnTo>
                  <a:pt x="1032277" y="405293"/>
                </a:lnTo>
                <a:close/>
                <a:lnTo>
                  <a:pt x="1033766" y="396191"/>
                </a:lnTo>
                <a:close/>
                <a:lnTo>
                  <a:pt x="1035256" y="354784"/>
                </a:lnTo>
                <a:close/>
                <a:lnTo>
                  <a:pt x="1038235" y="438382"/>
                </a:lnTo>
                <a:close/>
                <a:lnTo>
                  <a:pt x="1039724" y="398851"/>
                </a:lnTo>
                <a:close/>
                <a:lnTo>
                  <a:pt x="1041214" y="397250"/>
                </a:lnTo>
                <a:close/>
                <a:lnTo>
                  <a:pt x="1042704" y="304525"/>
                </a:lnTo>
                <a:close/>
                <a:lnTo>
                  <a:pt x="1045683" y="358509"/>
                </a:lnTo>
                <a:close/>
                <a:lnTo>
                  <a:pt x="1047172" y="375034"/>
                </a:lnTo>
                <a:close/>
                <a:lnTo>
                  <a:pt x="1048662" y="374970"/>
                </a:lnTo>
                <a:close/>
                <a:lnTo>
                  <a:pt x="1050151" y="405455"/>
                </a:lnTo>
                <a:close/>
                <a:lnTo>
                  <a:pt x="1053131" y="365157"/>
                </a:lnTo>
                <a:close/>
                <a:lnTo>
                  <a:pt x="1054620" y="338717"/>
                </a:lnTo>
                <a:close/>
                <a:lnTo>
                  <a:pt x="1056110" y="363804"/>
                </a:lnTo>
                <a:close/>
                <a:lnTo>
                  <a:pt x="1057599" y="355810"/>
                </a:lnTo>
                <a:close/>
                <a:lnTo>
                  <a:pt x="1059089" y="393520"/>
                </a:lnTo>
                <a:close/>
                <a:lnTo>
                  <a:pt x="1060579" y="374788"/>
                </a:lnTo>
                <a:close/>
                <a:lnTo>
                  <a:pt x="1062068" y="337110"/>
                </a:lnTo>
                <a:close/>
                <a:lnTo>
                  <a:pt x="1063558" y="346106"/>
                </a:lnTo>
                <a:close/>
                <a:lnTo>
                  <a:pt x="1065047" y="368740"/>
                </a:lnTo>
                <a:close/>
                <a:lnTo>
                  <a:pt x="1066537" y="437945"/>
                </a:lnTo>
                <a:close/>
                <a:lnTo>
                  <a:pt x="1069516" y="405142"/>
                </a:lnTo>
                <a:close/>
                <a:lnTo>
                  <a:pt x="1071006" y="413234"/>
                </a:lnTo>
                <a:close/>
                <a:lnTo>
                  <a:pt x="1072495" y="448210"/>
                </a:lnTo>
                <a:close/>
                <a:lnTo>
                  <a:pt x="1073985" y="376961"/>
                </a:lnTo>
                <a:close/>
                <a:lnTo>
                  <a:pt x="1075474" y="414583"/>
                </a:lnTo>
                <a:close/>
                <a:lnTo>
                  <a:pt x="1076964" y="402989"/>
                </a:lnTo>
                <a:close/>
                <a:lnTo>
                  <a:pt x="1081433" y="281816"/>
                </a:lnTo>
                <a:close/>
                <a:lnTo>
                  <a:pt x="1085901" y="462112"/>
                </a:lnTo>
                <a:close/>
                <a:lnTo>
                  <a:pt x="1087391" y="487452"/>
                </a:lnTo>
                <a:close/>
                <a:lnTo>
                  <a:pt x="1090370" y="565239"/>
                </a:lnTo>
                <a:close/>
                <a:lnTo>
                  <a:pt x="1096328" y="400489"/>
                </a:lnTo>
                <a:close/>
                <a:lnTo>
                  <a:pt x="1097818" y="383187"/>
                </a:lnTo>
                <a:close/>
                <a:lnTo>
                  <a:pt x="1099308" y="322517"/>
                </a:lnTo>
                <a:close/>
                <a:lnTo>
                  <a:pt x="1102287" y="377597"/>
                </a:lnTo>
                <a:close/>
                <a:lnTo>
                  <a:pt x="1103776" y="411597"/>
                </a:lnTo>
                <a:close/>
                <a:lnTo>
                  <a:pt x="1106755" y="358987"/>
                </a:lnTo>
                <a:close/>
                <a:lnTo>
                  <a:pt x="1109735" y="409731"/>
                </a:lnTo>
                <a:close/>
                <a:lnTo>
                  <a:pt x="1111224" y="491109"/>
                </a:lnTo>
                <a:close/>
                <a:lnTo>
                  <a:pt x="1112714" y="423513"/>
                </a:lnTo>
                <a:close/>
                <a:lnTo>
                  <a:pt x="1114203" y="479521"/>
                </a:lnTo>
                <a:close/>
                <a:lnTo>
                  <a:pt x="1115693" y="477639"/>
                </a:lnTo>
                <a:close/>
                <a:lnTo>
                  <a:pt x="1117182" y="576277"/>
                </a:lnTo>
                <a:close/>
                <a:lnTo>
                  <a:pt x="1118672" y="556564"/>
                </a:lnTo>
                <a:close/>
                <a:lnTo>
                  <a:pt x="1120162" y="559904"/>
                </a:lnTo>
                <a:close/>
                <a:lnTo>
                  <a:pt x="1121651" y="576572"/>
                </a:lnTo>
                <a:close/>
                <a:lnTo>
                  <a:pt x="1124630" y="515102"/>
                </a:lnTo>
                <a:close/>
                <a:lnTo>
                  <a:pt x="1132078" y="714132"/>
                </a:lnTo>
                <a:close/>
                <a:lnTo>
                  <a:pt x="1135057" y="662019"/>
                </a:lnTo>
                <a:close/>
                <a:lnTo>
                  <a:pt x="1138036" y="676846"/>
                </a:lnTo>
                <a:close/>
                <a:lnTo>
                  <a:pt x="1139526" y="800718"/>
                </a:lnTo>
                <a:close/>
                <a:lnTo>
                  <a:pt x="1145484" y="633192"/>
                </a:lnTo>
                <a:close/>
                <a:lnTo>
                  <a:pt x="1146974" y="648487"/>
                </a:lnTo>
                <a:close/>
                <a:lnTo>
                  <a:pt x="1148464" y="730986"/>
                </a:lnTo>
                <a:close/>
                <a:lnTo>
                  <a:pt x="1149953" y="716776"/>
                </a:lnTo>
                <a:close/>
                <a:lnTo>
                  <a:pt x="1151443" y="744062"/>
                </a:lnTo>
                <a:close/>
                <a:lnTo>
                  <a:pt x="1155911" y="639093"/>
                </a:lnTo>
                <a:close/>
                <a:lnTo>
                  <a:pt x="1157401" y="649617"/>
                </a:lnTo>
                <a:close/>
                <a:lnTo>
                  <a:pt x="1160380" y="670111"/>
                </a:lnTo>
                <a:close/>
                <a:lnTo>
                  <a:pt x="1161870" y="647888"/>
                </a:lnTo>
                <a:close/>
                <a:lnTo>
                  <a:pt x="1163359" y="707250"/>
                </a:lnTo>
                <a:close/>
                <a:lnTo>
                  <a:pt x="1164849" y="707062"/>
                </a:lnTo>
                <a:close/>
                <a:lnTo>
                  <a:pt x="1166338" y="685630"/>
                </a:lnTo>
                <a:close/>
                <a:lnTo>
                  <a:pt x="1167828" y="699051"/>
                </a:lnTo>
                <a:close/>
                <a:lnTo>
                  <a:pt x="1169318" y="687529"/>
                </a:lnTo>
                <a:close/>
                <a:lnTo>
                  <a:pt x="1172297" y="617062"/>
                </a:lnTo>
                <a:close/>
                <a:lnTo>
                  <a:pt x="1173786" y="633876"/>
                </a:lnTo>
                <a:close/>
                <a:lnTo>
                  <a:pt x="1176765" y="622820"/>
                </a:lnTo>
                <a:close/>
                <a:lnTo>
                  <a:pt x="1179745" y="709085"/>
                </a:lnTo>
                <a:close/>
                <a:lnTo>
                  <a:pt x="1181234" y="711637"/>
                </a:lnTo>
                <a:close/>
                <a:lnTo>
                  <a:pt x="1182724" y="620135"/>
                </a:lnTo>
                <a:close/>
                <a:lnTo>
                  <a:pt x="1184213" y="630554"/>
                </a:lnTo>
                <a:close/>
                <a:lnTo>
                  <a:pt x="1185703" y="694564"/>
                </a:lnTo>
                <a:close/>
                <a:lnTo>
                  <a:pt x="1187193" y="589588"/>
                </a:lnTo>
                <a:close/>
                <a:lnTo>
                  <a:pt x="1188682" y="632120"/>
                </a:lnTo>
                <a:close/>
                <a:lnTo>
                  <a:pt x="1193151" y="522377"/>
                </a:lnTo>
                <a:close/>
                <a:lnTo>
                  <a:pt x="1197620" y="666743"/>
                </a:lnTo>
                <a:close/>
                <a:lnTo>
                  <a:pt x="1199109" y="636170"/>
                </a:lnTo>
                <a:close/>
                <a:lnTo>
                  <a:pt x="1200599" y="520736"/>
                </a:lnTo>
                <a:close/>
                <a:lnTo>
                  <a:pt x="1202088" y="548399"/>
                </a:lnTo>
                <a:close/>
                <a:lnTo>
                  <a:pt x="1203578" y="516452"/>
                </a:lnTo>
                <a:close/>
                <a:lnTo>
                  <a:pt x="1205067" y="538809"/>
                </a:lnTo>
                <a:close/>
                <a:lnTo>
                  <a:pt x="1206557" y="524367"/>
                </a:lnTo>
                <a:close/>
                <a:lnTo>
                  <a:pt x="1209536" y="563914"/>
                </a:lnTo>
                <a:close/>
                <a:lnTo>
                  <a:pt x="1211026" y="562538"/>
                </a:lnTo>
                <a:close/>
                <a:lnTo>
                  <a:pt x="1212515" y="493165"/>
                </a:lnTo>
                <a:close/>
                <a:lnTo>
                  <a:pt x="1214005" y="578341"/>
                </a:lnTo>
                <a:close/>
                <a:lnTo>
                  <a:pt x="1216984" y="542965"/>
                </a:lnTo>
                <a:close/>
                <a:lnTo>
                  <a:pt x="1218474" y="549054"/>
                </a:lnTo>
                <a:close/>
                <a:lnTo>
                  <a:pt x="1222942" y="399921"/>
                </a:lnTo>
                <a:close/>
                <a:lnTo>
                  <a:pt x="1224432" y="393873"/>
                </a:lnTo>
                <a:close/>
                <a:lnTo>
                  <a:pt x="1225921" y="414703"/>
                </a:lnTo>
                <a:close/>
                <a:lnTo>
                  <a:pt x="1227411" y="459826"/>
                </a:lnTo>
                <a:close/>
                <a:lnTo>
                  <a:pt x="1228901" y="558925"/>
                </a:lnTo>
                <a:close/>
                <a:lnTo>
                  <a:pt x="1231880" y="516713"/>
                </a:lnTo>
                <a:close/>
                <a:lnTo>
                  <a:pt x="1233369" y="561543"/>
                </a:lnTo>
                <a:close/>
                <a:lnTo>
                  <a:pt x="1234859" y="559168"/>
                </a:lnTo>
                <a:close/>
                <a:lnTo>
                  <a:pt x="1236349" y="520032"/>
                </a:lnTo>
                <a:close/>
                <a:lnTo>
                  <a:pt x="1237838" y="609362"/>
                </a:lnTo>
                <a:close/>
                <a:lnTo>
                  <a:pt x="1239328" y="592220"/>
                </a:lnTo>
                <a:close/>
                <a:lnTo>
                  <a:pt x="1240817" y="637289"/>
                </a:lnTo>
                <a:close/>
                <a:lnTo>
                  <a:pt x="1242307" y="587310"/>
                </a:lnTo>
                <a:close/>
                <a:lnTo>
                  <a:pt x="1243796" y="617811"/>
                </a:lnTo>
                <a:close/>
                <a:lnTo>
                  <a:pt x="1245286" y="607731"/>
                </a:lnTo>
                <a:close/>
                <a:lnTo>
                  <a:pt x="1248265" y="684048"/>
                </a:lnTo>
                <a:close/>
                <a:lnTo>
                  <a:pt x="1249755" y="668708"/>
                </a:lnTo>
                <a:close/>
                <a:lnTo>
                  <a:pt x="1251244" y="684609"/>
                </a:lnTo>
                <a:close/>
                <a:lnTo>
                  <a:pt x="1252734" y="719661"/>
                </a:lnTo>
                <a:close/>
                <a:lnTo>
                  <a:pt x="1255713" y="574309"/>
                </a:lnTo>
                <a:close/>
                <a:lnTo>
                  <a:pt x="1258692" y="652142"/>
                </a:lnTo>
                <a:close/>
                <a:lnTo>
                  <a:pt x="1263161" y="683024"/>
                </a:lnTo>
                <a:close/>
                <a:lnTo>
                  <a:pt x="1264650" y="732194"/>
                </a:lnTo>
                <a:close/>
                <a:lnTo>
                  <a:pt x="1270609" y="493521"/>
                </a:lnTo>
                <a:close/>
                <a:lnTo>
                  <a:pt x="1272098" y="468060"/>
                </a:lnTo>
                <a:close/>
                <a:lnTo>
                  <a:pt x="1273588" y="505060"/>
                </a:lnTo>
                <a:close/>
                <a:lnTo>
                  <a:pt x="1281036" y="421268"/>
                </a:lnTo>
                <a:close/>
                <a:lnTo>
                  <a:pt x="1282525" y="524619"/>
                </a:lnTo>
                <a:close/>
                <a:lnTo>
                  <a:pt x="1285505" y="452929"/>
                </a:lnTo>
                <a:close/>
                <a:lnTo>
                  <a:pt x="1288484" y="504731"/>
                </a:lnTo>
                <a:close/>
                <a:lnTo>
                  <a:pt x="1291463" y="420168"/>
                </a:lnTo>
                <a:close/>
                <a:lnTo>
                  <a:pt x="1292952" y="340242"/>
                </a:lnTo>
                <a:close/>
                <a:lnTo>
                  <a:pt x="1295932" y="400158"/>
                </a:lnTo>
                <a:close/>
                <a:lnTo>
                  <a:pt x="1297421" y="317338"/>
                </a:lnTo>
                <a:close/>
                <a:lnTo>
                  <a:pt x="1298911" y="376351"/>
                </a:lnTo>
                <a:close/>
                <a:lnTo>
                  <a:pt x="1301890" y="307503"/>
                </a:lnTo>
                <a:close/>
                <a:lnTo>
                  <a:pt x="1303379" y="360120"/>
                </a:lnTo>
                <a:close/>
                <a:lnTo>
                  <a:pt x="1304869" y="330727"/>
                </a:lnTo>
                <a:close/>
                <a:lnTo>
                  <a:pt x="1306359" y="388147"/>
                </a:lnTo>
                <a:close/>
                <a:lnTo>
                  <a:pt x="1307848" y="364965"/>
                </a:lnTo>
                <a:close/>
                <a:lnTo>
                  <a:pt x="1310827" y="438577"/>
                </a:lnTo>
                <a:close/>
                <a:lnTo>
                  <a:pt x="1312317" y="424845"/>
                </a:lnTo>
                <a:close/>
                <a:lnTo>
                  <a:pt x="1315296" y="464837"/>
                </a:lnTo>
                <a:close/>
                <a:lnTo>
                  <a:pt x="1318275" y="596543"/>
                </a:lnTo>
                <a:close/>
                <a:lnTo>
                  <a:pt x="1319765" y="641078"/>
                </a:lnTo>
                <a:close/>
                <a:lnTo>
                  <a:pt x="1321254" y="632733"/>
                </a:lnTo>
                <a:close/>
                <a:lnTo>
                  <a:pt x="1322744" y="641135"/>
                </a:lnTo>
                <a:close/>
                <a:lnTo>
                  <a:pt x="1325723" y="727740"/>
                </a:lnTo>
                <a:close/>
                <a:lnTo>
                  <a:pt x="1327213" y="695161"/>
                </a:lnTo>
                <a:close/>
                <a:lnTo>
                  <a:pt x="1330192" y="744252"/>
                </a:lnTo>
                <a:close/>
                <a:lnTo>
                  <a:pt x="1331681" y="707183"/>
                </a:lnTo>
                <a:close/>
                <a:lnTo>
                  <a:pt x="1334661" y="581537"/>
                </a:lnTo>
                <a:close/>
                <a:lnTo>
                  <a:pt x="1337640" y="556280"/>
                </a:lnTo>
                <a:close/>
                <a:lnTo>
                  <a:pt x="1339129" y="567955"/>
                </a:lnTo>
                <a:close/>
                <a:lnTo>
                  <a:pt x="1340619" y="623941"/>
                </a:lnTo>
                <a:close/>
                <a:lnTo>
                  <a:pt x="1342108" y="617998"/>
                </a:lnTo>
                <a:close/>
                <a:lnTo>
                  <a:pt x="1345088" y="561546"/>
                </a:lnTo>
                <a:close/>
                <a:lnTo>
                  <a:pt x="1346577" y="548695"/>
                </a:lnTo>
                <a:close/>
                <a:lnTo>
                  <a:pt x="1348067" y="514149"/>
                </a:lnTo>
                <a:close/>
                <a:lnTo>
                  <a:pt x="1351046" y="520702"/>
                </a:lnTo>
                <a:close/>
                <a:lnTo>
                  <a:pt x="1352535" y="435282"/>
                </a:lnTo>
                <a:close/>
                <a:lnTo>
                  <a:pt x="1355515" y="517115"/>
                </a:lnTo>
                <a:close/>
                <a:lnTo>
                  <a:pt x="1358494" y="439027"/>
                </a:lnTo>
                <a:close/>
                <a:lnTo>
                  <a:pt x="1359983" y="446552"/>
                </a:lnTo>
                <a:close/>
                <a:lnTo>
                  <a:pt x="1362962" y="487829"/>
                </a:lnTo>
                <a:close/>
                <a:lnTo>
                  <a:pt x="1367431" y="345275"/>
                </a:lnTo>
                <a:close/>
                <a:lnTo>
                  <a:pt x="1368921" y="350072"/>
                </a:lnTo>
                <a:close/>
                <a:lnTo>
                  <a:pt x="1370410" y="348448"/>
                </a:lnTo>
                <a:close/>
                <a:lnTo>
                  <a:pt x="1371900" y="404576"/>
                </a:lnTo>
                <a:close/>
                <a:lnTo>
                  <a:pt x="1377858" y="340609"/>
                </a:lnTo>
                <a:close/>
                <a:lnTo>
                  <a:pt x="1379348" y="396763"/>
                </a:lnTo>
                <a:close/>
                <a:lnTo>
                  <a:pt x="1380837" y="354358"/>
                </a:lnTo>
                <a:close/>
                <a:lnTo>
                  <a:pt x="1385306" y="485833"/>
                </a:lnTo>
                <a:close/>
                <a:lnTo>
                  <a:pt x="1386796" y="437598"/>
                </a:lnTo>
                <a:close/>
                <a:lnTo>
                  <a:pt x="1389775" y="513830"/>
                </a:lnTo>
                <a:close/>
                <a:lnTo>
                  <a:pt x="1391264" y="455596"/>
                </a:lnTo>
                <a:close/>
                <a:lnTo>
                  <a:pt x="1392754" y="455596"/>
                </a:lnTo>
                <a:close/>
                <a:lnTo>
                  <a:pt x="1394244" y="450330"/>
                </a:lnTo>
                <a:close/>
                <a:lnTo>
                  <a:pt x="1395733" y="421284"/>
                </a:lnTo>
                <a:close/>
                <a:lnTo>
                  <a:pt x="1397223" y="452969"/>
                </a:lnTo>
                <a:close/>
                <a:lnTo>
                  <a:pt x="1398712" y="441015"/>
                </a:lnTo>
                <a:close/>
                <a:lnTo>
                  <a:pt x="1403181" y="310499"/>
                </a:lnTo>
                <a:close/>
                <a:lnTo>
                  <a:pt x="1404671" y="364373"/>
                </a:lnTo>
                <a:close/>
                <a:lnTo>
                  <a:pt x="1407650" y="300254"/>
                </a:lnTo>
                <a:close/>
                <a:lnTo>
                  <a:pt x="1409139" y="315435"/>
                </a:lnTo>
                <a:close/>
                <a:lnTo>
                  <a:pt x="1410629" y="347061"/>
                </a:lnTo>
                <a:close/>
                <a:lnTo>
                  <a:pt x="1412118" y="458874"/>
                </a:lnTo>
                <a:close/>
                <a:lnTo>
                  <a:pt x="1416587" y="314172"/>
                </a:lnTo>
                <a:close/>
                <a:lnTo>
                  <a:pt x="1418077" y="346454"/>
                </a:lnTo>
                <a:close/>
                <a:lnTo>
                  <a:pt x="1419566" y="432728"/>
                </a:lnTo>
                <a:close/>
                <a:lnTo>
                  <a:pt x="1421056" y="432728"/>
                </a:lnTo>
                <a:close/>
                <a:lnTo>
                  <a:pt x="1422546" y="430870"/>
                </a:lnTo>
                <a:close/>
                <a:lnTo>
                  <a:pt x="1427014" y="347422"/>
                </a:lnTo>
                <a:close/>
                <a:lnTo>
                  <a:pt x="1429993" y="376043"/>
                </a:lnTo>
                <a:close/>
                <a:lnTo>
                  <a:pt x="1431483" y="355086"/>
                </a:lnTo>
                <a:close/>
                <a:lnTo>
                  <a:pt x="1432973" y="292398"/>
                </a:lnTo>
                <a:close/>
                <a:lnTo>
                  <a:pt x="1434462" y="291542"/>
                </a:lnTo>
                <a:close/>
                <a:lnTo>
                  <a:pt x="1435952" y="276187"/>
                </a:lnTo>
                <a:close/>
                <a:lnTo>
                  <a:pt x="1437441" y="335500"/>
                </a:lnTo>
                <a:close/>
                <a:lnTo>
                  <a:pt x="1438931" y="269262"/>
                </a:lnTo>
                <a:close/>
                <a:lnTo>
                  <a:pt x="1440420" y="308304"/>
                </a:lnTo>
                <a:close/>
                <a:lnTo>
                  <a:pt x="1441910" y="305127"/>
                </a:lnTo>
                <a:close/>
                <a:lnTo>
                  <a:pt x="1443400" y="347012"/>
                </a:lnTo>
                <a:close/>
                <a:lnTo>
                  <a:pt x="1449358" y="218966"/>
                </a:lnTo>
                <a:close/>
                <a:lnTo>
                  <a:pt x="1452337" y="190584"/>
                </a:lnTo>
                <a:close/>
                <a:lnTo>
                  <a:pt x="1453827" y="218640"/>
                </a:lnTo>
                <a:close/>
                <a:lnTo>
                  <a:pt x="1458295" y="117908"/>
                </a:lnTo>
                <a:close/>
                <a:lnTo>
                  <a:pt x="1461275" y="18035"/>
                </a:lnTo>
                <a:close/>
                <a:lnTo>
                  <a:pt x="1462764" y="0"/>
                </a:lnTo>
                <a:close/>
                <a:lnTo>
                  <a:pt x="1465743" y="118696"/>
                </a:lnTo>
                <a:close/>
                <a:lnTo>
                  <a:pt x="1467233" y="122950"/>
                </a:lnTo>
                <a:close/>
                <a:lnTo>
                  <a:pt x="1468722" y="115449"/>
                </a:lnTo>
                <a:close/>
                <a:lnTo>
                  <a:pt x="1473191" y="323202"/>
                </a:lnTo>
                <a:close/>
                <a:lnTo>
                  <a:pt x="1476170" y="352437"/>
                </a:lnTo>
                <a:close/>
                <a:lnTo>
                  <a:pt x="1477660" y="327260"/>
                </a:lnTo>
                <a:close/>
                <a:lnTo>
                  <a:pt x="1479149" y="373888"/>
                </a:lnTo>
                <a:close/>
                <a:lnTo>
                  <a:pt x="1480639" y="341970"/>
                </a:lnTo>
                <a:close/>
                <a:lnTo>
                  <a:pt x="1485108" y="488422"/>
                </a:lnTo>
                <a:close/>
                <a:lnTo>
                  <a:pt x="1486597" y="460102"/>
                </a:lnTo>
                <a:close/>
                <a:lnTo>
                  <a:pt x="1488087" y="460355"/>
                </a:lnTo>
                <a:close/>
                <a:lnTo>
                  <a:pt x="1489576" y="518428"/>
                </a:lnTo>
                <a:close/>
                <a:lnTo>
                  <a:pt x="1491066" y="510304"/>
                </a:lnTo>
                <a:close/>
                <a:lnTo>
                  <a:pt x="1494045" y="620758"/>
                </a:lnTo>
                <a:close/>
                <a:lnTo>
                  <a:pt x="1497024" y="644058"/>
                </a:lnTo>
                <a:close/>
                <a:lnTo>
                  <a:pt x="1498514" y="658003"/>
                </a:lnTo>
                <a:close/>
                <a:lnTo>
                  <a:pt x="1500003" y="638791"/>
                </a:lnTo>
                <a:close/>
                <a:lnTo>
                  <a:pt x="1501493" y="592850"/>
                </a:lnTo>
                <a:close/>
                <a:lnTo>
                  <a:pt x="1502983" y="611486"/>
                </a:lnTo>
                <a:close/>
                <a:lnTo>
                  <a:pt x="1505962" y="572608"/>
                </a:lnTo>
                <a:close/>
                <a:lnTo>
                  <a:pt x="1507451" y="571826"/>
                </a:lnTo>
                <a:close/>
                <a:lnTo>
                  <a:pt x="1508941" y="563138"/>
                </a:lnTo>
                <a:close/>
                <a:lnTo>
                  <a:pt x="1510431" y="569128"/>
                </a:lnTo>
                <a:close/>
                <a:lnTo>
                  <a:pt x="1511920" y="511580"/>
                </a:lnTo>
                <a:close/>
                <a:lnTo>
                  <a:pt x="1513410" y="548005"/>
                </a:lnTo>
                <a:close/>
                <a:lnTo>
                  <a:pt x="1514899" y="543895"/>
                </a:lnTo>
                <a:close/>
                <a:lnTo>
                  <a:pt x="1517878" y="493244"/>
                </a:lnTo>
                <a:close/>
                <a:lnTo>
                  <a:pt x="1519368" y="501681"/>
                </a:lnTo>
                <a:close/>
                <a:lnTo>
                  <a:pt x="1520858" y="440445"/>
                </a:lnTo>
                <a:close/>
                <a:lnTo>
                  <a:pt x="1522347" y="440445"/>
                </a:lnTo>
                <a:close/>
                <a:lnTo>
                  <a:pt x="1523837" y="453968"/>
                </a:lnTo>
                <a:close/>
                <a:lnTo>
                  <a:pt x="1525326" y="379141"/>
                </a:lnTo>
                <a:close/>
                <a:lnTo>
                  <a:pt x="1526816" y="442447"/>
                </a:lnTo>
                <a:close/>
                <a:lnTo>
                  <a:pt x="1528305" y="441911"/>
                </a:lnTo>
                <a:close/>
                <a:lnTo>
                  <a:pt x="1529795" y="462765"/>
                </a:lnTo>
                <a:close/>
                <a:lnTo>
                  <a:pt x="1532774" y="456963"/>
                </a:lnTo>
                <a:close/>
                <a:lnTo>
                  <a:pt x="1535753" y="376149"/>
                </a:lnTo>
                <a:close/>
                <a:lnTo>
                  <a:pt x="1537243" y="391933"/>
                </a:lnTo>
                <a:close/>
                <a:lnTo>
                  <a:pt x="1540222" y="361594"/>
                </a:lnTo>
                <a:close/>
                <a:lnTo>
                  <a:pt x="1541712" y="319965"/>
                </a:lnTo>
                <a:close/>
                <a:lnTo>
                  <a:pt x="1546180" y="442597"/>
                </a:lnTo>
                <a:close/>
                <a:lnTo>
                  <a:pt x="1547670" y="437303"/>
                </a:lnTo>
                <a:close/>
                <a:lnTo>
                  <a:pt x="1550649" y="548780"/>
                </a:lnTo>
                <a:close/>
                <a:lnTo>
                  <a:pt x="1552139" y="543747"/>
                </a:lnTo>
                <a:close/>
                <a:lnTo>
                  <a:pt x="1555118" y="546591"/>
                </a:lnTo>
                <a:close/>
                <a:lnTo>
                  <a:pt x="1556607" y="569483"/>
                </a:lnTo>
                <a:close/>
                <a:lnTo>
                  <a:pt x="1558097" y="472289"/>
                </a:lnTo>
                <a:close/>
                <a:lnTo>
                  <a:pt x="1559587" y="489515"/>
                </a:lnTo>
                <a:close/>
                <a:lnTo>
                  <a:pt x="1561076" y="475613"/>
                </a:lnTo>
                <a:close/>
                <a:lnTo>
                  <a:pt x="1564055" y="572249"/>
                </a:lnTo>
                <a:close/>
                <a:lnTo>
                  <a:pt x="1565545" y="540197"/>
                </a:lnTo>
                <a:close/>
                <a:lnTo>
                  <a:pt x="1567034" y="556962"/>
                </a:lnTo>
                <a:close/>
                <a:lnTo>
                  <a:pt x="1568524" y="518362"/>
                </a:lnTo>
                <a:close/>
                <a:lnTo>
                  <a:pt x="1570014" y="548917"/>
                </a:lnTo>
                <a:close/>
                <a:lnTo>
                  <a:pt x="1574482" y="424842"/>
                </a:lnTo>
                <a:close/>
                <a:lnTo>
                  <a:pt x="1575972" y="434727"/>
                </a:lnTo>
                <a:close/>
                <a:lnTo>
                  <a:pt x="1577461" y="431683"/>
                </a:lnTo>
                <a:close/>
                <a:lnTo>
                  <a:pt x="1578951" y="384202"/>
                </a:lnTo>
                <a:close/>
                <a:lnTo>
                  <a:pt x="1580441" y="388720"/>
                </a:lnTo>
                <a:close/>
                <a:lnTo>
                  <a:pt x="1581930" y="316313"/>
                </a:lnTo>
                <a:close/>
                <a:lnTo>
                  <a:pt x="1584909" y="451392"/>
                </a:lnTo>
                <a:close/>
                <a:lnTo>
                  <a:pt x="1586399" y="421836"/>
                </a:lnTo>
                <a:close/>
                <a:lnTo>
                  <a:pt x="1587888" y="431427"/>
                </a:lnTo>
                <a:close/>
                <a:lnTo>
                  <a:pt x="1590868" y="608192"/>
                </a:lnTo>
                <a:close/>
                <a:lnTo>
                  <a:pt x="1593847" y="564526"/>
                </a:lnTo>
                <a:close/>
                <a:lnTo>
                  <a:pt x="1598316" y="639062"/>
                </a:lnTo>
                <a:close/>
                <a:lnTo>
                  <a:pt x="1599805" y="580363"/>
                </a:lnTo>
                <a:close/>
                <a:lnTo>
                  <a:pt x="1601295" y="587750"/>
                </a:lnTo>
                <a:close/>
                <a:lnTo>
                  <a:pt x="1602784" y="501929"/>
                </a:lnTo>
                <a:close/>
                <a:lnTo>
                  <a:pt x="1605763" y="642828"/>
                </a:lnTo>
                <a:close/>
                <a:lnTo>
                  <a:pt x="1608743" y="576007"/>
                </a:lnTo>
                <a:close/>
                <a:lnTo>
                  <a:pt x="1610232" y="608966"/>
                </a:lnTo>
                <a:close/>
                <a:lnTo>
                  <a:pt x="1611722" y="545209"/>
                </a:lnTo>
                <a:close/>
                <a:lnTo>
                  <a:pt x="1613211" y="571812"/>
                </a:lnTo>
                <a:close/>
                <a:lnTo>
                  <a:pt x="1614701" y="552639"/>
                </a:lnTo>
                <a:close/>
                <a:lnTo>
                  <a:pt x="1617680" y="632117"/>
                </a:lnTo>
                <a:close/>
                <a:lnTo>
                  <a:pt x="1619170" y="632774"/>
                </a:lnTo>
                <a:close/>
                <a:lnTo>
                  <a:pt x="1620659" y="636051"/>
                </a:lnTo>
                <a:close/>
                <a:lnTo>
                  <a:pt x="1622149" y="572363"/>
                </a:lnTo>
                <a:close/>
                <a:lnTo>
                  <a:pt x="1625128" y="624370"/>
                </a:lnTo>
                <a:close/>
                <a:lnTo>
                  <a:pt x="1628107" y="591285"/>
                </a:lnTo>
                <a:close/>
                <a:lnTo>
                  <a:pt x="1629597" y="609124"/>
                </a:lnTo>
                <a:close/>
                <a:lnTo>
                  <a:pt x="1631086" y="650586"/>
                </a:lnTo>
                <a:close/>
                <a:lnTo>
                  <a:pt x="1637044" y="450132"/>
                </a:lnTo>
                <a:close/>
                <a:lnTo>
                  <a:pt x="1640024" y="489858"/>
                </a:lnTo>
                <a:close/>
                <a:lnTo>
                  <a:pt x="1641513" y="489463"/>
                </a:lnTo>
                <a:close/>
                <a:lnTo>
                  <a:pt x="1644492" y="201972"/>
                </a:lnTo>
                <a:close/>
                <a:lnTo>
                  <a:pt x="1645982" y="223713"/>
                </a:lnTo>
                <a:close/>
                <a:lnTo>
                  <a:pt x="1648961" y="184803"/>
                </a:lnTo>
                <a:close/>
                <a:lnTo>
                  <a:pt x="1651940" y="216742"/>
                </a:lnTo>
                <a:close/>
                <a:lnTo>
                  <a:pt x="1654919" y="142487"/>
                </a:lnTo>
                <a:close/>
                <a:lnTo>
                  <a:pt x="1657899" y="209822"/>
                </a:lnTo>
                <a:close/>
                <a:lnTo>
                  <a:pt x="1659388" y="191646"/>
                </a:lnTo>
                <a:close/>
                <a:lnTo>
                  <a:pt x="1660878" y="226187"/>
                </a:lnTo>
                <a:close/>
                <a:lnTo>
                  <a:pt x="1665346" y="157832"/>
                </a:lnTo>
                <a:close/>
                <a:lnTo>
                  <a:pt x="1668326" y="310466"/>
                </a:lnTo>
                <a:close/>
                <a:lnTo>
                  <a:pt x="1669815" y="273751"/>
                </a:lnTo>
                <a:close/>
                <a:lnTo>
                  <a:pt x="1671305" y="359644"/>
                </a:lnTo>
                <a:close/>
                <a:lnTo>
                  <a:pt x="1672794" y="362721"/>
                </a:lnTo>
                <a:close/>
                <a:lnTo>
                  <a:pt x="1677263" y="294198"/>
                </a:lnTo>
                <a:close/>
                <a:lnTo>
                  <a:pt x="1678753" y="300164"/>
                </a:lnTo>
                <a:close/>
                <a:lnTo>
                  <a:pt x="1680242" y="352718"/>
                </a:lnTo>
                <a:close/>
                <a:lnTo>
                  <a:pt x="1681732" y="301090"/>
                </a:lnTo>
                <a:close/>
                <a:lnTo>
                  <a:pt x="1683221" y="321531"/>
                </a:lnTo>
                <a:close/>
                <a:lnTo>
                  <a:pt x="1684711" y="295750"/>
                </a:lnTo>
                <a:close/>
                <a:lnTo>
                  <a:pt x="1687690" y="361647"/>
                </a:lnTo>
                <a:close/>
                <a:lnTo>
                  <a:pt x="1689180" y="318328"/>
                </a:lnTo>
                <a:close/>
                <a:lnTo>
                  <a:pt x="1690669" y="451147"/>
                </a:lnTo>
                <a:close/>
                <a:lnTo>
                  <a:pt x="1692159" y="417627"/>
                </a:lnTo>
                <a:close/>
                <a:lnTo>
                  <a:pt x="1693648" y="433332"/>
                </a:lnTo>
                <a:close/>
                <a:lnTo>
                  <a:pt x="1696628" y="425832"/>
                </a:lnTo>
                <a:close/>
                <a:lnTo>
                  <a:pt x="1698117" y="506125"/>
                </a:lnTo>
                <a:close/>
                <a:lnTo>
                  <a:pt x="1699607" y="486554"/>
                </a:lnTo>
                <a:close/>
                <a:lnTo>
                  <a:pt x="1705565" y="587518"/>
                </a:lnTo>
                <a:close/>
                <a:lnTo>
                  <a:pt x="1707055" y="580142"/>
                </a:lnTo>
                <a:close/>
                <a:lnTo>
                  <a:pt x="1708544" y="648381"/>
                </a:lnTo>
                <a:close/>
                <a:lnTo>
                  <a:pt x="1711523" y="478954"/>
                </a:lnTo>
                <a:close/>
                <a:lnTo>
                  <a:pt x="1713013" y="485980"/>
                </a:lnTo>
                <a:close/>
                <a:lnTo>
                  <a:pt x="1715992" y="529976"/>
                </a:lnTo>
                <a:close/>
                <a:lnTo>
                  <a:pt x="1717482" y="539190"/>
                </a:lnTo>
                <a:close/>
                <a:lnTo>
                  <a:pt x="1718971" y="563419"/>
                </a:lnTo>
                <a:close/>
                <a:lnTo>
                  <a:pt x="1723440" y="455236"/>
                </a:lnTo>
                <a:close/>
                <a:lnTo>
                  <a:pt x="1724929" y="397286"/>
                </a:lnTo>
                <a:close/>
                <a:lnTo>
                  <a:pt x="1727909" y="476617"/>
                </a:lnTo>
                <a:close/>
                <a:lnTo>
                  <a:pt x="1729398" y="530670"/>
                </a:lnTo>
                <a:close/>
                <a:lnTo>
                  <a:pt x="1730888" y="494378"/>
                </a:lnTo>
                <a:close/>
                <a:lnTo>
                  <a:pt x="1732377" y="533484"/>
                </a:lnTo>
                <a:close/>
                <a:lnTo>
                  <a:pt x="1733867" y="506323"/>
                </a:lnTo>
                <a:close/>
                <a:lnTo>
                  <a:pt x="1735357" y="415504"/>
                </a:lnTo>
                <a:close/>
                <a:lnTo>
                  <a:pt x="1736846" y="413689"/>
                </a:lnTo>
                <a:close/>
                <a:lnTo>
                  <a:pt x="1739825" y="359129"/>
                </a:lnTo>
                <a:close/>
                <a:lnTo>
                  <a:pt x="1742804" y="301732"/>
                </a:lnTo>
                <a:close/>
                <a:lnTo>
                  <a:pt x="1745784" y="257668"/>
                </a:lnTo>
                <a:close/>
                <a:lnTo>
                  <a:pt x="1747273" y="231108"/>
                </a:lnTo>
                <a:close/>
                <a:lnTo>
                  <a:pt x="1748763" y="236603"/>
                </a:lnTo>
                <a:close/>
                <a:lnTo>
                  <a:pt x="1750252" y="221472"/>
                </a:lnTo>
                <a:close/>
                <a:lnTo>
                  <a:pt x="1751742" y="236472"/>
                </a:lnTo>
                <a:close/>
                <a:lnTo>
                  <a:pt x="1754721" y="443396"/>
                </a:lnTo>
                <a:close/>
                <a:lnTo>
                  <a:pt x="1756211" y="438967"/>
                </a:lnTo>
                <a:close/>
                <a:lnTo>
                  <a:pt x="1757700" y="385825"/>
                </a:lnTo>
                <a:close/>
                <a:lnTo>
                  <a:pt x="1759190" y="392194"/>
                </a:lnTo>
                <a:close/>
                <a:lnTo>
                  <a:pt x="1760679" y="368037"/>
                </a:lnTo>
                <a:close/>
                <a:lnTo>
                  <a:pt x="1763658" y="257858"/>
                </a:lnTo>
                <a:close/>
                <a:lnTo>
                  <a:pt x="1765148" y="341915"/>
                </a:lnTo>
                <a:close/>
                <a:lnTo>
                  <a:pt x="1769617" y="234363"/>
                </a:lnTo>
                <a:close/>
                <a:lnTo>
                  <a:pt x="1772596" y="140568"/>
                </a:lnTo>
                <a:close/>
                <a:lnTo>
                  <a:pt x="1774085" y="165230"/>
                </a:lnTo>
                <a:close/>
                <a:lnTo>
                  <a:pt x="1775575" y="99620"/>
                </a:lnTo>
                <a:close/>
                <a:lnTo>
                  <a:pt x="1778554" y="132733"/>
                </a:lnTo>
                <a:close/>
                <a:lnTo>
                  <a:pt x="1783023" y="217297"/>
                </a:lnTo>
                <a:close/>
                <a:lnTo>
                  <a:pt x="1786002" y="368665"/>
                </a:lnTo>
                <a:close/>
                <a:lnTo>
                  <a:pt x="1786002" y="368665"/>
                </a:lnTo>
                <a:close/>
              </a:path>
            </a:pathLst>
          </a:custGeom>
          <a:noFill/>
          <a:ln w="7620">
            <a:solidFill>
              <a:srgbClr val="57A773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3173478" y="4114800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3173478" y="5138928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3173478" y="5650992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3262778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3234497" y="6742670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97" name="Freeform 196"/>
          <p:cNvSpPr/>
          <p:nvPr/>
        </p:nvSpPr>
        <p:spPr>
          <a:xfrm>
            <a:off x="3560694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3475850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199" name="Freeform 198"/>
          <p:cNvSpPr/>
          <p:nvPr/>
        </p:nvSpPr>
        <p:spPr>
          <a:xfrm>
            <a:off x="3858609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3773765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201" name="Freeform 200"/>
          <p:cNvSpPr/>
          <p:nvPr/>
        </p:nvSpPr>
        <p:spPr>
          <a:xfrm>
            <a:off x="4156524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4071680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203" name="Freeform 202"/>
          <p:cNvSpPr/>
          <p:nvPr/>
        </p:nvSpPr>
        <p:spPr>
          <a:xfrm>
            <a:off x="4454439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4369595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205" name="Freeform 204"/>
          <p:cNvSpPr/>
          <p:nvPr/>
        </p:nvSpPr>
        <p:spPr>
          <a:xfrm>
            <a:off x="4752354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4639229" y="6742670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207" name="Freeform 206"/>
          <p:cNvSpPr/>
          <p:nvPr/>
        </p:nvSpPr>
        <p:spPr>
          <a:xfrm>
            <a:off x="5050270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937144" y="6742670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888930" y="6877984"/>
            <a:ext cx="6096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MCMC step</a:t>
            </a:r>
          </a:p>
        </p:txBody>
      </p:sp>
      <p:sp>
        <p:nvSpPr>
          <p:cNvPr id="210" name="Freeform 209"/>
          <p:cNvSpPr/>
          <p:nvPr/>
        </p:nvSpPr>
        <p:spPr>
          <a:xfrm>
            <a:off x="3129028" y="661750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2886637" y="6562379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0.20</a:t>
            </a:r>
          </a:p>
        </p:txBody>
      </p:sp>
      <p:sp>
        <p:nvSpPr>
          <p:cNvPr id="212" name="Freeform 211"/>
          <p:cNvSpPr/>
          <p:nvPr/>
        </p:nvSpPr>
        <p:spPr>
          <a:xfrm>
            <a:off x="3129028" y="632095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2886637" y="6265826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214" name="Freeform 213"/>
          <p:cNvSpPr/>
          <p:nvPr/>
        </p:nvSpPr>
        <p:spPr>
          <a:xfrm>
            <a:off x="3129028" y="602439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2886637" y="5969272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0.30</a:t>
            </a:r>
          </a:p>
        </p:txBody>
      </p:sp>
      <p:sp>
        <p:nvSpPr>
          <p:cNvPr id="216" name="Freeform 215"/>
          <p:cNvSpPr/>
          <p:nvPr/>
        </p:nvSpPr>
        <p:spPr>
          <a:xfrm>
            <a:off x="3129028" y="572784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2886637" y="5672719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0.35</a:t>
            </a:r>
          </a:p>
        </p:txBody>
      </p:sp>
      <p:sp>
        <p:nvSpPr>
          <p:cNvPr id="218" name="Freeform 217"/>
          <p:cNvSpPr/>
          <p:nvPr/>
        </p:nvSpPr>
        <p:spPr>
          <a:xfrm>
            <a:off x="3262778" y="5697543"/>
            <a:ext cx="1786002" cy="931026"/>
          </a:xfrm>
          <a:custGeom>
            <a:avLst/>
            <a:gdLst/>
            <a:ahLst/>
            <a:cxnLst/>
            <a:rect l="l" t="t" r="r" b="b"/>
            <a:pathLst>
              <a:path w="1786002" h="931026">
                <a:moveTo>
                  <a:pt x="0" y="418408"/>
                </a:moveTo>
                <a:lnTo>
                  <a:pt x="2979" y="436183"/>
                </a:lnTo>
                <a:close/>
                <a:lnTo>
                  <a:pt x="4469" y="370083"/>
                </a:lnTo>
                <a:close/>
                <a:lnTo>
                  <a:pt x="5959" y="397336"/>
                </a:lnTo>
                <a:close/>
                <a:lnTo>
                  <a:pt x="11917" y="199453"/>
                </a:lnTo>
                <a:close/>
                <a:lnTo>
                  <a:pt x="13406" y="255673"/>
                </a:lnTo>
                <a:close/>
                <a:lnTo>
                  <a:pt x="14896" y="249586"/>
                </a:lnTo>
                <a:close/>
                <a:lnTo>
                  <a:pt x="16386" y="274945"/>
                </a:lnTo>
                <a:close/>
                <a:lnTo>
                  <a:pt x="19365" y="122373"/>
                </a:lnTo>
                <a:close/>
                <a:lnTo>
                  <a:pt x="20854" y="137446"/>
                </a:lnTo>
                <a:close/>
                <a:lnTo>
                  <a:pt x="23834" y="255842"/>
                </a:lnTo>
                <a:close/>
                <a:lnTo>
                  <a:pt x="25323" y="252613"/>
                </a:lnTo>
                <a:close/>
                <a:lnTo>
                  <a:pt x="28302" y="362766"/>
                </a:lnTo>
                <a:close/>
                <a:lnTo>
                  <a:pt x="29792" y="352734"/>
                </a:lnTo>
                <a:close/>
                <a:lnTo>
                  <a:pt x="31281" y="358405"/>
                </a:lnTo>
                <a:close/>
                <a:lnTo>
                  <a:pt x="32771" y="396187"/>
                </a:lnTo>
                <a:close/>
                <a:lnTo>
                  <a:pt x="34261" y="355026"/>
                </a:lnTo>
                <a:close/>
                <a:lnTo>
                  <a:pt x="35750" y="408715"/>
                </a:lnTo>
                <a:close/>
                <a:lnTo>
                  <a:pt x="37240" y="357353"/>
                </a:lnTo>
                <a:close/>
                <a:lnTo>
                  <a:pt x="38729" y="377571"/>
                </a:lnTo>
                <a:close/>
                <a:lnTo>
                  <a:pt x="43198" y="324949"/>
                </a:lnTo>
                <a:close/>
                <a:lnTo>
                  <a:pt x="44688" y="356850"/>
                </a:lnTo>
                <a:close/>
                <a:lnTo>
                  <a:pt x="47667" y="264571"/>
                </a:lnTo>
                <a:close/>
                <a:lnTo>
                  <a:pt x="50646" y="319577"/>
                </a:lnTo>
                <a:close/>
                <a:lnTo>
                  <a:pt x="52135" y="303411"/>
                </a:lnTo>
                <a:close/>
                <a:lnTo>
                  <a:pt x="53625" y="317809"/>
                </a:lnTo>
                <a:close/>
                <a:lnTo>
                  <a:pt x="55115" y="300094"/>
                </a:lnTo>
                <a:close/>
                <a:lnTo>
                  <a:pt x="56604" y="339291"/>
                </a:lnTo>
                <a:close/>
                <a:lnTo>
                  <a:pt x="58094" y="272872"/>
                </a:lnTo>
                <a:close/>
                <a:lnTo>
                  <a:pt x="61073" y="303430"/>
                </a:lnTo>
                <a:close/>
                <a:lnTo>
                  <a:pt x="64052" y="470498"/>
                </a:lnTo>
                <a:close/>
                <a:lnTo>
                  <a:pt x="65542" y="462107"/>
                </a:lnTo>
                <a:close/>
                <a:lnTo>
                  <a:pt x="67031" y="491425"/>
                </a:lnTo>
                <a:close/>
                <a:lnTo>
                  <a:pt x="68521" y="557464"/>
                </a:lnTo>
                <a:close/>
                <a:lnTo>
                  <a:pt x="70010" y="492996"/>
                </a:lnTo>
                <a:close/>
                <a:lnTo>
                  <a:pt x="71500" y="514074"/>
                </a:lnTo>
                <a:close/>
                <a:lnTo>
                  <a:pt x="72990" y="561130"/>
                </a:lnTo>
                <a:close/>
                <a:lnTo>
                  <a:pt x="74479" y="549528"/>
                </a:lnTo>
                <a:close/>
                <a:lnTo>
                  <a:pt x="75969" y="591351"/>
                </a:lnTo>
                <a:close/>
                <a:lnTo>
                  <a:pt x="77458" y="457511"/>
                </a:lnTo>
                <a:close/>
                <a:lnTo>
                  <a:pt x="78948" y="521170"/>
                </a:lnTo>
                <a:close/>
                <a:lnTo>
                  <a:pt x="81927" y="379360"/>
                </a:lnTo>
                <a:close/>
                <a:lnTo>
                  <a:pt x="83417" y="392228"/>
                </a:lnTo>
                <a:close/>
                <a:lnTo>
                  <a:pt x="84906" y="391280"/>
                </a:lnTo>
                <a:close/>
                <a:lnTo>
                  <a:pt x="87885" y="302017"/>
                </a:lnTo>
                <a:close/>
                <a:lnTo>
                  <a:pt x="89375" y="310063"/>
                </a:lnTo>
                <a:close/>
                <a:lnTo>
                  <a:pt x="90864" y="311192"/>
                </a:lnTo>
                <a:close/>
                <a:lnTo>
                  <a:pt x="92354" y="341289"/>
                </a:lnTo>
                <a:close/>
                <a:lnTo>
                  <a:pt x="93844" y="469190"/>
                </a:lnTo>
                <a:close/>
                <a:lnTo>
                  <a:pt x="95333" y="407298"/>
                </a:lnTo>
                <a:close/>
                <a:lnTo>
                  <a:pt x="99802" y="461421"/>
                </a:lnTo>
                <a:close/>
                <a:lnTo>
                  <a:pt x="101291" y="415838"/>
                </a:lnTo>
                <a:close/>
                <a:lnTo>
                  <a:pt x="102781" y="434757"/>
                </a:lnTo>
                <a:close/>
                <a:lnTo>
                  <a:pt x="104271" y="403739"/>
                </a:lnTo>
                <a:close/>
                <a:lnTo>
                  <a:pt x="105760" y="501556"/>
                </a:lnTo>
                <a:close/>
                <a:lnTo>
                  <a:pt x="108739" y="432790"/>
                </a:lnTo>
                <a:close/>
                <a:lnTo>
                  <a:pt x="111719" y="479665"/>
                </a:lnTo>
                <a:close/>
                <a:lnTo>
                  <a:pt x="113208" y="465186"/>
                </a:lnTo>
                <a:close/>
                <a:lnTo>
                  <a:pt x="114698" y="424727"/>
                </a:lnTo>
                <a:close/>
                <a:lnTo>
                  <a:pt x="116187" y="426670"/>
                </a:lnTo>
                <a:close/>
                <a:lnTo>
                  <a:pt x="119166" y="376655"/>
                </a:lnTo>
                <a:close/>
                <a:lnTo>
                  <a:pt x="120656" y="257997"/>
                </a:lnTo>
                <a:close/>
                <a:lnTo>
                  <a:pt x="122146" y="329019"/>
                </a:lnTo>
                <a:close/>
                <a:lnTo>
                  <a:pt x="123635" y="309945"/>
                </a:lnTo>
                <a:close/>
                <a:lnTo>
                  <a:pt x="125125" y="330688"/>
                </a:lnTo>
                <a:close/>
                <a:lnTo>
                  <a:pt x="126614" y="262960"/>
                </a:lnTo>
                <a:close/>
                <a:lnTo>
                  <a:pt x="128104" y="301390"/>
                </a:lnTo>
                <a:close/>
                <a:lnTo>
                  <a:pt x="131083" y="424614"/>
                </a:lnTo>
                <a:close/>
                <a:lnTo>
                  <a:pt x="132573" y="416948"/>
                </a:lnTo>
                <a:close/>
                <a:lnTo>
                  <a:pt x="134062" y="456645"/>
                </a:lnTo>
                <a:close/>
                <a:lnTo>
                  <a:pt x="135552" y="434904"/>
                </a:lnTo>
                <a:close/>
                <a:lnTo>
                  <a:pt x="137041" y="435875"/>
                </a:lnTo>
                <a:close/>
                <a:lnTo>
                  <a:pt x="138531" y="424373"/>
                </a:lnTo>
                <a:close/>
                <a:lnTo>
                  <a:pt x="140020" y="373893"/>
                </a:lnTo>
                <a:close/>
                <a:lnTo>
                  <a:pt x="141510" y="375808"/>
                </a:lnTo>
                <a:close/>
                <a:lnTo>
                  <a:pt x="143000" y="424362"/>
                </a:lnTo>
                <a:close/>
                <a:lnTo>
                  <a:pt x="144489" y="420045"/>
                </a:lnTo>
                <a:close/>
                <a:lnTo>
                  <a:pt x="145979" y="430394"/>
                </a:lnTo>
                <a:close/>
                <a:lnTo>
                  <a:pt x="148958" y="380771"/>
                </a:lnTo>
                <a:close/>
                <a:lnTo>
                  <a:pt x="150447" y="423802"/>
                </a:lnTo>
                <a:close/>
                <a:lnTo>
                  <a:pt x="153427" y="255858"/>
                </a:lnTo>
                <a:close/>
                <a:lnTo>
                  <a:pt x="154916" y="340733"/>
                </a:lnTo>
                <a:close/>
                <a:lnTo>
                  <a:pt x="157895" y="343374"/>
                </a:lnTo>
                <a:close/>
                <a:lnTo>
                  <a:pt x="159385" y="325548"/>
                </a:lnTo>
                <a:close/>
                <a:lnTo>
                  <a:pt x="160875" y="223271"/>
                </a:lnTo>
                <a:close/>
                <a:lnTo>
                  <a:pt x="163854" y="274014"/>
                </a:lnTo>
                <a:close/>
                <a:lnTo>
                  <a:pt x="165343" y="307894"/>
                </a:lnTo>
                <a:close/>
                <a:lnTo>
                  <a:pt x="166833" y="293144"/>
                </a:lnTo>
                <a:close/>
                <a:lnTo>
                  <a:pt x="168322" y="302286"/>
                </a:lnTo>
                <a:close/>
                <a:lnTo>
                  <a:pt x="169812" y="346438"/>
                </a:lnTo>
                <a:close/>
                <a:lnTo>
                  <a:pt x="171302" y="342573"/>
                </a:lnTo>
                <a:close/>
                <a:lnTo>
                  <a:pt x="172791" y="376416"/>
                </a:lnTo>
                <a:close/>
                <a:lnTo>
                  <a:pt x="175770" y="305325"/>
                </a:lnTo>
                <a:close/>
                <a:lnTo>
                  <a:pt x="177260" y="316917"/>
                </a:lnTo>
                <a:close/>
                <a:lnTo>
                  <a:pt x="180239" y="261808"/>
                </a:lnTo>
                <a:close/>
                <a:lnTo>
                  <a:pt x="181729" y="287619"/>
                </a:lnTo>
                <a:close/>
                <a:lnTo>
                  <a:pt x="183218" y="278960"/>
                </a:lnTo>
                <a:close/>
                <a:lnTo>
                  <a:pt x="187687" y="470316"/>
                </a:lnTo>
                <a:close/>
                <a:lnTo>
                  <a:pt x="193645" y="329450"/>
                </a:lnTo>
                <a:close/>
                <a:lnTo>
                  <a:pt x="195135" y="327800"/>
                </a:lnTo>
                <a:close/>
                <a:lnTo>
                  <a:pt x="196624" y="321310"/>
                </a:lnTo>
                <a:close/>
                <a:lnTo>
                  <a:pt x="201093" y="383819"/>
                </a:lnTo>
                <a:close/>
                <a:lnTo>
                  <a:pt x="202583" y="348091"/>
                </a:lnTo>
                <a:close/>
                <a:lnTo>
                  <a:pt x="204072" y="255423"/>
                </a:lnTo>
                <a:close/>
                <a:lnTo>
                  <a:pt x="205562" y="275257"/>
                </a:lnTo>
                <a:close/>
                <a:lnTo>
                  <a:pt x="207051" y="181798"/>
                </a:lnTo>
                <a:close/>
                <a:lnTo>
                  <a:pt x="210031" y="258017"/>
                </a:lnTo>
                <a:close/>
                <a:lnTo>
                  <a:pt x="213010" y="169374"/>
                </a:lnTo>
                <a:close/>
                <a:lnTo>
                  <a:pt x="214499" y="119927"/>
                </a:lnTo>
                <a:close/>
                <a:lnTo>
                  <a:pt x="217478" y="135230"/>
                </a:lnTo>
                <a:close/>
                <a:lnTo>
                  <a:pt x="220458" y="104102"/>
                </a:lnTo>
                <a:close/>
                <a:lnTo>
                  <a:pt x="223437" y="251908"/>
                </a:lnTo>
                <a:close/>
                <a:lnTo>
                  <a:pt x="224926" y="211006"/>
                </a:lnTo>
                <a:close/>
                <a:lnTo>
                  <a:pt x="227905" y="294520"/>
                </a:lnTo>
                <a:close/>
                <a:lnTo>
                  <a:pt x="232374" y="487592"/>
                </a:lnTo>
                <a:close/>
                <a:lnTo>
                  <a:pt x="235353" y="369673"/>
                </a:lnTo>
                <a:close/>
                <a:lnTo>
                  <a:pt x="236843" y="389239"/>
                </a:lnTo>
                <a:close/>
                <a:lnTo>
                  <a:pt x="238332" y="367771"/>
                </a:lnTo>
                <a:close/>
                <a:lnTo>
                  <a:pt x="241312" y="406016"/>
                </a:lnTo>
                <a:close/>
                <a:lnTo>
                  <a:pt x="242801" y="388739"/>
                </a:lnTo>
                <a:close/>
                <a:lnTo>
                  <a:pt x="244291" y="422338"/>
                </a:lnTo>
                <a:close/>
                <a:lnTo>
                  <a:pt x="247270" y="271754"/>
                </a:lnTo>
                <a:close/>
                <a:lnTo>
                  <a:pt x="248760" y="277801"/>
                </a:lnTo>
                <a:close/>
                <a:lnTo>
                  <a:pt x="251739" y="197961"/>
                </a:lnTo>
                <a:close/>
                <a:lnTo>
                  <a:pt x="253228" y="235298"/>
                </a:lnTo>
                <a:close/>
                <a:lnTo>
                  <a:pt x="254718" y="233649"/>
                </a:lnTo>
                <a:close/>
                <a:lnTo>
                  <a:pt x="260676" y="547075"/>
                </a:lnTo>
                <a:close/>
                <a:lnTo>
                  <a:pt x="262166" y="496441"/>
                </a:lnTo>
                <a:close/>
                <a:lnTo>
                  <a:pt x="265145" y="558343"/>
                </a:lnTo>
                <a:close/>
                <a:lnTo>
                  <a:pt x="266634" y="516494"/>
                </a:lnTo>
                <a:close/>
                <a:lnTo>
                  <a:pt x="269614" y="623933"/>
                </a:lnTo>
                <a:close/>
                <a:lnTo>
                  <a:pt x="271103" y="646183"/>
                </a:lnTo>
                <a:close/>
                <a:lnTo>
                  <a:pt x="272593" y="610833"/>
                </a:lnTo>
                <a:close/>
                <a:lnTo>
                  <a:pt x="274082" y="651698"/>
                </a:lnTo>
                <a:close/>
                <a:lnTo>
                  <a:pt x="277061" y="547888"/>
                </a:lnTo>
                <a:close/>
                <a:lnTo>
                  <a:pt x="280041" y="586184"/>
                </a:lnTo>
                <a:close/>
                <a:lnTo>
                  <a:pt x="283020" y="739716"/>
                </a:lnTo>
                <a:close/>
                <a:lnTo>
                  <a:pt x="284509" y="814906"/>
                </a:lnTo>
                <a:close/>
                <a:lnTo>
                  <a:pt x="287489" y="710565"/>
                </a:lnTo>
                <a:close/>
                <a:lnTo>
                  <a:pt x="288978" y="725074"/>
                </a:lnTo>
                <a:close/>
                <a:lnTo>
                  <a:pt x="291957" y="812707"/>
                </a:lnTo>
                <a:close/>
                <a:lnTo>
                  <a:pt x="299405" y="667284"/>
                </a:lnTo>
                <a:close/>
                <a:lnTo>
                  <a:pt x="302384" y="775083"/>
                </a:lnTo>
                <a:close/>
                <a:lnTo>
                  <a:pt x="306853" y="907955"/>
                </a:lnTo>
                <a:close/>
                <a:lnTo>
                  <a:pt x="308343" y="830014"/>
                </a:lnTo>
                <a:close/>
                <a:lnTo>
                  <a:pt x="309832" y="854224"/>
                </a:lnTo>
                <a:close/>
                <a:lnTo>
                  <a:pt x="311322" y="813937"/>
                </a:lnTo>
                <a:close/>
                <a:lnTo>
                  <a:pt x="312811" y="831171"/>
                </a:lnTo>
                <a:close/>
                <a:lnTo>
                  <a:pt x="314301" y="792736"/>
                </a:lnTo>
                <a:close/>
                <a:lnTo>
                  <a:pt x="317280" y="833284"/>
                </a:lnTo>
                <a:close/>
                <a:lnTo>
                  <a:pt x="320259" y="822201"/>
                </a:lnTo>
                <a:close/>
                <a:lnTo>
                  <a:pt x="321749" y="833109"/>
                </a:lnTo>
                <a:close/>
                <a:lnTo>
                  <a:pt x="323238" y="826347"/>
                </a:lnTo>
                <a:close/>
                <a:lnTo>
                  <a:pt x="324728" y="811151"/>
                </a:lnTo>
                <a:close/>
                <a:lnTo>
                  <a:pt x="327707" y="878004"/>
                </a:lnTo>
                <a:close/>
                <a:lnTo>
                  <a:pt x="329197" y="931026"/>
                </a:lnTo>
                <a:close/>
                <a:lnTo>
                  <a:pt x="332176" y="753835"/>
                </a:lnTo>
                <a:close/>
                <a:lnTo>
                  <a:pt x="333665" y="767362"/>
                </a:lnTo>
                <a:close/>
                <a:lnTo>
                  <a:pt x="335155" y="836540"/>
                </a:lnTo>
                <a:close/>
                <a:lnTo>
                  <a:pt x="339624" y="571710"/>
                </a:lnTo>
                <a:close/>
                <a:lnTo>
                  <a:pt x="345582" y="375162"/>
                </a:lnTo>
                <a:close/>
                <a:lnTo>
                  <a:pt x="347072" y="368599"/>
                </a:lnTo>
                <a:close/>
                <a:lnTo>
                  <a:pt x="350051" y="316446"/>
                </a:lnTo>
                <a:close/>
                <a:lnTo>
                  <a:pt x="351540" y="364861"/>
                </a:lnTo>
                <a:close/>
                <a:lnTo>
                  <a:pt x="353030" y="284840"/>
                </a:lnTo>
                <a:close/>
                <a:lnTo>
                  <a:pt x="356009" y="329609"/>
                </a:lnTo>
                <a:close/>
                <a:lnTo>
                  <a:pt x="357499" y="285063"/>
                </a:lnTo>
                <a:close/>
                <a:lnTo>
                  <a:pt x="358988" y="291727"/>
                </a:lnTo>
                <a:close/>
                <a:lnTo>
                  <a:pt x="360478" y="269813"/>
                </a:lnTo>
                <a:close/>
                <a:lnTo>
                  <a:pt x="361967" y="269104"/>
                </a:lnTo>
                <a:close/>
                <a:lnTo>
                  <a:pt x="363457" y="277809"/>
                </a:lnTo>
                <a:close/>
                <a:lnTo>
                  <a:pt x="364946" y="268491"/>
                </a:lnTo>
                <a:close/>
                <a:lnTo>
                  <a:pt x="366436" y="146529"/>
                </a:lnTo>
                <a:close/>
                <a:lnTo>
                  <a:pt x="367926" y="179922"/>
                </a:lnTo>
                <a:close/>
                <a:lnTo>
                  <a:pt x="369415" y="143627"/>
                </a:lnTo>
                <a:close/>
                <a:lnTo>
                  <a:pt x="372394" y="321178"/>
                </a:lnTo>
                <a:close/>
                <a:lnTo>
                  <a:pt x="375373" y="228065"/>
                </a:lnTo>
                <a:close/>
                <a:lnTo>
                  <a:pt x="376863" y="237559"/>
                </a:lnTo>
                <a:close/>
                <a:lnTo>
                  <a:pt x="379842" y="331427"/>
                </a:lnTo>
                <a:close/>
                <a:lnTo>
                  <a:pt x="382821" y="371231"/>
                </a:lnTo>
                <a:close/>
                <a:lnTo>
                  <a:pt x="385801" y="283365"/>
                </a:lnTo>
                <a:close/>
                <a:lnTo>
                  <a:pt x="387290" y="277395"/>
                </a:lnTo>
                <a:close/>
                <a:lnTo>
                  <a:pt x="390269" y="344343"/>
                </a:lnTo>
                <a:close/>
                <a:lnTo>
                  <a:pt x="393248" y="434474"/>
                </a:lnTo>
                <a:close/>
                <a:lnTo>
                  <a:pt x="397717" y="329603"/>
                </a:lnTo>
                <a:close/>
                <a:lnTo>
                  <a:pt x="399207" y="318652"/>
                </a:lnTo>
                <a:close/>
                <a:lnTo>
                  <a:pt x="400696" y="261195"/>
                </a:lnTo>
                <a:close/>
                <a:lnTo>
                  <a:pt x="403675" y="387605"/>
                </a:lnTo>
                <a:close/>
                <a:lnTo>
                  <a:pt x="405165" y="373220"/>
                </a:lnTo>
                <a:close/>
                <a:lnTo>
                  <a:pt x="406655" y="392749"/>
                </a:lnTo>
                <a:close/>
                <a:lnTo>
                  <a:pt x="408144" y="363036"/>
                </a:lnTo>
                <a:close/>
                <a:lnTo>
                  <a:pt x="409634" y="367643"/>
                </a:lnTo>
                <a:close/>
                <a:lnTo>
                  <a:pt x="411123" y="363493"/>
                </a:lnTo>
                <a:close/>
                <a:lnTo>
                  <a:pt x="412613" y="390256"/>
                </a:lnTo>
                <a:close/>
                <a:lnTo>
                  <a:pt x="414102" y="320226"/>
                </a:lnTo>
                <a:close/>
                <a:lnTo>
                  <a:pt x="415592" y="334886"/>
                </a:lnTo>
                <a:close/>
                <a:lnTo>
                  <a:pt x="418571" y="266390"/>
                </a:lnTo>
                <a:close/>
                <a:lnTo>
                  <a:pt x="423040" y="429971"/>
                </a:lnTo>
                <a:close/>
                <a:lnTo>
                  <a:pt x="424530" y="428367"/>
                </a:lnTo>
                <a:close/>
                <a:lnTo>
                  <a:pt x="426019" y="531263"/>
                </a:lnTo>
                <a:close/>
                <a:lnTo>
                  <a:pt x="427509" y="507574"/>
                </a:lnTo>
                <a:close/>
                <a:lnTo>
                  <a:pt x="430488" y="408848"/>
                </a:lnTo>
                <a:close/>
                <a:lnTo>
                  <a:pt x="434957" y="468246"/>
                </a:lnTo>
                <a:close/>
                <a:lnTo>
                  <a:pt x="437936" y="420918"/>
                </a:lnTo>
                <a:close/>
                <a:lnTo>
                  <a:pt x="440915" y="465242"/>
                </a:lnTo>
                <a:close/>
                <a:lnTo>
                  <a:pt x="442404" y="484690"/>
                </a:lnTo>
                <a:close/>
                <a:lnTo>
                  <a:pt x="443894" y="602031"/>
                </a:lnTo>
                <a:close/>
                <a:lnTo>
                  <a:pt x="445384" y="595407"/>
                </a:lnTo>
                <a:close/>
                <a:lnTo>
                  <a:pt x="446873" y="641286"/>
                </a:lnTo>
                <a:close/>
                <a:lnTo>
                  <a:pt x="449852" y="545986"/>
                </a:lnTo>
                <a:close/>
                <a:lnTo>
                  <a:pt x="451342" y="532962"/>
                </a:lnTo>
                <a:close/>
                <a:lnTo>
                  <a:pt x="455811" y="637418"/>
                </a:lnTo>
                <a:close/>
                <a:lnTo>
                  <a:pt x="458790" y="564632"/>
                </a:lnTo>
                <a:close/>
                <a:lnTo>
                  <a:pt x="460279" y="588223"/>
                </a:lnTo>
                <a:close/>
                <a:lnTo>
                  <a:pt x="464748" y="526071"/>
                </a:lnTo>
                <a:close/>
                <a:lnTo>
                  <a:pt x="466238" y="549059"/>
                </a:lnTo>
                <a:close/>
                <a:lnTo>
                  <a:pt x="467727" y="520973"/>
                </a:lnTo>
                <a:close/>
                <a:lnTo>
                  <a:pt x="469217" y="520392"/>
                </a:lnTo>
                <a:close/>
                <a:lnTo>
                  <a:pt x="470706" y="542100"/>
                </a:lnTo>
                <a:close/>
                <a:lnTo>
                  <a:pt x="473686" y="633075"/>
                </a:lnTo>
                <a:close/>
                <a:lnTo>
                  <a:pt x="475175" y="615245"/>
                </a:lnTo>
                <a:close/>
                <a:lnTo>
                  <a:pt x="476665" y="623481"/>
                </a:lnTo>
                <a:close/>
                <a:lnTo>
                  <a:pt x="478154" y="561276"/>
                </a:lnTo>
                <a:close/>
                <a:lnTo>
                  <a:pt x="479644" y="565444"/>
                </a:lnTo>
                <a:close/>
                <a:lnTo>
                  <a:pt x="481133" y="491456"/>
                </a:lnTo>
                <a:close/>
                <a:lnTo>
                  <a:pt x="482623" y="516176"/>
                </a:lnTo>
                <a:close/>
                <a:lnTo>
                  <a:pt x="484113" y="513640"/>
                </a:lnTo>
                <a:close/>
                <a:lnTo>
                  <a:pt x="485602" y="471182"/>
                </a:lnTo>
                <a:close/>
                <a:lnTo>
                  <a:pt x="487092" y="517140"/>
                </a:lnTo>
                <a:close/>
                <a:lnTo>
                  <a:pt x="490071" y="404922"/>
                </a:lnTo>
                <a:close/>
                <a:lnTo>
                  <a:pt x="491560" y="418275"/>
                </a:lnTo>
                <a:close/>
                <a:lnTo>
                  <a:pt x="493050" y="459514"/>
                </a:lnTo>
                <a:close/>
                <a:lnTo>
                  <a:pt x="496029" y="409660"/>
                </a:lnTo>
                <a:close/>
                <a:lnTo>
                  <a:pt x="497519" y="227048"/>
                </a:lnTo>
                <a:close/>
                <a:lnTo>
                  <a:pt x="499008" y="227048"/>
                </a:lnTo>
                <a:close/>
                <a:lnTo>
                  <a:pt x="500498" y="280361"/>
                </a:lnTo>
                <a:close/>
                <a:lnTo>
                  <a:pt x="501987" y="277448"/>
                </a:lnTo>
                <a:close/>
                <a:lnTo>
                  <a:pt x="503477" y="326579"/>
                </a:lnTo>
                <a:close/>
                <a:lnTo>
                  <a:pt x="504967" y="316517"/>
                </a:lnTo>
                <a:close/>
                <a:lnTo>
                  <a:pt x="506456" y="291443"/>
                </a:lnTo>
                <a:close/>
                <a:lnTo>
                  <a:pt x="507946" y="328995"/>
                </a:lnTo>
                <a:close/>
                <a:lnTo>
                  <a:pt x="509435" y="319377"/>
                </a:lnTo>
                <a:close/>
                <a:lnTo>
                  <a:pt x="510925" y="278967"/>
                </a:lnTo>
                <a:close/>
                <a:lnTo>
                  <a:pt x="512415" y="315501"/>
                </a:lnTo>
                <a:close/>
                <a:lnTo>
                  <a:pt x="513904" y="311770"/>
                </a:lnTo>
                <a:close/>
                <a:lnTo>
                  <a:pt x="515394" y="342488"/>
                </a:lnTo>
                <a:close/>
                <a:lnTo>
                  <a:pt x="518373" y="303847"/>
                </a:lnTo>
                <a:close/>
                <a:lnTo>
                  <a:pt x="522842" y="453108"/>
                </a:lnTo>
                <a:close/>
                <a:lnTo>
                  <a:pt x="524331" y="400321"/>
                </a:lnTo>
                <a:close/>
                <a:lnTo>
                  <a:pt x="525821" y="431012"/>
                </a:lnTo>
                <a:close/>
                <a:lnTo>
                  <a:pt x="528800" y="399778"/>
                </a:lnTo>
                <a:close/>
                <a:lnTo>
                  <a:pt x="530289" y="480593"/>
                </a:lnTo>
                <a:close/>
                <a:lnTo>
                  <a:pt x="531779" y="476392"/>
                </a:lnTo>
                <a:close/>
                <a:lnTo>
                  <a:pt x="534758" y="408159"/>
                </a:lnTo>
                <a:close/>
                <a:lnTo>
                  <a:pt x="536248" y="407050"/>
                </a:lnTo>
                <a:close/>
                <a:lnTo>
                  <a:pt x="537737" y="320816"/>
                </a:lnTo>
                <a:close/>
                <a:lnTo>
                  <a:pt x="540716" y="369271"/>
                </a:lnTo>
                <a:close/>
                <a:lnTo>
                  <a:pt x="542206" y="303723"/>
                </a:lnTo>
                <a:close/>
                <a:lnTo>
                  <a:pt x="543696" y="337809"/>
                </a:lnTo>
                <a:close/>
                <a:lnTo>
                  <a:pt x="546675" y="223631"/>
                </a:lnTo>
                <a:close/>
                <a:lnTo>
                  <a:pt x="548164" y="333755"/>
                </a:lnTo>
                <a:close/>
                <a:lnTo>
                  <a:pt x="551143" y="219925"/>
                </a:lnTo>
                <a:close/>
                <a:lnTo>
                  <a:pt x="552633" y="307533"/>
                </a:lnTo>
                <a:close/>
                <a:lnTo>
                  <a:pt x="554123" y="292136"/>
                </a:lnTo>
                <a:close/>
                <a:lnTo>
                  <a:pt x="558591" y="169097"/>
                </a:lnTo>
                <a:close/>
                <a:lnTo>
                  <a:pt x="560081" y="156787"/>
                </a:lnTo>
                <a:close/>
                <a:lnTo>
                  <a:pt x="561571" y="67118"/>
                </a:lnTo>
                <a:close/>
                <a:lnTo>
                  <a:pt x="563060" y="97428"/>
                </a:lnTo>
                <a:close/>
                <a:lnTo>
                  <a:pt x="564550" y="65619"/>
                </a:lnTo>
                <a:close/>
                <a:lnTo>
                  <a:pt x="566039" y="89247"/>
                </a:lnTo>
                <a:close/>
                <a:lnTo>
                  <a:pt x="569018" y="19065"/>
                </a:lnTo>
                <a:close/>
                <a:lnTo>
                  <a:pt x="571998" y="153823"/>
                </a:lnTo>
                <a:close/>
                <a:lnTo>
                  <a:pt x="574977" y="22799"/>
                </a:lnTo>
                <a:close/>
                <a:lnTo>
                  <a:pt x="577956" y="80978"/>
                </a:lnTo>
                <a:close/>
                <a:lnTo>
                  <a:pt x="580935" y="177299"/>
                </a:lnTo>
                <a:close/>
                <a:lnTo>
                  <a:pt x="582425" y="177382"/>
                </a:lnTo>
                <a:close/>
                <a:lnTo>
                  <a:pt x="583914" y="228393"/>
                </a:lnTo>
                <a:close/>
                <a:lnTo>
                  <a:pt x="585404" y="221670"/>
                </a:lnTo>
                <a:close/>
                <a:lnTo>
                  <a:pt x="586893" y="206990"/>
                </a:lnTo>
                <a:close/>
                <a:lnTo>
                  <a:pt x="588383" y="174305"/>
                </a:lnTo>
                <a:close/>
                <a:lnTo>
                  <a:pt x="594341" y="259348"/>
                </a:lnTo>
                <a:close/>
                <a:lnTo>
                  <a:pt x="597320" y="284420"/>
                </a:lnTo>
                <a:close/>
                <a:lnTo>
                  <a:pt x="598810" y="283461"/>
                </a:lnTo>
                <a:close/>
                <a:lnTo>
                  <a:pt x="601789" y="350758"/>
                </a:lnTo>
                <a:close/>
                <a:lnTo>
                  <a:pt x="603279" y="293227"/>
                </a:lnTo>
                <a:close/>
                <a:lnTo>
                  <a:pt x="604768" y="366865"/>
                </a:lnTo>
                <a:close/>
                <a:lnTo>
                  <a:pt x="607747" y="304746"/>
                </a:lnTo>
                <a:close/>
                <a:lnTo>
                  <a:pt x="610727" y="339924"/>
                </a:lnTo>
                <a:close/>
                <a:lnTo>
                  <a:pt x="613706" y="320882"/>
                </a:lnTo>
                <a:close/>
                <a:lnTo>
                  <a:pt x="615195" y="372817"/>
                </a:lnTo>
                <a:close/>
                <a:lnTo>
                  <a:pt x="616685" y="320530"/>
                </a:lnTo>
                <a:close/>
                <a:lnTo>
                  <a:pt x="619664" y="410149"/>
                </a:lnTo>
                <a:close/>
                <a:lnTo>
                  <a:pt x="622643" y="417221"/>
                </a:lnTo>
                <a:close/>
                <a:lnTo>
                  <a:pt x="624133" y="394350"/>
                </a:lnTo>
                <a:close/>
                <a:lnTo>
                  <a:pt x="627112" y="246745"/>
                </a:lnTo>
                <a:close/>
                <a:lnTo>
                  <a:pt x="628601" y="313582"/>
                </a:lnTo>
                <a:close/>
                <a:lnTo>
                  <a:pt x="631581" y="231211"/>
                </a:lnTo>
                <a:close/>
                <a:lnTo>
                  <a:pt x="633070" y="265513"/>
                </a:lnTo>
                <a:close/>
                <a:lnTo>
                  <a:pt x="634560" y="223657"/>
                </a:lnTo>
                <a:close/>
                <a:lnTo>
                  <a:pt x="636049" y="274832"/>
                </a:lnTo>
                <a:close/>
                <a:lnTo>
                  <a:pt x="639028" y="142340"/>
                </a:lnTo>
                <a:close/>
                <a:lnTo>
                  <a:pt x="640518" y="193679"/>
                </a:lnTo>
                <a:close/>
                <a:lnTo>
                  <a:pt x="642008" y="76194"/>
                </a:lnTo>
                <a:close/>
                <a:lnTo>
                  <a:pt x="643497" y="79292"/>
                </a:lnTo>
                <a:close/>
                <a:lnTo>
                  <a:pt x="644987" y="44856"/>
                </a:lnTo>
                <a:close/>
                <a:lnTo>
                  <a:pt x="646476" y="80757"/>
                </a:lnTo>
                <a:close/>
                <a:lnTo>
                  <a:pt x="647966" y="58025"/>
                </a:lnTo>
                <a:close/>
                <a:lnTo>
                  <a:pt x="650945" y="67965"/>
                </a:lnTo>
                <a:close/>
                <a:lnTo>
                  <a:pt x="652435" y="31839"/>
                </a:lnTo>
                <a:close/>
                <a:lnTo>
                  <a:pt x="655414" y="105829"/>
                </a:lnTo>
                <a:close/>
                <a:lnTo>
                  <a:pt x="656903" y="54552"/>
                </a:lnTo>
                <a:close/>
                <a:lnTo>
                  <a:pt x="661372" y="223227"/>
                </a:lnTo>
                <a:close/>
                <a:lnTo>
                  <a:pt x="665841" y="73881"/>
                </a:lnTo>
                <a:close/>
                <a:lnTo>
                  <a:pt x="667330" y="132003"/>
                </a:lnTo>
                <a:close/>
                <a:lnTo>
                  <a:pt x="668820" y="35275"/>
                </a:lnTo>
                <a:close/>
                <a:lnTo>
                  <a:pt x="674778" y="316619"/>
                </a:lnTo>
                <a:close/>
                <a:lnTo>
                  <a:pt x="676268" y="316036"/>
                </a:lnTo>
                <a:close/>
                <a:lnTo>
                  <a:pt x="677757" y="373985"/>
                </a:lnTo>
                <a:close/>
                <a:lnTo>
                  <a:pt x="680737" y="266724"/>
                </a:lnTo>
                <a:close/>
                <a:lnTo>
                  <a:pt x="682226" y="283852"/>
                </a:lnTo>
                <a:close/>
                <a:lnTo>
                  <a:pt x="683716" y="332539"/>
                </a:lnTo>
                <a:close/>
                <a:lnTo>
                  <a:pt x="685205" y="332661"/>
                </a:lnTo>
                <a:close/>
                <a:lnTo>
                  <a:pt x="688184" y="356274"/>
                </a:lnTo>
                <a:close/>
                <a:lnTo>
                  <a:pt x="691164" y="248711"/>
                </a:lnTo>
                <a:close/>
                <a:lnTo>
                  <a:pt x="692653" y="147267"/>
                </a:lnTo>
                <a:close/>
                <a:lnTo>
                  <a:pt x="697122" y="266516"/>
                </a:lnTo>
                <a:close/>
                <a:lnTo>
                  <a:pt x="700101" y="149912"/>
                </a:lnTo>
                <a:close/>
                <a:lnTo>
                  <a:pt x="701591" y="181062"/>
                </a:lnTo>
                <a:close/>
                <a:lnTo>
                  <a:pt x="703080" y="133559"/>
                </a:lnTo>
                <a:close/>
                <a:lnTo>
                  <a:pt x="704570" y="156920"/>
                </a:lnTo>
                <a:close/>
                <a:lnTo>
                  <a:pt x="706059" y="254969"/>
                </a:lnTo>
                <a:close/>
                <a:lnTo>
                  <a:pt x="707549" y="254969"/>
                </a:lnTo>
                <a:close/>
                <a:lnTo>
                  <a:pt x="710528" y="171501"/>
                </a:lnTo>
                <a:close/>
                <a:lnTo>
                  <a:pt x="712018" y="210724"/>
                </a:lnTo>
                <a:close/>
                <a:lnTo>
                  <a:pt x="713507" y="384713"/>
                </a:lnTo>
                <a:close/>
                <a:lnTo>
                  <a:pt x="714997" y="389443"/>
                </a:lnTo>
                <a:close/>
                <a:lnTo>
                  <a:pt x="717976" y="381499"/>
                </a:lnTo>
                <a:close/>
                <a:lnTo>
                  <a:pt x="720955" y="259172"/>
                </a:lnTo>
                <a:close/>
                <a:lnTo>
                  <a:pt x="722445" y="232652"/>
                </a:lnTo>
                <a:close/>
                <a:lnTo>
                  <a:pt x="723934" y="239495"/>
                </a:lnTo>
                <a:close/>
                <a:lnTo>
                  <a:pt x="725424" y="113280"/>
                </a:lnTo>
                <a:close/>
                <a:lnTo>
                  <a:pt x="726913" y="116825"/>
                </a:lnTo>
                <a:close/>
                <a:lnTo>
                  <a:pt x="728403" y="135842"/>
                </a:lnTo>
                <a:close/>
                <a:lnTo>
                  <a:pt x="729893" y="174358"/>
                </a:lnTo>
                <a:close/>
                <a:lnTo>
                  <a:pt x="732872" y="139813"/>
                </a:lnTo>
                <a:close/>
                <a:lnTo>
                  <a:pt x="734361" y="140523"/>
                </a:lnTo>
                <a:close/>
                <a:lnTo>
                  <a:pt x="735851" y="264770"/>
                </a:lnTo>
                <a:close/>
                <a:lnTo>
                  <a:pt x="738830" y="206628"/>
                </a:lnTo>
                <a:close/>
                <a:lnTo>
                  <a:pt x="740320" y="214367"/>
                </a:lnTo>
                <a:close/>
                <a:lnTo>
                  <a:pt x="741809" y="111517"/>
                </a:lnTo>
                <a:close/>
                <a:lnTo>
                  <a:pt x="743299" y="134910"/>
                </a:lnTo>
                <a:close/>
                <a:lnTo>
                  <a:pt x="746278" y="188656"/>
                </a:lnTo>
                <a:close/>
                <a:lnTo>
                  <a:pt x="747768" y="164336"/>
                </a:lnTo>
                <a:close/>
                <a:lnTo>
                  <a:pt x="749257" y="166690"/>
                </a:lnTo>
                <a:close/>
                <a:lnTo>
                  <a:pt x="750747" y="145209"/>
                </a:lnTo>
                <a:close/>
                <a:lnTo>
                  <a:pt x="753726" y="184030"/>
                </a:lnTo>
                <a:close/>
                <a:lnTo>
                  <a:pt x="755215" y="170659"/>
                </a:lnTo>
                <a:close/>
                <a:lnTo>
                  <a:pt x="756705" y="272448"/>
                </a:lnTo>
                <a:close/>
                <a:lnTo>
                  <a:pt x="758195" y="269984"/>
                </a:lnTo>
                <a:close/>
                <a:lnTo>
                  <a:pt x="759684" y="346337"/>
                </a:lnTo>
                <a:close/>
                <a:lnTo>
                  <a:pt x="761174" y="279679"/>
                </a:lnTo>
                <a:close/>
                <a:lnTo>
                  <a:pt x="762663" y="330320"/>
                </a:lnTo>
                <a:close/>
                <a:lnTo>
                  <a:pt x="764153" y="316513"/>
                </a:lnTo>
                <a:close/>
                <a:lnTo>
                  <a:pt x="770111" y="505721"/>
                </a:lnTo>
                <a:close/>
                <a:lnTo>
                  <a:pt x="771601" y="495319"/>
                </a:lnTo>
                <a:close/>
                <a:lnTo>
                  <a:pt x="774580" y="440567"/>
                </a:lnTo>
                <a:close/>
                <a:lnTo>
                  <a:pt x="776069" y="439320"/>
                </a:lnTo>
                <a:close/>
                <a:lnTo>
                  <a:pt x="779049" y="465732"/>
                </a:lnTo>
                <a:close/>
                <a:lnTo>
                  <a:pt x="780538" y="477555"/>
                </a:lnTo>
                <a:close/>
                <a:lnTo>
                  <a:pt x="782028" y="438660"/>
                </a:lnTo>
                <a:close/>
                <a:lnTo>
                  <a:pt x="785007" y="621473"/>
                </a:lnTo>
                <a:close/>
                <a:lnTo>
                  <a:pt x="789476" y="403274"/>
                </a:lnTo>
                <a:close/>
                <a:lnTo>
                  <a:pt x="790965" y="372478"/>
                </a:lnTo>
                <a:close/>
                <a:lnTo>
                  <a:pt x="792455" y="303591"/>
                </a:lnTo>
                <a:close/>
                <a:lnTo>
                  <a:pt x="793944" y="334698"/>
                </a:lnTo>
                <a:close/>
                <a:lnTo>
                  <a:pt x="795434" y="411787"/>
                </a:lnTo>
                <a:close/>
                <a:lnTo>
                  <a:pt x="798413" y="284577"/>
                </a:lnTo>
                <a:close/>
                <a:lnTo>
                  <a:pt x="799903" y="316805"/>
                </a:lnTo>
                <a:close/>
                <a:lnTo>
                  <a:pt x="801392" y="408318"/>
                </a:lnTo>
                <a:close/>
                <a:lnTo>
                  <a:pt x="802882" y="356537"/>
                </a:lnTo>
                <a:close/>
                <a:lnTo>
                  <a:pt x="805861" y="486897"/>
                </a:lnTo>
                <a:close/>
                <a:lnTo>
                  <a:pt x="807351" y="411538"/>
                </a:lnTo>
                <a:close/>
                <a:lnTo>
                  <a:pt x="810330" y="429588"/>
                </a:lnTo>
                <a:close/>
                <a:lnTo>
                  <a:pt x="811819" y="422131"/>
                </a:lnTo>
                <a:close/>
                <a:lnTo>
                  <a:pt x="813309" y="375475"/>
                </a:lnTo>
                <a:close/>
                <a:lnTo>
                  <a:pt x="817778" y="518994"/>
                </a:lnTo>
                <a:close/>
                <a:lnTo>
                  <a:pt x="820757" y="582785"/>
                </a:lnTo>
                <a:close/>
                <a:lnTo>
                  <a:pt x="822246" y="580646"/>
                </a:lnTo>
                <a:close/>
                <a:lnTo>
                  <a:pt x="823736" y="490303"/>
                </a:lnTo>
                <a:close/>
                <a:lnTo>
                  <a:pt x="826715" y="614133"/>
                </a:lnTo>
                <a:close/>
                <a:lnTo>
                  <a:pt x="828205" y="650775"/>
                </a:lnTo>
                <a:close/>
                <a:lnTo>
                  <a:pt x="829694" y="616428"/>
                </a:lnTo>
                <a:close/>
                <a:lnTo>
                  <a:pt x="832673" y="485410"/>
                </a:lnTo>
                <a:close/>
                <a:lnTo>
                  <a:pt x="834163" y="501027"/>
                </a:lnTo>
                <a:close/>
                <a:lnTo>
                  <a:pt x="835653" y="548371"/>
                </a:lnTo>
                <a:close/>
                <a:lnTo>
                  <a:pt x="838632" y="494335"/>
                </a:lnTo>
                <a:close/>
                <a:lnTo>
                  <a:pt x="840121" y="505975"/>
                </a:lnTo>
                <a:close/>
                <a:lnTo>
                  <a:pt x="841611" y="474285"/>
                </a:lnTo>
                <a:close/>
                <a:lnTo>
                  <a:pt x="843100" y="362246"/>
                </a:lnTo>
                <a:close/>
                <a:lnTo>
                  <a:pt x="846080" y="443569"/>
                </a:lnTo>
                <a:close/>
                <a:lnTo>
                  <a:pt x="847569" y="411281"/>
                </a:lnTo>
                <a:close/>
                <a:lnTo>
                  <a:pt x="850548" y="560787"/>
                </a:lnTo>
                <a:close/>
                <a:lnTo>
                  <a:pt x="852038" y="507399"/>
                </a:lnTo>
                <a:close/>
                <a:lnTo>
                  <a:pt x="853527" y="522848"/>
                </a:lnTo>
                <a:close/>
                <a:lnTo>
                  <a:pt x="857996" y="397226"/>
                </a:lnTo>
                <a:close/>
                <a:lnTo>
                  <a:pt x="859486" y="395976"/>
                </a:lnTo>
                <a:close/>
                <a:lnTo>
                  <a:pt x="862465" y="310366"/>
                </a:lnTo>
                <a:close/>
                <a:lnTo>
                  <a:pt x="866934" y="366077"/>
                </a:lnTo>
                <a:close/>
                <a:lnTo>
                  <a:pt x="868423" y="420664"/>
                </a:lnTo>
                <a:close/>
                <a:lnTo>
                  <a:pt x="874382" y="248518"/>
                </a:lnTo>
                <a:close/>
                <a:lnTo>
                  <a:pt x="875871" y="225023"/>
                </a:lnTo>
                <a:close/>
                <a:lnTo>
                  <a:pt x="877361" y="296666"/>
                </a:lnTo>
                <a:close/>
                <a:lnTo>
                  <a:pt x="878850" y="280689"/>
                </a:lnTo>
                <a:close/>
                <a:lnTo>
                  <a:pt x="880340" y="288323"/>
                </a:lnTo>
                <a:close/>
                <a:lnTo>
                  <a:pt x="883319" y="423298"/>
                </a:lnTo>
                <a:close/>
                <a:lnTo>
                  <a:pt x="884809" y="357472"/>
                </a:lnTo>
                <a:close/>
                <a:lnTo>
                  <a:pt x="889277" y="480872"/>
                </a:lnTo>
                <a:close/>
                <a:lnTo>
                  <a:pt x="890767" y="461745"/>
                </a:lnTo>
                <a:close/>
                <a:lnTo>
                  <a:pt x="892256" y="462497"/>
                </a:lnTo>
                <a:close/>
                <a:lnTo>
                  <a:pt x="893746" y="426717"/>
                </a:lnTo>
                <a:close/>
                <a:lnTo>
                  <a:pt x="896725" y="270146"/>
                </a:lnTo>
                <a:close/>
                <a:lnTo>
                  <a:pt x="898215" y="243762"/>
                </a:lnTo>
                <a:close/>
                <a:lnTo>
                  <a:pt x="899704" y="287660"/>
                </a:lnTo>
                <a:close/>
                <a:lnTo>
                  <a:pt x="902683" y="238583"/>
                </a:lnTo>
                <a:close/>
                <a:lnTo>
                  <a:pt x="904173" y="273319"/>
                </a:lnTo>
                <a:close/>
                <a:lnTo>
                  <a:pt x="905663" y="263732"/>
                </a:lnTo>
                <a:close/>
                <a:lnTo>
                  <a:pt x="907152" y="197821"/>
                </a:lnTo>
                <a:close/>
                <a:lnTo>
                  <a:pt x="908642" y="197821"/>
                </a:lnTo>
                <a:close/>
                <a:lnTo>
                  <a:pt x="910131" y="200326"/>
                </a:lnTo>
                <a:close/>
                <a:lnTo>
                  <a:pt x="911621" y="221803"/>
                </a:lnTo>
                <a:close/>
                <a:lnTo>
                  <a:pt x="913110" y="202632"/>
                </a:lnTo>
                <a:close/>
                <a:lnTo>
                  <a:pt x="914600" y="57266"/>
                </a:lnTo>
                <a:close/>
                <a:lnTo>
                  <a:pt x="916090" y="67181"/>
                </a:lnTo>
                <a:close/>
                <a:lnTo>
                  <a:pt x="917579" y="46324"/>
                </a:lnTo>
                <a:close/>
                <a:lnTo>
                  <a:pt x="919069" y="67314"/>
                </a:lnTo>
                <a:close/>
                <a:lnTo>
                  <a:pt x="922048" y="15254"/>
                </a:lnTo>
                <a:close/>
                <a:lnTo>
                  <a:pt x="923538" y="24862"/>
                </a:lnTo>
                <a:close/>
                <a:lnTo>
                  <a:pt x="926517" y="0"/>
                </a:lnTo>
                <a:close/>
                <a:lnTo>
                  <a:pt x="928006" y="26321"/>
                </a:lnTo>
                <a:close/>
                <a:lnTo>
                  <a:pt x="929496" y="8174"/>
                </a:lnTo>
                <a:close/>
                <a:lnTo>
                  <a:pt x="932475" y="129127"/>
                </a:lnTo>
                <a:close/>
                <a:lnTo>
                  <a:pt x="933965" y="127535"/>
                </a:lnTo>
                <a:close/>
                <a:lnTo>
                  <a:pt x="935454" y="163962"/>
                </a:lnTo>
                <a:close/>
                <a:lnTo>
                  <a:pt x="936944" y="98965"/>
                </a:lnTo>
                <a:close/>
                <a:lnTo>
                  <a:pt x="938433" y="113072"/>
                </a:lnTo>
                <a:close/>
                <a:lnTo>
                  <a:pt x="939923" y="147383"/>
                </a:lnTo>
                <a:close/>
                <a:lnTo>
                  <a:pt x="942902" y="119858"/>
                </a:lnTo>
                <a:close/>
                <a:lnTo>
                  <a:pt x="944392" y="161005"/>
                </a:lnTo>
                <a:close/>
                <a:lnTo>
                  <a:pt x="948860" y="362004"/>
                </a:lnTo>
                <a:close/>
                <a:lnTo>
                  <a:pt x="950350" y="382213"/>
                </a:lnTo>
                <a:close/>
                <a:lnTo>
                  <a:pt x="954819" y="519607"/>
                </a:lnTo>
                <a:close/>
                <a:lnTo>
                  <a:pt x="956308" y="464599"/>
                </a:lnTo>
                <a:close/>
                <a:lnTo>
                  <a:pt x="957798" y="492933"/>
                </a:lnTo>
                <a:close/>
                <a:lnTo>
                  <a:pt x="960777" y="569565"/>
                </a:lnTo>
                <a:close/>
                <a:lnTo>
                  <a:pt x="963756" y="511092"/>
                </a:lnTo>
                <a:close/>
                <a:lnTo>
                  <a:pt x="965246" y="534554"/>
                </a:lnTo>
                <a:close/>
                <a:lnTo>
                  <a:pt x="966735" y="489652"/>
                </a:lnTo>
                <a:close/>
                <a:lnTo>
                  <a:pt x="969714" y="540897"/>
                </a:lnTo>
                <a:close/>
                <a:lnTo>
                  <a:pt x="971204" y="573727"/>
                </a:lnTo>
                <a:close/>
                <a:lnTo>
                  <a:pt x="974183" y="471318"/>
                </a:lnTo>
                <a:close/>
                <a:lnTo>
                  <a:pt x="975673" y="485018"/>
                </a:lnTo>
                <a:close/>
                <a:lnTo>
                  <a:pt x="980141" y="416927"/>
                </a:lnTo>
                <a:close/>
                <a:lnTo>
                  <a:pt x="983121" y="519789"/>
                </a:lnTo>
                <a:close/>
                <a:lnTo>
                  <a:pt x="986100" y="375692"/>
                </a:lnTo>
                <a:close/>
                <a:lnTo>
                  <a:pt x="987589" y="329717"/>
                </a:lnTo>
                <a:close/>
                <a:lnTo>
                  <a:pt x="990568" y="468211"/>
                </a:lnTo>
                <a:close/>
                <a:lnTo>
                  <a:pt x="992058" y="444070"/>
                </a:lnTo>
                <a:close/>
                <a:lnTo>
                  <a:pt x="993548" y="520296"/>
                </a:lnTo>
                <a:close/>
                <a:lnTo>
                  <a:pt x="995037" y="483529"/>
                </a:lnTo>
                <a:close/>
                <a:lnTo>
                  <a:pt x="996527" y="547330"/>
                </a:lnTo>
                <a:close/>
                <a:lnTo>
                  <a:pt x="998016" y="519745"/>
                </a:lnTo>
                <a:close/>
                <a:lnTo>
                  <a:pt x="999506" y="437338"/>
                </a:lnTo>
                <a:close/>
                <a:lnTo>
                  <a:pt x="1000995" y="443323"/>
                </a:lnTo>
                <a:close/>
                <a:lnTo>
                  <a:pt x="1002485" y="398918"/>
                </a:lnTo>
                <a:close/>
                <a:lnTo>
                  <a:pt x="1003975" y="420247"/>
                </a:lnTo>
                <a:close/>
                <a:lnTo>
                  <a:pt x="1005464" y="528207"/>
                </a:lnTo>
                <a:close/>
                <a:lnTo>
                  <a:pt x="1006954" y="413342"/>
                </a:lnTo>
                <a:close/>
                <a:lnTo>
                  <a:pt x="1008443" y="421149"/>
                </a:lnTo>
                <a:close/>
                <a:lnTo>
                  <a:pt x="1012912" y="635026"/>
                </a:lnTo>
                <a:close/>
                <a:lnTo>
                  <a:pt x="1014402" y="681541"/>
                </a:lnTo>
                <a:close/>
                <a:lnTo>
                  <a:pt x="1015891" y="677875"/>
                </a:lnTo>
                <a:close/>
                <a:lnTo>
                  <a:pt x="1017381" y="730407"/>
                </a:lnTo>
                <a:close/>
                <a:lnTo>
                  <a:pt x="1023339" y="512695"/>
                </a:lnTo>
                <a:close/>
                <a:lnTo>
                  <a:pt x="1026318" y="591059"/>
                </a:lnTo>
                <a:close/>
                <a:lnTo>
                  <a:pt x="1027808" y="582704"/>
                </a:lnTo>
                <a:close/>
                <a:lnTo>
                  <a:pt x="1029297" y="626250"/>
                </a:lnTo>
                <a:close/>
                <a:lnTo>
                  <a:pt x="1030787" y="546892"/>
                </a:lnTo>
                <a:close/>
                <a:lnTo>
                  <a:pt x="1032277" y="569976"/>
                </a:lnTo>
                <a:close/>
                <a:lnTo>
                  <a:pt x="1033766" y="536858"/>
                </a:lnTo>
                <a:close/>
                <a:lnTo>
                  <a:pt x="1035256" y="462777"/>
                </a:lnTo>
                <a:close/>
                <a:lnTo>
                  <a:pt x="1036745" y="491784"/>
                </a:lnTo>
                <a:close/>
                <a:lnTo>
                  <a:pt x="1039724" y="404978"/>
                </a:lnTo>
                <a:close/>
                <a:lnTo>
                  <a:pt x="1041214" y="392967"/>
                </a:lnTo>
                <a:close/>
                <a:lnTo>
                  <a:pt x="1042704" y="400245"/>
                </a:lnTo>
                <a:close/>
                <a:lnTo>
                  <a:pt x="1044193" y="400208"/>
                </a:lnTo>
                <a:close/>
                <a:lnTo>
                  <a:pt x="1045683" y="349234"/>
                </a:lnTo>
                <a:close/>
                <a:lnTo>
                  <a:pt x="1048662" y="420920"/>
                </a:lnTo>
                <a:close/>
                <a:lnTo>
                  <a:pt x="1050151" y="368481"/>
                </a:lnTo>
                <a:close/>
                <a:lnTo>
                  <a:pt x="1051641" y="383074"/>
                </a:lnTo>
                <a:close/>
                <a:lnTo>
                  <a:pt x="1056110" y="505717"/>
                </a:lnTo>
                <a:close/>
                <a:lnTo>
                  <a:pt x="1057599" y="475123"/>
                </a:lnTo>
                <a:close/>
                <a:lnTo>
                  <a:pt x="1059089" y="495315"/>
                </a:lnTo>
                <a:close/>
                <a:lnTo>
                  <a:pt x="1066537" y="346654"/>
                </a:lnTo>
                <a:close/>
                <a:lnTo>
                  <a:pt x="1069516" y="371178"/>
                </a:lnTo>
                <a:close/>
                <a:lnTo>
                  <a:pt x="1073985" y="577005"/>
                </a:lnTo>
                <a:close/>
                <a:lnTo>
                  <a:pt x="1075474" y="613522"/>
                </a:lnTo>
                <a:close/>
                <a:lnTo>
                  <a:pt x="1076964" y="592342"/>
                </a:lnTo>
                <a:close/>
                <a:lnTo>
                  <a:pt x="1081433" y="432018"/>
                </a:lnTo>
                <a:close/>
                <a:lnTo>
                  <a:pt x="1082922" y="492391"/>
                </a:lnTo>
                <a:close/>
                <a:lnTo>
                  <a:pt x="1085901" y="294686"/>
                </a:lnTo>
                <a:close/>
                <a:lnTo>
                  <a:pt x="1090370" y="231498"/>
                </a:lnTo>
                <a:close/>
                <a:lnTo>
                  <a:pt x="1093349" y="366282"/>
                </a:lnTo>
                <a:close/>
                <a:lnTo>
                  <a:pt x="1096328" y="336558"/>
                </a:lnTo>
                <a:close/>
                <a:lnTo>
                  <a:pt x="1097818" y="373567"/>
                </a:lnTo>
                <a:close/>
                <a:lnTo>
                  <a:pt x="1100797" y="255533"/>
                </a:lnTo>
                <a:close/>
                <a:lnTo>
                  <a:pt x="1102287" y="288843"/>
                </a:lnTo>
                <a:close/>
                <a:lnTo>
                  <a:pt x="1103776" y="261998"/>
                </a:lnTo>
                <a:close/>
                <a:lnTo>
                  <a:pt x="1105266" y="315067"/>
                </a:lnTo>
                <a:close/>
                <a:lnTo>
                  <a:pt x="1109735" y="573674"/>
                </a:lnTo>
                <a:close/>
                <a:lnTo>
                  <a:pt x="1112714" y="501778"/>
                </a:lnTo>
                <a:close/>
                <a:lnTo>
                  <a:pt x="1114203" y="549422"/>
                </a:lnTo>
                <a:close/>
                <a:lnTo>
                  <a:pt x="1115693" y="536894"/>
                </a:lnTo>
                <a:close/>
                <a:lnTo>
                  <a:pt x="1118672" y="391099"/>
                </a:lnTo>
                <a:close/>
                <a:lnTo>
                  <a:pt x="1120162" y="418417"/>
                </a:lnTo>
                <a:close/>
                <a:lnTo>
                  <a:pt x="1121651" y="367937"/>
                </a:lnTo>
                <a:close/>
                <a:lnTo>
                  <a:pt x="1123141" y="491839"/>
                </a:lnTo>
                <a:close/>
                <a:lnTo>
                  <a:pt x="1127609" y="395632"/>
                </a:lnTo>
                <a:close/>
                <a:lnTo>
                  <a:pt x="1129099" y="400602"/>
                </a:lnTo>
                <a:close/>
                <a:lnTo>
                  <a:pt x="1133568" y="467074"/>
                </a:lnTo>
                <a:close/>
                <a:lnTo>
                  <a:pt x="1135057" y="441009"/>
                </a:lnTo>
                <a:close/>
                <a:lnTo>
                  <a:pt x="1138036" y="373931"/>
                </a:lnTo>
                <a:close/>
                <a:lnTo>
                  <a:pt x="1142505" y="491689"/>
                </a:lnTo>
                <a:close/>
                <a:lnTo>
                  <a:pt x="1143995" y="423321"/>
                </a:lnTo>
                <a:close/>
                <a:lnTo>
                  <a:pt x="1145484" y="455414"/>
                </a:lnTo>
                <a:close/>
                <a:lnTo>
                  <a:pt x="1146974" y="435745"/>
                </a:lnTo>
                <a:close/>
                <a:lnTo>
                  <a:pt x="1148464" y="445905"/>
                </a:lnTo>
                <a:close/>
                <a:lnTo>
                  <a:pt x="1149953" y="418918"/>
                </a:lnTo>
                <a:close/>
                <a:lnTo>
                  <a:pt x="1151443" y="430339"/>
                </a:lnTo>
                <a:close/>
                <a:lnTo>
                  <a:pt x="1152932" y="455774"/>
                </a:lnTo>
                <a:close/>
                <a:lnTo>
                  <a:pt x="1157401" y="374833"/>
                </a:lnTo>
                <a:close/>
                <a:lnTo>
                  <a:pt x="1158891" y="421452"/>
                </a:lnTo>
                <a:close/>
                <a:lnTo>
                  <a:pt x="1160380" y="418671"/>
                </a:lnTo>
                <a:close/>
                <a:lnTo>
                  <a:pt x="1163359" y="329219"/>
                </a:lnTo>
                <a:close/>
                <a:lnTo>
                  <a:pt x="1164849" y="358709"/>
                </a:lnTo>
                <a:close/>
                <a:lnTo>
                  <a:pt x="1167828" y="312687"/>
                </a:lnTo>
                <a:close/>
                <a:lnTo>
                  <a:pt x="1169318" y="339054"/>
                </a:lnTo>
                <a:close/>
                <a:lnTo>
                  <a:pt x="1170807" y="435397"/>
                </a:lnTo>
                <a:close/>
                <a:lnTo>
                  <a:pt x="1172297" y="360690"/>
                </a:lnTo>
                <a:close/>
                <a:lnTo>
                  <a:pt x="1173786" y="362354"/>
                </a:lnTo>
                <a:close/>
                <a:lnTo>
                  <a:pt x="1175276" y="225069"/>
                </a:lnTo>
                <a:close/>
                <a:lnTo>
                  <a:pt x="1176765" y="348360"/>
                </a:lnTo>
                <a:close/>
                <a:lnTo>
                  <a:pt x="1178255" y="300820"/>
                </a:lnTo>
                <a:close/>
                <a:lnTo>
                  <a:pt x="1179745" y="304314"/>
                </a:lnTo>
                <a:close/>
                <a:lnTo>
                  <a:pt x="1181234" y="299609"/>
                </a:lnTo>
                <a:close/>
                <a:lnTo>
                  <a:pt x="1184213" y="389150"/>
                </a:lnTo>
                <a:close/>
                <a:lnTo>
                  <a:pt x="1185703" y="367807"/>
                </a:lnTo>
                <a:close/>
                <a:lnTo>
                  <a:pt x="1187193" y="246593"/>
                </a:lnTo>
                <a:close/>
                <a:lnTo>
                  <a:pt x="1188682" y="241375"/>
                </a:lnTo>
                <a:close/>
                <a:lnTo>
                  <a:pt x="1190172" y="270980"/>
                </a:lnTo>
                <a:close/>
                <a:lnTo>
                  <a:pt x="1191661" y="268680"/>
                </a:lnTo>
                <a:close/>
                <a:lnTo>
                  <a:pt x="1194640" y="394899"/>
                </a:lnTo>
                <a:close/>
                <a:lnTo>
                  <a:pt x="1196130" y="347764"/>
                </a:lnTo>
                <a:close/>
                <a:lnTo>
                  <a:pt x="1200599" y="470805"/>
                </a:lnTo>
                <a:close/>
                <a:lnTo>
                  <a:pt x="1202088" y="459871"/>
                </a:lnTo>
                <a:close/>
                <a:lnTo>
                  <a:pt x="1203578" y="463946"/>
                </a:lnTo>
                <a:close/>
                <a:lnTo>
                  <a:pt x="1208047" y="342457"/>
                </a:lnTo>
                <a:close/>
                <a:lnTo>
                  <a:pt x="1211026" y="409370"/>
                </a:lnTo>
                <a:close/>
                <a:lnTo>
                  <a:pt x="1212515" y="480155"/>
                </a:lnTo>
                <a:close/>
                <a:lnTo>
                  <a:pt x="1214005" y="463569"/>
                </a:lnTo>
                <a:close/>
                <a:lnTo>
                  <a:pt x="1216984" y="531377"/>
                </a:lnTo>
                <a:close/>
                <a:lnTo>
                  <a:pt x="1219963" y="588955"/>
                </a:lnTo>
                <a:close/>
                <a:lnTo>
                  <a:pt x="1221453" y="578877"/>
                </a:lnTo>
                <a:close/>
                <a:lnTo>
                  <a:pt x="1222942" y="584256"/>
                </a:lnTo>
                <a:close/>
                <a:lnTo>
                  <a:pt x="1224432" y="528552"/>
                </a:lnTo>
                <a:close/>
                <a:lnTo>
                  <a:pt x="1225921" y="554012"/>
                </a:lnTo>
                <a:close/>
                <a:lnTo>
                  <a:pt x="1228901" y="527436"/>
                </a:lnTo>
                <a:close/>
                <a:lnTo>
                  <a:pt x="1230390" y="640183"/>
                </a:lnTo>
                <a:close/>
                <a:lnTo>
                  <a:pt x="1231880" y="594648"/>
                </a:lnTo>
                <a:close/>
                <a:lnTo>
                  <a:pt x="1233369" y="630179"/>
                </a:lnTo>
                <a:close/>
                <a:lnTo>
                  <a:pt x="1236349" y="785805"/>
                </a:lnTo>
                <a:close/>
                <a:lnTo>
                  <a:pt x="1237838" y="755057"/>
                </a:lnTo>
                <a:close/>
                <a:lnTo>
                  <a:pt x="1239328" y="765427"/>
                </a:lnTo>
                <a:close/>
                <a:lnTo>
                  <a:pt x="1240817" y="750652"/>
                </a:lnTo>
                <a:close/>
                <a:lnTo>
                  <a:pt x="1242307" y="761617"/>
                </a:lnTo>
                <a:close/>
                <a:lnTo>
                  <a:pt x="1243796" y="724549"/>
                </a:lnTo>
                <a:close/>
                <a:lnTo>
                  <a:pt x="1246776" y="884692"/>
                </a:lnTo>
                <a:close/>
                <a:lnTo>
                  <a:pt x="1248265" y="872783"/>
                </a:lnTo>
                <a:close/>
                <a:lnTo>
                  <a:pt x="1249755" y="875942"/>
                </a:lnTo>
                <a:close/>
                <a:lnTo>
                  <a:pt x="1251244" y="887349"/>
                </a:lnTo>
                <a:close/>
                <a:lnTo>
                  <a:pt x="1252734" y="801217"/>
                </a:lnTo>
                <a:close/>
                <a:lnTo>
                  <a:pt x="1255713" y="906270"/>
                </a:lnTo>
                <a:close/>
                <a:lnTo>
                  <a:pt x="1257203" y="867430"/>
                </a:lnTo>
                <a:close/>
                <a:lnTo>
                  <a:pt x="1258692" y="887482"/>
                </a:lnTo>
                <a:close/>
                <a:lnTo>
                  <a:pt x="1260182" y="881141"/>
                </a:lnTo>
                <a:close/>
                <a:lnTo>
                  <a:pt x="1261671" y="898202"/>
                </a:lnTo>
                <a:close/>
                <a:lnTo>
                  <a:pt x="1263161" y="875651"/>
                </a:lnTo>
                <a:close/>
                <a:lnTo>
                  <a:pt x="1264650" y="826326"/>
                </a:lnTo>
                <a:close/>
                <a:lnTo>
                  <a:pt x="1266140" y="899518"/>
                </a:lnTo>
                <a:close/>
                <a:lnTo>
                  <a:pt x="1273588" y="728589"/>
                </a:lnTo>
                <a:close/>
                <a:lnTo>
                  <a:pt x="1275077" y="779645"/>
                </a:lnTo>
                <a:close/>
                <a:lnTo>
                  <a:pt x="1276567" y="735665"/>
                </a:lnTo>
                <a:close/>
                <a:lnTo>
                  <a:pt x="1278057" y="767048"/>
                </a:lnTo>
                <a:close/>
                <a:lnTo>
                  <a:pt x="1279546" y="835434"/>
                </a:lnTo>
                <a:close/>
                <a:lnTo>
                  <a:pt x="1281036" y="825267"/>
                </a:lnTo>
                <a:close/>
                <a:lnTo>
                  <a:pt x="1282525" y="826116"/>
                </a:lnTo>
                <a:close/>
                <a:lnTo>
                  <a:pt x="1285505" y="776536"/>
                </a:lnTo>
                <a:close/>
                <a:lnTo>
                  <a:pt x="1288484" y="927117"/>
                </a:lnTo>
                <a:close/>
                <a:lnTo>
                  <a:pt x="1289973" y="928138"/>
                </a:lnTo>
                <a:close/>
                <a:lnTo>
                  <a:pt x="1292952" y="753671"/>
                </a:lnTo>
                <a:close/>
                <a:lnTo>
                  <a:pt x="1294442" y="774202"/>
                </a:lnTo>
                <a:close/>
                <a:lnTo>
                  <a:pt x="1300400" y="676939"/>
                </a:lnTo>
                <a:close/>
                <a:lnTo>
                  <a:pt x="1303379" y="591786"/>
                </a:lnTo>
                <a:close/>
                <a:lnTo>
                  <a:pt x="1306359" y="661132"/>
                </a:lnTo>
                <a:close/>
                <a:lnTo>
                  <a:pt x="1307848" y="595228"/>
                </a:lnTo>
                <a:close/>
                <a:lnTo>
                  <a:pt x="1309338" y="621195"/>
                </a:lnTo>
                <a:close/>
                <a:lnTo>
                  <a:pt x="1312317" y="555998"/>
                </a:lnTo>
                <a:close/>
                <a:lnTo>
                  <a:pt x="1313806" y="561643"/>
                </a:lnTo>
                <a:close/>
                <a:lnTo>
                  <a:pt x="1318275" y="493933"/>
                </a:lnTo>
                <a:close/>
                <a:lnTo>
                  <a:pt x="1319765" y="612134"/>
                </a:lnTo>
                <a:close/>
                <a:lnTo>
                  <a:pt x="1321254" y="561815"/>
                </a:lnTo>
                <a:close/>
                <a:lnTo>
                  <a:pt x="1322744" y="569516"/>
                </a:lnTo>
                <a:close/>
                <a:lnTo>
                  <a:pt x="1325723" y="406893"/>
                </a:lnTo>
                <a:close/>
                <a:lnTo>
                  <a:pt x="1331681" y="543991"/>
                </a:lnTo>
                <a:close/>
                <a:lnTo>
                  <a:pt x="1333171" y="541522"/>
                </a:lnTo>
                <a:close/>
                <a:lnTo>
                  <a:pt x="1334661" y="484155"/>
                </a:lnTo>
                <a:close/>
                <a:lnTo>
                  <a:pt x="1336150" y="487636"/>
                </a:lnTo>
                <a:close/>
                <a:lnTo>
                  <a:pt x="1340619" y="404718"/>
                </a:lnTo>
                <a:close/>
                <a:lnTo>
                  <a:pt x="1348067" y="590985"/>
                </a:lnTo>
                <a:close/>
                <a:lnTo>
                  <a:pt x="1349556" y="605518"/>
                </a:lnTo>
                <a:close/>
                <a:lnTo>
                  <a:pt x="1351046" y="636999"/>
                </a:lnTo>
                <a:close/>
                <a:lnTo>
                  <a:pt x="1355515" y="451483"/>
                </a:lnTo>
                <a:close/>
                <a:lnTo>
                  <a:pt x="1358494" y="536471"/>
                </a:lnTo>
                <a:close/>
                <a:lnTo>
                  <a:pt x="1359983" y="552162"/>
                </a:lnTo>
                <a:close/>
                <a:lnTo>
                  <a:pt x="1361473" y="546765"/>
                </a:lnTo>
                <a:close/>
                <a:lnTo>
                  <a:pt x="1362962" y="599670"/>
                </a:lnTo>
                <a:close/>
                <a:lnTo>
                  <a:pt x="1364452" y="593398"/>
                </a:lnTo>
                <a:close/>
                <a:lnTo>
                  <a:pt x="1365942" y="602033"/>
                </a:lnTo>
                <a:close/>
                <a:lnTo>
                  <a:pt x="1367431" y="648003"/>
                </a:lnTo>
                <a:close/>
                <a:lnTo>
                  <a:pt x="1380837" y="324005"/>
                </a:lnTo>
                <a:close/>
                <a:lnTo>
                  <a:pt x="1382327" y="247481"/>
                </a:lnTo>
                <a:close/>
                <a:lnTo>
                  <a:pt x="1383817" y="297197"/>
                </a:lnTo>
                <a:close/>
                <a:lnTo>
                  <a:pt x="1386796" y="239832"/>
                </a:lnTo>
                <a:close/>
                <a:lnTo>
                  <a:pt x="1389775" y="170835"/>
                </a:lnTo>
                <a:close/>
                <a:lnTo>
                  <a:pt x="1391264" y="187260"/>
                </a:lnTo>
                <a:close/>
                <a:lnTo>
                  <a:pt x="1392754" y="187260"/>
                </a:lnTo>
                <a:close/>
                <a:lnTo>
                  <a:pt x="1394244" y="142004"/>
                </a:lnTo>
                <a:close/>
                <a:lnTo>
                  <a:pt x="1397223" y="281543"/>
                </a:lnTo>
                <a:close/>
                <a:lnTo>
                  <a:pt x="1400202" y="284878"/>
                </a:lnTo>
                <a:close/>
                <a:lnTo>
                  <a:pt x="1401691" y="250962"/>
                </a:lnTo>
                <a:close/>
                <a:lnTo>
                  <a:pt x="1403181" y="251439"/>
                </a:lnTo>
                <a:close/>
                <a:lnTo>
                  <a:pt x="1406160" y="159698"/>
                </a:lnTo>
                <a:close/>
                <a:lnTo>
                  <a:pt x="1407650" y="194957"/>
                </a:lnTo>
                <a:close/>
                <a:lnTo>
                  <a:pt x="1410629" y="143946"/>
                </a:lnTo>
                <a:close/>
                <a:lnTo>
                  <a:pt x="1412118" y="95282"/>
                </a:lnTo>
                <a:close/>
                <a:lnTo>
                  <a:pt x="1413608" y="103902"/>
                </a:lnTo>
                <a:close/>
                <a:lnTo>
                  <a:pt x="1415098" y="153703"/>
                </a:lnTo>
                <a:close/>
                <a:lnTo>
                  <a:pt x="1416587" y="105630"/>
                </a:lnTo>
                <a:close/>
                <a:lnTo>
                  <a:pt x="1419566" y="163767"/>
                </a:lnTo>
                <a:close/>
                <a:lnTo>
                  <a:pt x="1421056" y="163767"/>
                </a:lnTo>
                <a:close/>
                <a:lnTo>
                  <a:pt x="1424035" y="230003"/>
                </a:lnTo>
                <a:close/>
                <a:lnTo>
                  <a:pt x="1425525" y="232409"/>
                </a:lnTo>
                <a:close/>
                <a:lnTo>
                  <a:pt x="1427014" y="136224"/>
                </a:lnTo>
                <a:close/>
                <a:lnTo>
                  <a:pt x="1429993" y="278372"/>
                </a:lnTo>
                <a:close/>
                <a:lnTo>
                  <a:pt x="1432973" y="329726"/>
                </a:lnTo>
                <a:close/>
                <a:lnTo>
                  <a:pt x="1434462" y="306340"/>
                </a:lnTo>
                <a:close/>
                <a:lnTo>
                  <a:pt x="1437441" y="378205"/>
                </a:lnTo>
                <a:close/>
                <a:lnTo>
                  <a:pt x="1438931" y="386195"/>
                </a:lnTo>
                <a:close/>
                <a:lnTo>
                  <a:pt x="1441910" y="354773"/>
                </a:lnTo>
                <a:close/>
                <a:lnTo>
                  <a:pt x="1443400" y="240884"/>
                </a:lnTo>
                <a:close/>
                <a:lnTo>
                  <a:pt x="1446379" y="315168"/>
                </a:lnTo>
                <a:close/>
                <a:lnTo>
                  <a:pt x="1447868" y="292361"/>
                </a:lnTo>
                <a:close/>
                <a:lnTo>
                  <a:pt x="1453827" y="358775"/>
                </a:lnTo>
                <a:close/>
                <a:lnTo>
                  <a:pt x="1455316" y="347065"/>
                </a:lnTo>
                <a:close/>
                <a:lnTo>
                  <a:pt x="1458295" y="410643"/>
                </a:lnTo>
                <a:close/>
                <a:lnTo>
                  <a:pt x="1459785" y="390842"/>
                </a:lnTo>
                <a:close/>
                <a:lnTo>
                  <a:pt x="1461275" y="396294"/>
                </a:lnTo>
                <a:close/>
                <a:lnTo>
                  <a:pt x="1462764" y="418667"/>
                </a:lnTo>
                <a:close/>
                <a:lnTo>
                  <a:pt x="1464254" y="371928"/>
                </a:lnTo>
                <a:close/>
                <a:lnTo>
                  <a:pt x="1465743" y="370200"/>
                </a:lnTo>
                <a:close/>
                <a:lnTo>
                  <a:pt x="1467233" y="388808"/>
                </a:lnTo>
                <a:close/>
                <a:lnTo>
                  <a:pt x="1471702" y="561893"/>
                </a:lnTo>
                <a:close/>
                <a:lnTo>
                  <a:pt x="1473191" y="513803"/>
                </a:lnTo>
                <a:close/>
                <a:lnTo>
                  <a:pt x="1474681" y="521841"/>
                </a:lnTo>
                <a:close/>
                <a:lnTo>
                  <a:pt x="1479149" y="405005"/>
                </a:lnTo>
                <a:close/>
                <a:lnTo>
                  <a:pt x="1482129" y="559331"/>
                </a:lnTo>
                <a:close/>
                <a:lnTo>
                  <a:pt x="1483618" y="565223"/>
                </a:lnTo>
                <a:close/>
                <a:lnTo>
                  <a:pt x="1485108" y="606772"/>
                </a:lnTo>
                <a:close/>
                <a:lnTo>
                  <a:pt x="1486597" y="596372"/>
                </a:lnTo>
                <a:close/>
                <a:lnTo>
                  <a:pt x="1488087" y="638680"/>
                </a:lnTo>
                <a:close/>
                <a:lnTo>
                  <a:pt x="1491066" y="498038"/>
                </a:lnTo>
                <a:close/>
                <a:lnTo>
                  <a:pt x="1494045" y="472439"/>
                </a:lnTo>
                <a:close/>
                <a:lnTo>
                  <a:pt x="1495535" y="459110"/>
                </a:lnTo>
                <a:close/>
                <a:lnTo>
                  <a:pt x="1497024" y="496412"/>
                </a:lnTo>
                <a:close/>
                <a:lnTo>
                  <a:pt x="1498514" y="437808"/>
                </a:lnTo>
                <a:close/>
                <a:lnTo>
                  <a:pt x="1500003" y="443654"/>
                </a:lnTo>
                <a:close/>
                <a:lnTo>
                  <a:pt x="1504472" y="494733"/>
                </a:lnTo>
                <a:close/>
                <a:lnTo>
                  <a:pt x="1505962" y="368802"/>
                </a:lnTo>
                <a:close/>
                <a:lnTo>
                  <a:pt x="1507451" y="372157"/>
                </a:lnTo>
                <a:close/>
                <a:lnTo>
                  <a:pt x="1508941" y="368108"/>
                </a:lnTo>
                <a:close/>
                <a:lnTo>
                  <a:pt x="1511920" y="319724"/>
                </a:lnTo>
                <a:close/>
                <a:lnTo>
                  <a:pt x="1514899" y="419789"/>
                </a:lnTo>
                <a:close/>
                <a:lnTo>
                  <a:pt x="1516389" y="409269"/>
                </a:lnTo>
                <a:close/>
                <a:lnTo>
                  <a:pt x="1519368" y="423458"/>
                </a:lnTo>
                <a:close/>
                <a:lnTo>
                  <a:pt x="1522347" y="424540"/>
                </a:lnTo>
                <a:close/>
                <a:lnTo>
                  <a:pt x="1523837" y="497677"/>
                </a:lnTo>
                <a:close/>
                <a:lnTo>
                  <a:pt x="1525326" y="457046"/>
                </a:lnTo>
                <a:close/>
                <a:lnTo>
                  <a:pt x="1526816" y="465189"/>
                </a:lnTo>
                <a:close/>
                <a:lnTo>
                  <a:pt x="1531285" y="343014"/>
                </a:lnTo>
                <a:close/>
                <a:lnTo>
                  <a:pt x="1534264" y="508937"/>
                </a:lnTo>
                <a:close/>
                <a:lnTo>
                  <a:pt x="1540222" y="598418"/>
                </a:lnTo>
                <a:close/>
                <a:lnTo>
                  <a:pt x="1544691" y="494595"/>
                </a:lnTo>
                <a:close/>
                <a:lnTo>
                  <a:pt x="1549160" y="569142"/>
                </a:lnTo>
                <a:close/>
                <a:lnTo>
                  <a:pt x="1550649" y="551101"/>
                </a:lnTo>
                <a:close/>
                <a:lnTo>
                  <a:pt x="1552139" y="582189"/>
                </a:lnTo>
                <a:close/>
                <a:lnTo>
                  <a:pt x="1553628" y="546172"/>
                </a:lnTo>
                <a:close/>
                <a:lnTo>
                  <a:pt x="1555118" y="551419"/>
                </a:lnTo>
                <a:close/>
                <a:lnTo>
                  <a:pt x="1556607" y="524061"/>
                </a:lnTo>
                <a:close/>
                <a:lnTo>
                  <a:pt x="1558097" y="535562"/>
                </a:lnTo>
                <a:close/>
                <a:lnTo>
                  <a:pt x="1561076" y="624413"/>
                </a:lnTo>
                <a:close/>
                <a:lnTo>
                  <a:pt x="1562566" y="536946"/>
                </a:lnTo>
                <a:close/>
                <a:lnTo>
                  <a:pt x="1564055" y="573357"/>
                </a:lnTo>
                <a:close/>
                <a:lnTo>
                  <a:pt x="1565545" y="514891"/>
                </a:lnTo>
                <a:close/>
                <a:lnTo>
                  <a:pt x="1568524" y="567897"/>
                </a:lnTo>
                <a:close/>
                <a:lnTo>
                  <a:pt x="1571503" y="503917"/>
                </a:lnTo>
                <a:close/>
                <a:lnTo>
                  <a:pt x="1574482" y="581700"/>
                </a:lnTo>
                <a:close/>
                <a:lnTo>
                  <a:pt x="1577461" y="522132"/>
                </a:lnTo>
                <a:close/>
                <a:lnTo>
                  <a:pt x="1580441" y="513472"/>
                </a:lnTo>
                <a:close/>
                <a:lnTo>
                  <a:pt x="1581930" y="522817"/>
                </a:lnTo>
                <a:close/>
                <a:lnTo>
                  <a:pt x="1583420" y="504359"/>
                </a:lnTo>
                <a:close/>
                <a:lnTo>
                  <a:pt x="1586399" y="608039"/>
                </a:lnTo>
                <a:close/>
                <a:lnTo>
                  <a:pt x="1587888" y="612194"/>
                </a:lnTo>
                <a:close/>
                <a:lnTo>
                  <a:pt x="1592357" y="494195"/>
                </a:lnTo>
                <a:close/>
                <a:lnTo>
                  <a:pt x="1593847" y="503143"/>
                </a:lnTo>
                <a:close/>
                <a:lnTo>
                  <a:pt x="1596826" y="355800"/>
                </a:lnTo>
                <a:close/>
                <a:lnTo>
                  <a:pt x="1598316" y="335932"/>
                </a:lnTo>
                <a:close/>
                <a:lnTo>
                  <a:pt x="1599805" y="369195"/>
                </a:lnTo>
                <a:close/>
                <a:lnTo>
                  <a:pt x="1601295" y="259652"/>
                </a:lnTo>
                <a:close/>
                <a:lnTo>
                  <a:pt x="1602784" y="291093"/>
                </a:lnTo>
                <a:close/>
                <a:lnTo>
                  <a:pt x="1604274" y="284951"/>
                </a:lnTo>
                <a:close/>
                <a:lnTo>
                  <a:pt x="1607253" y="244514"/>
                </a:lnTo>
                <a:close/>
                <a:lnTo>
                  <a:pt x="1610232" y="182818"/>
                </a:lnTo>
                <a:close/>
                <a:lnTo>
                  <a:pt x="1613211" y="266097"/>
                </a:lnTo>
                <a:close/>
                <a:lnTo>
                  <a:pt x="1614701" y="241660"/>
                </a:lnTo>
                <a:close/>
                <a:lnTo>
                  <a:pt x="1617680" y="326692"/>
                </a:lnTo>
                <a:close/>
                <a:lnTo>
                  <a:pt x="1620659" y="297162"/>
                </a:lnTo>
                <a:close/>
                <a:lnTo>
                  <a:pt x="1622149" y="279101"/>
                </a:lnTo>
                <a:close/>
                <a:lnTo>
                  <a:pt x="1625128" y="325713"/>
                </a:lnTo>
                <a:close/>
                <a:lnTo>
                  <a:pt x="1626617" y="365529"/>
                </a:lnTo>
                <a:close/>
                <a:lnTo>
                  <a:pt x="1628107" y="320043"/>
                </a:lnTo>
                <a:close/>
                <a:lnTo>
                  <a:pt x="1629597" y="376074"/>
                </a:lnTo>
                <a:close/>
                <a:lnTo>
                  <a:pt x="1631086" y="308139"/>
                </a:lnTo>
                <a:close/>
                <a:lnTo>
                  <a:pt x="1632576" y="347555"/>
                </a:lnTo>
                <a:close/>
                <a:lnTo>
                  <a:pt x="1634065" y="335427"/>
                </a:lnTo>
                <a:close/>
                <a:lnTo>
                  <a:pt x="1637044" y="399338"/>
                </a:lnTo>
                <a:close/>
                <a:lnTo>
                  <a:pt x="1638534" y="314614"/>
                </a:lnTo>
                <a:close/>
                <a:lnTo>
                  <a:pt x="1640024" y="352776"/>
                </a:lnTo>
                <a:close/>
                <a:lnTo>
                  <a:pt x="1641513" y="291887"/>
                </a:lnTo>
                <a:close/>
                <a:lnTo>
                  <a:pt x="1644492" y="365949"/>
                </a:lnTo>
                <a:close/>
                <a:lnTo>
                  <a:pt x="1645982" y="218760"/>
                </a:lnTo>
                <a:close/>
                <a:lnTo>
                  <a:pt x="1647472" y="231804"/>
                </a:lnTo>
                <a:close/>
                <a:lnTo>
                  <a:pt x="1648961" y="275529"/>
                </a:lnTo>
                <a:close/>
                <a:lnTo>
                  <a:pt x="1651940" y="147991"/>
                </a:lnTo>
                <a:close/>
                <a:lnTo>
                  <a:pt x="1653430" y="161861"/>
                </a:lnTo>
                <a:close/>
                <a:lnTo>
                  <a:pt x="1654919" y="196096"/>
                </a:lnTo>
                <a:close/>
                <a:lnTo>
                  <a:pt x="1656409" y="162136"/>
                </a:lnTo>
                <a:close/>
                <a:lnTo>
                  <a:pt x="1657899" y="163039"/>
                </a:lnTo>
                <a:close/>
                <a:lnTo>
                  <a:pt x="1659388" y="149304"/>
                </a:lnTo>
                <a:close/>
                <a:lnTo>
                  <a:pt x="1660878" y="178581"/>
                </a:lnTo>
                <a:close/>
                <a:lnTo>
                  <a:pt x="1662367" y="143007"/>
                </a:lnTo>
                <a:close/>
                <a:lnTo>
                  <a:pt x="1663857" y="165544"/>
                </a:lnTo>
                <a:close/>
                <a:lnTo>
                  <a:pt x="1665346" y="146944"/>
                </a:lnTo>
                <a:close/>
                <a:lnTo>
                  <a:pt x="1666836" y="110042"/>
                </a:lnTo>
                <a:close/>
                <a:lnTo>
                  <a:pt x="1671305" y="192897"/>
                </a:lnTo>
                <a:close/>
                <a:lnTo>
                  <a:pt x="1672794" y="172410"/>
                </a:lnTo>
                <a:close/>
                <a:lnTo>
                  <a:pt x="1675773" y="186574"/>
                </a:lnTo>
                <a:close/>
                <a:lnTo>
                  <a:pt x="1677263" y="121812"/>
                </a:lnTo>
                <a:close/>
                <a:lnTo>
                  <a:pt x="1680242" y="196287"/>
                </a:lnTo>
                <a:close/>
                <a:lnTo>
                  <a:pt x="1681732" y="196571"/>
                </a:lnTo>
                <a:close/>
                <a:lnTo>
                  <a:pt x="1683221" y="216338"/>
                </a:lnTo>
                <a:close/>
                <a:lnTo>
                  <a:pt x="1684711" y="183518"/>
                </a:lnTo>
                <a:close/>
                <a:lnTo>
                  <a:pt x="1686201" y="247108"/>
                </a:lnTo>
                <a:close/>
                <a:lnTo>
                  <a:pt x="1687690" y="231615"/>
                </a:lnTo>
                <a:close/>
                <a:lnTo>
                  <a:pt x="1690669" y="149276"/>
                </a:lnTo>
                <a:close/>
                <a:lnTo>
                  <a:pt x="1692159" y="156077"/>
                </a:lnTo>
                <a:close/>
                <a:lnTo>
                  <a:pt x="1693648" y="245317"/>
                </a:lnTo>
                <a:close/>
                <a:lnTo>
                  <a:pt x="1695138" y="135466"/>
                </a:lnTo>
                <a:close/>
                <a:lnTo>
                  <a:pt x="1696628" y="217727"/>
                </a:lnTo>
                <a:close/>
                <a:lnTo>
                  <a:pt x="1699607" y="187840"/>
                </a:lnTo>
                <a:close/>
                <a:lnTo>
                  <a:pt x="1702586" y="303187"/>
                </a:lnTo>
                <a:close/>
                <a:lnTo>
                  <a:pt x="1704075" y="359255"/>
                </a:lnTo>
                <a:close/>
                <a:lnTo>
                  <a:pt x="1705565" y="357356"/>
                </a:lnTo>
                <a:close/>
                <a:lnTo>
                  <a:pt x="1707055" y="312329"/>
                </a:lnTo>
                <a:close/>
                <a:lnTo>
                  <a:pt x="1710034" y="338437"/>
                </a:lnTo>
                <a:close/>
                <a:lnTo>
                  <a:pt x="1711523" y="314621"/>
                </a:lnTo>
                <a:close/>
                <a:lnTo>
                  <a:pt x="1713013" y="314482"/>
                </a:lnTo>
                <a:close/>
                <a:lnTo>
                  <a:pt x="1714502" y="379278"/>
                </a:lnTo>
                <a:close/>
                <a:lnTo>
                  <a:pt x="1720461" y="326435"/>
                </a:lnTo>
                <a:close/>
                <a:lnTo>
                  <a:pt x="1723440" y="431002"/>
                </a:lnTo>
                <a:close/>
                <a:lnTo>
                  <a:pt x="1724929" y="410666"/>
                </a:lnTo>
                <a:close/>
                <a:lnTo>
                  <a:pt x="1726419" y="425375"/>
                </a:lnTo>
                <a:close/>
                <a:lnTo>
                  <a:pt x="1727909" y="395073"/>
                </a:lnTo>
                <a:close/>
                <a:lnTo>
                  <a:pt x="1729398" y="410493"/>
                </a:lnTo>
                <a:close/>
                <a:lnTo>
                  <a:pt x="1730888" y="295604"/>
                </a:lnTo>
                <a:close/>
                <a:lnTo>
                  <a:pt x="1732377" y="316167"/>
                </a:lnTo>
                <a:close/>
                <a:lnTo>
                  <a:pt x="1733867" y="270150"/>
                </a:lnTo>
                <a:close/>
                <a:lnTo>
                  <a:pt x="1735357" y="328888"/>
                </a:lnTo>
                <a:close/>
                <a:lnTo>
                  <a:pt x="1738336" y="264118"/>
                </a:lnTo>
                <a:close/>
                <a:lnTo>
                  <a:pt x="1741315" y="290553"/>
                </a:lnTo>
                <a:close/>
                <a:lnTo>
                  <a:pt x="1745784" y="498422"/>
                </a:lnTo>
                <a:close/>
                <a:lnTo>
                  <a:pt x="1748763" y="434616"/>
                </a:lnTo>
                <a:close/>
                <a:lnTo>
                  <a:pt x="1753231" y="542917"/>
                </a:lnTo>
                <a:close/>
                <a:lnTo>
                  <a:pt x="1754721" y="438326"/>
                </a:lnTo>
                <a:close/>
                <a:lnTo>
                  <a:pt x="1756211" y="448358"/>
                </a:lnTo>
                <a:close/>
                <a:lnTo>
                  <a:pt x="1757700" y="364506"/>
                </a:lnTo>
                <a:close/>
                <a:lnTo>
                  <a:pt x="1760679" y="447041"/>
                </a:lnTo>
                <a:close/>
                <a:lnTo>
                  <a:pt x="1763658" y="354644"/>
                </a:lnTo>
                <a:close/>
                <a:lnTo>
                  <a:pt x="1765148" y="371884"/>
                </a:lnTo>
                <a:close/>
                <a:lnTo>
                  <a:pt x="1766638" y="347920"/>
                </a:lnTo>
                <a:close/>
                <a:lnTo>
                  <a:pt x="1769617" y="439034"/>
                </a:lnTo>
                <a:close/>
                <a:lnTo>
                  <a:pt x="1771106" y="362272"/>
                </a:lnTo>
                <a:close/>
                <a:lnTo>
                  <a:pt x="1772596" y="358755"/>
                </a:lnTo>
                <a:close/>
                <a:lnTo>
                  <a:pt x="1774085" y="344913"/>
                </a:lnTo>
                <a:close/>
                <a:lnTo>
                  <a:pt x="1778554" y="209433"/>
                </a:lnTo>
                <a:close/>
                <a:lnTo>
                  <a:pt x="1781533" y="260076"/>
                </a:lnTo>
                <a:close/>
                <a:lnTo>
                  <a:pt x="1786002" y="199637"/>
                </a:lnTo>
                <a:close/>
                <a:lnTo>
                  <a:pt x="1786002" y="199637"/>
                </a:lnTo>
                <a:close/>
              </a:path>
            </a:pathLst>
          </a:custGeom>
          <a:noFill/>
          <a:ln w="7620">
            <a:solidFill>
              <a:srgbClr val="57A773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3173478" y="5650992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3173478" y="6675120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5825691" y="1042416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5914991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5886710" y="2134094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24" name="Freeform 223"/>
          <p:cNvSpPr/>
          <p:nvPr/>
        </p:nvSpPr>
        <p:spPr>
          <a:xfrm>
            <a:off x="6212906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6128062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226" name="Freeform 225"/>
          <p:cNvSpPr/>
          <p:nvPr/>
        </p:nvSpPr>
        <p:spPr>
          <a:xfrm>
            <a:off x="6510821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6425978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228" name="Freeform 227"/>
          <p:cNvSpPr/>
          <p:nvPr/>
        </p:nvSpPr>
        <p:spPr>
          <a:xfrm>
            <a:off x="6808737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6723893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230" name="Freeform 229"/>
          <p:cNvSpPr/>
          <p:nvPr/>
        </p:nvSpPr>
        <p:spPr>
          <a:xfrm>
            <a:off x="7106652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7021808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232" name="Freeform 231"/>
          <p:cNvSpPr/>
          <p:nvPr/>
        </p:nvSpPr>
        <p:spPr>
          <a:xfrm>
            <a:off x="7404567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7291442" y="2134094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234" name="Freeform 233"/>
          <p:cNvSpPr/>
          <p:nvPr/>
        </p:nvSpPr>
        <p:spPr>
          <a:xfrm>
            <a:off x="7702482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7589357" y="2134094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236" name="Freeform 235"/>
          <p:cNvSpPr/>
          <p:nvPr/>
        </p:nvSpPr>
        <p:spPr>
          <a:xfrm>
            <a:off x="5781241" y="197836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5595412" y="192323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1.4</a:t>
            </a:r>
          </a:p>
        </p:txBody>
      </p:sp>
      <p:sp>
        <p:nvSpPr>
          <p:cNvPr id="238" name="Freeform 237"/>
          <p:cNvSpPr/>
          <p:nvPr/>
        </p:nvSpPr>
        <p:spPr>
          <a:xfrm>
            <a:off x="5781241" y="164185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5595412" y="1586727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sp>
        <p:nvSpPr>
          <p:cNvPr id="240" name="Freeform 239"/>
          <p:cNvSpPr/>
          <p:nvPr/>
        </p:nvSpPr>
        <p:spPr>
          <a:xfrm>
            <a:off x="5781241" y="130534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5595412" y="125021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1.6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825691" y="87731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1e11</a:t>
            </a:r>
          </a:p>
        </p:txBody>
      </p:sp>
      <p:sp>
        <p:nvSpPr>
          <p:cNvPr id="243" name="Freeform 242"/>
          <p:cNvSpPr/>
          <p:nvPr/>
        </p:nvSpPr>
        <p:spPr>
          <a:xfrm>
            <a:off x="5914991" y="1088967"/>
            <a:ext cx="1786002" cy="931026"/>
          </a:xfrm>
          <a:custGeom>
            <a:avLst/>
            <a:gdLst/>
            <a:ahLst/>
            <a:cxnLst/>
            <a:rect l="l" t="t" r="r" b="b"/>
            <a:pathLst>
              <a:path w="1786002" h="931026">
                <a:moveTo>
                  <a:pt x="0" y="189843"/>
                </a:moveTo>
                <a:lnTo>
                  <a:pt x="4469" y="561226"/>
                </a:lnTo>
                <a:close/>
                <a:lnTo>
                  <a:pt x="7448" y="143341"/>
                </a:lnTo>
                <a:close/>
                <a:lnTo>
                  <a:pt x="8937" y="309626"/>
                </a:lnTo>
                <a:close/>
                <a:lnTo>
                  <a:pt x="10427" y="271134"/>
                </a:lnTo>
                <a:close/>
                <a:lnTo>
                  <a:pt x="11917" y="524785"/>
                </a:lnTo>
                <a:close/>
                <a:lnTo>
                  <a:pt x="13406" y="530165"/>
                </a:lnTo>
                <a:close/>
                <a:lnTo>
                  <a:pt x="16385" y="651054"/>
                </a:lnTo>
                <a:close/>
                <a:lnTo>
                  <a:pt x="19364" y="311125"/>
                </a:lnTo>
                <a:close/>
                <a:lnTo>
                  <a:pt x="20854" y="434235"/>
                </a:lnTo>
                <a:close/>
                <a:lnTo>
                  <a:pt x="23833" y="289120"/>
                </a:lnTo>
                <a:close/>
                <a:lnTo>
                  <a:pt x="26812" y="752367"/>
                </a:lnTo>
                <a:close/>
                <a:lnTo>
                  <a:pt x="28302" y="435430"/>
                </a:lnTo>
                <a:close/>
                <a:lnTo>
                  <a:pt x="29792" y="449217"/>
                </a:lnTo>
                <a:close/>
                <a:lnTo>
                  <a:pt x="32771" y="555994"/>
                </a:lnTo>
                <a:close/>
                <a:lnTo>
                  <a:pt x="34260" y="658031"/>
                </a:lnTo>
                <a:close/>
                <a:lnTo>
                  <a:pt x="38729" y="349315"/>
                </a:lnTo>
                <a:close/>
                <a:lnTo>
                  <a:pt x="40219" y="230390"/>
                </a:lnTo>
                <a:close/>
                <a:lnTo>
                  <a:pt x="43198" y="394779"/>
                </a:lnTo>
                <a:close/>
                <a:lnTo>
                  <a:pt x="44687" y="177596"/>
                </a:lnTo>
                <a:close/>
                <a:lnTo>
                  <a:pt x="47666" y="419153"/>
                </a:lnTo>
                <a:close/>
                <a:lnTo>
                  <a:pt x="50646" y="507899"/>
                </a:lnTo>
                <a:close/>
                <a:lnTo>
                  <a:pt x="52135" y="442411"/>
                </a:lnTo>
                <a:close/>
                <a:lnTo>
                  <a:pt x="55114" y="870169"/>
                </a:lnTo>
                <a:close/>
                <a:lnTo>
                  <a:pt x="56604" y="799212"/>
                </a:lnTo>
                <a:close/>
                <a:lnTo>
                  <a:pt x="58093" y="927797"/>
                </a:lnTo>
                <a:close/>
                <a:lnTo>
                  <a:pt x="59583" y="813121"/>
                </a:lnTo>
                <a:close/>
                <a:lnTo>
                  <a:pt x="61073" y="808362"/>
                </a:lnTo>
                <a:close/>
                <a:lnTo>
                  <a:pt x="62562" y="906810"/>
                </a:lnTo>
                <a:close/>
                <a:lnTo>
                  <a:pt x="64052" y="876171"/>
                </a:lnTo>
                <a:close/>
                <a:lnTo>
                  <a:pt x="65541" y="905021"/>
                </a:lnTo>
                <a:close/>
                <a:lnTo>
                  <a:pt x="67031" y="816701"/>
                </a:lnTo>
                <a:close/>
                <a:lnTo>
                  <a:pt x="68520" y="509459"/>
                </a:lnTo>
                <a:close/>
                <a:lnTo>
                  <a:pt x="70010" y="841106"/>
                </a:lnTo>
                <a:close/>
                <a:lnTo>
                  <a:pt x="71500" y="658982"/>
                </a:lnTo>
                <a:close/>
                <a:lnTo>
                  <a:pt x="74479" y="148919"/>
                </a:lnTo>
                <a:close/>
                <a:lnTo>
                  <a:pt x="75968" y="22493"/>
                </a:lnTo>
                <a:close/>
                <a:lnTo>
                  <a:pt x="78948" y="268165"/>
                </a:lnTo>
                <a:close/>
                <a:lnTo>
                  <a:pt x="80437" y="186621"/>
                </a:lnTo>
                <a:close/>
                <a:lnTo>
                  <a:pt x="83416" y="692582"/>
                </a:lnTo>
                <a:close/>
                <a:lnTo>
                  <a:pt x="84906" y="876489"/>
                </a:lnTo>
                <a:close/>
                <a:lnTo>
                  <a:pt x="87885" y="319446"/>
                </a:lnTo>
                <a:close/>
                <a:lnTo>
                  <a:pt x="89375" y="560431"/>
                </a:lnTo>
                <a:close/>
                <a:lnTo>
                  <a:pt x="92354" y="206381"/>
                </a:lnTo>
                <a:close/>
                <a:lnTo>
                  <a:pt x="98312" y="717451"/>
                </a:lnTo>
                <a:close/>
                <a:lnTo>
                  <a:pt x="101291" y="289232"/>
                </a:lnTo>
                <a:close/>
                <a:lnTo>
                  <a:pt x="102781" y="334912"/>
                </a:lnTo>
                <a:close/>
                <a:lnTo>
                  <a:pt x="104270" y="543888"/>
                </a:lnTo>
                <a:close/>
                <a:lnTo>
                  <a:pt x="107249" y="150156"/>
                </a:lnTo>
                <a:close/>
                <a:lnTo>
                  <a:pt x="108739" y="435056"/>
                </a:lnTo>
                <a:close/>
                <a:lnTo>
                  <a:pt x="110229" y="356713"/>
                </a:lnTo>
                <a:close/>
                <a:lnTo>
                  <a:pt x="113208" y="765257"/>
                </a:lnTo>
                <a:close/>
                <a:lnTo>
                  <a:pt x="116187" y="568791"/>
                </a:lnTo>
                <a:close/>
                <a:lnTo>
                  <a:pt x="117677" y="496686"/>
                </a:lnTo>
                <a:close/>
                <a:lnTo>
                  <a:pt x="120656" y="694168"/>
                </a:lnTo>
                <a:close/>
                <a:lnTo>
                  <a:pt x="122145" y="607571"/>
                </a:lnTo>
                <a:close/>
                <a:lnTo>
                  <a:pt x="126614" y="919812"/>
                </a:lnTo>
                <a:close/>
                <a:lnTo>
                  <a:pt x="129593" y="413060"/>
                </a:lnTo>
                <a:close/>
                <a:lnTo>
                  <a:pt x="132572" y="786671"/>
                </a:lnTo>
                <a:close/>
                <a:lnTo>
                  <a:pt x="137041" y="412128"/>
                </a:lnTo>
                <a:close/>
                <a:lnTo>
                  <a:pt x="138531" y="538513"/>
                </a:lnTo>
                <a:close/>
                <a:lnTo>
                  <a:pt x="141510" y="269318"/>
                </a:lnTo>
                <a:close/>
                <a:lnTo>
                  <a:pt x="142999" y="203688"/>
                </a:lnTo>
                <a:close/>
                <a:lnTo>
                  <a:pt x="144489" y="0"/>
                </a:lnTo>
                <a:close/>
                <a:lnTo>
                  <a:pt x="147468" y="453296"/>
                </a:lnTo>
                <a:close/>
                <a:lnTo>
                  <a:pt x="148958" y="390705"/>
                </a:lnTo>
                <a:close/>
                <a:lnTo>
                  <a:pt x="150447" y="429486"/>
                </a:lnTo>
                <a:close/>
                <a:lnTo>
                  <a:pt x="151937" y="392882"/>
                </a:lnTo>
                <a:close/>
                <a:lnTo>
                  <a:pt x="154916" y="511174"/>
                </a:lnTo>
                <a:close/>
                <a:lnTo>
                  <a:pt x="159385" y="226570"/>
                </a:lnTo>
                <a:close/>
                <a:lnTo>
                  <a:pt x="160874" y="320432"/>
                </a:lnTo>
                <a:close/>
                <a:lnTo>
                  <a:pt x="162364" y="288974"/>
                </a:lnTo>
                <a:close/>
                <a:lnTo>
                  <a:pt x="163853" y="163538"/>
                </a:lnTo>
                <a:close/>
                <a:lnTo>
                  <a:pt x="166833" y="374572"/>
                </a:lnTo>
                <a:close/>
                <a:lnTo>
                  <a:pt x="168322" y="222862"/>
                </a:lnTo>
                <a:close/>
                <a:lnTo>
                  <a:pt x="172791" y="751719"/>
                </a:lnTo>
                <a:close/>
                <a:lnTo>
                  <a:pt x="174280" y="548578"/>
                </a:lnTo>
                <a:close/>
                <a:lnTo>
                  <a:pt x="175770" y="554002"/>
                </a:lnTo>
                <a:close/>
                <a:lnTo>
                  <a:pt x="178749" y="339194"/>
                </a:lnTo>
                <a:close/>
                <a:lnTo>
                  <a:pt x="180239" y="407945"/>
                </a:lnTo>
                <a:close/>
                <a:lnTo>
                  <a:pt x="181728" y="588396"/>
                </a:lnTo>
                <a:close/>
                <a:lnTo>
                  <a:pt x="183218" y="395441"/>
                </a:lnTo>
                <a:close/>
                <a:lnTo>
                  <a:pt x="187687" y="593508"/>
                </a:lnTo>
                <a:close/>
                <a:lnTo>
                  <a:pt x="189176" y="589715"/>
                </a:lnTo>
                <a:close/>
                <a:lnTo>
                  <a:pt x="190666" y="590387"/>
                </a:lnTo>
                <a:close/>
                <a:lnTo>
                  <a:pt x="192155" y="661360"/>
                </a:lnTo>
                <a:close/>
                <a:lnTo>
                  <a:pt x="193645" y="591135"/>
                </a:lnTo>
                <a:close/>
                <a:lnTo>
                  <a:pt x="195134" y="790603"/>
                </a:lnTo>
                <a:close/>
                <a:lnTo>
                  <a:pt x="196624" y="775587"/>
                </a:lnTo>
                <a:close/>
                <a:lnTo>
                  <a:pt x="199603" y="527259"/>
                </a:lnTo>
                <a:close/>
                <a:lnTo>
                  <a:pt x="201093" y="316884"/>
                </a:lnTo>
                <a:close/>
                <a:lnTo>
                  <a:pt x="204072" y="670261"/>
                </a:lnTo>
                <a:close/>
                <a:lnTo>
                  <a:pt x="205561" y="772687"/>
                </a:lnTo>
                <a:close/>
                <a:lnTo>
                  <a:pt x="211520" y="220228"/>
                </a:lnTo>
                <a:close/>
                <a:lnTo>
                  <a:pt x="213009" y="343815"/>
                </a:lnTo>
                <a:close/>
                <a:lnTo>
                  <a:pt x="215989" y="619315"/>
                </a:lnTo>
                <a:close/>
                <a:lnTo>
                  <a:pt x="217478" y="511515"/>
                </a:lnTo>
                <a:close/>
                <a:lnTo>
                  <a:pt x="218968" y="655451"/>
                </a:lnTo>
                <a:close/>
                <a:lnTo>
                  <a:pt x="220457" y="268129"/>
                </a:lnTo>
                <a:close/>
                <a:lnTo>
                  <a:pt x="221947" y="455847"/>
                </a:lnTo>
                <a:close/>
                <a:lnTo>
                  <a:pt x="224926" y="67350"/>
                </a:lnTo>
                <a:close/>
                <a:lnTo>
                  <a:pt x="227905" y="294245"/>
                </a:lnTo>
                <a:close/>
                <a:lnTo>
                  <a:pt x="233863" y="519045"/>
                </a:lnTo>
                <a:close/>
                <a:lnTo>
                  <a:pt x="235353" y="404968"/>
                </a:lnTo>
                <a:close/>
                <a:lnTo>
                  <a:pt x="238332" y="751904"/>
                </a:lnTo>
                <a:close/>
                <a:lnTo>
                  <a:pt x="241311" y="456709"/>
                </a:lnTo>
                <a:close/>
                <a:lnTo>
                  <a:pt x="244290" y="647747"/>
                </a:lnTo>
                <a:close/>
                <a:lnTo>
                  <a:pt x="245780" y="492001"/>
                </a:lnTo>
                <a:close/>
                <a:lnTo>
                  <a:pt x="247270" y="589818"/>
                </a:lnTo>
                <a:close/>
                <a:lnTo>
                  <a:pt x="248759" y="507470"/>
                </a:lnTo>
                <a:close/>
                <a:lnTo>
                  <a:pt x="250249" y="524386"/>
                </a:lnTo>
                <a:close/>
                <a:lnTo>
                  <a:pt x="251738" y="505068"/>
                </a:lnTo>
                <a:close/>
                <a:lnTo>
                  <a:pt x="253228" y="752056"/>
                </a:lnTo>
                <a:close/>
                <a:lnTo>
                  <a:pt x="254718" y="611264"/>
                </a:lnTo>
                <a:close/>
                <a:lnTo>
                  <a:pt x="256207" y="628425"/>
                </a:lnTo>
                <a:close/>
                <a:lnTo>
                  <a:pt x="257697" y="672994"/>
                </a:lnTo>
                <a:close/>
                <a:lnTo>
                  <a:pt x="259186" y="668844"/>
                </a:lnTo>
                <a:close/>
                <a:lnTo>
                  <a:pt x="260676" y="603488"/>
                </a:lnTo>
                <a:close/>
                <a:lnTo>
                  <a:pt x="262165" y="628336"/>
                </a:lnTo>
                <a:close/>
                <a:lnTo>
                  <a:pt x="263655" y="595250"/>
                </a:lnTo>
                <a:close/>
                <a:lnTo>
                  <a:pt x="265145" y="636950"/>
                </a:lnTo>
                <a:close/>
                <a:lnTo>
                  <a:pt x="268124" y="491578"/>
                </a:lnTo>
                <a:close/>
                <a:lnTo>
                  <a:pt x="269613" y="348686"/>
                </a:lnTo>
                <a:close/>
                <a:lnTo>
                  <a:pt x="271103" y="456115"/>
                </a:lnTo>
                <a:close/>
                <a:lnTo>
                  <a:pt x="272592" y="392173"/>
                </a:lnTo>
                <a:close/>
                <a:lnTo>
                  <a:pt x="275572" y="676967"/>
                </a:lnTo>
                <a:close/>
                <a:lnTo>
                  <a:pt x="277061" y="645904"/>
                </a:lnTo>
                <a:close/>
                <a:lnTo>
                  <a:pt x="280040" y="314106"/>
                </a:lnTo>
                <a:close/>
                <a:lnTo>
                  <a:pt x="281530" y="533481"/>
                </a:lnTo>
                <a:close/>
                <a:lnTo>
                  <a:pt x="283019" y="414456"/>
                </a:lnTo>
                <a:close/>
                <a:lnTo>
                  <a:pt x="284509" y="494304"/>
                </a:lnTo>
                <a:close/>
                <a:lnTo>
                  <a:pt x="285999" y="482029"/>
                </a:lnTo>
                <a:close/>
                <a:lnTo>
                  <a:pt x="287488" y="690545"/>
                </a:lnTo>
                <a:close/>
                <a:lnTo>
                  <a:pt x="288978" y="647164"/>
                </a:lnTo>
                <a:close/>
                <a:lnTo>
                  <a:pt x="291957" y="772909"/>
                </a:lnTo>
                <a:close/>
                <a:lnTo>
                  <a:pt x="293446" y="612288"/>
                </a:lnTo>
                <a:close/>
                <a:lnTo>
                  <a:pt x="294936" y="811273"/>
                </a:lnTo>
                <a:close/>
                <a:lnTo>
                  <a:pt x="296426" y="784962"/>
                </a:lnTo>
                <a:close/>
                <a:lnTo>
                  <a:pt x="300894" y="480789"/>
                </a:lnTo>
                <a:close/>
                <a:lnTo>
                  <a:pt x="302384" y="488526"/>
                </a:lnTo>
                <a:close/>
                <a:lnTo>
                  <a:pt x="303874" y="566425"/>
                </a:lnTo>
                <a:close/>
                <a:lnTo>
                  <a:pt x="306853" y="279117"/>
                </a:lnTo>
                <a:close/>
                <a:lnTo>
                  <a:pt x="308342" y="380207"/>
                </a:lnTo>
                <a:close/>
                <a:lnTo>
                  <a:pt x="309832" y="645314"/>
                </a:lnTo>
                <a:close/>
                <a:lnTo>
                  <a:pt x="311321" y="514345"/>
                </a:lnTo>
                <a:close/>
                <a:lnTo>
                  <a:pt x="312811" y="608442"/>
                </a:lnTo>
                <a:close/>
                <a:lnTo>
                  <a:pt x="314301" y="590990"/>
                </a:lnTo>
                <a:close/>
                <a:lnTo>
                  <a:pt x="317280" y="706132"/>
                </a:lnTo>
                <a:close/>
                <a:lnTo>
                  <a:pt x="318769" y="602079"/>
                </a:lnTo>
                <a:close/>
                <a:lnTo>
                  <a:pt x="320259" y="657260"/>
                </a:lnTo>
                <a:close/>
                <a:lnTo>
                  <a:pt x="321748" y="473597"/>
                </a:lnTo>
                <a:close/>
                <a:lnTo>
                  <a:pt x="323238" y="593358"/>
                </a:lnTo>
                <a:close/>
                <a:lnTo>
                  <a:pt x="326217" y="553067"/>
                </a:lnTo>
                <a:close/>
                <a:lnTo>
                  <a:pt x="327707" y="447519"/>
                </a:lnTo>
                <a:close/>
                <a:lnTo>
                  <a:pt x="329196" y="577723"/>
                </a:lnTo>
                <a:close/>
                <a:lnTo>
                  <a:pt x="330686" y="576978"/>
                </a:lnTo>
                <a:close/>
                <a:lnTo>
                  <a:pt x="335155" y="181864"/>
                </a:lnTo>
                <a:close/>
                <a:lnTo>
                  <a:pt x="336644" y="637522"/>
                </a:lnTo>
                <a:close/>
                <a:lnTo>
                  <a:pt x="338134" y="635965"/>
                </a:lnTo>
                <a:close/>
                <a:lnTo>
                  <a:pt x="339623" y="405055"/>
                </a:lnTo>
                <a:close/>
                <a:lnTo>
                  <a:pt x="341113" y="448598"/>
                </a:lnTo>
                <a:close/>
                <a:lnTo>
                  <a:pt x="342602" y="379313"/>
                </a:lnTo>
                <a:close/>
                <a:lnTo>
                  <a:pt x="344092" y="383406"/>
                </a:lnTo>
                <a:close/>
                <a:lnTo>
                  <a:pt x="345582" y="415555"/>
                </a:lnTo>
                <a:close/>
                <a:lnTo>
                  <a:pt x="347071" y="374516"/>
                </a:lnTo>
                <a:close/>
                <a:lnTo>
                  <a:pt x="348561" y="428672"/>
                </a:lnTo>
                <a:close/>
                <a:lnTo>
                  <a:pt x="350050" y="287909"/>
                </a:lnTo>
                <a:close/>
                <a:lnTo>
                  <a:pt x="351540" y="309023"/>
                </a:lnTo>
                <a:close/>
                <a:lnTo>
                  <a:pt x="353030" y="721166"/>
                </a:lnTo>
                <a:close/>
                <a:lnTo>
                  <a:pt x="354519" y="520201"/>
                </a:lnTo>
                <a:close/>
                <a:lnTo>
                  <a:pt x="356009" y="620512"/>
                </a:lnTo>
                <a:close/>
                <a:lnTo>
                  <a:pt x="357498" y="592483"/>
                </a:lnTo>
                <a:close/>
                <a:lnTo>
                  <a:pt x="358988" y="593887"/>
                </a:lnTo>
                <a:close/>
                <a:lnTo>
                  <a:pt x="360477" y="652385"/>
                </a:lnTo>
                <a:close/>
                <a:lnTo>
                  <a:pt x="363457" y="425180"/>
                </a:lnTo>
                <a:close/>
                <a:lnTo>
                  <a:pt x="364946" y="480291"/>
                </a:lnTo>
                <a:close/>
                <a:lnTo>
                  <a:pt x="366436" y="613712"/>
                </a:lnTo>
                <a:close/>
                <a:lnTo>
                  <a:pt x="367925" y="592479"/>
                </a:lnTo>
                <a:close/>
                <a:lnTo>
                  <a:pt x="369415" y="669353"/>
                </a:lnTo>
                <a:close/>
                <a:lnTo>
                  <a:pt x="370904" y="531214"/>
                </a:lnTo>
                <a:close/>
                <a:lnTo>
                  <a:pt x="373884" y="632892"/>
                </a:lnTo>
                <a:close/>
                <a:lnTo>
                  <a:pt x="376863" y="432691"/>
                </a:lnTo>
                <a:close/>
                <a:lnTo>
                  <a:pt x="378352" y="412526"/>
                </a:lnTo>
                <a:close/>
                <a:lnTo>
                  <a:pt x="381331" y="460811"/>
                </a:lnTo>
                <a:close/>
                <a:lnTo>
                  <a:pt x="382821" y="220371"/>
                </a:lnTo>
                <a:close/>
                <a:lnTo>
                  <a:pt x="384311" y="237974"/>
                </a:lnTo>
                <a:close/>
                <a:lnTo>
                  <a:pt x="387290" y="381521"/>
                </a:lnTo>
                <a:close/>
                <a:lnTo>
                  <a:pt x="388779" y="394613"/>
                </a:lnTo>
                <a:close/>
                <a:lnTo>
                  <a:pt x="390269" y="194304"/>
                </a:lnTo>
                <a:close/>
                <a:lnTo>
                  <a:pt x="391759" y="397884"/>
                </a:lnTo>
                <a:close/>
                <a:lnTo>
                  <a:pt x="393248" y="396381"/>
                </a:lnTo>
                <a:close/>
                <a:lnTo>
                  <a:pt x="394738" y="370837"/>
                </a:lnTo>
                <a:close/>
                <a:lnTo>
                  <a:pt x="397717" y="497023"/>
                </a:lnTo>
                <a:close/>
                <a:lnTo>
                  <a:pt x="399206" y="415689"/>
                </a:lnTo>
                <a:close/>
                <a:lnTo>
                  <a:pt x="400696" y="482427"/>
                </a:lnTo>
                <a:close/>
                <a:lnTo>
                  <a:pt x="402186" y="443590"/>
                </a:lnTo>
                <a:close/>
                <a:lnTo>
                  <a:pt x="403675" y="258810"/>
                </a:lnTo>
                <a:close/>
                <a:lnTo>
                  <a:pt x="405165" y="458336"/>
                </a:lnTo>
                <a:close/>
                <a:lnTo>
                  <a:pt x="406654" y="357790"/>
                </a:lnTo>
                <a:close/>
                <a:lnTo>
                  <a:pt x="408144" y="525093"/>
                </a:lnTo>
                <a:close/>
                <a:lnTo>
                  <a:pt x="409633" y="505363"/>
                </a:lnTo>
                <a:close/>
                <a:lnTo>
                  <a:pt x="411123" y="543678"/>
                </a:lnTo>
                <a:close/>
                <a:lnTo>
                  <a:pt x="412613" y="306131"/>
                </a:lnTo>
                <a:close/>
                <a:lnTo>
                  <a:pt x="415592" y="339987"/>
                </a:lnTo>
                <a:close/>
                <a:lnTo>
                  <a:pt x="417081" y="315279"/>
                </a:lnTo>
                <a:close/>
                <a:lnTo>
                  <a:pt x="420060" y="760178"/>
                </a:lnTo>
                <a:close/>
                <a:lnTo>
                  <a:pt x="423040" y="440011"/>
                </a:lnTo>
                <a:close/>
                <a:lnTo>
                  <a:pt x="426019" y="232894"/>
                </a:lnTo>
                <a:close/>
                <a:lnTo>
                  <a:pt x="427508" y="266549"/>
                </a:lnTo>
                <a:close/>
                <a:lnTo>
                  <a:pt x="428998" y="805524"/>
                </a:lnTo>
                <a:close/>
                <a:lnTo>
                  <a:pt x="434956" y="272174"/>
                </a:lnTo>
                <a:close/>
                <a:lnTo>
                  <a:pt x="436446" y="294907"/>
                </a:lnTo>
                <a:close/>
                <a:lnTo>
                  <a:pt x="439425" y="697940"/>
                </a:lnTo>
                <a:close/>
                <a:lnTo>
                  <a:pt x="442404" y="399037"/>
                </a:lnTo>
                <a:close/>
                <a:lnTo>
                  <a:pt x="443894" y="387354"/>
                </a:lnTo>
                <a:close/>
                <a:lnTo>
                  <a:pt x="445383" y="392411"/>
                </a:lnTo>
                <a:close/>
                <a:lnTo>
                  <a:pt x="446873" y="387897"/>
                </a:lnTo>
                <a:close/>
                <a:lnTo>
                  <a:pt x="448362" y="332206"/>
                </a:lnTo>
                <a:close/>
                <a:lnTo>
                  <a:pt x="449852" y="397129"/>
                </a:lnTo>
                <a:close/>
                <a:lnTo>
                  <a:pt x="451342" y="361062"/>
                </a:lnTo>
                <a:close/>
                <a:lnTo>
                  <a:pt x="452831" y="209248"/>
                </a:lnTo>
                <a:close/>
                <a:lnTo>
                  <a:pt x="454321" y="512893"/>
                </a:lnTo>
                <a:close/>
                <a:lnTo>
                  <a:pt x="455810" y="506658"/>
                </a:lnTo>
                <a:close/>
                <a:lnTo>
                  <a:pt x="457300" y="534303"/>
                </a:lnTo>
                <a:close/>
                <a:lnTo>
                  <a:pt x="460279" y="741308"/>
                </a:lnTo>
                <a:close/>
                <a:lnTo>
                  <a:pt x="461769" y="836436"/>
                </a:lnTo>
                <a:close/>
                <a:lnTo>
                  <a:pt x="463258" y="469062"/>
                </a:lnTo>
                <a:close/>
                <a:lnTo>
                  <a:pt x="464748" y="471575"/>
                </a:lnTo>
                <a:close/>
                <a:lnTo>
                  <a:pt x="466237" y="428846"/>
                </a:lnTo>
                <a:close/>
                <a:lnTo>
                  <a:pt x="469216" y="680583"/>
                </a:lnTo>
                <a:close/>
                <a:lnTo>
                  <a:pt x="473685" y="352626"/>
                </a:lnTo>
                <a:close/>
                <a:lnTo>
                  <a:pt x="475175" y="568603"/>
                </a:lnTo>
                <a:close/>
                <a:lnTo>
                  <a:pt x="479644" y="302571"/>
                </a:lnTo>
                <a:close/>
                <a:lnTo>
                  <a:pt x="481133" y="245022"/>
                </a:lnTo>
                <a:close/>
                <a:lnTo>
                  <a:pt x="484112" y="528513"/>
                </a:lnTo>
                <a:close/>
                <a:lnTo>
                  <a:pt x="485602" y="515880"/>
                </a:lnTo>
                <a:close/>
                <a:lnTo>
                  <a:pt x="487091" y="281980"/>
                </a:lnTo>
                <a:close/>
                <a:lnTo>
                  <a:pt x="488581" y="563819"/>
                </a:lnTo>
                <a:close/>
                <a:lnTo>
                  <a:pt x="490071" y="355979"/>
                </a:lnTo>
                <a:close/>
                <a:lnTo>
                  <a:pt x="491560" y="412442"/>
                </a:lnTo>
                <a:close/>
                <a:lnTo>
                  <a:pt x="493050" y="304521"/>
                </a:lnTo>
                <a:close/>
                <a:lnTo>
                  <a:pt x="494539" y="302195"/>
                </a:lnTo>
                <a:close/>
                <a:lnTo>
                  <a:pt x="497518" y="691656"/>
                </a:lnTo>
                <a:close/>
                <a:lnTo>
                  <a:pt x="499008" y="427048"/>
                </a:lnTo>
                <a:close/>
                <a:lnTo>
                  <a:pt x="500498" y="473965"/>
                </a:lnTo>
                <a:close/>
                <a:lnTo>
                  <a:pt x="503477" y="237340"/>
                </a:lnTo>
                <a:close/>
                <a:lnTo>
                  <a:pt x="507945" y="555498"/>
                </a:lnTo>
                <a:close/>
                <a:lnTo>
                  <a:pt x="509435" y="491645"/>
                </a:lnTo>
                <a:close/>
                <a:lnTo>
                  <a:pt x="510925" y="570698"/>
                </a:lnTo>
                <a:close/>
                <a:lnTo>
                  <a:pt x="513904" y="470250"/>
                </a:lnTo>
                <a:close/>
                <a:lnTo>
                  <a:pt x="515393" y="377151"/>
                </a:lnTo>
                <a:close/>
                <a:lnTo>
                  <a:pt x="516883" y="494019"/>
                </a:lnTo>
                <a:close/>
                <a:lnTo>
                  <a:pt x="518372" y="751609"/>
                </a:lnTo>
                <a:close/>
                <a:lnTo>
                  <a:pt x="521352" y="632096"/>
                </a:lnTo>
                <a:close/>
                <a:lnTo>
                  <a:pt x="524331" y="531765"/>
                </a:lnTo>
                <a:close/>
                <a:lnTo>
                  <a:pt x="525820" y="775901"/>
                </a:lnTo>
                <a:close/>
                <a:lnTo>
                  <a:pt x="527310" y="744442"/>
                </a:lnTo>
                <a:close/>
                <a:lnTo>
                  <a:pt x="528800" y="661908"/>
                </a:lnTo>
                <a:close/>
                <a:lnTo>
                  <a:pt x="530289" y="710847"/>
                </a:lnTo>
                <a:close/>
                <a:lnTo>
                  <a:pt x="531779" y="463179"/>
                </a:lnTo>
                <a:close/>
                <a:lnTo>
                  <a:pt x="534758" y="497753"/>
                </a:lnTo>
                <a:close/>
                <a:lnTo>
                  <a:pt x="536247" y="497753"/>
                </a:lnTo>
                <a:close/>
                <a:lnTo>
                  <a:pt x="537737" y="297004"/>
                </a:lnTo>
                <a:close/>
                <a:lnTo>
                  <a:pt x="539227" y="441372"/>
                </a:lnTo>
                <a:close/>
                <a:lnTo>
                  <a:pt x="542206" y="283622"/>
                </a:lnTo>
                <a:close/>
                <a:lnTo>
                  <a:pt x="546674" y="552422"/>
                </a:lnTo>
                <a:close/>
                <a:lnTo>
                  <a:pt x="548164" y="596493"/>
                </a:lnTo>
                <a:close/>
                <a:lnTo>
                  <a:pt x="549654" y="405551"/>
                </a:lnTo>
                <a:close/>
                <a:lnTo>
                  <a:pt x="551143" y="699702"/>
                </a:lnTo>
                <a:close/>
                <a:lnTo>
                  <a:pt x="552633" y="367177"/>
                </a:lnTo>
                <a:close/>
                <a:lnTo>
                  <a:pt x="554122" y="516618"/>
                </a:lnTo>
                <a:close/>
                <a:lnTo>
                  <a:pt x="555612" y="462534"/>
                </a:lnTo>
                <a:close/>
                <a:lnTo>
                  <a:pt x="557101" y="522232"/>
                </a:lnTo>
                <a:close/>
                <a:lnTo>
                  <a:pt x="558591" y="482959"/>
                </a:lnTo>
                <a:close/>
                <a:lnTo>
                  <a:pt x="563060" y="764157"/>
                </a:lnTo>
                <a:close/>
                <a:lnTo>
                  <a:pt x="564549" y="516052"/>
                </a:lnTo>
                <a:close/>
                <a:lnTo>
                  <a:pt x="567528" y="682056"/>
                </a:lnTo>
                <a:close/>
                <a:lnTo>
                  <a:pt x="570508" y="452971"/>
                </a:lnTo>
                <a:close/>
                <a:lnTo>
                  <a:pt x="571997" y="347538"/>
                </a:lnTo>
                <a:close/>
                <a:lnTo>
                  <a:pt x="573487" y="546396"/>
                </a:lnTo>
                <a:close/>
                <a:lnTo>
                  <a:pt x="574976" y="479098"/>
                </a:lnTo>
                <a:close/>
                <a:lnTo>
                  <a:pt x="576466" y="596650"/>
                </a:lnTo>
                <a:close/>
                <a:lnTo>
                  <a:pt x="577956" y="600212"/>
                </a:lnTo>
                <a:close/>
                <a:lnTo>
                  <a:pt x="579445" y="461827"/>
                </a:lnTo>
                <a:close/>
                <a:lnTo>
                  <a:pt x="582424" y="571674"/>
                </a:lnTo>
                <a:close/>
                <a:lnTo>
                  <a:pt x="585403" y="253058"/>
                </a:lnTo>
                <a:close/>
                <a:lnTo>
                  <a:pt x="589872" y="830022"/>
                </a:lnTo>
                <a:close/>
                <a:lnTo>
                  <a:pt x="592851" y="380877"/>
                </a:lnTo>
                <a:close/>
                <a:lnTo>
                  <a:pt x="594341" y="448778"/>
                </a:lnTo>
                <a:close/>
                <a:lnTo>
                  <a:pt x="595830" y="815785"/>
                </a:lnTo>
                <a:close/>
                <a:lnTo>
                  <a:pt x="597320" y="656864"/>
                </a:lnTo>
                <a:close/>
                <a:lnTo>
                  <a:pt x="598810" y="671308"/>
                </a:lnTo>
                <a:close/>
                <a:lnTo>
                  <a:pt x="600299" y="534330"/>
                </a:lnTo>
                <a:close/>
                <a:lnTo>
                  <a:pt x="601789" y="673771"/>
                </a:lnTo>
                <a:close/>
                <a:lnTo>
                  <a:pt x="603278" y="373615"/>
                </a:lnTo>
                <a:close/>
                <a:lnTo>
                  <a:pt x="606257" y="564840"/>
                </a:lnTo>
                <a:close/>
                <a:lnTo>
                  <a:pt x="607747" y="554730"/>
                </a:lnTo>
                <a:close/>
                <a:lnTo>
                  <a:pt x="612216" y="453407"/>
                </a:lnTo>
                <a:close/>
                <a:lnTo>
                  <a:pt x="613705" y="706277"/>
                </a:lnTo>
                <a:close/>
                <a:lnTo>
                  <a:pt x="619664" y="474109"/>
                </a:lnTo>
                <a:close/>
                <a:lnTo>
                  <a:pt x="621153" y="609925"/>
                </a:lnTo>
                <a:close/>
                <a:lnTo>
                  <a:pt x="622643" y="609925"/>
                </a:lnTo>
                <a:close/>
                <a:lnTo>
                  <a:pt x="627112" y="333532"/>
                </a:lnTo>
                <a:close/>
                <a:lnTo>
                  <a:pt x="631580" y="768437"/>
                </a:lnTo>
                <a:close/>
                <a:lnTo>
                  <a:pt x="633070" y="800414"/>
                </a:lnTo>
                <a:close/>
                <a:lnTo>
                  <a:pt x="636049" y="612511"/>
                </a:lnTo>
                <a:close/>
                <a:lnTo>
                  <a:pt x="637539" y="775383"/>
                </a:lnTo>
                <a:close/>
                <a:lnTo>
                  <a:pt x="640518" y="675906"/>
                </a:lnTo>
                <a:close/>
                <a:lnTo>
                  <a:pt x="642007" y="618527"/>
                </a:lnTo>
                <a:close/>
                <a:lnTo>
                  <a:pt x="643497" y="867183"/>
                </a:lnTo>
                <a:close/>
                <a:lnTo>
                  <a:pt x="647966" y="542684"/>
                </a:lnTo>
                <a:close/>
                <a:lnTo>
                  <a:pt x="649455" y="578613"/>
                </a:lnTo>
                <a:close/>
                <a:lnTo>
                  <a:pt x="650945" y="438747"/>
                </a:lnTo>
                <a:close/>
                <a:lnTo>
                  <a:pt x="652434" y="437060"/>
                </a:lnTo>
                <a:close/>
                <a:lnTo>
                  <a:pt x="655413" y="804350"/>
                </a:lnTo>
                <a:close/>
                <a:lnTo>
                  <a:pt x="656903" y="632499"/>
                </a:lnTo>
                <a:close/>
                <a:lnTo>
                  <a:pt x="658393" y="652211"/>
                </a:lnTo>
                <a:close/>
                <a:lnTo>
                  <a:pt x="659882" y="724884"/>
                </a:lnTo>
                <a:close/>
                <a:lnTo>
                  <a:pt x="661372" y="681231"/>
                </a:lnTo>
                <a:close/>
                <a:lnTo>
                  <a:pt x="662861" y="853505"/>
                </a:lnTo>
                <a:close/>
                <a:lnTo>
                  <a:pt x="665841" y="491530"/>
                </a:lnTo>
                <a:close/>
                <a:lnTo>
                  <a:pt x="667330" y="491530"/>
                </a:lnTo>
                <a:close/>
                <a:lnTo>
                  <a:pt x="668820" y="488731"/>
                </a:lnTo>
                <a:close/>
                <a:lnTo>
                  <a:pt x="670309" y="560952"/>
                </a:lnTo>
                <a:close/>
                <a:lnTo>
                  <a:pt x="671799" y="501128"/>
                </a:lnTo>
                <a:close/>
                <a:lnTo>
                  <a:pt x="673288" y="555606"/>
                </a:lnTo>
                <a:close/>
                <a:lnTo>
                  <a:pt x="674778" y="548891"/>
                </a:lnTo>
                <a:close/>
                <a:lnTo>
                  <a:pt x="676268" y="418073"/>
                </a:lnTo>
                <a:close/>
                <a:lnTo>
                  <a:pt x="677757" y="426283"/>
                </a:lnTo>
                <a:close/>
                <a:lnTo>
                  <a:pt x="679247" y="330736"/>
                </a:lnTo>
                <a:close/>
                <a:lnTo>
                  <a:pt x="680736" y="332803"/>
                </a:lnTo>
                <a:close/>
                <a:lnTo>
                  <a:pt x="682226" y="196333"/>
                </a:lnTo>
                <a:close/>
                <a:lnTo>
                  <a:pt x="683715" y="220977"/>
                </a:lnTo>
                <a:close/>
                <a:lnTo>
                  <a:pt x="685205" y="207868"/>
                </a:lnTo>
                <a:close/>
                <a:lnTo>
                  <a:pt x="686695" y="416935"/>
                </a:lnTo>
                <a:close/>
                <a:lnTo>
                  <a:pt x="688184" y="326323"/>
                </a:lnTo>
                <a:close/>
                <a:lnTo>
                  <a:pt x="691163" y="748775"/>
                </a:lnTo>
                <a:close/>
                <a:lnTo>
                  <a:pt x="692653" y="653019"/>
                </a:lnTo>
                <a:close/>
                <a:lnTo>
                  <a:pt x="694142" y="793828"/>
                </a:lnTo>
                <a:close/>
                <a:lnTo>
                  <a:pt x="695632" y="553583"/>
                </a:lnTo>
                <a:close/>
                <a:lnTo>
                  <a:pt x="697122" y="595681"/>
                </a:lnTo>
                <a:close/>
                <a:lnTo>
                  <a:pt x="700101" y="813624"/>
                </a:lnTo>
                <a:close/>
                <a:lnTo>
                  <a:pt x="701590" y="504876"/>
                </a:lnTo>
                <a:close/>
                <a:lnTo>
                  <a:pt x="703080" y="510591"/>
                </a:lnTo>
                <a:close/>
                <a:lnTo>
                  <a:pt x="704569" y="662174"/>
                </a:lnTo>
                <a:close/>
                <a:lnTo>
                  <a:pt x="706059" y="580292"/>
                </a:lnTo>
                <a:close/>
                <a:lnTo>
                  <a:pt x="707549" y="607558"/>
                </a:lnTo>
                <a:close/>
                <a:lnTo>
                  <a:pt x="710528" y="358374"/>
                </a:lnTo>
                <a:close/>
                <a:lnTo>
                  <a:pt x="713507" y="367095"/>
                </a:lnTo>
                <a:close/>
                <a:lnTo>
                  <a:pt x="714997" y="458512"/>
                </a:lnTo>
                <a:close/>
                <a:lnTo>
                  <a:pt x="716486" y="664590"/>
                </a:lnTo>
                <a:close/>
                <a:lnTo>
                  <a:pt x="717976" y="636132"/>
                </a:lnTo>
                <a:close/>
                <a:lnTo>
                  <a:pt x="719465" y="812363"/>
                </a:lnTo>
                <a:close/>
                <a:lnTo>
                  <a:pt x="722444" y="677633"/>
                </a:lnTo>
                <a:close/>
                <a:lnTo>
                  <a:pt x="723934" y="402927"/>
                </a:lnTo>
                <a:close/>
                <a:lnTo>
                  <a:pt x="726913" y="578750"/>
                </a:lnTo>
                <a:close/>
                <a:lnTo>
                  <a:pt x="729892" y="426760"/>
                </a:lnTo>
                <a:close/>
                <a:lnTo>
                  <a:pt x="731382" y="648463"/>
                </a:lnTo>
                <a:close/>
                <a:lnTo>
                  <a:pt x="732871" y="477786"/>
                </a:lnTo>
                <a:close/>
                <a:lnTo>
                  <a:pt x="734361" y="479372"/>
                </a:lnTo>
                <a:close/>
                <a:lnTo>
                  <a:pt x="735851" y="334019"/>
                </a:lnTo>
                <a:close/>
                <a:lnTo>
                  <a:pt x="737340" y="708666"/>
                </a:lnTo>
                <a:close/>
                <a:lnTo>
                  <a:pt x="738830" y="709462"/>
                </a:lnTo>
                <a:close/>
                <a:lnTo>
                  <a:pt x="740319" y="350482"/>
                </a:lnTo>
                <a:close/>
                <a:lnTo>
                  <a:pt x="741809" y="368823"/>
                </a:lnTo>
                <a:close/>
                <a:lnTo>
                  <a:pt x="743298" y="725144"/>
                </a:lnTo>
                <a:close/>
                <a:lnTo>
                  <a:pt x="744788" y="693955"/>
                </a:lnTo>
                <a:close/>
                <a:lnTo>
                  <a:pt x="746278" y="536154"/>
                </a:lnTo>
                <a:close/>
                <a:lnTo>
                  <a:pt x="747767" y="607574"/>
                </a:lnTo>
                <a:close/>
                <a:lnTo>
                  <a:pt x="749257" y="795062"/>
                </a:lnTo>
                <a:close/>
                <a:lnTo>
                  <a:pt x="750746" y="506077"/>
                </a:lnTo>
                <a:close/>
                <a:lnTo>
                  <a:pt x="753726" y="714103"/>
                </a:lnTo>
                <a:close/>
                <a:lnTo>
                  <a:pt x="755215" y="703708"/>
                </a:lnTo>
                <a:close/>
                <a:lnTo>
                  <a:pt x="758194" y="462026"/>
                </a:lnTo>
                <a:close/>
                <a:lnTo>
                  <a:pt x="759684" y="455781"/>
                </a:lnTo>
                <a:close/>
                <a:lnTo>
                  <a:pt x="761173" y="469485"/>
                </a:lnTo>
                <a:close/>
                <a:lnTo>
                  <a:pt x="762663" y="550788"/>
                </a:lnTo>
                <a:close/>
                <a:lnTo>
                  <a:pt x="765642" y="234991"/>
                </a:lnTo>
                <a:close/>
                <a:lnTo>
                  <a:pt x="768621" y="695695"/>
                </a:lnTo>
                <a:close/>
                <a:lnTo>
                  <a:pt x="770111" y="555159"/>
                </a:lnTo>
                <a:close/>
                <a:lnTo>
                  <a:pt x="773090" y="603380"/>
                </a:lnTo>
                <a:close/>
                <a:lnTo>
                  <a:pt x="774580" y="615466"/>
                </a:lnTo>
                <a:close/>
                <a:lnTo>
                  <a:pt x="776069" y="473190"/>
                </a:lnTo>
                <a:close/>
                <a:lnTo>
                  <a:pt x="777559" y="545707"/>
                </a:lnTo>
                <a:close/>
                <a:lnTo>
                  <a:pt x="779048" y="293917"/>
                </a:lnTo>
                <a:close/>
                <a:lnTo>
                  <a:pt x="780538" y="510327"/>
                </a:lnTo>
                <a:close/>
                <a:lnTo>
                  <a:pt x="782027" y="427083"/>
                </a:lnTo>
                <a:close/>
                <a:lnTo>
                  <a:pt x="785007" y="124452"/>
                </a:lnTo>
                <a:close/>
                <a:lnTo>
                  <a:pt x="786496" y="228867"/>
                </a:lnTo>
                <a:close/>
                <a:lnTo>
                  <a:pt x="787986" y="223750"/>
                </a:lnTo>
                <a:close/>
                <a:lnTo>
                  <a:pt x="789475" y="270953"/>
                </a:lnTo>
                <a:close/>
                <a:lnTo>
                  <a:pt x="792454" y="479372"/>
                </a:lnTo>
                <a:close/>
                <a:lnTo>
                  <a:pt x="793944" y="396630"/>
                </a:lnTo>
                <a:close/>
                <a:lnTo>
                  <a:pt x="795434" y="412027"/>
                </a:lnTo>
                <a:close/>
                <a:lnTo>
                  <a:pt x="798413" y="538349"/>
                </a:lnTo>
                <a:close/>
                <a:lnTo>
                  <a:pt x="799902" y="413371"/>
                </a:lnTo>
                <a:close/>
                <a:lnTo>
                  <a:pt x="801392" y="410589"/>
                </a:lnTo>
                <a:close/>
                <a:lnTo>
                  <a:pt x="802882" y="78071"/>
                </a:lnTo>
                <a:close/>
                <a:lnTo>
                  <a:pt x="804371" y="97077"/>
                </a:lnTo>
                <a:close/>
                <a:lnTo>
                  <a:pt x="805861" y="167384"/>
                </a:lnTo>
                <a:close/>
                <a:lnTo>
                  <a:pt x="807350" y="683335"/>
                </a:lnTo>
                <a:close/>
                <a:lnTo>
                  <a:pt x="811819" y="520053"/>
                </a:lnTo>
                <a:close/>
                <a:lnTo>
                  <a:pt x="813309" y="554834"/>
                </a:lnTo>
                <a:close/>
                <a:lnTo>
                  <a:pt x="816288" y="298087"/>
                </a:lnTo>
                <a:close/>
                <a:lnTo>
                  <a:pt x="817777" y="273839"/>
                </a:lnTo>
                <a:close/>
                <a:lnTo>
                  <a:pt x="819267" y="210780"/>
                </a:lnTo>
                <a:close/>
                <a:lnTo>
                  <a:pt x="822246" y="374112"/>
                </a:lnTo>
                <a:close/>
                <a:lnTo>
                  <a:pt x="823736" y="257581"/>
                </a:lnTo>
                <a:close/>
                <a:lnTo>
                  <a:pt x="825225" y="362710"/>
                </a:lnTo>
                <a:close/>
                <a:lnTo>
                  <a:pt x="828204" y="280456"/>
                </a:lnTo>
                <a:close/>
                <a:lnTo>
                  <a:pt x="829694" y="417155"/>
                </a:lnTo>
                <a:close/>
                <a:lnTo>
                  <a:pt x="831183" y="149521"/>
                </a:lnTo>
                <a:close/>
                <a:lnTo>
                  <a:pt x="832673" y="190983"/>
                </a:lnTo>
                <a:close/>
                <a:lnTo>
                  <a:pt x="835652" y="466743"/>
                </a:lnTo>
                <a:close/>
                <a:lnTo>
                  <a:pt x="837142" y="398529"/>
                </a:lnTo>
                <a:close/>
                <a:lnTo>
                  <a:pt x="838631" y="490839"/>
                </a:lnTo>
                <a:close/>
                <a:lnTo>
                  <a:pt x="840121" y="470570"/>
                </a:lnTo>
                <a:close/>
                <a:lnTo>
                  <a:pt x="843100" y="592771"/>
                </a:lnTo>
                <a:close/>
                <a:lnTo>
                  <a:pt x="844590" y="518073"/>
                </a:lnTo>
                <a:close/>
                <a:lnTo>
                  <a:pt x="846079" y="524805"/>
                </a:lnTo>
                <a:close/>
                <a:lnTo>
                  <a:pt x="847569" y="376937"/>
                </a:lnTo>
                <a:close/>
                <a:lnTo>
                  <a:pt x="849058" y="433470"/>
                </a:lnTo>
                <a:close/>
                <a:lnTo>
                  <a:pt x="850548" y="307273"/>
                </a:lnTo>
                <a:close/>
                <a:lnTo>
                  <a:pt x="853527" y="573275"/>
                </a:lnTo>
                <a:close/>
                <a:lnTo>
                  <a:pt x="855017" y="458888"/>
                </a:lnTo>
                <a:close/>
                <a:lnTo>
                  <a:pt x="856506" y="585579"/>
                </a:lnTo>
                <a:close/>
                <a:lnTo>
                  <a:pt x="857996" y="411208"/>
                </a:lnTo>
                <a:close/>
                <a:lnTo>
                  <a:pt x="859485" y="481200"/>
                </a:lnTo>
                <a:close/>
                <a:lnTo>
                  <a:pt x="860975" y="481200"/>
                </a:lnTo>
                <a:close/>
                <a:lnTo>
                  <a:pt x="862465" y="314095"/>
                </a:lnTo>
                <a:close/>
                <a:lnTo>
                  <a:pt x="863954" y="350926"/>
                </a:lnTo>
                <a:close/>
                <a:lnTo>
                  <a:pt x="865444" y="452029"/>
                </a:lnTo>
                <a:close/>
                <a:lnTo>
                  <a:pt x="866933" y="396718"/>
                </a:lnTo>
                <a:close/>
                <a:lnTo>
                  <a:pt x="868423" y="222471"/>
                </a:lnTo>
                <a:close/>
                <a:lnTo>
                  <a:pt x="869912" y="495952"/>
                </a:lnTo>
                <a:close/>
                <a:lnTo>
                  <a:pt x="871402" y="444459"/>
                </a:lnTo>
                <a:close/>
                <a:lnTo>
                  <a:pt x="875871" y="179582"/>
                </a:lnTo>
                <a:close/>
                <a:lnTo>
                  <a:pt x="877360" y="236789"/>
                </a:lnTo>
                <a:close/>
                <a:lnTo>
                  <a:pt x="880339" y="439174"/>
                </a:lnTo>
                <a:close/>
                <a:lnTo>
                  <a:pt x="881829" y="468296"/>
                </a:lnTo>
                <a:close/>
                <a:lnTo>
                  <a:pt x="884808" y="659680"/>
                </a:lnTo>
                <a:close/>
                <a:lnTo>
                  <a:pt x="887787" y="314856"/>
                </a:lnTo>
                <a:close/>
                <a:lnTo>
                  <a:pt x="889277" y="219982"/>
                </a:lnTo>
                <a:close/>
                <a:lnTo>
                  <a:pt x="890767" y="234508"/>
                </a:lnTo>
                <a:close/>
                <a:lnTo>
                  <a:pt x="892256" y="282105"/>
                </a:lnTo>
                <a:close/>
                <a:lnTo>
                  <a:pt x="893746" y="699925"/>
                </a:lnTo>
                <a:close/>
                <a:lnTo>
                  <a:pt x="896725" y="404900"/>
                </a:lnTo>
                <a:close/>
                <a:lnTo>
                  <a:pt x="898214" y="306890"/>
                </a:lnTo>
                <a:close/>
                <a:lnTo>
                  <a:pt x="899704" y="397848"/>
                </a:lnTo>
                <a:close/>
                <a:lnTo>
                  <a:pt x="902683" y="863018"/>
                </a:lnTo>
                <a:close/>
                <a:lnTo>
                  <a:pt x="905662" y="592074"/>
                </a:lnTo>
                <a:close/>
                <a:lnTo>
                  <a:pt x="907152" y="564309"/>
                </a:lnTo>
                <a:close/>
                <a:lnTo>
                  <a:pt x="908641" y="658301"/>
                </a:lnTo>
                <a:close/>
                <a:lnTo>
                  <a:pt x="910131" y="516622"/>
                </a:lnTo>
                <a:close/>
                <a:lnTo>
                  <a:pt x="911621" y="601070"/>
                </a:lnTo>
                <a:close/>
                <a:lnTo>
                  <a:pt x="913110" y="574909"/>
                </a:lnTo>
                <a:close/>
                <a:lnTo>
                  <a:pt x="916089" y="373345"/>
                </a:lnTo>
                <a:close/>
                <a:lnTo>
                  <a:pt x="920558" y="830912"/>
                </a:lnTo>
                <a:close/>
                <a:lnTo>
                  <a:pt x="923537" y="415006"/>
                </a:lnTo>
                <a:close/>
                <a:lnTo>
                  <a:pt x="925027" y="580937"/>
                </a:lnTo>
                <a:close/>
                <a:lnTo>
                  <a:pt x="928006" y="335256"/>
                </a:lnTo>
                <a:close/>
                <a:lnTo>
                  <a:pt x="930985" y="719753"/>
                </a:lnTo>
                <a:close/>
                <a:lnTo>
                  <a:pt x="933964" y="562513"/>
                </a:lnTo>
                <a:close/>
                <a:lnTo>
                  <a:pt x="935454" y="538631"/>
                </a:lnTo>
                <a:close/>
                <a:lnTo>
                  <a:pt x="936943" y="389216"/>
                </a:lnTo>
                <a:close/>
                <a:lnTo>
                  <a:pt x="938433" y="715921"/>
                </a:lnTo>
                <a:close/>
                <a:lnTo>
                  <a:pt x="939923" y="621338"/>
                </a:lnTo>
                <a:close/>
                <a:lnTo>
                  <a:pt x="941412" y="652939"/>
                </a:lnTo>
                <a:close/>
                <a:lnTo>
                  <a:pt x="944391" y="400585"/>
                </a:lnTo>
                <a:close/>
                <a:lnTo>
                  <a:pt x="947370" y="222512"/>
                </a:lnTo>
                <a:close/>
                <a:lnTo>
                  <a:pt x="948860" y="568513"/>
                </a:lnTo>
                <a:close/>
                <a:lnTo>
                  <a:pt x="950350" y="376003"/>
                </a:lnTo>
                <a:close/>
                <a:lnTo>
                  <a:pt x="953329" y="696732"/>
                </a:lnTo>
                <a:close/>
                <a:lnTo>
                  <a:pt x="956308" y="545397"/>
                </a:lnTo>
                <a:close/>
                <a:lnTo>
                  <a:pt x="957797" y="852479"/>
                </a:lnTo>
                <a:close/>
                <a:lnTo>
                  <a:pt x="963756" y="347289"/>
                </a:lnTo>
                <a:close/>
                <a:lnTo>
                  <a:pt x="965245" y="471630"/>
                </a:lnTo>
                <a:close/>
                <a:lnTo>
                  <a:pt x="966735" y="713936"/>
                </a:lnTo>
                <a:close/>
                <a:lnTo>
                  <a:pt x="968224" y="541170"/>
                </a:lnTo>
                <a:close/>
                <a:lnTo>
                  <a:pt x="969714" y="688236"/>
                </a:lnTo>
                <a:close/>
                <a:lnTo>
                  <a:pt x="972693" y="445787"/>
                </a:lnTo>
                <a:close/>
                <a:lnTo>
                  <a:pt x="978652" y="129995"/>
                </a:lnTo>
                <a:close/>
                <a:lnTo>
                  <a:pt x="980141" y="326688"/>
                </a:lnTo>
                <a:close/>
                <a:lnTo>
                  <a:pt x="981631" y="292385"/>
                </a:lnTo>
                <a:close/>
                <a:lnTo>
                  <a:pt x="983120" y="311123"/>
                </a:lnTo>
                <a:close/>
                <a:lnTo>
                  <a:pt x="984610" y="558561"/>
                </a:lnTo>
                <a:close/>
                <a:lnTo>
                  <a:pt x="986099" y="484081"/>
                </a:lnTo>
                <a:close/>
                <a:lnTo>
                  <a:pt x="987589" y="313198"/>
                </a:lnTo>
                <a:close/>
                <a:lnTo>
                  <a:pt x="989079" y="315639"/>
                </a:lnTo>
                <a:close/>
                <a:lnTo>
                  <a:pt x="990568" y="485305"/>
                </a:lnTo>
                <a:close/>
                <a:lnTo>
                  <a:pt x="995037" y="13551"/>
                </a:lnTo>
                <a:close/>
                <a:lnTo>
                  <a:pt x="998016" y="401410"/>
                </a:lnTo>
                <a:close/>
                <a:lnTo>
                  <a:pt x="1000995" y="194833"/>
                </a:lnTo>
                <a:close/>
                <a:lnTo>
                  <a:pt x="1002485" y="270615"/>
                </a:lnTo>
                <a:close/>
                <a:lnTo>
                  <a:pt x="1003974" y="265326"/>
                </a:lnTo>
                <a:close/>
                <a:lnTo>
                  <a:pt x="1005464" y="491146"/>
                </a:lnTo>
                <a:close/>
                <a:lnTo>
                  <a:pt x="1008443" y="513029"/>
                </a:lnTo>
                <a:close/>
                <a:lnTo>
                  <a:pt x="1009933" y="371714"/>
                </a:lnTo>
                <a:close/>
                <a:lnTo>
                  <a:pt x="1011422" y="458194"/>
                </a:lnTo>
                <a:close/>
                <a:lnTo>
                  <a:pt x="1012912" y="459917"/>
                </a:lnTo>
                <a:close/>
                <a:lnTo>
                  <a:pt x="1014401" y="490228"/>
                </a:lnTo>
                <a:close/>
                <a:lnTo>
                  <a:pt x="1017380" y="642665"/>
                </a:lnTo>
                <a:close/>
                <a:lnTo>
                  <a:pt x="1018870" y="665120"/>
                </a:lnTo>
                <a:close/>
                <a:lnTo>
                  <a:pt x="1023339" y="306032"/>
                </a:lnTo>
                <a:close/>
                <a:lnTo>
                  <a:pt x="1024828" y="488477"/>
                </a:lnTo>
                <a:close/>
                <a:lnTo>
                  <a:pt x="1027808" y="205147"/>
                </a:lnTo>
                <a:close/>
                <a:lnTo>
                  <a:pt x="1029297" y="422906"/>
                </a:lnTo>
                <a:close/>
                <a:lnTo>
                  <a:pt x="1030787" y="288722"/>
                </a:lnTo>
                <a:close/>
                <a:lnTo>
                  <a:pt x="1033766" y="395925"/>
                </a:lnTo>
                <a:close/>
                <a:lnTo>
                  <a:pt x="1035255" y="360130"/>
                </a:lnTo>
                <a:close/>
                <a:lnTo>
                  <a:pt x="1036745" y="246521"/>
                </a:lnTo>
                <a:close/>
                <a:lnTo>
                  <a:pt x="1038235" y="452310"/>
                </a:lnTo>
                <a:close/>
                <a:lnTo>
                  <a:pt x="1039724" y="243091"/>
                </a:lnTo>
                <a:close/>
                <a:lnTo>
                  <a:pt x="1045682" y="442476"/>
                </a:lnTo>
                <a:close/>
                <a:lnTo>
                  <a:pt x="1047172" y="698013"/>
                </a:lnTo>
                <a:close/>
                <a:lnTo>
                  <a:pt x="1050151" y="598786"/>
                </a:lnTo>
                <a:close/>
                <a:lnTo>
                  <a:pt x="1051641" y="717168"/>
                </a:lnTo>
                <a:close/>
                <a:lnTo>
                  <a:pt x="1053130" y="524606"/>
                </a:lnTo>
                <a:close/>
                <a:lnTo>
                  <a:pt x="1054620" y="639349"/>
                </a:lnTo>
                <a:close/>
                <a:lnTo>
                  <a:pt x="1056109" y="460285"/>
                </a:lnTo>
                <a:close/>
                <a:lnTo>
                  <a:pt x="1059089" y="699837"/>
                </a:lnTo>
                <a:close/>
                <a:lnTo>
                  <a:pt x="1060578" y="547416"/>
                </a:lnTo>
                <a:close/>
                <a:lnTo>
                  <a:pt x="1062068" y="548350"/>
                </a:lnTo>
                <a:close/>
                <a:lnTo>
                  <a:pt x="1063557" y="592653"/>
                </a:lnTo>
                <a:close/>
                <a:lnTo>
                  <a:pt x="1065047" y="402935"/>
                </a:lnTo>
                <a:close/>
                <a:lnTo>
                  <a:pt x="1068026" y="784225"/>
                </a:lnTo>
                <a:close/>
                <a:lnTo>
                  <a:pt x="1069516" y="668758"/>
                </a:lnTo>
                <a:close/>
                <a:lnTo>
                  <a:pt x="1071005" y="666455"/>
                </a:lnTo>
                <a:close/>
                <a:lnTo>
                  <a:pt x="1072495" y="618519"/>
                </a:lnTo>
                <a:close/>
                <a:lnTo>
                  <a:pt x="1075474" y="801388"/>
                </a:lnTo>
                <a:close/>
                <a:lnTo>
                  <a:pt x="1076964" y="435433"/>
                </a:lnTo>
                <a:close/>
                <a:lnTo>
                  <a:pt x="1079943" y="629116"/>
                </a:lnTo>
                <a:close/>
                <a:lnTo>
                  <a:pt x="1081432" y="474829"/>
                </a:lnTo>
                <a:close/>
                <a:lnTo>
                  <a:pt x="1082922" y="482051"/>
                </a:lnTo>
                <a:close/>
                <a:lnTo>
                  <a:pt x="1084411" y="731218"/>
                </a:lnTo>
                <a:close/>
                <a:lnTo>
                  <a:pt x="1087391" y="512807"/>
                </a:lnTo>
                <a:close/>
                <a:lnTo>
                  <a:pt x="1088880" y="212680"/>
                </a:lnTo>
                <a:close/>
                <a:lnTo>
                  <a:pt x="1091859" y="319276"/>
                </a:lnTo>
                <a:close/>
                <a:lnTo>
                  <a:pt x="1093349" y="586625"/>
                </a:lnTo>
                <a:close/>
                <a:lnTo>
                  <a:pt x="1094838" y="491796"/>
                </a:lnTo>
                <a:close/>
                <a:lnTo>
                  <a:pt x="1097818" y="630465"/>
                </a:lnTo>
                <a:close/>
                <a:lnTo>
                  <a:pt x="1099307" y="536720"/>
                </a:lnTo>
                <a:close/>
                <a:lnTo>
                  <a:pt x="1100797" y="674149"/>
                </a:lnTo>
                <a:close/>
                <a:lnTo>
                  <a:pt x="1102286" y="659098"/>
                </a:lnTo>
                <a:close/>
                <a:lnTo>
                  <a:pt x="1103776" y="560427"/>
                </a:lnTo>
                <a:close/>
                <a:lnTo>
                  <a:pt x="1105265" y="727903"/>
                </a:lnTo>
                <a:close/>
                <a:lnTo>
                  <a:pt x="1106755" y="728839"/>
                </a:lnTo>
                <a:close/>
                <a:lnTo>
                  <a:pt x="1109734" y="637531"/>
                </a:lnTo>
                <a:close/>
                <a:lnTo>
                  <a:pt x="1112713" y="693295"/>
                </a:lnTo>
                <a:close/>
                <a:lnTo>
                  <a:pt x="1114203" y="667104"/>
                </a:lnTo>
                <a:close/>
                <a:lnTo>
                  <a:pt x="1115693" y="753205"/>
                </a:lnTo>
                <a:close/>
                <a:lnTo>
                  <a:pt x="1118672" y="421368"/>
                </a:lnTo>
                <a:close/>
                <a:lnTo>
                  <a:pt x="1120161" y="290296"/>
                </a:lnTo>
                <a:close/>
                <a:lnTo>
                  <a:pt x="1121651" y="638666"/>
                </a:lnTo>
                <a:close/>
                <a:lnTo>
                  <a:pt x="1126120" y="225882"/>
                </a:lnTo>
                <a:close/>
                <a:lnTo>
                  <a:pt x="1127609" y="507738"/>
                </a:lnTo>
                <a:close/>
                <a:lnTo>
                  <a:pt x="1129099" y="439127"/>
                </a:lnTo>
                <a:close/>
                <a:lnTo>
                  <a:pt x="1130588" y="659247"/>
                </a:lnTo>
                <a:close/>
                <a:lnTo>
                  <a:pt x="1132078" y="385400"/>
                </a:lnTo>
                <a:close/>
                <a:lnTo>
                  <a:pt x="1135057" y="656697"/>
                </a:lnTo>
                <a:close/>
                <a:lnTo>
                  <a:pt x="1138036" y="472064"/>
                </a:lnTo>
                <a:close/>
                <a:lnTo>
                  <a:pt x="1142505" y="748734"/>
                </a:lnTo>
                <a:close/>
                <a:lnTo>
                  <a:pt x="1143994" y="723755"/>
                </a:lnTo>
                <a:close/>
                <a:lnTo>
                  <a:pt x="1145484" y="506941"/>
                </a:lnTo>
                <a:close/>
                <a:lnTo>
                  <a:pt x="1146974" y="598875"/>
                </a:lnTo>
                <a:close/>
                <a:lnTo>
                  <a:pt x="1148463" y="332051"/>
                </a:lnTo>
                <a:close/>
                <a:lnTo>
                  <a:pt x="1151442" y="592867"/>
                </a:lnTo>
                <a:close/>
                <a:lnTo>
                  <a:pt x="1154421" y="470036"/>
                </a:lnTo>
                <a:close/>
                <a:lnTo>
                  <a:pt x="1155911" y="685290"/>
                </a:lnTo>
                <a:close/>
                <a:lnTo>
                  <a:pt x="1157401" y="365726"/>
                </a:lnTo>
                <a:close/>
                <a:lnTo>
                  <a:pt x="1158890" y="378766"/>
                </a:lnTo>
                <a:close/>
                <a:lnTo>
                  <a:pt x="1160380" y="564106"/>
                </a:lnTo>
                <a:close/>
                <a:lnTo>
                  <a:pt x="1161869" y="570076"/>
                </a:lnTo>
                <a:close/>
                <a:lnTo>
                  <a:pt x="1163359" y="540104"/>
                </a:lnTo>
                <a:close/>
                <a:lnTo>
                  <a:pt x="1164849" y="701473"/>
                </a:lnTo>
                <a:close/>
                <a:lnTo>
                  <a:pt x="1167828" y="550037"/>
                </a:lnTo>
                <a:close/>
                <a:lnTo>
                  <a:pt x="1169317" y="526463"/>
                </a:lnTo>
                <a:close/>
                <a:lnTo>
                  <a:pt x="1172296" y="416982"/>
                </a:lnTo>
                <a:close/>
                <a:lnTo>
                  <a:pt x="1173786" y="315116"/>
                </a:lnTo>
                <a:close/>
                <a:lnTo>
                  <a:pt x="1175276" y="32125"/>
                </a:lnTo>
                <a:close/>
                <a:lnTo>
                  <a:pt x="1176765" y="97041"/>
                </a:lnTo>
                <a:close/>
                <a:lnTo>
                  <a:pt x="1184213" y="897477"/>
                </a:lnTo>
                <a:close/>
                <a:lnTo>
                  <a:pt x="1187192" y="431121"/>
                </a:lnTo>
                <a:close/>
                <a:lnTo>
                  <a:pt x="1191661" y="836687"/>
                </a:lnTo>
                <a:close/>
                <a:lnTo>
                  <a:pt x="1194640" y="619615"/>
                </a:lnTo>
                <a:close/>
                <a:lnTo>
                  <a:pt x="1196130" y="653988"/>
                </a:lnTo>
                <a:close/>
                <a:lnTo>
                  <a:pt x="1197619" y="760090"/>
                </a:lnTo>
                <a:close/>
                <a:lnTo>
                  <a:pt x="1200598" y="538773"/>
                </a:lnTo>
                <a:close/>
                <a:lnTo>
                  <a:pt x="1203578" y="790273"/>
                </a:lnTo>
                <a:close/>
                <a:lnTo>
                  <a:pt x="1205067" y="564840"/>
                </a:lnTo>
                <a:close/>
                <a:lnTo>
                  <a:pt x="1206557" y="560226"/>
                </a:lnTo>
                <a:close/>
                <a:lnTo>
                  <a:pt x="1209536" y="317262"/>
                </a:lnTo>
                <a:close/>
                <a:lnTo>
                  <a:pt x="1211025" y="438768"/>
                </a:lnTo>
                <a:close/>
                <a:lnTo>
                  <a:pt x="1212515" y="716924"/>
                </a:lnTo>
                <a:close/>
                <a:lnTo>
                  <a:pt x="1214005" y="641303"/>
                </a:lnTo>
                <a:close/>
                <a:lnTo>
                  <a:pt x="1215494" y="398636"/>
                </a:lnTo>
                <a:close/>
                <a:lnTo>
                  <a:pt x="1218473" y="681565"/>
                </a:lnTo>
                <a:close/>
                <a:lnTo>
                  <a:pt x="1221452" y="302484"/>
                </a:lnTo>
                <a:close/>
                <a:lnTo>
                  <a:pt x="1222942" y="329617"/>
                </a:lnTo>
                <a:close/>
                <a:lnTo>
                  <a:pt x="1224432" y="484193"/>
                </a:lnTo>
                <a:close/>
                <a:lnTo>
                  <a:pt x="1225921" y="403677"/>
                </a:lnTo>
                <a:close/>
                <a:lnTo>
                  <a:pt x="1228900" y="754615"/>
                </a:lnTo>
                <a:close/>
                <a:lnTo>
                  <a:pt x="1230390" y="817237"/>
                </a:lnTo>
                <a:close/>
                <a:lnTo>
                  <a:pt x="1231879" y="742176"/>
                </a:lnTo>
                <a:close/>
                <a:lnTo>
                  <a:pt x="1233369" y="796700"/>
                </a:lnTo>
                <a:close/>
                <a:lnTo>
                  <a:pt x="1234859" y="561731"/>
                </a:lnTo>
                <a:close/>
                <a:lnTo>
                  <a:pt x="1236348" y="626639"/>
                </a:lnTo>
                <a:close/>
                <a:lnTo>
                  <a:pt x="1237838" y="549568"/>
                </a:lnTo>
                <a:close/>
                <a:lnTo>
                  <a:pt x="1240817" y="684930"/>
                </a:lnTo>
                <a:close/>
                <a:lnTo>
                  <a:pt x="1242306" y="669447"/>
                </a:lnTo>
                <a:close/>
                <a:lnTo>
                  <a:pt x="1246775" y="568936"/>
                </a:lnTo>
                <a:close/>
                <a:lnTo>
                  <a:pt x="1248265" y="477315"/>
                </a:lnTo>
                <a:close/>
                <a:lnTo>
                  <a:pt x="1251244" y="618530"/>
                </a:lnTo>
                <a:close/>
                <a:lnTo>
                  <a:pt x="1254223" y="474274"/>
                </a:lnTo>
                <a:close/>
                <a:lnTo>
                  <a:pt x="1255713" y="500328"/>
                </a:lnTo>
                <a:close/>
                <a:lnTo>
                  <a:pt x="1258692" y="905990"/>
                </a:lnTo>
                <a:close/>
                <a:lnTo>
                  <a:pt x="1260181" y="897366"/>
                </a:lnTo>
                <a:close/>
                <a:lnTo>
                  <a:pt x="1263161" y="640469"/>
                </a:lnTo>
                <a:close/>
                <a:lnTo>
                  <a:pt x="1264650" y="647645"/>
                </a:lnTo>
                <a:close/>
                <a:lnTo>
                  <a:pt x="1267629" y="579398"/>
                </a:lnTo>
                <a:close/>
                <a:lnTo>
                  <a:pt x="1269119" y="732003"/>
                </a:lnTo>
                <a:close/>
                <a:lnTo>
                  <a:pt x="1270608" y="732003"/>
                </a:lnTo>
                <a:close/>
                <a:lnTo>
                  <a:pt x="1273588" y="427349"/>
                </a:lnTo>
                <a:close/>
                <a:lnTo>
                  <a:pt x="1275077" y="505405"/>
                </a:lnTo>
                <a:close/>
                <a:lnTo>
                  <a:pt x="1276567" y="491069"/>
                </a:lnTo>
                <a:close/>
                <a:lnTo>
                  <a:pt x="1278056" y="511871"/>
                </a:lnTo>
                <a:close/>
                <a:lnTo>
                  <a:pt x="1279546" y="496612"/>
                </a:lnTo>
                <a:close/>
                <a:lnTo>
                  <a:pt x="1281035" y="602282"/>
                </a:lnTo>
                <a:close/>
                <a:lnTo>
                  <a:pt x="1286994" y="352471"/>
                </a:lnTo>
                <a:close/>
                <a:lnTo>
                  <a:pt x="1289973" y="637420"/>
                </a:lnTo>
                <a:close/>
                <a:lnTo>
                  <a:pt x="1292952" y="510725"/>
                </a:lnTo>
                <a:close/>
                <a:lnTo>
                  <a:pt x="1294442" y="554880"/>
                </a:lnTo>
                <a:close/>
                <a:lnTo>
                  <a:pt x="1295931" y="708923"/>
                </a:lnTo>
                <a:close/>
                <a:lnTo>
                  <a:pt x="1297421" y="665279"/>
                </a:lnTo>
                <a:close/>
                <a:lnTo>
                  <a:pt x="1298910" y="505955"/>
                </a:lnTo>
                <a:close/>
                <a:lnTo>
                  <a:pt x="1300400" y="742854"/>
                </a:lnTo>
                <a:close/>
                <a:lnTo>
                  <a:pt x="1303379" y="539410"/>
                </a:lnTo>
                <a:close/>
                <a:lnTo>
                  <a:pt x="1304869" y="690953"/>
                </a:lnTo>
                <a:close/>
                <a:lnTo>
                  <a:pt x="1306358" y="586041"/>
                </a:lnTo>
                <a:close/>
                <a:lnTo>
                  <a:pt x="1307848" y="612347"/>
                </a:lnTo>
                <a:close/>
                <a:lnTo>
                  <a:pt x="1310827" y="915347"/>
                </a:lnTo>
                <a:close/>
                <a:lnTo>
                  <a:pt x="1313806" y="627670"/>
                </a:lnTo>
                <a:close/>
                <a:lnTo>
                  <a:pt x="1316785" y="324798"/>
                </a:lnTo>
                <a:close/>
                <a:lnTo>
                  <a:pt x="1319764" y="722367"/>
                </a:lnTo>
                <a:close/>
                <a:lnTo>
                  <a:pt x="1321254" y="617578"/>
                </a:lnTo>
                <a:close/>
                <a:lnTo>
                  <a:pt x="1322744" y="635793"/>
                </a:lnTo>
                <a:close/>
                <a:lnTo>
                  <a:pt x="1324233" y="499443"/>
                </a:lnTo>
                <a:close/>
                <a:lnTo>
                  <a:pt x="1325723" y="520217"/>
                </a:lnTo>
                <a:close/>
                <a:lnTo>
                  <a:pt x="1327212" y="490721"/>
                </a:lnTo>
                <a:close/>
                <a:lnTo>
                  <a:pt x="1328702" y="413262"/>
                </a:lnTo>
                <a:close/>
                <a:lnTo>
                  <a:pt x="1330191" y="256424"/>
                </a:lnTo>
                <a:close/>
                <a:lnTo>
                  <a:pt x="1336150" y="906833"/>
                </a:lnTo>
                <a:close/>
                <a:lnTo>
                  <a:pt x="1339129" y="570207"/>
                </a:lnTo>
                <a:close/>
                <a:lnTo>
                  <a:pt x="1340619" y="649157"/>
                </a:lnTo>
                <a:close/>
                <a:lnTo>
                  <a:pt x="1342108" y="532968"/>
                </a:lnTo>
                <a:close/>
                <a:lnTo>
                  <a:pt x="1343598" y="206477"/>
                </a:lnTo>
                <a:close/>
                <a:lnTo>
                  <a:pt x="1345087" y="486983"/>
                </a:lnTo>
                <a:close/>
                <a:lnTo>
                  <a:pt x="1346577" y="265989"/>
                </a:lnTo>
                <a:close/>
                <a:lnTo>
                  <a:pt x="1348066" y="566915"/>
                </a:lnTo>
                <a:close/>
                <a:lnTo>
                  <a:pt x="1349556" y="582417"/>
                </a:lnTo>
                <a:close/>
                <a:lnTo>
                  <a:pt x="1352535" y="384462"/>
                </a:lnTo>
                <a:close/>
                <a:lnTo>
                  <a:pt x="1354025" y="581658"/>
                </a:lnTo>
                <a:close/>
                <a:lnTo>
                  <a:pt x="1355514" y="383544"/>
                </a:lnTo>
                <a:close/>
                <a:lnTo>
                  <a:pt x="1358493" y="581084"/>
                </a:lnTo>
                <a:close/>
                <a:lnTo>
                  <a:pt x="1359983" y="736967"/>
                </a:lnTo>
                <a:close/>
                <a:lnTo>
                  <a:pt x="1361473" y="644901"/>
                </a:lnTo>
                <a:close/>
                <a:lnTo>
                  <a:pt x="1364452" y="683303"/>
                </a:lnTo>
                <a:close/>
                <a:lnTo>
                  <a:pt x="1365941" y="666486"/>
                </a:lnTo>
                <a:close/>
                <a:lnTo>
                  <a:pt x="1367431" y="565085"/>
                </a:lnTo>
                <a:close/>
                <a:lnTo>
                  <a:pt x="1368920" y="632832"/>
                </a:lnTo>
                <a:close/>
                <a:lnTo>
                  <a:pt x="1370410" y="272292"/>
                </a:lnTo>
                <a:close/>
                <a:lnTo>
                  <a:pt x="1371900" y="272292"/>
                </a:lnTo>
                <a:close/>
                <a:lnTo>
                  <a:pt x="1373389" y="402945"/>
                </a:lnTo>
                <a:close/>
                <a:lnTo>
                  <a:pt x="1374879" y="397644"/>
                </a:lnTo>
                <a:close/>
                <a:lnTo>
                  <a:pt x="1376368" y="662975"/>
                </a:lnTo>
                <a:close/>
                <a:lnTo>
                  <a:pt x="1377858" y="565883"/>
                </a:lnTo>
                <a:close/>
                <a:lnTo>
                  <a:pt x="1379347" y="706506"/>
                </a:lnTo>
                <a:close/>
                <a:lnTo>
                  <a:pt x="1380837" y="700850"/>
                </a:lnTo>
                <a:close/>
                <a:lnTo>
                  <a:pt x="1382327" y="673200"/>
                </a:lnTo>
                <a:close/>
                <a:lnTo>
                  <a:pt x="1383816" y="531382"/>
                </a:lnTo>
                <a:close/>
                <a:lnTo>
                  <a:pt x="1385306" y="614455"/>
                </a:lnTo>
                <a:close/>
                <a:lnTo>
                  <a:pt x="1386795" y="602676"/>
                </a:lnTo>
                <a:close/>
                <a:lnTo>
                  <a:pt x="1388285" y="653907"/>
                </a:lnTo>
                <a:close/>
                <a:lnTo>
                  <a:pt x="1391264" y="166445"/>
                </a:lnTo>
                <a:close/>
                <a:lnTo>
                  <a:pt x="1400202" y="931026"/>
                </a:lnTo>
                <a:close/>
                <a:lnTo>
                  <a:pt x="1404670" y="544262"/>
                </a:lnTo>
                <a:close/>
                <a:lnTo>
                  <a:pt x="1406160" y="604976"/>
                </a:lnTo>
                <a:close/>
                <a:lnTo>
                  <a:pt x="1407649" y="905286"/>
                </a:lnTo>
                <a:close/>
                <a:lnTo>
                  <a:pt x="1409139" y="868994"/>
                </a:lnTo>
                <a:close/>
                <a:lnTo>
                  <a:pt x="1412118" y="253999"/>
                </a:lnTo>
                <a:close/>
                <a:lnTo>
                  <a:pt x="1413608" y="416247"/>
                </a:lnTo>
                <a:close/>
                <a:lnTo>
                  <a:pt x="1415097" y="208812"/>
                </a:lnTo>
                <a:close/>
                <a:lnTo>
                  <a:pt x="1418076" y="343004"/>
                </a:lnTo>
                <a:close/>
                <a:lnTo>
                  <a:pt x="1419566" y="433733"/>
                </a:lnTo>
                <a:close/>
                <a:lnTo>
                  <a:pt x="1421056" y="649449"/>
                </a:lnTo>
                <a:close/>
                <a:lnTo>
                  <a:pt x="1422545" y="630361"/>
                </a:lnTo>
                <a:close/>
                <a:lnTo>
                  <a:pt x="1424035" y="402271"/>
                </a:lnTo>
                <a:close/>
                <a:lnTo>
                  <a:pt x="1425524" y="604987"/>
                </a:lnTo>
                <a:close/>
                <a:lnTo>
                  <a:pt x="1427014" y="584909"/>
                </a:lnTo>
                <a:close/>
                <a:lnTo>
                  <a:pt x="1428504" y="705868"/>
                </a:lnTo>
                <a:close/>
                <a:lnTo>
                  <a:pt x="1429993" y="653533"/>
                </a:lnTo>
                <a:close/>
                <a:lnTo>
                  <a:pt x="1431483" y="703545"/>
                </a:lnTo>
                <a:close/>
                <a:lnTo>
                  <a:pt x="1432972" y="425014"/>
                </a:lnTo>
                <a:close/>
                <a:lnTo>
                  <a:pt x="1434462" y="736303"/>
                </a:lnTo>
                <a:close/>
                <a:lnTo>
                  <a:pt x="1435951" y="735637"/>
                </a:lnTo>
                <a:close/>
                <a:lnTo>
                  <a:pt x="1437441" y="537838"/>
                </a:lnTo>
                <a:close/>
                <a:lnTo>
                  <a:pt x="1438931" y="832900"/>
                </a:lnTo>
                <a:close/>
                <a:lnTo>
                  <a:pt x="1440420" y="328932"/>
                </a:lnTo>
                <a:close/>
                <a:lnTo>
                  <a:pt x="1443399" y="644552"/>
                </a:lnTo>
                <a:close/>
                <a:lnTo>
                  <a:pt x="1444889" y="372685"/>
                </a:lnTo>
                <a:close/>
                <a:lnTo>
                  <a:pt x="1447868" y="585538"/>
                </a:lnTo>
                <a:close/>
                <a:lnTo>
                  <a:pt x="1450847" y="220212"/>
                </a:lnTo>
                <a:close/>
                <a:lnTo>
                  <a:pt x="1453826" y="604754"/>
                </a:lnTo>
                <a:close/>
                <a:lnTo>
                  <a:pt x="1456805" y="650565"/>
                </a:lnTo>
                <a:close/>
                <a:lnTo>
                  <a:pt x="1458295" y="499800"/>
                </a:lnTo>
                <a:close/>
                <a:lnTo>
                  <a:pt x="1459785" y="523016"/>
                </a:lnTo>
                <a:close/>
                <a:lnTo>
                  <a:pt x="1462764" y="329761"/>
                </a:lnTo>
                <a:close/>
                <a:lnTo>
                  <a:pt x="1464253" y="401093"/>
                </a:lnTo>
                <a:close/>
                <a:lnTo>
                  <a:pt x="1465743" y="378751"/>
                </a:lnTo>
                <a:close/>
                <a:lnTo>
                  <a:pt x="1467232" y="264344"/>
                </a:lnTo>
                <a:close/>
                <a:lnTo>
                  <a:pt x="1470212" y="543321"/>
                </a:lnTo>
                <a:close/>
                <a:lnTo>
                  <a:pt x="1471701" y="542244"/>
                </a:lnTo>
                <a:close/>
                <a:lnTo>
                  <a:pt x="1474680" y="421294"/>
                </a:lnTo>
                <a:close/>
                <a:lnTo>
                  <a:pt x="1476170" y="419605"/>
                </a:lnTo>
                <a:close/>
                <a:lnTo>
                  <a:pt x="1479149" y="677292"/>
                </a:lnTo>
                <a:close/>
                <a:lnTo>
                  <a:pt x="1480639" y="650463"/>
                </a:lnTo>
                <a:close/>
                <a:lnTo>
                  <a:pt x="1482128" y="829241"/>
                </a:lnTo>
                <a:close/>
                <a:lnTo>
                  <a:pt x="1485107" y="604953"/>
                </a:lnTo>
                <a:close/>
                <a:lnTo>
                  <a:pt x="1488087" y="767297"/>
                </a:lnTo>
                <a:close/>
                <a:lnTo>
                  <a:pt x="1489576" y="790362"/>
                </a:lnTo>
                <a:close/>
                <a:lnTo>
                  <a:pt x="1491066" y="896270"/>
                </a:lnTo>
                <a:close/>
                <a:lnTo>
                  <a:pt x="1492555" y="717622"/>
                </a:lnTo>
                <a:close/>
                <a:lnTo>
                  <a:pt x="1494045" y="348924"/>
                </a:lnTo>
                <a:close/>
                <a:lnTo>
                  <a:pt x="1495534" y="557426"/>
                </a:lnTo>
                <a:close/>
                <a:lnTo>
                  <a:pt x="1497024" y="553351"/>
                </a:lnTo>
                <a:close/>
                <a:lnTo>
                  <a:pt x="1498514" y="903036"/>
                </a:lnTo>
                <a:close/>
                <a:lnTo>
                  <a:pt x="1500003" y="819642"/>
                </a:lnTo>
                <a:close/>
                <a:lnTo>
                  <a:pt x="1501493" y="877126"/>
                </a:lnTo>
                <a:close/>
                <a:lnTo>
                  <a:pt x="1504472" y="465666"/>
                </a:lnTo>
                <a:close/>
                <a:lnTo>
                  <a:pt x="1505961" y="516748"/>
                </a:lnTo>
                <a:close/>
                <a:lnTo>
                  <a:pt x="1507451" y="521232"/>
                </a:lnTo>
                <a:close/>
                <a:lnTo>
                  <a:pt x="1508941" y="366100"/>
                </a:lnTo>
                <a:close/>
                <a:lnTo>
                  <a:pt x="1510430" y="620380"/>
                </a:lnTo>
                <a:close/>
                <a:lnTo>
                  <a:pt x="1513409" y="188147"/>
                </a:lnTo>
                <a:close/>
                <a:lnTo>
                  <a:pt x="1516388" y="617570"/>
                </a:lnTo>
                <a:close/>
                <a:lnTo>
                  <a:pt x="1517878" y="640319"/>
                </a:lnTo>
                <a:close/>
                <a:lnTo>
                  <a:pt x="1519368" y="611313"/>
                </a:lnTo>
                <a:close/>
                <a:lnTo>
                  <a:pt x="1520857" y="802411"/>
                </a:lnTo>
                <a:close/>
                <a:lnTo>
                  <a:pt x="1522347" y="651408"/>
                </a:lnTo>
                <a:close/>
                <a:lnTo>
                  <a:pt x="1525326" y="800236"/>
                </a:lnTo>
                <a:close/>
                <a:lnTo>
                  <a:pt x="1526816" y="748110"/>
                </a:lnTo>
                <a:close/>
                <a:lnTo>
                  <a:pt x="1529795" y="766100"/>
                </a:lnTo>
                <a:close/>
                <a:lnTo>
                  <a:pt x="1531284" y="712526"/>
                </a:lnTo>
                <a:close/>
                <a:lnTo>
                  <a:pt x="1532774" y="852967"/>
                </a:lnTo>
                <a:close/>
                <a:lnTo>
                  <a:pt x="1534263" y="498502"/>
                </a:lnTo>
                <a:close/>
                <a:lnTo>
                  <a:pt x="1537243" y="519939"/>
                </a:lnTo>
                <a:close/>
                <a:lnTo>
                  <a:pt x="1538732" y="644503"/>
                </a:lnTo>
                <a:close/>
                <a:lnTo>
                  <a:pt x="1541711" y="502298"/>
                </a:lnTo>
                <a:close/>
                <a:lnTo>
                  <a:pt x="1543201" y="592766"/>
                </a:lnTo>
                <a:close/>
                <a:lnTo>
                  <a:pt x="1544690" y="489515"/>
                </a:lnTo>
                <a:close/>
                <a:lnTo>
                  <a:pt x="1547670" y="618473"/>
                </a:lnTo>
                <a:close/>
                <a:lnTo>
                  <a:pt x="1549159" y="471426"/>
                </a:lnTo>
                <a:close/>
                <a:lnTo>
                  <a:pt x="1550649" y="750919"/>
                </a:lnTo>
                <a:close/>
                <a:lnTo>
                  <a:pt x="1552138" y="491337"/>
                </a:lnTo>
                <a:close/>
                <a:lnTo>
                  <a:pt x="1553628" y="616760"/>
                </a:lnTo>
                <a:close/>
                <a:lnTo>
                  <a:pt x="1556607" y="358586"/>
                </a:lnTo>
                <a:close/>
                <a:lnTo>
                  <a:pt x="1558097" y="358586"/>
                </a:lnTo>
                <a:close/>
                <a:lnTo>
                  <a:pt x="1559586" y="316245"/>
                </a:lnTo>
                <a:close/>
                <a:lnTo>
                  <a:pt x="1561076" y="572947"/>
                </a:lnTo>
                <a:close/>
                <a:lnTo>
                  <a:pt x="1562565" y="470563"/>
                </a:lnTo>
                <a:close/>
                <a:lnTo>
                  <a:pt x="1567034" y="596335"/>
                </a:lnTo>
                <a:close/>
                <a:lnTo>
                  <a:pt x="1570013" y="424552"/>
                </a:lnTo>
                <a:close/>
                <a:lnTo>
                  <a:pt x="1571503" y="553093"/>
                </a:lnTo>
                <a:close/>
                <a:lnTo>
                  <a:pt x="1572992" y="404987"/>
                </a:lnTo>
                <a:close/>
                <a:lnTo>
                  <a:pt x="1574482" y="534170"/>
                </a:lnTo>
                <a:close/>
                <a:lnTo>
                  <a:pt x="1575972" y="345244"/>
                </a:lnTo>
                <a:close/>
                <a:lnTo>
                  <a:pt x="1578951" y="666650"/>
                </a:lnTo>
                <a:close/>
                <a:lnTo>
                  <a:pt x="1580440" y="590604"/>
                </a:lnTo>
                <a:close/>
                <a:lnTo>
                  <a:pt x="1581930" y="606572"/>
                </a:lnTo>
                <a:close/>
                <a:lnTo>
                  <a:pt x="1583419" y="747901"/>
                </a:lnTo>
                <a:close/>
                <a:lnTo>
                  <a:pt x="1584909" y="490670"/>
                </a:lnTo>
                <a:close/>
                <a:lnTo>
                  <a:pt x="1587888" y="574716"/>
                </a:lnTo>
                <a:close/>
                <a:lnTo>
                  <a:pt x="1590867" y="378366"/>
                </a:lnTo>
                <a:close/>
                <a:lnTo>
                  <a:pt x="1592357" y="528737"/>
                </a:lnTo>
                <a:close/>
                <a:lnTo>
                  <a:pt x="1593846" y="474809"/>
                </a:lnTo>
                <a:close/>
                <a:lnTo>
                  <a:pt x="1596826" y="828474"/>
                </a:lnTo>
                <a:close/>
                <a:lnTo>
                  <a:pt x="1598315" y="404482"/>
                </a:lnTo>
                <a:close/>
                <a:lnTo>
                  <a:pt x="1599805" y="773644"/>
                </a:lnTo>
                <a:close/>
                <a:lnTo>
                  <a:pt x="1601294" y="750959"/>
                </a:lnTo>
                <a:close/>
                <a:lnTo>
                  <a:pt x="1602784" y="789451"/>
                </a:lnTo>
                <a:close/>
                <a:lnTo>
                  <a:pt x="1604273" y="665499"/>
                </a:lnTo>
                <a:close/>
                <a:lnTo>
                  <a:pt x="1605763" y="708329"/>
                </a:lnTo>
                <a:close/>
                <a:lnTo>
                  <a:pt x="1607253" y="888754"/>
                </a:lnTo>
                <a:close/>
                <a:lnTo>
                  <a:pt x="1608742" y="813292"/>
                </a:lnTo>
                <a:close/>
                <a:lnTo>
                  <a:pt x="1611721" y="479501"/>
                </a:lnTo>
                <a:close/>
                <a:lnTo>
                  <a:pt x="1613211" y="469138"/>
                </a:lnTo>
                <a:close/>
                <a:lnTo>
                  <a:pt x="1614701" y="870184"/>
                </a:lnTo>
                <a:close/>
                <a:lnTo>
                  <a:pt x="1616190" y="585954"/>
                </a:lnTo>
                <a:close/>
                <a:lnTo>
                  <a:pt x="1619169" y="833913"/>
                </a:lnTo>
                <a:close/>
                <a:lnTo>
                  <a:pt x="1622148" y="696038"/>
                </a:lnTo>
                <a:close/>
                <a:lnTo>
                  <a:pt x="1623638" y="706217"/>
                </a:lnTo>
                <a:close/>
                <a:lnTo>
                  <a:pt x="1625128" y="699681"/>
                </a:lnTo>
                <a:close/>
                <a:lnTo>
                  <a:pt x="1628107" y="829894"/>
                </a:lnTo>
                <a:close/>
                <a:lnTo>
                  <a:pt x="1629596" y="795673"/>
                </a:lnTo>
                <a:close/>
                <a:lnTo>
                  <a:pt x="1631086" y="838663"/>
                </a:lnTo>
                <a:close/>
                <a:lnTo>
                  <a:pt x="1632575" y="752739"/>
                </a:lnTo>
                <a:close/>
                <a:lnTo>
                  <a:pt x="1634065" y="833158"/>
                </a:lnTo>
                <a:close/>
                <a:lnTo>
                  <a:pt x="1635555" y="609101"/>
                </a:lnTo>
                <a:close/>
                <a:lnTo>
                  <a:pt x="1638534" y="731137"/>
                </a:lnTo>
                <a:close/>
                <a:lnTo>
                  <a:pt x="1641513" y="478178"/>
                </a:lnTo>
                <a:close/>
                <a:lnTo>
                  <a:pt x="1643002" y="451030"/>
                </a:lnTo>
                <a:close/>
                <a:lnTo>
                  <a:pt x="1644492" y="472153"/>
                </a:lnTo>
                <a:close/>
                <a:lnTo>
                  <a:pt x="1645982" y="529319"/>
                </a:lnTo>
                <a:close/>
                <a:lnTo>
                  <a:pt x="1647471" y="273041"/>
                </a:lnTo>
                <a:close/>
                <a:lnTo>
                  <a:pt x="1650450" y="511503"/>
                </a:lnTo>
                <a:close/>
                <a:lnTo>
                  <a:pt x="1651940" y="544877"/>
                </a:lnTo>
                <a:close/>
                <a:lnTo>
                  <a:pt x="1653430" y="444586"/>
                </a:lnTo>
                <a:close/>
                <a:lnTo>
                  <a:pt x="1656409" y="71744"/>
                </a:lnTo>
                <a:close/>
                <a:lnTo>
                  <a:pt x="1660877" y="793041"/>
                </a:lnTo>
                <a:close/>
                <a:lnTo>
                  <a:pt x="1665346" y="277927"/>
                </a:lnTo>
                <a:close/>
                <a:lnTo>
                  <a:pt x="1669815" y="718481"/>
                </a:lnTo>
                <a:close/>
                <a:lnTo>
                  <a:pt x="1672794" y="515120"/>
                </a:lnTo>
                <a:close/>
                <a:lnTo>
                  <a:pt x="1674284" y="502974"/>
                </a:lnTo>
                <a:close/>
                <a:lnTo>
                  <a:pt x="1677263" y="281785"/>
                </a:lnTo>
                <a:close/>
                <a:lnTo>
                  <a:pt x="1680242" y="446963"/>
                </a:lnTo>
                <a:close/>
                <a:lnTo>
                  <a:pt x="1681731" y="346262"/>
                </a:lnTo>
                <a:close/>
                <a:lnTo>
                  <a:pt x="1683221" y="570193"/>
                </a:lnTo>
                <a:close/>
                <a:lnTo>
                  <a:pt x="1684711" y="481082"/>
                </a:lnTo>
                <a:close/>
                <a:lnTo>
                  <a:pt x="1687690" y="930617"/>
                </a:lnTo>
                <a:close/>
                <a:lnTo>
                  <a:pt x="1689179" y="544510"/>
                </a:lnTo>
                <a:close/>
                <a:lnTo>
                  <a:pt x="1690669" y="708510"/>
                </a:lnTo>
                <a:close/>
                <a:lnTo>
                  <a:pt x="1692158" y="592729"/>
                </a:lnTo>
                <a:close/>
                <a:lnTo>
                  <a:pt x="1695138" y="770015"/>
                </a:lnTo>
                <a:close/>
                <a:lnTo>
                  <a:pt x="1696627" y="428855"/>
                </a:lnTo>
                <a:close/>
                <a:lnTo>
                  <a:pt x="1698117" y="416574"/>
                </a:lnTo>
                <a:close/>
                <a:lnTo>
                  <a:pt x="1699606" y="461718"/>
                </a:lnTo>
                <a:close/>
                <a:lnTo>
                  <a:pt x="1701096" y="239069"/>
                </a:lnTo>
                <a:close/>
                <a:lnTo>
                  <a:pt x="1702586" y="273952"/>
                </a:lnTo>
                <a:close/>
                <a:lnTo>
                  <a:pt x="1704075" y="528460"/>
                </a:lnTo>
                <a:close/>
                <a:lnTo>
                  <a:pt x="1705565" y="378398"/>
                </a:lnTo>
                <a:close/>
                <a:lnTo>
                  <a:pt x="1708544" y="661002"/>
                </a:lnTo>
                <a:close/>
                <a:lnTo>
                  <a:pt x="1710033" y="399486"/>
                </a:lnTo>
                <a:close/>
                <a:lnTo>
                  <a:pt x="1711523" y="397596"/>
                </a:lnTo>
                <a:close/>
                <a:lnTo>
                  <a:pt x="1713013" y="442552"/>
                </a:lnTo>
                <a:close/>
                <a:lnTo>
                  <a:pt x="1714502" y="565355"/>
                </a:lnTo>
                <a:close/>
                <a:lnTo>
                  <a:pt x="1717481" y="324324"/>
                </a:lnTo>
                <a:close/>
                <a:lnTo>
                  <a:pt x="1721950" y="716069"/>
                </a:lnTo>
                <a:close/>
                <a:lnTo>
                  <a:pt x="1723440" y="627386"/>
                </a:lnTo>
                <a:close/>
                <a:lnTo>
                  <a:pt x="1724929" y="860203"/>
                </a:lnTo>
                <a:close/>
                <a:lnTo>
                  <a:pt x="1727908" y="546851"/>
                </a:lnTo>
                <a:close/>
                <a:lnTo>
                  <a:pt x="1729398" y="581711"/>
                </a:lnTo>
                <a:close/>
                <a:lnTo>
                  <a:pt x="1732377" y="471635"/>
                </a:lnTo>
                <a:close/>
                <a:lnTo>
                  <a:pt x="1733867" y="466602"/>
                </a:lnTo>
                <a:close/>
                <a:lnTo>
                  <a:pt x="1735356" y="466602"/>
                </a:lnTo>
                <a:close/>
                <a:lnTo>
                  <a:pt x="1739825" y="298739"/>
                </a:lnTo>
                <a:close/>
                <a:lnTo>
                  <a:pt x="1741315" y="489354"/>
                </a:lnTo>
                <a:close/>
                <a:lnTo>
                  <a:pt x="1742804" y="493418"/>
                </a:lnTo>
                <a:close/>
                <a:lnTo>
                  <a:pt x="1744294" y="417534"/>
                </a:lnTo>
                <a:close/>
                <a:lnTo>
                  <a:pt x="1745783" y="764796"/>
                </a:lnTo>
                <a:close/>
                <a:lnTo>
                  <a:pt x="1747273" y="641655"/>
                </a:lnTo>
                <a:close/>
                <a:lnTo>
                  <a:pt x="1750252" y="681923"/>
                </a:lnTo>
                <a:close/>
                <a:lnTo>
                  <a:pt x="1753231" y="381799"/>
                </a:lnTo>
                <a:close/>
                <a:lnTo>
                  <a:pt x="1754721" y="399798"/>
                </a:lnTo>
                <a:close/>
                <a:lnTo>
                  <a:pt x="1756210" y="396713"/>
                </a:lnTo>
                <a:close/>
                <a:lnTo>
                  <a:pt x="1757700" y="185978"/>
                </a:lnTo>
                <a:close/>
                <a:lnTo>
                  <a:pt x="1759189" y="217193"/>
                </a:lnTo>
                <a:close/>
                <a:lnTo>
                  <a:pt x="1760679" y="347665"/>
                </a:lnTo>
                <a:close/>
                <a:lnTo>
                  <a:pt x="1762169" y="307388"/>
                </a:lnTo>
                <a:close/>
                <a:lnTo>
                  <a:pt x="1763658" y="433542"/>
                </a:lnTo>
                <a:close/>
                <a:lnTo>
                  <a:pt x="1765148" y="378763"/>
                </a:lnTo>
                <a:close/>
                <a:lnTo>
                  <a:pt x="1769616" y="671030"/>
                </a:lnTo>
                <a:close/>
                <a:lnTo>
                  <a:pt x="1772596" y="438131"/>
                </a:lnTo>
                <a:close/>
                <a:lnTo>
                  <a:pt x="1774085" y="414558"/>
                </a:lnTo>
                <a:close/>
                <a:lnTo>
                  <a:pt x="1775575" y="276046"/>
                </a:lnTo>
                <a:close/>
                <a:lnTo>
                  <a:pt x="1778554" y="524971"/>
                </a:lnTo>
                <a:close/>
                <a:lnTo>
                  <a:pt x="1783023" y="192375"/>
                </a:lnTo>
                <a:close/>
                <a:lnTo>
                  <a:pt x="1784512" y="396080"/>
                </a:lnTo>
                <a:close/>
                <a:lnTo>
                  <a:pt x="1786002" y="351421"/>
                </a:lnTo>
                <a:close/>
                <a:lnTo>
                  <a:pt x="1786002" y="351421"/>
                </a:lnTo>
                <a:close/>
              </a:path>
            </a:pathLst>
          </a:custGeom>
          <a:noFill/>
          <a:ln w="7620">
            <a:solidFill>
              <a:srgbClr val="C0392B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5825691" y="1042416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5825691" y="2066544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6463075" y="736542"/>
            <a:ext cx="82042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1" i="0">
                <a:solidFill>
                  <a:srgbClr val="000000"/>
                </a:solidFill>
                <a:latin typeface="Arial"/>
              </a:rPr>
              <a:t>High stress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5825691" y="2578608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5914991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5886710" y="3670286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50" name="Freeform 249"/>
          <p:cNvSpPr/>
          <p:nvPr/>
        </p:nvSpPr>
        <p:spPr>
          <a:xfrm>
            <a:off x="6212906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6128062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252" name="Freeform 251"/>
          <p:cNvSpPr/>
          <p:nvPr/>
        </p:nvSpPr>
        <p:spPr>
          <a:xfrm>
            <a:off x="6510821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6425978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254" name="Freeform 253"/>
          <p:cNvSpPr/>
          <p:nvPr/>
        </p:nvSpPr>
        <p:spPr>
          <a:xfrm>
            <a:off x="6808737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6723893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256" name="Freeform 255"/>
          <p:cNvSpPr/>
          <p:nvPr/>
        </p:nvSpPr>
        <p:spPr>
          <a:xfrm>
            <a:off x="7106652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7021808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258" name="Freeform 257"/>
          <p:cNvSpPr/>
          <p:nvPr/>
        </p:nvSpPr>
        <p:spPr>
          <a:xfrm>
            <a:off x="7404567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7291442" y="3670286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260" name="Freeform 259"/>
          <p:cNvSpPr/>
          <p:nvPr/>
        </p:nvSpPr>
        <p:spPr>
          <a:xfrm>
            <a:off x="7702482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7589357" y="3670286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262" name="Freeform 261"/>
          <p:cNvSpPr/>
          <p:nvPr/>
        </p:nvSpPr>
        <p:spPr>
          <a:xfrm>
            <a:off x="5781241" y="333525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5595412" y="328012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264" name="Freeform 263"/>
          <p:cNvSpPr/>
          <p:nvPr/>
        </p:nvSpPr>
        <p:spPr>
          <a:xfrm>
            <a:off x="5781241" y="30096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5595412" y="2954552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1.1</a:t>
            </a:r>
          </a:p>
        </p:txBody>
      </p:sp>
      <p:sp>
        <p:nvSpPr>
          <p:cNvPr id="266" name="Freeform 265"/>
          <p:cNvSpPr/>
          <p:nvPr/>
        </p:nvSpPr>
        <p:spPr>
          <a:xfrm>
            <a:off x="5781241" y="268410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5595412" y="2628977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5825691" y="241350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1e−5</a:t>
            </a:r>
          </a:p>
        </p:txBody>
      </p:sp>
      <p:sp>
        <p:nvSpPr>
          <p:cNvPr id="269" name="Freeform 268"/>
          <p:cNvSpPr/>
          <p:nvPr/>
        </p:nvSpPr>
        <p:spPr>
          <a:xfrm>
            <a:off x="5914991" y="2625159"/>
            <a:ext cx="1786002" cy="931026"/>
          </a:xfrm>
          <a:custGeom>
            <a:avLst/>
            <a:gdLst/>
            <a:ahLst/>
            <a:cxnLst/>
            <a:rect l="l" t="t" r="r" b="b"/>
            <a:pathLst>
              <a:path w="1786002" h="931026">
                <a:moveTo>
                  <a:pt x="0" y="380995"/>
                </a:moveTo>
                <a:lnTo>
                  <a:pt x="1490" y="423484"/>
                </a:lnTo>
                <a:close/>
                <a:lnTo>
                  <a:pt x="2979" y="336555"/>
                </a:lnTo>
                <a:close/>
                <a:lnTo>
                  <a:pt x="4469" y="495270"/>
                </a:lnTo>
                <a:close/>
                <a:lnTo>
                  <a:pt x="7448" y="429444"/>
                </a:lnTo>
                <a:close/>
                <a:lnTo>
                  <a:pt x="10427" y="579062"/>
                </a:lnTo>
                <a:close/>
                <a:lnTo>
                  <a:pt x="13406" y="486042"/>
                </a:lnTo>
                <a:close/>
                <a:lnTo>
                  <a:pt x="14896" y="514689"/>
                </a:lnTo>
                <a:close/>
                <a:lnTo>
                  <a:pt x="17875" y="429901"/>
                </a:lnTo>
                <a:close/>
                <a:lnTo>
                  <a:pt x="19364" y="487156"/>
                </a:lnTo>
                <a:close/>
                <a:lnTo>
                  <a:pt x="22344" y="421160"/>
                </a:lnTo>
                <a:close/>
                <a:lnTo>
                  <a:pt x="23833" y="470354"/>
                </a:lnTo>
                <a:close/>
                <a:lnTo>
                  <a:pt x="26812" y="405342"/>
                </a:lnTo>
                <a:close/>
                <a:lnTo>
                  <a:pt x="29792" y="526147"/>
                </a:lnTo>
                <a:close/>
                <a:lnTo>
                  <a:pt x="32771" y="571723"/>
                </a:lnTo>
                <a:close/>
                <a:lnTo>
                  <a:pt x="34260" y="568892"/>
                </a:lnTo>
                <a:close/>
                <a:lnTo>
                  <a:pt x="37239" y="780666"/>
                </a:lnTo>
                <a:close/>
                <a:lnTo>
                  <a:pt x="38729" y="762550"/>
                </a:lnTo>
                <a:close/>
                <a:lnTo>
                  <a:pt x="40219" y="811594"/>
                </a:lnTo>
                <a:close/>
                <a:lnTo>
                  <a:pt x="41708" y="773735"/>
                </a:lnTo>
                <a:close/>
                <a:lnTo>
                  <a:pt x="43198" y="822656"/>
                </a:lnTo>
                <a:close/>
                <a:lnTo>
                  <a:pt x="44687" y="790241"/>
                </a:lnTo>
                <a:close/>
                <a:lnTo>
                  <a:pt x="46177" y="837430"/>
                </a:lnTo>
                <a:close/>
                <a:lnTo>
                  <a:pt x="47666" y="837189"/>
                </a:lnTo>
                <a:close/>
                <a:lnTo>
                  <a:pt x="49156" y="850121"/>
                </a:lnTo>
                <a:close/>
                <a:lnTo>
                  <a:pt x="50646" y="756875"/>
                </a:lnTo>
                <a:close/>
                <a:lnTo>
                  <a:pt x="52135" y="806428"/>
                </a:lnTo>
                <a:close/>
                <a:lnTo>
                  <a:pt x="55114" y="736459"/>
                </a:lnTo>
                <a:close/>
                <a:lnTo>
                  <a:pt x="56604" y="735916"/>
                </a:lnTo>
                <a:close/>
                <a:lnTo>
                  <a:pt x="58093" y="589499"/>
                </a:lnTo>
                <a:close/>
                <a:lnTo>
                  <a:pt x="61073" y="634855"/>
                </a:lnTo>
                <a:close/>
                <a:lnTo>
                  <a:pt x="62562" y="476754"/>
                </a:lnTo>
                <a:close/>
                <a:lnTo>
                  <a:pt x="64052" y="504509"/>
                </a:lnTo>
                <a:close/>
                <a:lnTo>
                  <a:pt x="65541" y="461697"/>
                </a:lnTo>
                <a:close/>
                <a:lnTo>
                  <a:pt x="67031" y="493643"/>
                </a:lnTo>
                <a:close/>
                <a:lnTo>
                  <a:pt x="70010" y="433685"/>
                </a:lnTo>
                <a:close/>
                <a:lnTo>
                  <a:pt x="72989" y="555007"/>
                </a:lnTo>
                <a:close/>
                <a:lnTo>
                  <a:pt x="74479" y="594883"/>
                </a:lnTo>
                <a:close/>
                <a:lnTo>
                  <a:pt x="75968" y="536514"/>
                </a:lnTo>
                <a:close/>
                <a:lnTo>
                  <a:pt x="77458" y="561521"/>
                </a:lnTo>
                <a:close/>
                <a:lnTo>
                  <a:pt x="78948" y="663397"/>
                </a:lnTo>
                <a:close/>
                <a:lnTo>
                  <a:pt x="81927" y="602748"/>
                </a:lnTo>
                <a:close/>
                <a:lnTo>
                  <a:pt x="84906" y="636433"/>
                </a:lnTo>
                <a:close/>
                <a:lnTo>
                  <a:pt x="89375" y="499661"/>
                </a:lnTo>
                <a:close/>
                <a:lnTo>
                  <a:pt x="90864" y="670607"/>
                </a:lnTo>
                <a:close/>
                <a:lnTo>
                  <a:pt x="92354" y="652761"/>
                </a:lnTo>
                <a:close/>
                <a:lnTo>
                  <a:pt x="93843" y="602042"/>
                </a:lnTo>
                <a:close/>
                <a:lnTo>
                  <a:pt x="96822" y="711588"/>
                </a:lnTo>
                <a:close/>
                <a:lnTo>
                  <a:pt x="98312" y="747216"/>
                </a:lnTo>
                <a:close/>
                <a:lnTo>
                  <a:pt x="99802" y="740912"/>
                </a:lnTo>
                <a:close/>
                <a:lnTo>
                  <a:pt x="101291" y="788672"/>
                </a:lnTo>
                <a:close/>
                <a:lnTo>
                  <a:pt x="102781" y="785844"/>
                </a:lnTo>
                <a:close/>
                <a:lnTo>
                  <a:pt x="107249" y="638720"/>
                </a:lnTo>
                <a:close/>
                <a:lnTo>
                  <a:pt x="108739" y="535043"/>
                </a:lnTo>
                <a:close/>
                <a:lnTo>
                  <a:pt x="111718" y="589593"/>
                </a:lnTo>
                <a:close/>
                <a:lnTo>
                  <a:pt x="114697" y="431518"/>
                </a:lnTo>
                <a:close/>
                <a:lnTo>
                  <a:pt x="117677" y="525129"/>
                </a:lnTo>
                <a:close/>
                <a:lnTo>
                  <a:pt x="119166" y="525673"/>
                </a:lnTo>
                <a:close/>
                <a:lnTo>
                  <a:pt x="120656" y="378650"/>
                </a:lnTo>
                <a:close/>
                <a:lnTo>
                  <a:pt x="122145" y="428210"/>
                </a:lnTo>
                <a:close/>
                <a:lnTo>
                  <a:pt x="123635" y="538994"/>
                </a:lnTo>
                <a:close/>
                <a:lnTo>
                  <a:pt x="126614" y="432128"/>
                </a:lnTo>
                <a:close/>
                <a:lnTo>
                  <a:pt x="128104" y="532764"/>
                </a:lnTo>
                <a:close/>
                <a:lnTo>
                  <a:pt x="131083" y="400280"/>
                </a:lnTo>
                <a:close/>
                <a:lnTo>
                  <a:pt x="132572" y="483590"/>
                </a:lnTo>
                <a:close/>
                <a:lnTo>
                  <a:pt x="134062" y="411583"/>
                </a:lnTo>
                <a:close/>
                <a:lnTo>
                  <a:pt x="135551" y="451814"/>
                </a:lnTo>
                <a:close/>
                <a:lnTo>
                  <a:pt x="137041" y="402741"/>
                </a:lnTo>
                <a:close/>
                <a:lnTo>
                  <a:pt x="140020" y="484440"/>
                </a:lnTo>
                <a:close/>
                <a:lnTo>
                  <a:pt x="141510" y="449870"/>
                </a:lnTo>
                <a:close/>
                <a:lnTo>
                  <a:pt x="144489" y="594145"/>
                </a:lnTo>
                <a:close/>
                <a:lnTo>
                  <a:pt x="147468" y="487971"/>
                </a:lnTo>
                <a:close/>
                <a:lnTo>
                  <a:pt x="148958" y="570225"/>
                </a:lnTo>
                <a:close/>
                <a:lnTo>
                  <a:pt x="150447" y="548890"/>
                </a:lnTo>
                <a:close/>
                <a:lnTo>
                  <a:pt x="153426" y="444168"/>
                </a:lnTo>
                <a:close/>
                <a:lnTo>
                  <a:pt x="154916" y="449980"/>
                </a:lnTo>
                <a:close/>
                <a:lnTo>
                  <a:pt x="156405" y="267673"/>
                </a:lnTo>
                <a:close/>
                <a:lnTo>
                  <a:pt x="159385" y="502910"/>
                </a:lnTo>
                <a:close/>
                <a:lnTo>
                  <a:pt x="162364" y="440921"/>
                </a:lnTo>
                <a:close/>
                <a:lnTo>
                  <a:pt x="165343" y="489624"/>
                </a:lnTo>
                <a:close/>
                <a:lnTo>
                  <a:pt x="166833" y="330290"/>
                </a:lnTo>
                <a:close/>
                <a:lnTo>
                  <a:pt x="168322" y="342042"/>
                </a:lnTo>
                <a:close/>
                <a:lnTo>
                  <a:pt x="169812" y="293823"/>
                </a:lnTo>
                <a:close/>
                <a:lnTo>
                  <a:pt x="171301" y="318430"/>
                </a:lnTo>
                <a:close/>
                <a:lnTo>
                  <a:pt x="172791" y="408193"/>
                </a:lnTo>
                <a:close/>
                <a:lnTo>
                  <a:pt x="174280" y="274057"/>
                </a:lnTo>
                <a:close/>
                <a:lnTo>
                  <a:pt x="175770" y="326639"/>
                </a:lnTo>
                <a:close/>
                <a:lnTo>
                  <a:pt x="178749" y="504414"/>
                </a:lnTo>
                <a:close/>
                <a:lnTo>
                  <a:pt x="180239" y="479640"/>
                </a:lnTo>
                <a:close/>
                <a:lnTo>
                  <a:pt x="181728" y="406274"/>
                </a:lnTo>
                <a:close/>
                <a:lnTo>
                  <a:pt x="184707" y="472315"/>
                </a:lnTo>
                <a:close/>
                <a:lnTo>
                  <a:pt x="186197" y="463302"/>
                </a:lnTo>
                <a:close/>
                <a:lnTo>
                  <a:pt x="187687" y="558690"/>
                </a:lnTo>
                <a:close/>
                <a:lnTo>
                  <a:pt x="189176" y="559417"/>
                </a:lnTo>
                <a:close/>
                <a:lnTo>
                  <a:pt x="190666" y="459171"/>
                </a:lnTo>
                <a:close/>
                <a:lnTo>
                  <a:pt x="192155" y="458120"/>
                </a:lnTo>
                <a:close/>
                <a:lnTo>
                  <a:pt x="193645" y="419549"/>
                </a:lnTo>
                <a:close/>
                <a:lnTo>
                  <a:pt x="195134" y="445935"/>
                </a:lnTo>
                <a:close/>
                <a:lnTo>
                  <a:pt x="196624" y="539696"/>
                </a:lnTo>
                <a:close/>
                <a:lnTo>
                  <a:pt x="198114" y="479385"/>
                </a:lnTo>
                <a:close/>
                <a:lnTo>
                  <a:pt x="201093" y="508932"/>
                </a:lnTo>
                <a:close/>
                <a:lnTo>
                  <a:pt x="207051" y="301216"/>
                </a:lnTo>
                <a:close/>
                <a:lnTo>
                  <a:pt x="210030" y="359741"/>
                </a:lnTo>
                <a:close/>
                <a:lnTo>
                  <a:pt x="211520" y="344978"/>
                </a:lnTo>
                <a:close/>
                <a:lnTo>
                  <a:pt x="213009" y="300357"/>
                </a:lnTo>
                <a:close/>
                <a:lnTo>
                  <a:pt x="214499" y="327832"/>
                </a:lnTo>
                <a:close/>
                <a:lnTo>
                  <a:pt x="215989" y="320455"/>
                </a:lnTo>
                <a:close/>
                <a:lnTo>
                  <a:pt x="220457" y="193260"/>
                </a:lnTo>
                <a:close/>
                <a:lnTo>
                  <a:pt x="223436" y="306532"/>
                </a:lnTo>
                <a:close/>
                <a:lnTo>
                  <a:pt x="227905" y="215880"/>
                </a:lnTo>
                <a:close/>
                <a:lnTo>
                  <a:pt x="229395" y="224473"/>
                </a:lnTo>
                <a:close/>
                <a:lnTo>
                  <a:pt x="230884" y="239174"/>
                </a:lnTo>
                <a:close/>
                <a:lnTo>
                  <a:pt x="232374" y="275811"/>
                </a:lnTo>
                <a:close/>
                <a:lnTo>
                  <a:pt x="233863" y="266163"/>
                </a:lnTo>
                <a:close/>
                <a:lnTo>
                  <a:pt x="238332" y="434810"/>
                </a:lnTo>
                <a:close/>
                <a:lnTo>
                  <a:pt x="239822" y="325351"/>
                </a:lnTo>
                <a:close/>
                <a:lnTo>
                  <a:pt x="241311" y="369623"/>
                </a:lnTo>
                <a:close/>
                <a:lnTo>
                  <a:pt x="242801" y="343775"/>
                </a:lnTo>
                <a:close/>
                <a:lnTo>
                  <a:pt x="244290" y="464046"/>
                </a:lnTo>
                <a:close/>
                <a:lnTo>
                  <a:pt x="245780" y="459453"/>
                </a:lnTo>
                <a:close/>
                <a:lnTo>
                  <a:pt x="247270" y="364976"/>
                </a:lnTo>
                <a:close/>
                <a:lnTo>
                  <a:pt x="248759" y="379550"/>
                </a:lnTo>
                <a:close/>
                <a:lnTo>
                  <a:pt x="250249" y="410068"/>
                </a:lnTo>
                <a:close/>
                <a:lnTo>
                  <a:pt x="251738" y="352498"/>
                </a:lnTo>
                <a:close/>
                <a:lnTo>
                  <a:pt x="253228" y="428001"/>
                </a:lnTo>
                <a:close/>
                <a:lnTo>
                  <a:pt x="256207" y="353904"/>
                </a:lnTo>
                <a:close/>
                <a:lnTo>
                  <a:pt x="259186" y="416961"/>
                </a:lnTo>
                <a:close/>
                <a:lnTo>
                  <a:pt x="262165" y="257718"/>
                </a:lnTo>
                <a:close/>
                <a:lnTo>
                  <a:pt x="263655" y="291296"/>
                </a:lnTo>
                <a:close/>
                <a:lnTo>
                  <a:pt x="265145" y="250465"/>
                </a:lnTo>
                <a:close/>
                <a:lnTo>
                  <a:pt x="266634" y="315905"/>
                </a:lnTo>
                <a:close/>
                <a:lnTo>
                  <a:pt x="268124" y="203030"/>
                </a:lnTo>
                <a:close/>
                <a:lnTo>
                  <a:pt x="269613" y="332566"/>
                </a:lnTo>
                <a:close/>
                <a:lnTo>
                  <a:pt x="272592" y="219136"/>
                </a:lnTo>
                <a:close/>
                <a:lnTo>
                  <a:pt x="275572" y="342290"/>
                </a:lnTo>
                <a:close/>
                <a:lnTo>
                  <a:pt x="277061" y="258747"/>
                </a:lnTo>
                <a:close/>
                <a:lnTo>
                  <a:pt x="278551" y="280039"/>
                </a:lnTo>
                <a:close/>
                <a:lnTo>
                  <a:pt x="280040" y="324059"/>
                </a:lnTo>
                <a:close/>
                <a:lnTo>
                  <a:pt x="281530" y="259914"/>
                </a:lnTo>
                <a:close/>
                <a:lnTo>
                  <a:pt x="285999" y="402687"/>
                </a:lnTo>
                <a:close/>
                <a:lnTo>
                  <a:pt x="287488" y="400401"/>
                </a:lnTo>
                <a:close/>
                <a:lnTo>
                  <a:pt x="288978" y="436129"/>
                </a:lnTo>
                <a:close/>
                <a:lnTo>
                  <a:pt x="290467" y="352705"/>
                </a:lnTo>
                <a:close/>
                <a:lnTo>
                  <a:pt x="293446" y="374823"/>
                </a:lnTo>
                <a:close/>
                <a:lnTo>
                  <a:pt x="296426" y="295683"/>
                </a:lnTo>
                <a:close/>
                <a:lnTo>
                  <a:pt x="297915" y="291161"/>
                </a:lnTo>
                <a:close/>
                <a:lnTo>
                  <a:pt x="299405" y="449287"/>
                </a:lnTo>
                <a:close/>
                <a:lnTo>
                  <a:pt x="300894" y="327234"/>
                </a:lnTo>
                <a:close/>
                <a:lnTo>
                  <a:pt x="303874" y="455610"/>
                </a:lnTo>
                <a:close/>
                <a:lnTo>
                  <a:pt x="305363" y="419626"/>
                </a:lnTo>
                <a:close/>
                <a:lnTo>
                  <a:pt x="306853" y="428130"/>
                </a:lnTo>
                <a:close/>
                <a:lnTo>
                  <a:pt x="308342" y="527194"/>
                </a:lnTo>
                <a:close/>
                <a:lnTo>
                  <a:pt x="309832" y="456943"/>
                </a:lnTo>
                <a:close/>
                <a:lnTo>
                  <a:pt x="312811" y="514789"/>
                </a:lnTo>
                <a:close/>
                <a:lnTo>
                  <a:pt x="315790" y="443187"/>
                </a:lnTo>
                <a:close/>
                <a:lnTo>
                  <a:pt x="318769" y="377333"/>
                </a:lnTo>
                <a:close/>
                <a:lnTo>
                  <a:pt x="320259" y="438060"/>
                </a:lnTo>
                <a:close/>
                <a:lnTo>
                  <a:pt x="321748" y="438969"/>
                </a:lnTo>
                <a:close/>
                <a:lnTo>
                  <a:pt x="324728" y="538871"/>
                </a:lnTo>
                <a:close/>
                <a:lnTo>
                  <a:pt x="326217" y="577442"/>
                </a:lnTo>
                <a:close/>
                <a:lnTo>
                  <a:pt x="329196" y="533399"/>
                </a:lnTo>
                <a:close/>
                <a:lnTo>
                  <a:pt x="330686" y="551933"/>
                </a:lnTo>
                <a:close/>
                <a:lnTo>
                  <a:pt x="332175" y="507294"/>
                </a:lnTo>
                <a:close/>
                <a:lnTo>
                  <a:pt x="333665" y="514347"/>
                </a:lnTo>
                <a:close/>
                <a:lnTo>
                  <a:pt x="335155" y="451812"/>
                </a:lnTo>
                <a:close/>
                <a:lnTo>
                  <a:pt x="338134" y="534417"/>
                </a:lnTo>
                <a:close/>
                <a:lnTo>
                  <a:pt x="339623" y="506375"/>
                </a:lnTo>
                <a:close/>
                <a:lnTo>
                  <a:pt x="341113" y="528232"/>
                </a:lnTo>
                <a:close/>
                <a:lnTo>
                  <a:pt x="342602" y="505697"/>
                </a:lnTo>
                <a:close/>
                <a:lnTo>
                  <a:pt x="344092" y="507095"/>
                </a:lnTo>
                <a:close/>
                <a:lnTo>
                  <a:pt x="347071" y="317037"/>
                </a:lnTo>
                <a:close/>
                <a:lnTo>
                  <a:pt x="350050" y="378515"/>
                </a:lnTo>
                <a:close/>
                <a:lnTo>
                  <a:pt x="351540" y="311720"/>
                </a:lnTo>
                <a:close/>
                <a:lnTo>
                  <a:pt x="354519" y="464961"/>
                </a:lnTo>
                <a:close/>
                <a:lnTo>
                  <a:pt x="357498" y="367255"/>
                </a:lnTo>
                <a:close/>
                <a:lnTo>
                  <a:pt x="358988" y="470110"/>
                </a:lnTo>
                <a:close/>
                <a:lnTo>
                  <a:pt x="360477" y="432355"/>
                </a:lnTo>
                <a:close/>
                <a:lnTo>
                  <a:pt x="361967" y="502223"/>
                </a:lnTo>
                <a:close/>
                <a:lnTo>
                  <a:pt x="363457" y="463687"/>
                </a:lnTo>
                <a:close/>
                <a:lnTo>
                  <a:pt x="364946" y="566987"/>
                </a:lnTo>
                <a:close/>
                <a:lnTo>
                  <a:pt x="366436" y="425751"/>
                </a:lnTo>
                <a:close/>
                <a:lnTo>
                  <a:pt x="367925" y="421366"/>
                </a:lnTo>
                <a:close/>
                <a:lnTo>
                  <a:pt x="369415" y="531779"/>
                </a:lnTo>
                <a:close/>
                <a:lnTo>
                  <a:pt x="372394" y="502690"/>
                </a:lnTo>
                <a:close/>
                <a:lnTo>
                  <a:pt x="375373" y="364698"/>
                </a:lnTo>
                <a:close/>
                <a:lnTo>
                  <a:pt x="376863" y="374117"/>
                </a:lnTo>
                <a:close/>
                <a:lnTo>
                  <a:pt x="378352" y="368814"/>
                </a:lnTo>
                <a:close/>
                <a:lnTo>
                  <a:pt x="381331" y="250960"/>
                </a:lnTo>
                <a:close/>
                <a:lnTo>
                  <a:pt x="382821" y="406277"/>
                </a:lnTo>
                <a:close/>
                <a:lnTo>
                  <a:pt x="384311" y="161476"/>
                </a:lnTo>
                <a:close/>
                <a:lnTo>
                  <a:pt x="385800" y="177028"/>
                </a:lnTo>
                <a:close/>
                <a:lnTo>
                  <a:pt x="387290" y="210585"/>
                </a:lnTo>
                <a:close/>
                <a:lnTo>
                  <a:pt x="388779" y="190323"/>
                </a:lnTo>
                <a:close/>
                <a:lnTo>
                  <a:pt x="390269" y="207095"/>
                </a:lnTo>
                <a:close/>
                <a:lnTo>
                  <a:pt x="393248" y="87319"/>
                </a:lnTo>
                <a:close/>
                <a:lnTo>
                  <a:pt x="396227" y="244358"/>
                </a:lnTo>
                <a:close/>
                <a:lnTo>
                  <a:pt x="397717" y="244961"/>
                </a:lnTo>
                <a:close/>
                <a:lnTo>
                  <a:pt x="400696" y="330437"/>
                </a:lnTo>
                <a:close/>
                <a:lnTo>
                  <a:pt x="403675" y="287745"/>
                </a:lnTo>
                <a:close/>
                <a:lnTo>
                  <a:pt x="406654" y="406275"/>
                </a:lnTo>
                <a:close/>
                <a:lnTo>
                  <a:pt x="408144" y="324801"/>
                </a:lnTo>
                <a:close/>
                <a:lnTo>
                  <a:pt x="409633" y="387962"/>
                </a:lnTo>
                <a:close/>
                <a:lnTo>
                  <a:pt x="412613" y="261262"/>
                </a:lnTo>
                <a:close/>
                <a:lnTo>
                  <a:pt x="415592" y="301476"/>
                </a:lnTo>
                <a:close/>
                <a:lnTo>
                  <a:pt x="418571" y="386874"/>
                </a:lnTo>
                <a:close/>
                <a:lnTo>
                  <a:pt x="420060" y="359711"/>
                </a:lnTo>
                <a:close/>
                <a:lnTo>
                  <a:pt x="421550" y="376348"/>
                </a:lnTo>
                <a:close/>
                <a:lnTo>
                  <a:pt x="424529" y="465892"/>
                </a:lnTo>
                <a:close/>
                <a:lnTo>
                  <a:pt x="426019" y="429318"/>
                </a:lnTo>
                <a:close/>
                <a:lnTo>
                  <a:pt x="427508" y="435888"/>
                </a:lnTo>
                <a:close/>
                <a:lnTo>
                  <a:pt x="430487" y="401726"/>
                </a:lnTo>
                <a:close/>
                <a:lnTo>
                  <a:pt x="431977" y="445879"/>
                </a:lnTo>
                <a:close/>
                <a:lnTo>
                  <a:pt x="433467" y="396631"/>
                </a:lnTo>
                <a:close/>
                <a:lnTo>
                  <a:pt x="434956" y="395628"/>
                </a:lnTo>
                <a:close/>
                <a:lnTo>
                  <a:pt x="436446" y="380024"/>
                </a:lnTo>
                <a:close/>
                <a:lnTo>
                  <a:pt x="439425" y="436335"/>
                </a:lnTo>
                <a:close/>
                <a:lnTo>
                  <a:pt x="440915" y="368557"/>
                </a:lnTo>
                <a:close/>
                <a:lnTo>
                  <a:pt x="443894" y="492294"/>
                </a:lnTo>
                <a:close/>
                <a:lnTo>
                  <a:pt x="445383" y="507895"/>
                </a:lnTo>
                <a:close/>
                <a:lnTo>
                  <a:pt x="446873" y="557054"/>
                </a:lnTo>
                <a:close/>
                <a:lnTo>
                  <a:pt x="449852" y="438820"/>
                </a:lnTo>
                <a:close/>
                <a:lnTo>
                  <a:pt x="451342" y="482015"/>
                </a:lnTo>
                <a:close/>
                <a:lnTo>
                  <a:pt x="455810" y="242178"/>
                </a:lnTo>
                <a:close/>
                <a:lnTo>
                  <a:pt x="458789" y="354847"/>
                </a:lnTo>
                <a:close/>
                <a:lnTo>
                  <a:pt x="461769" y="178343"/>
                </a:lnTo>
                <a:close/>
                <a:lnTo>
                  <a:pt x="463258" y="197786"/>
                </a:lnTo>
                <a:close/>
                <a:lnTo>
                  <a:pt x="464748" y="164879"/>
                </a:lnTo>
                <a:close/>
                <a:lnTo>
                  <a:pt x="469216" y="474829"/>
                </a:lnTo>
                <a:close/>
                <a:lnTo>
                  <a:pt x="472196" y="307833"/>
                </a:lnTo>
                <a:close/>
                <a:lnTo>
                  <a:pt x="473685" y="260692"/>
                </a:lnTo>
                <a:close/>
                <a:lnTo>
                  <a:pt x="475175" y="366397"/>
                </a:lnTo>
                <a:close/>
                <a:lnTo>
                  <a:pt x="478154" y="288526"/>
                </a:lnTo>
                <a:close/>
                <a:lnTo>
                  <a:pt x="479644" y="387070"/>
                </a:lnTo>
                <a:close/>
                <a:lnTo>
                  <a:pt x="481133" y="192992"/>
                </a:lnTo>
                <a:close/>
                <a:lnTo>
                  <a:pt x="482623" y="216152"/>
                </a:lnTo>
                <a:close/>
                <a:lnTo>
                  <a:pt x="484112" y="166623"/>
                </a:lnTo>
                <a:close/>
                <a:lnTo>
                  <a:pt x="487091" y="252533"/>
                </a:lnTo>
                <a:close/>
                <a:lnTo>
                  <a:pt x="488581" y="221353"/>
                </a:lnTo>
                <a:close/>
                <a:lnTo>
                  <a:pt x="491560" y="246982"/>
                </a:lnTo>
                <a:close/>
                <a:lnTo>
                  <a:pt x="494539" y="176760"/>
                </a:lnTo>
                <a:close/>
                <a:lnTo>
                  <a:pt x="496029" y="198508"/>
                </a:lnTo>
                <a:close/>
                <a:lnTo>
                  <a:pt x="497518" y="164893"/>
                </a:lnTo>
                <a:close/>
                <a:lnTo>
                  <a:pt x="500498" y="225898"/>
                </a:lnTo>
                <a:close/>
                <a:lnTo>
                  <a:pt x="501987" y="186867"/>
                </a:lnTo>
                <a:close/>
                <a:lnTo>
                  <a:pt x="503477" y="212951"/>
                </a:lnTo>
                <a:close/>
                <a:lnTo>
                  <a:pt x="506456" y="15661"/>
                </a:lnTo>
                <a:close/>
                <a:lnTo>
                  <a:pt x="509435" y="29774"/>
                </a:lnTo>
                <a:close/>
                <a:lnTo>
                  <a:pt x="510925" y="55657"/>
                </a:lnTo>
                <a:close/>
                <a:lnTo>
                  <a:pt x="512414" y="0"/>
                </a:lnTo>
                <a:close/>
                <a:lnTo>
                  <a:pt x="515393" y="263625"/>
                </a:lnTo>
                <a:close/>
                <a:lnTo>
                  <a:pt x="516883" y="187244"/>
                </a:lnTo>
                <a:close/>
                <a:lnTo>
                  <a:pt x="518372" y="205455"/>
                </a:lnTo>
                <a:close/>
                <a:lnTo>
                  <a:pt x="519862" y="201555"/>
                </a:lnTo>
                <a:close/>
                <a:lnTo>
                  <a:pt x="521352" y="129146"/>
                </a:lnTo>
                <a:close/>
                <a:lnTo>
                  <a:pt x="522841" y="128313"/>
                </a:lnTo>
                <a:close/>
                <a:lnTo>
                  <a:pt x="525820" y="236360"/>
                </a:lnTo>
                <a:close/>
                <a:lnTo>
                  <a:pt x="527310" y="190382"/>
                </a:lnTo>
                <a:close/>
                <a:lnTo>
                  <a:pt x="530289" y="350457"/>
                </a:lnTo>
                <a:close/>
                <a:lnTo>
                  <a:pt x="531779" y="384960"/>
                </a:lnTo>
                <a:close/>
                <a:lnTo>
                  <a:pt x="534758" y="256499"/>
                </a:lnTo>
                <a:close/>
                <a:lnTo>
                  <a:pt x="536247" y="256499"/>
                </a:lnTo>
                <a:close/>
                <a:lnTo>
                  <a:pt x="537737" y="240570"/>
                </a:lnTo>
                <a:close/>
                <a:lnTo>
                  <a:pt x="539227" y="252139"/>
                </a:lnTo>
                <a:close/>
                <a:lnTo>
                  <a:pt x="540716" y="221792"/>
                </a:lnTo>
                <a:close/>
                <a:lnTo>
                  <a:pt x="543695" y="301790"/>
                </a:lnTo>
                <a:close/>
                <a:lnTo>
                  <a:pt x="545185" y="316224"/>
                </a:lnTo>
                <a:close/>
                <a:lnTo>
                  <a:pt x="546674" y="305317"/>
                </a:lnTo>
                <a:close/>
                <a:lnTo>
                  <a:pt x="548164" y="401999"/>
                </a:lnTo>
                <a:close/>
                <a:lnTo>
                  <a:pt x="554122" y="320846"/>
                </a:lnTo>
                <a:close/>
                <a:lnTo>
                  <a:pt x="557101" y="356216"/>
                </a:lnTo>
                <a:close/>
                <a:lnTo>
                  <a:pt x="560081" y="377586"/>
                </a:lnTo>
                <a:close/>
                <a:lnTo>
                  <a:pt x="561570" y="407802"/>
                </a:lnTo>
                <a:close/>
                <a:lnTo>
                  <a:pt x="563060" y="347688"/>
                </a:lnTo>
                <a:close/>
                <a:lnTo>
                  <a:pt x="566039" y="438770"/>
                </a:lnTo>
                <a:close/>
                <a:lnTo>
                  <a:pt x="567528" y="441533"/>
                </a:lnTo>
                <a:close/>
                <a:lnTo>
                  <a:pt x="570508" y="484835"/>
                </a:lnTo>
                <a:close/>
                <a:lnTo>
                  <a:pt x="571997" y="463494"/>
                </a:lnTo>
                <a:close/>
                <a:lnTo>
                  <a:pt x="573487" y="364295"/>
                </a:lnTo>
                <a:close/>
                <a:lnTo>
                  <a:pt x="574976" y="468030"/>
                </a:lnTo>
                <a:close/>
                <a:lnTo>
                  <a:pt x="576466" y="441263"/>
                </a:lnTo>
                <a:close/>
                <a:lnTo>
                  <a:pt x="577956" y="444687"/>
                </a:lnTo>
                <a:close/>
                <a:lnTo>
                  <a:pt x="579445" y="516724"/>
                </a:lnTo>
                <a:close/>
                <a:lnTo>
                  <a:pt x="580935" y="510666"/>
                </a:lnTo>
                <a:close/>
                <a:lnTo>
                  <a:pt x="583914" y="496168"/>
                </a:lnTo>
                <a:close/>
                <a:lnTo>
                  <a:pt x="585403" y="516245"/>
                </a:lnTo>
                <a:close/>
                <a:lnTo>
                  <a:pt x="591362" y="417428"/>
                </a:lnTo>
                <a:close/>
                <a:lnTo>
                  <a:pt x="592851" y="471520"/>
                </a:lnTo>
                <a:close/>
                <a:lnTo>
                  <a:pt x="594341" y="415941"/>
                </a:lnTo>
                <a:close/>
                <a:lnTo>
                  <a:pt x="595830" y="431729"/>
                </a:lnTo>
                <a:close/>
                <a:lnTo>
                  <a:pt x="597320" y="519333"/>
                </a:lnTo>
                <a:close/>
                <a:lnTo>
                  <a:pt x="600299" y="464328"/>
                </a:lnTo>
                <a:close/>
                <a:lnTo>
                  <a:pt x="606257" y="581910"/>
                </a:lnTo>
                <a:close/>
                <a:lnTo>
                  <a:pt x="607747" y="532086"/>
                </a:lnTo>
                <a:close/>
                <a:lnTo>
                  <a:pt x="609237" y="562320"/>
                </a:lnTo>
                <a:close/>
                <a:lnTo>
                  <a:pt x="612216" y="419712"/>
                </a:lnTo>
                <a:close/>
                <a:lnTo>
                  <a:pt x="613705" y="442214"/>
                </a:lnTo>
                <a:close/>
                <a:lnTo>
                  <a:pt x="615195" y="623033"/>
                </a:lnTo>
                <a:close/>
                <a:lnTo>
                  <a:pt x="616685" y="587755"/>
                </a:lnTo>
                <a:close/>
                <a:lnTo>
                  <a:pt x="619664" y="700600"/>
                </a:lnTo>
                <a:close/>
                <a:lnTo>
                  <a:pt x="621153" y="715235"/>
                </a:lnTo>
                <a:close/>
                <a:lnTo>
                  <a:pt x="622643" y="715235"/>
                </a:lnTo>
                <a:close/>
                <a:lnTo>
                  <a:pt x="624132" y="608891"/>
                </a:lnTo>
                <a:close/>
                <a:lnTo>
                  <a:pt x="627112" y="655784"/>
                </a:lnTo>
                <a:close/>
                <a:lnTo>
                  <a:pt x="630091" y="482151"/>
                </a:lnTo>
                <a:close/>
                <a:lnTo>
                  <a:pt x="631580" y="622384"/>
                </a:lnTo>
                <a:close/>
                <a:lnTo>
                  <a:pt x="634559" y="452691"/>
                </a:lnTo>
                <a:close/>
                <a:lnTo>
                  <a:pt x="636049" y="528130"/>
                </a:lnTo>
                <a:close/>
                <a:lnTo>
                  <a:pt x="637539" y="520413"/>
                </a:lnTo>
                <a:close/>
                <a:lnTo>
                  <a:pt x="639028" y="539160"/>
                </a:lnTo>
                <a:close/>
                <a:lnTo>
                  <a:pt x="642007" y="501510"/>
                </a:lnTo>
                <a:close/>
                <a:lnTo>
                  <a:pt x="643497" y="543386"/>
                </a:lnTo>
                <a:close/>
                <a:lnTo>
                  <a:pt x="644986" y="646574"/>
                </a:lnTo>
                <a:close/>
                <a:lnTo>
                  <a:pt x="646476" y="583825"/>
                </a:lnTo>
                <a:close/>
                <a:lnTo>
                  <a:pt x="647966" y="586654"/>
                </a:lnTo>
                <a:close/>
                <a:lnTo>
                  <a:pt x="650945" y="509702"/>
                </a:lnTo>
                <a:close/>
                <a:lnTo>
                  <a:pt x="652434" y="553625"/>
                </a:lnTo>
                <a:close/>
                <a:lnTo>
                  <a:pt x="653924" y="479175"/>
                </a:lnTo>
                <a:close/>
                <a:lnTo>
                  <a:pt x="655413" y="504393"/>
                </a:lnTo>
                <a:close/>
                <a:lnTo>
                  <a:pt x="656903" y="581907"/>
                </a:lnTo>
                <a:close/>
                <a:lnTo>
                  <a:pt x="659882" y="548790"/>
                </a:lnTo>
                <a:close/>
                <a:lnTo>
                  <a:pt x="662861" y="641140"/>
                </a:lnTo>
                <a:close/>
                <a:lnTo>
                  <a:pt x="664351" y="494089"/>
                </a:lnTo>
                <a:close/>
                <a:lnTo>
                  <a:pt x="665841" y="531016"/>
                </a:lnTo>
                <a:close/>
                <a:lnTo>
                  <a:pt x="667330" y="531016"/>
                </a:lnTo>
                <a:close/>
                <a:lnTo>
                  <a:pt x="668820" y="469391"/>
                </a:lnTo>
                <a:close/>
                <a:lnTo>
                  <a:pt x="670309" y="528009"/>
                </a:lnTo>
                <a:close/>
                <a:lnTo>
                  <a:pt x="671799" y="440545"/>
                </a:lnTo>
                <a:close/>
                <a:lnTo>
                  <a:pt x="673288" y="439571"/>
                </a:lnTo>
                <a:close/>
                <a:lnTo>
                  <a:pt x="676268" y="376499"/>
                </a:lnTo>
                <a:close/>
                <a:lnTo>
                  <a:pt x="677757" y="433774"/>
                </a:lnTo>
                <a:close/>
                <a:lnTo>
                  <a:pt x="680736" y="346210"/>
                </a:lnTo>
                <a:close/>
                <a:lnTo>
                  <a:pt x="682226" y="385647"/>
                </a:lnTo>
                <a:close/>
                <a:lnTo>
                  <a:pt x="683715" y="370440"/>
                </a:lnTo>
                <a:close/>
                <a:lnTo>
                  <a:pt x="685205" y="370232"/>
                </a:lnTo>
                <a:close/>
                <a:lnTo>
                  <a:pt x="686695" y="335992"/>
                </a:lnTo>
                <a:close/>
                <a:lnTo>
                  <a:pt x="688184" y="388058"/>
                </a:lnTo>
                <a:close/>
                <a:lnTo>
                  <a:pt x="689674" y="382373"/>
                </a:lnTo>
                <a:close/>
                <a:lnTo>
                  <a:pt x="691163" y="421540"/>
                </a:lnTo>
                <a:close/>
                <a:lnTo>
                  <a:pt x="692653" y="419121"/>
                </a:lnTo>
                <a:close/>
                <a:lnTo>
                  <a:pt x="695632" y="360014"/>
                </a:lnTo>
                <a:close/>
                <a:lnTo>
                  <a:pt x="697122" y="417872"/>
                </a:lnTo>
                <a:close/>
                <a:lnTo>
                  <a:pt x="700101" y="336305"/>
                </a:lnTo>
                <a:close/>
                <a:lnTo>
                  <a:pt x="701590" y="416145"/>
                </a:lnTo>
                <a:close/>
                <a:lnTo>
                  <a:pt x="703080" y="406439"/>
                </a:lnTo>
                <a:close/>
                <a:lnTo>
                  <a:pt x="704569" y="429494"/>
                </a:lnTo>
                <a:close/>
                <a:lnTo>
                  <a:pt x="706059" y="485823"/>
                </a:lnTo>
                <a:close/>
                <a:lnTo>
                  <a:pt x="707549" y="440259"/>
                </a:lnTo>
                <a:close/>
                <a:lnTo>
                  <a:pt x="709038" y="441911"/>
                </a:lnTo>
                <a:close/>
                <a:lnTo>
                  <a:pt x="710528" y="466500"/>
                </a:lnTo>
                <a:close/>
                <a:lnTo>
                  <a:pt x="712017" y="425910"/>
                </a:lnTo>
                <a:close/>
                <a:lnTo>
                  <a:pt x="713507" y="469924"/>
                </a:lnTo>
                <a:close/>
                <a:lnTo>
                  <a:pt x="714997" y="456621"/>
                </a:lnTo>
                <a:close/>
                <a:lnTo>
                  <a:pt x="716486" y="496698"/>
                </a:lnTo>
                <a:close/>
                <a:lnTo>
                  <a:pt x="719465" y="464867"/>
                </a:lnTo>
                <a:close/>
                <a:lnTo>
                  <a:pt x="720955" y="452139"/>
                </a:lnTo>
                <a:close/>
                <a:lnTo>
                  <a:pt x="722444" y="403885"/>
                </a:lnTo>
                <a:close/>
                <a:lnTo>
                  <a:pt x="723934" y="480103"/>
                </a:lnTo>
                <a:close/>
                <a:lnTo>
                  <a:pt x="725424" y="354831"/>
                </a:lnTo>
                <a:close/>
                <a:lnTo>
                  <a:pt x="728403" y="434280"/>
                </a:lnTo>
                <a:close/>
                <a:lnTo>
                  <a:pt x="729892" y="345835"/>
                </a:lnTo>
                <a:close/>
                <a:lnTo>
                  <a:pt x="731382" y="347776"/>
                </a:lnTo>
                <a:close/>
                <a:lnTo>
                  <a:pt x="734361" y="390076"/>
                </a:lnTo>
                <a:close/>
                <a:lnTo>
                  <a:pt x="735851" y="326115"/>
                </a:lnTo>
                <a:close/>
                <a:lnTo>
                  <a:pt x="738830" y="515437"/>
                </a:lnTo>
                <a:close/>
                <a:lnTo>
                  <a:pt x="740319" y="430277"/>
                </a:lnTo>
                <a:close/>
                <a:lnTo>
                  <a:pt x="741809" y="438122"/>
                </a:lnTo>
                <a:close/>
                <a:lnTo>
                  <a:pt x="743298" y="391912"/>
                </a:lnTo>
                <a:close/>
                <a:lnTo>
                  <a:pt x="744788" y="472044"/>
                </a:lnTo>
                <a:close/>
                <a:lnTo>
                  <a:pt x="749257" y="336335"/>
                </a:lnTo>
                <a:close/>
                <a:lnTo>
                  <a:pt x="750746" y="344392"/>
                </a:lnTo>
                <a:close/>
                <a:lnTo>
                  <a:pt x="753726" y="297846"/>
                </a:lnTo>
                <a:close/>
                <a:lnTo>
                  <a:pt x="755215" y="322873"/>
                </a:lnTo>
                <a:close/>
                <a:lnTo>
                  <a:pt x="756705" y="293987"/>
                </a:lnTo>
                <a:close/>
                <a:lnTo>
                  <a:pt x="759684" y="356887"/>
                </a:lnTo>
                <a:close/>
                <a:lnTo>
                  <a:pt x="761173" y="357965"/>
                </a:lnTo>
                <a:close/>
                <a:lnTo>
                  <a:pt x="764153" y="535932"/>
                </a:lnTo>
                <a:close/>
                <a:lnTo>
                  <a:pt x="765642" y="465121"/>
                </a:lnTo>
                <a:close/>
                <a:lnTo>
                  <a:pt x="768621" y="587532"/>
                </a:lnTo>
                <a:close/>
                <a:lnTo>
                  <a:pt x="770111" y="626011"/>
                </a:lnTo>
                <a:close/>
                <a:lnTo>
                  <a:pt x="771600" y="523374"/>
                </a:lnTo>
                <a:close/>
                <a:lnTo>
                  <a:pt x="773090" y="647328"/>
                </a:lnTo>
                <a:close/>
                <a:lnTo>
                  <a:pt x="774580" y="491452"/>
                </a:lnTo>
                <a:close/>
                <a:lnTo>
                  <a:pt x="777559" y="659271"/>
                </a:lnTo>
                <a:close/>
                <a:lnTo>
                  <a:pt x="779048" y="573806"/>
                </a:lnTo>
                <a:close/>
                <a:lnTo>
                  <a:pt x="780538" y="596265"/>
                </a:lnTo>
                <a:close/>
                <a:lnTo>
                  <a:pt x="782027" y="561561"/>
                </a:lnTo>
                <a:close/>
                <a:lnTo>
                  <a:pt x="785007" y="593721"/>
                </a:lnTo>
                <a:close/>
                <a:lnTo>
                  <a:pt x="786496" y="536365"/>
                </a:lnTo>
                <a:close/>
                <a:lnTo>
                  <a:pt x="787986" y="597680"/>
                </a:lnTo>
                <a:close/>
                <a:lnTo>
                  <a:pt x="789475" y="543886"/>
                </a:lnTo>
                <a:close/>
                <a:lnTo>
                  <a:pt x="790965" y="556884"/>
                </a:lnTo>
                <a:close/>
                <a:lnTo>
                  <a:pt x="795434" y="756267"/>
                </a:lnTo>
                <a:close/>
                <a:lnTo>
                  <a:pt x="796923" y="749052"/>
                </a:lnTo>
                <a:close/>
                <a:lnTo>
                  <a:pt x="798413" y="729540"/>
                </a:lnTo>
                <a:close/>
                <a:lnTo>
                  <a:pt x="799902" y="742077"/>
                </a:lnTo>
                <a:close/>
                <a:lnTo>
                  <a:pt x="801392" y="735341"/>
                </a:lnTo>
                <a:close/>
                <a:lnTo>
                  <a:pt x="804371" y="753997"/>
                </a:lnTo>
                <a:close/>
                <a:lnTo>
                  <a:pt x="805861" y="707433"/>
                </a:lnTo>
                <a:close/>
                <a:lnTo>
                  <a:pt x="807350" y="722063"/>
                </a:lnTo>
                <a:close/>
                <a:lnTo>
                  <a:pt x="808840" y="678913"/>
                </a:lnTo>
                <a:close/>
                <a:lnTo>
                  <a:pt x="813309" y="836559"/>
                </a:lnTo>
                <a:close/>
                <a:lnTo>
                  <a:pt x="814798" y="788134"/>
                </a:lnTo>
                <a:close/>
                <a:lnTo>
                  <a:pt x="816288" y="840143"/>
                </a:lnTo>
                <a:close/>
                <a:lnTo>
                  <a:pt x="817777" y="749502"/>
                </a:lnTo>
                <a:close/>
                <a:lnTo>
                  <a:pt x="819267" y="774568"/>
                </a:lnTo>
                <a:close/>
                <a:lnTo>
                  <a:pt x="820756" y="731187"/>
                </a:lnTo>
                <a:close/>
                <a:lnTo>
                  <a:pt x="822246" y="730013"/>
                </a:lnTo>
                <a:close/>
                <a:lnTo>
                  <a:pt x="825225" y="668074"/>
                </a:lnTo>
                <a:close/>
                <a:lnTo>
                  <a:pt x="826715" y="640685"/>
                </a:lnTo>
                <a:close/>
                <a:lnTo>
                  <a:pt x="828204" y="651910"/>
                </a:lnTo>
                <a:close/>
                <a:lnTo>
                  <a:pt x="829694" y="613357"/>
                </a:lnTo>
                <a:close/>
                <a:lnTo>
                  <a:pt x="831183" y="733560"/>
                </a:lnTo>
                <a:close/>
                <a:lnTo>
                  <a:pt x="834163" y="658924"/>
                </a:lnTo>
                <a:close/>
                <a:lnTo>
                  <a:pt x="835652" y="677131"/>
                </a:lnTo>
                <a:close/>
                <a:lnTo>
                  <a:pt x="837142" y="652571"/>
                </a:lnTo>
                <a:close/>
                <a:lnTo>
                  <a:pt x="838631" y="687493"/>
                </a:lnTo>
                <a:close/>
                <a:lnTo>
                  <a:pt x="840121" y="612272"/>
                </a:lnTo>
                <a:close/>
                <a:lnTo>
                  <a:pt x="841611" y="681553"/>
                </a:lnTo>
                <a:close/>
                <a:lnTo>
                  <a:pt x="843100" y="651481"/>
                </a:lnTo>
                <a:close/>
                <a:lnTo>
                  <a:pt x="844590" y="534373"/>
                </a:lnTo>
                <a:close/>
                <a:lnTo>
                  <a:pt x="846079" y="531256"/>
                </a:lnTo>
                <a:close/>
                <a:lnTo>
                  <a:pt x="847569" y="470486"/>
                </a:lnTo>
                <a:close/>
                <a:lnTo>
                  <a:pt x="850548" y="468103"/>
                </a:lnTo>
                <a:close/>
                <a:lnTo>
                  <a:pt x="852038" y="552564"/>
                </a:lnTo>
                <a:close/>
                <a:lnTo>
                  <a:pt x="853527" y="542483"/>
                </a:lnTo>
                <a:close/>
                <a:lnTo>
                  <a:pt x="855017" y="491925"/>
                </a:lnTo>
                <a:close/>
                <a:lnTo>
                  <a:pt x="857996" y="558160"/>
                </a:lnTo>
                <a:close/>
                <a:lnTo>
                  <a:pt x="859485" y="535932"/>
                </a:lnTo>
                <a:close/>
                <a:lnTo>
                  <a:pt x="860975" y="535932"/>
                </a:lnTo>
                <a:close/>
                <a:lnTo>
                  <a:pt x="862465" y="611838"/>
                </a:lnTo>
                <a:close/>
                <a:lnTo>
                  <a:pt x="863954" y="521904"/>
                </a:lnTo>
                <a:close/>
                <a:lnTo>
                  <a:pt x="865444" y="660936"/>
                </a:lnTo>
                <a:close/>
                <a:lnTo>
                  <a:pt x="866933" y="656644"/>
                </a:lnTo>
                <a:close/>
                <a:lnTo>
                  <a:pt x="868423" y="554792"/>
                </a:lnTo>
                <a:close/>
                <a:lnTo>
                  <a:pt x="869912" y="625811"/>
                </a:lnTo>
                <a:close/>
                <a:lnTo>
                  <a:pt x="871402" y="570623"/>
                </a:lnTo>
                <a:close/>
                <a:lnTo>
                  <a:pt x="872892" y="627447"/>
                </a:lnTo>
                <a:close/>
                <a:lnTo>
                  <a:pt x="874381" y="508678"/>
                </a:lnTo>
                <a:close/>
                <a:lnTo>
                  <a:pt x="875871" y="578601"/>
                </a:lnTo>
                <a:close/>
                <a:lnTo>
                  <a:pt x="877360" y="432426"/>
                </a:lnTo>
                <a:close/>
                <a:lnTo>
                  <a:pt x="878850" y="432397"/>
                </a:lnTo>
                <a:close/>
                <a:lnTo>
                  <a:pt x="880339" y="445771"/>
                </a:lnTo>
                <a:close/>
                <a:lnTo>
                  <a:pt x="881829" y="412957"/>
                </a:lnTo>
                <a:close/>
                <a:lnTo>
                  <a:pt x="883319" y="478647"/>
                </a:lnTo>
                <a:close/>
                <a:lnTo>
                  <a:pt x="884808" y="451526"/>
                </a:lnTo>
                <a:close/>
                <a:lnTo>
                  <a:pt x="886298" y="542925"/>
                </a:lnTo>
                <a:close/>
                <a:lnTo>
                  <a:pt x="887787" y="506910"/>
                </a:lnTo>
                <a:close/>
                <a:lnTo>
                  <a:pt x="890767" y="609329"/>
                </a:lnTo>
                <a:close/>
                <a:lnTo>
                  <a:pt x="892256" y="568448"/>
                </a:lnTo>
                <a:close/>
                <a:lnTo>
                  <a:pt x="895235" y="601770"/>
                </a:lnTo>
                <a:close/>
                <a:lnTo>
                  <a:pt x="896725" y="695986"/>
                </a:lnTo>
                <a:close/>
                <a:lnTo>
                  <a:pt x="899704" y="511635"/>
                </a:lnTo>
                <a:close/>
                <a:lnTo>
                  <a:pt x="902683" y="644927"/>
                </a:lnTo>
                <a:close/>
                <a:lnTo>
                  <a:pt x="904173" y="615104"/>
                </a:lnTo>
                <a:close/>
                <a:lnTo>
                  <a:pt x="905662" y="655574"/>
                </a:lnTo>
                <a:close/>
                <a:lnTo>
                  <a:pt x="907152" y="576014"/>
                </a:lnTo>
                <a:close/>
                <a:lnTo>
                  <a:pt x="910131" y="645207"/>
                </a:lnTo>
                <a:close/>
                <a:lnTo>
                  <a:pt x="911621" y="585879"/>
                </a:lnTo>
                <a:close/>
                <a:lnTo>
                  <a:pt x="913110" y="587627"/>
                </a:lnTo>
                <a:close/>
                <a:lnTo>
                  <a:pt x="916089" y="533796"/>
                </a:lnTo>
                <a:close/>
                <a:lnTo>
                  <a:pt x="917579" y="472949"/>
                </a:lnTo>
                <a:close/>
                <a:lnTo>
                  <a:pt x="919068" y="572583"/>
                </a:lnTo>
                <a:close/>
                <a:lnTo>
                  <a:pt x="920558" y="441297"/>
                </a:lnTo>
                <a:close/>
                <a:lnTo>
                  <a:pt x="922048" y="463577"/>
                </a:lnTo>
                <a:close/>
                <a:lnTo>
                  <a:pt x="923537" y="452950"/>
                </a:lnTo>
                <a:close/>
                <a:lnTo>
                  <a:pt x="929496" y="583703"/>
                </a:lnTo>
                <a:close/>
                <a:lnTo>
                  <a:pt x="932475" y="535653"/>
                </a:lnTo>
                <a:close/>
                <a:lnTo>
                  <a:pt x="933964" y="540817"/>
                </a:lnTo>
                <a:close/>
                <a:lnTo>
                  <a:pt x="935454" y="443163"/>
                </a:lnTo>
                <a:close/>
                <a:lnTo>
                  <a:pt x="938433" y="554239"/>
                </a:lnTo>
                <a:close/>
                <a:lnTo>
                  <a:pt x="939923" y="555868"/>
                </a:lnTo>
                <a:close/>
                <a:lnTo>
                  <a:pt x="942902" y="490318"/>
                </a:lnTo>
                <a:close/>
                <a:lnTo>
                  <a:pt x="944391" y="610085"/>
                </a:lnTo>
                <a:close/>
                <a:lnTo>
                  <a:pt x="945881" y="599394"/>
                </a:lnTo>
                <a:close/>
                <a:lnTo>
                  <a:pt x="948860" y="450698"/>
                </a:lnTo>
                <a:close/>
                <a:lnTo>
                  <a:pt x="950350" y="461254"/>
                </a:lnTo>
                <a:close/>
                <a:lnTo>
                  <a:pt x="951839" y="455626"/>
                </a:lnTo>
                <a:close/>
                <a:lnTo>
                  <a:pt x="953329" y="613056"/>
                </a:lnTo>
                <a:close/>
                <a:lnTo>
                  <a:pt x="956308" y="533773"/>
                </a:lnTo>
                <a:close/>
                <a:lnTo>
                  <a:pt x="957797" y="403229"/>
                </a:lnTo>
                <a:close/>
                <a:lnTo>
                  <a:pt x="959287" y="421019"/>
                </a:lnTo>
                <a:close/>
                <a:lnTo>
                  <a:pt x="960777" y="466375"/>
                </a:lnTo>
                <a:close/>
                <a:lnTo>
                  <a:pt x="962266" y="448443"/>
                </a:lnTo>
                <a:close/>
                <a:lnTo>
                  <a:pt x="963756" y="336595"/>
                </a:lnTo>
                <a:close/>
                <a:lnTo>
                  <a:pt x="966735" y="427817"/>
                </a:lnTo>
                <a:close/>
                <a:lnTo>
                  <a:pt x="968224" y="446079"/>
                </a:lnTo>
                <a:close/>
                <a:lnTo>
                  <a:pt x="969714" y="429949"/>
                </a:lnTo>
                <a:close/>
                <a:lnTo>
                  <a:pt x="971204" y="365246"/>
                </a:lnTo>
                <a:close/>
                <a:lnTo>
                  <a:pt x="972693" y="464748"/>
                </a:lnTo>
                <a:close/>
                <a:lnTo>
                  <a:pt x="977162" y="336933"/>
                </a:lnTo>
                <a:close/>
                <a:lnTo>
                  <a:pt x="978652" y="348126"/>
                </a:lnTo>
                <a:close/>
                <a:lnTo>
                  <a:pt x="980141" y="406530"/>
                </a:lnTo>
                <a:close/>
                <a:lnTo>
                  <a:pt x="981631" y="381472"/>
                </a:lnTo>
                <a:close/>
                <a:lnTo>
                  <a:pt x="983120" y="309563"/>
                </a:lnTo>
                <a:close/>
                <a:lnTo>
                  <a:pt x="984610" y="341804"/>
                </a:lnTo>
                <a:close/>
                <a:lnTo>
                  <a:pt x="987589" y="257474"/>
                </a:lnTo>
                <a:close/>
                <a:lnTo>
                  <a:pt x="990568" y="433657"/>
                </a:lnTo>
                <a:close/>
                <a:lnTo>
                  <a:pt x="993547" y="277621"/>
                </a:lnTo>
                <a:close/>
                <a:lnTo>
                  <a:pt x="995037" y="421118"/>
                </a:lnTo>
                <a:close/>
                <a:lnTo>
                  <a:pt x="996526" y="403080"/>
                </a:lnTo>
                <a:close/>
                <a:lnTo>
                  <a:pt x="998016" y="306140"/>
                </a:lnTo>
                <a:close/>
                <a:lnTo>
                  <a:pt x="999506" y="358263"/>
                </a:lnTo>
                <a:close/>
                <a:lnTo>
                  <a:pt x="1000995" y="341963"/>
                </a:lnTo>
                <a:close/>
                <a:lnTo>
                  <a:pt x="1002485" y="274923"/>
                </a:lnTo>
                <a:close/>
                <a:lnTo>
                  <a:pt x="1003974" y="337064"/>
                </a:lnTo>
                <a:close/>
                <a:lnTo>
                  <a:pt x="1005464" y="320856"/>
                </a:lnTo>
                <a:close/>
                <a:lnTo>
                  <a:pt x="1009933" y="395857"/>
                </a:lnTo>
                <a:close/>
                <a:lnTo>
                  <a:pt x="1011422" y="389805"/>
                </a:lnTo>
                <a:close/>
                <a:lnTo>
                  <a:pt x="1015891" y="280133"/>
                </a:lnTo>
                <a:close/>
                <a:lnTo>
                  <a:pt x="1017380" y="290333"/>
                </a:lnTo>
                <a:close/>
                <a:lnTo>
                  <a:pt x="1018870" y="184824"/>
                </a:lnTo>
                <a:close/>
                <a:lnTo>
                  <a:pt x="1020360" y="201420"/>
                </a:lnTo>
                <a:close/>
                <a:lnTo>
                  <a:pt x="1021849" y="285283"/>
                </a:lnTo>
                <a:close/>
                <a:lnTo>
                  <a:pt x="1023339" y="280745"/>
                </a:lnTo>
                <a:close/>
                <a:lnTo>
                  <a:pt x="1024828" y="297432"/>
                </a:lnTo>
                <a:close/>
                <a:lnTo>
                  <a:pt x="1026318" y="342618"/>
                </a:lnTo>
                <a:close/>
                <a:lnTo>
                  <a:pt x="1029297" y="264783"/>
                </a:lnTo>
                <a:close/>
                <a:lnTo>
                  <a:pt x="1030787" y="282398"/>
                </a:lnTo>
                <a:close/>
                <a:lnTo>
                  <a:pt x="1033766" y="361424"/>
                </a:lnTo>
                <a:close/>
                <a:lnTo>
                  <a:pt x="1035255" y="324324"/>
                </a:lnTo>
                <a:close/>
                <a:lnTo>
                  <a:pt x="1038235" y="435352"/>
                </a:lnTo>
                <a:close/>
                <a:lnTo>
                  <a:pt x="1039724" y="396906"/>
                </a:lnTo>
                <a:close/>
                <a:lnTo>
                  <a:pt x="1045682" y="584188"/>
                </a:lnTo>
                <a:close/>
                <a:lnTo>
                  <a:pt x="1047172" y="600562"/>
                </a:lnTo>
                <a:close/>
                <a:lnTo>
                  <a:pt x="1050151" y="511097"/>
                </a:lnTo>
                <a:close/>
                <a:lnTo>
                  <a:pt x="1054620" y="538162"/>
                </a:lnTo>
                <a:close/>
                <a:lnTo>
                  <a:pt x="1057599" y="585947"/>
                </a:lnTo>
                <a:close/>
                <a:lnTo>
                  <a:pt x="1060578" y="532399"/>
                </a:lnTo>
                <a:close/>
                <a:lnTo>
                  <a:pt x="1062068" y="645625"/>
                </a:lnTo>
                <a:close/>
                <a:lnTo>
                  <a:pt x="1065047" y="476663"/>
                </a:lnTo>
                <a:close/>
                <a:lnTo>
                  <a:pt x="1066537" y="433675"/>
                </a:lnTo>
                <a:close/>
                <a:lnTo>
                  <a:pt x="1068026" y="310564"/>
                </a:lnTo>
                <a:close/>
                <a:lnTo>
                  <a:pt x="1071005" y="480331"/>
                </a:lnTo>
                <a:close/>
                <a:lnTo>
                  <a:pt x="1072495" y="248069"/>
                </a:lnTo>
                <a:close/>
                <a:lnTo>
                  <a:pt x="1075474" y="422413"/>
                </a:lnTo>
                <a:close/>
                <a:lnTo>
                  <a:pt x="1076964" y="382647"/>
                </a:lnTo>
                <a:close/>
                <a:lnTo>
                  <a:pt x="1078453" y="408155"/>
                </a:lnTo>
                <a:close/>
                <a:lnTo>
                  <a:pt x="1081432" y="305298"/>
                </a:lnTo>
                <a:close/>
                <a:lnTo>
                  <a:pt x="1082922" y="308664"/>
                </a:lnTo>
                <a:close/>
                <a:lnTo>
                  <a:pt x="1084411" y="332602"/>
                </a:lnTo>
                <a:close/>
                <a:lnTo>
                  <a:pt x="1085901" y="383884"/>
                </a:lnTo>
                <a:close/>
                <a:lnTo>
                  <a:pt x="1088880" y="282229"/>
                </a:lnTo>
                <a:close/>
                <a:lnTo>
                  <a:pt x="1090370" y="371968"/>
                </a:lnTo>
                <a:close/>
                <a:lnTo>
                  <a:pt x="1093349" y="240359"/>
                </a:lnTo>
                <a:close/>
                <a:lnTo>
                  <a:pt x="1097818" y="413182"/>
                </a:lnTo>
                <a:close/>
                <a:lnTo>
                  <a:pt x="1099307" y="384399"/>
                </a:lnTo>
                <a:close/>
                <a:lnTo>
                  <a:pt x="1100797" y="404908"/>
                </a:lnTo>
                <a:close/>
                <a:lnTo>
                  <a:pt x="1102286" y="453945"/>
                </a:lnTo>
                <a:close/>
                <a:lnTo>
                  <a:pt x="1103776" y="443205"/>
                </a:lnTo>
                <a:close/>
                <a:lnTo>
                  <a:pt x="1105265" y="529063"/>
                </a:lnTo>
                <a:close/>
                <a:lnTo>
                  <a:pt x="1106755" y="477905"/>
                </a:lnTo>
                <a:close/>
                <a:lnTo>
                  <a:pt x="1111224" y="594537"/>
                </a:lnTo>
                <a:close/>
                <a:lnTo>
                  <a:pt x="1112713" y="549244"/>
                </a:lnTo>
                <a:close/>
                <a:lnTo>
                  <a:pt x="1115693" y="557648"/>
                </a:lnTo>
                <a:close/>
                <a:lnTo>
                  <a:pt x="1117182" y="487979"/>
                </a:lnTo>
                <a:close/>
                <a:lnTo>
                  <a:pt x="1118672" y="605015"/>
                </a:lnTo>
                <a:close/>
                <a:lnTo>
                  <a:pt x="1120161" y="562816"/>
                </a:lnTo>
                <a:close/>
                <a:lnTo>
                  <a:pt x="1121651" y="583633"/>
                </a:lnTo>
                <a:close/>
                <a:lnTo>
                  <a:pt x="1123140" y="558116"/>
                </a:lnTo>
                <a:close/>
                <a:lnTo>
                  <a:pt x="1124630" y="503003"/>
                </a:lnTo>
                <a:close/>
                <a:lnTo>
                  <a:pt x="1126120" y="529607"/>
                </a:lnTo>
                <a:close/>
                <a:lnTo>
                  <a:pt x="1130588" y="732853"/>
                </a:lnTo>
                <a:close/>
                <a:lnTo>
                  <a:pt x="1133567" y="555842"/>
                </a:lnTo>
                <a:close/>
                <a:lnTo>
                  <a:pt x="1135057" y="607091"/>
                </a:lnTo>
                <a:close/>
                <a:lnTo>
                  <a:pt x="1138036" y="504703"/>
                </a:lnTo>
                <a:close/>
                <a:lnTo>
                  <a:pt x="1141015" y="732297"/>
                </a:lnTo>
                <a:close/>
                <a:lnTo>
                  <a:pt x="1143994" y="595557"/>
                </a:lnTo>
                <a:close/>
                <a:lnTo>
                  <a:pt x="1145484" y="629652"/>
                </a:lnTo>
                <a:close/>
                <a:lnTo>
                  <a:pt x="1148463" y="743694"/>
                </a:lnTo>
                <a:close/>
                <a:lnTo>
                  <a:pt x="1151442" y="693234"/>
                </a:lnTo>
                <a:close/>
                <a:lnTo>
                  <a:pt x="1152932" y="684734"/>
                </a:lnTo>
                <a:close/>
                <a:lnTo>
                  <a:pt x="1155911" y="591972"/>
                </a:lnTo>
                <a:close/>
                <a:lnTo>
                  <a:pt x="1161869" y="680360"/>
                </a:lnTo>
                <a:close/>
                <a:lnTo>
                  <a:pt x="1164849" y="802533"/>
                </a:lnTo>
                <a:close/>
                <a:lnTo>
                  <a:pt x="1167828" y="767301"/>
                </a:lnTo>
                <a:close/>
                <a:lnTo>
                  <a:pt x="1169317" y="761649"/>
                </a:lnTo>
                <a:close/>
                <a:lnTo>
                  <a:pt x="1172296" y="701015"/>
                </a:lnTo>
                <a:close/>
                <a:lnTo>
                  <a:pt x="1173786" y="708062"/>
                </a:lnTo>
                <a:close/>
                <a:lnTo>
                  <a:pt x="1175276" y="776826"/>
                </a:lnTo>
                <a:close/>
                <a:lnTo>
                  <a:pt x="1178255" y="745745"/>
                </a:lnTo>
                <a:close/>
                <a:lnTo>
                  <a:pt x="1179744" y="679469"/>
                </a:lnTo>
                <a:close/>
                <a:lnTo>
                  <a:pt x="1182723" y="788708"/>
                </a:lnTo>
                <a:close/>
                <a:lnTo>
                  <a:pt x="1184213" y="718189"/>
                </a:lnTo>
                <a:close/>
                <a:lnTo>
                  <a:pt x="1187192" y="768219"/>
                </a:lnTo>
                <a:close/>
                <a:lnTo>
                  <a:pt x="1188682" y="681828"/>
                </a:lnTo>
                <a:close/>
                <a:lnTo>
                  <a:pt x="1190171" y="725096"/>
                </a:lnTo>
                <a:close/>
                <a:lnTo>
                  <a:pt x="1193150" y="593535"/>
                </a:lnTo>
                <a:close/>
                <a:lnTo>
                  <a:pt x="1194640" y="619853"/>
                </a:lnTo>
                <a:close/>
                <a:lnTo>
                  <a:pt x="1196130" y="618214"/>
                </a:lnTo>
                <a:close/>
                <a:lnTo>
                  <a:pt x="1197619" y="596243"/>
                </a:lnTo>
                <a:close/>
                <a:lnTo>
                  <a:pt x="1199109" y="617960"/>
                </a:lnTo>
                <a:close/>
                <a:lnTo>
                  <a:pt x="1200598" y="663517"/>
                </a:lnTo>
                <a:close/>
                <a:lnTo>
                  <a:pt x="1202088" y="637044"/>
                </a:lnTo>
                <a:close/>
                <a:lnTo>
                  <a:pt x="1203578" y="670833"/>
                </a:lnTo>
                <a:close/>
                <a:lnTo>
                  <a:pt x="1208046" y="531854"/>
                </a:lnTo>
                <a:close/>
                <a:lnTo>
                  <a:pt x="1209536" y="562994"/>
                </a:lnTo>
                <a:close/>
                <a:lnTo>
                  <a:pt x="1211025" y="518342"/>
                </a:lnTo>
                <a:close/>
                <a:lnTo>
                  <a:pt x="1212515" y="426530"/>
                </a:lnTo>
                <a:close/>
                <a:lnTo>
                  <a:pt x="1214005" y="456418"/>
                </a:lnTo>
                <a:close/>
                <a:lnTo>
                  <a:pt x="1216984" y="428543"/>
                </a:lnTo>
                <a:close/>
                <a:lnTo>
                  <a:pt x="1218473" y="355562"/>
                </a:lnTo>
                <a:close/>
                <a:lnTo>
                  <a:pt x="1219963" y="377869"/>
                </a:lnTo>
                <a:close/>
                <a:lnTo>
                  <a:pt x="1221452" y="326957"/>
                </a:lnTo>
                <a:close/>
                <a:lnTo>
                  <a:pt x="1222942" y="458388"/>
                </a:lnTo>
                <a:close/>
                <a:lnTo>
                  <a:pt x="1224432" y="424181"/>
                </a:lnTo>
                <a:close/>
                <a:lnTo>
                  <a:pt x="1225921" y="435124"/>
                </a:lnTo>
                <a:close/>
                <a:lnTo>
                  <a:pt x="1227411" y="359348"/>
                </a:lnTo>
                <a:close/>
                <a:lnTo>
                  <a:pt x="1230390" y="498483"/>
                </a:lnTo>
                <a:close/>
                <a:lnTo>
                  <a:pt x="1231879" y="467322"/>
                </a:lnTo>
                <a:close/>
                <a:lnTo>
                  <a:pt x="1233369" y="484239"/>
                </a:lnTo>
                <a:close/>
                <a:lnTo>
                  <a:pt x="1236348" y="602018"/>
                </a:lnTo>
                <a:close/>
                <a:lnTo>
                  <a:pt x="1237838" y="575549"/>
                </a:lnTo>
                <a:close/>
                <a:lnTo>
                  <a:pt x="1240817" y="361425"/>
                </a:lnTo>
                <a:close/>
                <a:lnTo>
                  <a:pt x="1242306" y="387406"/>
                </a:lnTo>
                <a:close/>
                <a:lnTo>
                  <a:pt x="1243796" y="430893"/>
                </a:lnTo>
                <a:close/>
                <a:lnTo>
                  <a:pt x="1245286" y="415659"/>
                </a:lnTo>
                <a:close/>
                <a:lnTo>
                  <a:pt x="1248265" y="494009"/>
                </a:lnTo>
                <a:close/>
                <a:lnTo>
                  <a:pt x="1249754" y="468769"/>
                </a:lnTo>
                <a:close/>
                <a:lnTo>
                  <a:pt x="1251244" y="502666"/>
                </a:lnTo>
                <a:close/>
                <a:lnTo>
                  <a:pt x="1255713" y="469515"/>
                </a:lnTo>
                <a:close/>
                <a:lnTo>
                  <a:pt x="1257202" y="372708"/>
                </a:lnTo>
                <a:close/>
                <a:lnTo>
                  <a:pt x="1260181" y="556292"/>
                </a:lnTo>
                <a:close/>
                <a:lnTo>
                  <a:pt x="1261671" y="450670"/>
                </a:lnTo>
                <a:close/>
                <a:lnTo>
                  <a:pt x="1266140" y="577988"/>
                </a:lnTo>
                <a:close/>
                <a:lnTo>
                  <a:pt x="1269119" y="514888"/>
                </a:lnTo>
                <a:close/>
                <a:lnTo>
                  <a:pt x="1270608" y="514888"/>
                </a:lnTo>
                <a:close/>
                <a:lnTo>
                  <a:pt x="1273588" y="358755"/>
                </a:lnTo>
                <a:close/>
                <a:lnTo>
                  <a:pt x="1275077" y="516325"/>
                </a:lnTo>
                <a:close/>
                <a:lnTo>
                  <a:pt x="1278056" y="373614"/>
                </a:lnTo>
                <a:close/>
                <a:lnTo>
                  <a:pt x="1279546" y="414008"/>
                </a:lnTo>
                <a:close/>
                <a:lnTo>
                  <a:pt x="1284015" y="329233"/>
                </a:lnTo>
                <a:close/>
                <a:lnTo>
                  <a:pt x="1285504" y="336379"/>
                </a:lnTo>
                <a:close/>
                <a:lnTo>
                  <a:pt x="1288483" y="404031"/>
                </a:lnTo>
                <a:close/>
                <a:lnTo>
                  <a:pt x="1289973" y="369625"/>
                </a:lnTo>
                <a:close/>
                <a:lnTo>
                  <a:pt x="1291463" y="506491"/>
                </a:lnTo>
                <a:close/>
                <a:lnTo>
                  <a:pt x="1292952" y="428043"/>
                </a:lnTo>
                <a:close/>
                <a:lnTo>
                  <a:pt x="1295931" y="539531"/>
                </a:lnTo>
                <a:close/>
                <a:lnTo>
                  <a:pt x="1297421" y="573737"/>
                </a:lnTo>
                <a:close/>
                <a:lnTo>
                  <a:pt x="1298910" y="566645"/>
                </a:lnTo>
                <a:close/>
                <a:lnTo>
                  <a:pt x="1301890" y="652992"/>
                </a:lnTo>
                <a:close/>
                <a:lnTo>
                  <a:pt x="1303379" y="651513"/>
                </a:lnTo>
                <a:close/>
                <a:lnTo>
                  <a:pt x="1306358" y="489314"/>
                </a:lnTo>
                <a:close/>
                <a:lnTo>
                  <a:pt x="1307848" y="573806"/>
                </a:lnTo>
                <a:close/>
                <a:lnTo>
                  <a:pt x="1309337" y="519255"/>
                </a:lnTo>
                <a:close/>
                <a:lnTo>
                  <a:pt x="1310827" y="594139"/>
                </a:lnTo>
                <a:close/>
                <a:lnTo>
                  <a:pt x="1312317" y="480481"/>
                </a:lnTo>
                <a:close/>
                <a:lnTo>
                  <a:pt x="1313806" y="489266"/>
                </a:lnTo>
                <a:close/>
                <a:lnTo>
                  <a:pt x="1315296" y="413553"/>
                </a:lnTo>
                <a:close/>
                <a:lnTo>
                  <a:pt x="1316785" y="423770"/>
                </a:lnTo>
                <a:close/>
                <a:lnTo>
                  <a:pt x="1318275" y="305006"/>
                </a:lnTo>
                <a:close/>
                <a:lnTo>
                  <a:pt x="1321254" y="540554"/>
                </a:lnTo>
                <a:close/>
                <a:lnTo>
                  <a:pt x="1322744" y="454399"/>
                </a:lnTo>
                <a:close/>
                <a:lnTo>
                  <a:pt x="1324233" y="505584"/>
                </a:lnTo>
                <a:close/>
                <a:lnTo>
                  <a:pt x="1325723" y="506477"/>
                </a:lnTo>
                <a:close/>
                <a:lnTo>
                  <a:pt x="1327212" y="530412"/>
                </a:lnTo>
                <a:close/>
                <a:lnTo>
                  <a:pt x="1333171" y="392145"/>
                </a:lnTo>
                <a:close/>
                <a:lnTo>
                  <a:pt x="1334660" y="396510"/>
                </a:lnTo>
                <a:close/>
                <a:lnTo>
                  <a:pt x="1336150" y="424444"/>
                </a:lnTo>
                <a:close/>
                <a:lnTo>
                  <a:pt x="1337639" y="333515"/>
                </a:lnTo>
                <a:close/>
                <a:lnTo>
                  <a:pt x="1339129" y="377096"/>
                </a:lnTo>
                <a:close/>
                <a:lnTo>
                  <a:pt x="1340619" y="594376"/>
                </a:lnTo>
                <a:close/>
                <a:lnTo>
                  <a:pt x="1345087" y="320005"/>
                </a:lnTo>
                <a:close/>
                <a:lnTo>
                  <a:pt x="1346577" y="427648"/>
                </a:lnTo>
                <a:close/>
                <a:lnTo>
                  <a:pt x="1349556" y="334641"/>
                </a:lnTo>
                <a:close/>
                <a:lnTo>
                  <a:pt x="1351046" y="376752"/>
                </a:lnTo>
                <a:close/>
                <a:lnTo>
                  <a:pt x="1352535" y="357507"/>
                </a:lnTo>
                <a:close/>
                <a:lnTo>
                  <a:pt x="1354025" y="407174"/>
                </a:lnTo>
                <a:close/>
                <a:lnTo>
                  <a:pt x="1357004" y="303622"/>
                </a:lnTo>
                <a:close/>
                <a:lnTo>
                  <a:pt x="1358493" y="363160"/>
                </a:lnTo>
                <a:close/>
                <a:lnTo>
                  <a:pt x="1359983" y="358566"/>
                </a:lnTo>
                <a:close/>
                <a:lnTo>
                  <a:pt x="1361473" y="344047"/>
                </a:lnTo>
                <a:close/>
                <a:lnTo>
                  <a:pt x="1364452" y="370080"/>
                </a:lnTo>
                <a:close/>
                <a:lnTo>
                  <a:pt x="1365941" y="443122"/>
                </a:lnTo>
                <a:close/>
                <a:lnTo>
                  <a:pt x="1367431" y="411503"/>
                </a:lnTo>
                <a:close/>
                <a:lnTo>
                  <a:pt x="1368920" y="429672"/>
                </a:lnTo>
                <a:close/>
                <a:lnTo>
                  <a:pt x="1370410" y="598583"/>
                </a:lnTo>
                <a:close/>
                <a:lnTo>
                  <a:pt x="1371900" y="598583"/>
                </a:lnTo>
                <a:close/>
                <a:lnTo>
                  <a:pt x="1373389" y="485250"/>
                </a:lnTo>
                <a:close/>
                <a:lnTo>
                  <a:pt x="1374879" y="494460"/>
                </a:lnTo>
                <a:close/>
                <a:lnTo>
                  <a:pt x="1376368" y="470876"/>
                </a:lnTo>
                <a:close/>
                <a:lnTo>
                  <a:pt x="1377858" y="285494"/>
                </a:lnTo>
                <a:close/>
                <a:lnTo>
                  <a:pt x="1379347" y="313734"/>
                </a:lnTo>
                <a:close/>
                <a:lnTo>
                  <a:pt x="1380837" y="279876"/>
                </a:lnTo>
                <a:close/>
                <a:lnTo>
                  <a:pt x="1382327" y="325137"/>
                </a:lnTo>
                <a:close/>
                <a:lnTo>
                  <a:pt x="1386795" y="175106"/>
                </a:lnTo>
                <a:close/>
                <a:lnTo>
                  <a:pt x="1388285" y="58737"/>
                </a:lnTo>
                <a:close/>
                <a:lnTo>
                  <a:pt x="1389775" y="57607"/>
                </a:lnTo>
                <a:close/>
                <a:lnTo>
                  <a:pt x="1391264" y="42745"/>
                </a:lnTo>
                <a:close/>
                <a:lnTo>
                  <a:pt x="1394243" y="138949"/>
                </a:lnTo>
                <a:close/>
                <a:lnTo>
                  <a:pt x="1395733" y="137924"/>
                </a:lnTo>
                <a:close/>
                <a:lnTo>
                  <a:pt x="1398712" y="170686"/>
                </a:lnTo>
                <a:close/>
                <a:lnTo>
                  <a:pt x="1400202" y="255673"/>
                </a:lnTo>
                <a:close/>
                <a:lnTo>
                  <a:pt x="1401691" y="238655"/>
                </a:lnTo>
                <a:close/>
                <a:lnTo>
                  <a:pt x="1403181" y="310509"/>
                </a:lnTo>
                <a:close/>
                <a:lnTo>
                  <a:pt x="1404670" y="313067"/>
                </a:lnTo>
                <a:close/>
                <a:lnTo>
                  <a:pt x="1406160" y="354331"/>
                </a:lnTo>
                <a:close/>
                <a:lnTo>
                  <a:pt x="1407649" y="307055"/>
                </a:lnTo>
                <a:close/>
                <a:lnTo>
                  <a:pt x="1409139" y="363324"/>
                </a:lnTo>
                <a:close/>
                <a:lnTo>
                  <a:pt x="1410629" y="301037"/>
                </a:lnTo>
                <a:close/>
                <a:lnTo>
                  <a:pt x="1412118" y="400084"/>
                </a:lnTo>
                <a:close/>
                <a:lnTo>
                  <a:pt x="1413608" y="401315"/>
                </a:lnTo>
                <a:close/>
                <a:lnTo>
                  <a:pt x="1416587" y="279904"/>
                </a:lnTo>
                <a:close/>
                <a:lnTo>
                  <a:pt x="1419566" y="430137"/>
                </a:lnTo>
                <a:close/>
                <a:lnTo>
                  <a:pt x="1421056" y="427959"/>
                </a:lnTo>
                <a:close/>
                <a:lnTo>
                  <a:pt x="1422545" y="474884"/>
                </a:lnTo>
                <a:close/>
                <a:lnTo>
                  <a:pt x="1424035" y="441319"/>
                </a:lnTo>
                <a:close/>
                <a:lnTo>
                  <a:pt x="1427014" y="466727"/>
                </a:lnTo>
                <a:close/>
                <a:lnTo>
                  <a:pt x="1428504" y="449914"/>
                </a:lnTo>
                <a:close/>
                <a:lnTo>
                  <a:pt x="1431483" y="607266"/>
                </a:lnTo>
                <a:close/>
                <a:lnTo>
                  <a:pt x="1432972" y="540580"/>
                </a:lnTo>
                <a:close/>
                <a:lnTo>
                  <a:pt x="1434462" y="629655"/>
                </a:lnTo>
                <a:close/>
                <a:lnTo>
                  <a:pt x="1435951" y="608791"/>
                </a:lnTo>
                <a:close/>
                <a:lnTo>
                  <a:pt x="1437441" y="496679"/>
                </a:lnTo>
                <a:close/>
                <a:lnTo>
                  <a:pt x="1438931" y="569284"/>
                </a:lnTo>
                <a:close/>
                <a:lnTo>
                  <a:pt x="1441910" y="414835"/>
                </a:lnTo>
                <a:close/>
                <a:lnTo>
                  <a:pt x="1443399" y="408805"/>
                </a:lnTo>
                <a:close/>
                <a:lnTo>
                  <a:pt x="1444889" y="363121"/>
                </a:lnTo>
                <a:close/>
                <a:lnTo>
                  <a:pt x="1446378" y="499164"/>
                </a:lnTo>
                <a:close/>
                <a:lnTo>
                  <a:pt x="1447868" y="504281"/>
                </a:lnTo>
                <a:close/>
                <a:lnTo>
                  <a:pt x="1449358" y="464434"/>
                </a:lnTo>
                <a:close/>
                <a:lnTo>
                  <a:pt x="1450847" y="307555"/>
                </a:lnTo>
                <a:close/>
                <a:lnTo>
                  <a:pt x="1455316" y="469042"/>
                </a:lnTo>
                <a:close/>
                <a:lnTo>
                  <a:pt x="1456805" y="433532"/>
                </a:lnTo>
                <a:close/>
                <a:lnTo>
                  <a:pt x="1458295" y="476376"/>
                </a:lnTo>
                <a:close/>
                <a:lnTo>
                  <a:pt x="1459785" y="567503"/>
                </a:lnTo>
                <a:close/>
                <a:lnTo>
                  <a:pt x="1461274" y="565324"/>
                </a:lnTo>
                <a:close/>
                <a:lnTo>
                  <a:pt x="1462764" y="502022"/>
                </a:lnTo>
                <a:close/>
                <a:lnTo>
                  <a:pt x="1464253" y="510067"/>
                </a:lnTo>
                <a:close/>
                <a:lnTo>
                  <a:pt x="1467232" y="410787"/>
                </a:lnTo>
                <a:close/>
                <a:lnTo>
                  <a:pt x="1468722" y="435994"/>
                </a:lnTo>
                <a:close/>
                <a:lnTo>
                  <a:pt x="1471701" y="332569"/>
                </a:lnTo>
                <a:close/>
                <a:lnTo>
                  <a:pt x="1473191" y="368432"/>
                </a:lnTo>
                <a:close/>
                <a:lnTo>
                  <a:pt x="1474680" y="299561"/>
                </a:lnTo>
                <a:close/>
                <a:lnTo>
                  <a:pt x="1476170" y="327443"/>
                </a:lnTo>
                <a:close/>
                <a:lnTo>
                  <a:pt x="1479149" y="512136"/>
                </a:lnTo>
                <a:close/>
                <a:lnTo>
                  <a:pt x="1480639" y="441616"/>
                </a:lnTo>
                <a:close/>
                <a:lnTo>
                  <a:pt x="1485107" y="611123"/>
                </a:lnTo>
                <a:close/>
                <a:lnTo>
                  <a:pt x="1486597" y="537313"/>
                </a:lnTo>
                <a:close/>
                <a:lnTo>
                  <a:pt x="1488087" y="541069"/>
                </a:lnTo>
                <a:close/>
                <a:lnTo>
                  <a:pt x="1489576" y="527983"/>
                </a:lnTo>
                <a:close/>
                <a:lnTo>
                  <a:pt x="1492555" y="673358"/>
                </a:lnTo>
                <a:close/>
                <a:lnTo>
                  <a:pt x="1494045" y="602442"/>
                </a:lnTo>
                <a:close/>
                <a:lnTo>
                  <a:pt x="1497024" y="616570"/>
                </a:lnTo>
                <a:close/>
                <a:lnTo>
                  <a:pt x="1498514" y="558099"/>
                </a:lnTo>
                <a:close/>
                <a:lnTo>
                  <a:pt x="1501493" y="695170"/>
                </a:lnTo>
                <a:close/>
                <a:lnTo>
                  <a:pt x="1504472" y="528836"/>
                </a:lnTo>
                <a:close/>
                <a:lnTo>
                  <a:pt x="1505961" y="545272"/>
                </a:lnTo>
                <a:close/>
                <a:lnTo>
                  <a:pt x="1507451" y="542848"/>
                </a:lnTo>
                <a:close/>
                <a:lnTo>
                  <a:pt x="1510430" y="474117"/>
                </a:lnTo>
                <a:close/>
                <a:lnTo>
                  <a:pt x="1511920" y="517892"/>
                </a:lnTo>
                <a:close/>
                <a:lnTo>
                  <a:pt x="1513409" y="471098"/>
                </a:lnTo>
                <a:close/>
                <a:lnTo>
                  <a:pt x="1514899" y="530351"/>
                </a:lnTo>
                <a:close/>
                <a:lnTo>
                  <a:pt x="1517878" y="319732"/>
                </a:lnTo>
                <a:close/>
                <a:lnTo>
                  <a:pt x="1519368" y="481305"/>
                </a:lnTo>
                <a:close/>
                <a:lnTo>
                  <a:pt x="1520857" y="352487"/>
                </a:lnTo>
                <a:close/>
                <a:lnTo>
                  <a:pt x="1522347" y="478487"/>
                </a:lnTo>
                <a:close/>
                <a:lnTo>
                  <a:pt x="1523836" y="458066"/>
                </a:lnTo>
                <a:close/>
                <a:lnTo>
                  <a:pt x="1525326" y="514380"/>
                </a:lnTo>
                <a:close/>
                <a:lnTo>
                  <a:pt x="1526816" y="504744"/>
                </a:lnTo>
                <a:close/>
                <a:lnTo>
                  <a:pt x="1531284" y="447263"/>
                </a:lnTo>
                <a:close/>
                <a:lnTo>
                  <a:pt x="1534263" y="545626"/>
                </a:lnTo>
                <a:close/>
                <a:lnTo>
                  <a:pt x="1537243" y="399989"/>
                </a:lnTo>
                <a:close/>
                <a:lnTo>
                  <a:pt x="1538732" y="345823"/>
                </a:lnTo>
                <a:close/>
                <a:lnTo>
                  <a:pt x="1540222" y="475724"/>
                </a:lnTo>
                <a:close/>
                <a:lnTo>
                  <a:pt x="1543201" y="403382"/>
                </a:lnTo>
                <a:close/>
                <a:lnTo>
                  <a:pt x="1544690" y="429203"/>
                </a:lnTo>
                <a:close/>
                <a:lnTo>
                  <a:pt x="1546180" y="369443"/>
                </a:lnTo>
                <a:close/>
                <a:lnTo>
                  <a:pt x="1549159" y="575157"/>
                </a:lnTo>
                <a:close/>
                <a:lnTo>
                  <a:pt x="1553628" y="449904"/>
                </a:lnTo>
                <a:close/>
                <a:lnTo>
                  <a:pt x="1555117" y="458794"/>
                </a:lnTo>
                <a:close/>
                <a:lnTo>
                  <a:pt x="1556607" y="430773"/>
                </a:lnTo>
                <a:close/>
                <a:lnTo>
                  <a:pt x="1558097" y="430773"/>
                </a:lnTo>
                <a:close/>
                <a:lnTo>
                  <a:pt x="1559586" y="403655"/>
                </a:lnTo>
                <a:close/>
                <a:lnTo>
                  <a:pt x="1561076" y="604533"/>
                </a:lnTo>
                <a:close/>
                <a:lnTo>
                  <a:pt x="1562565" y="494503"/>
                </a:lnTo>
                <a:close/>
                <a:lnTo>
                  <a:pt x="1564055" y="517442"/>
                </a:lnTo>
                <a:close/>
                <a:lnTo>
                  <a:pt x="1565545" y="664023"/>
                </a:lnTo>
                <a:close/>
                <a:lnTo>
                  <a:pt x="1567034" y="671153"/>
                </a:lnTo>
                <a:close/>
                <a:lnTo>
                  <a:pt x="1568524" y="620549"/>
                </a:lnTo>
                <a:close/>
                <a:lnTo>
                  <a:pt x="1571503" y="684141"/>
                </a:lnTo>
                <a:close/>
                <a:lnTo>
                  <a:pt x="1572992" y="680831"/>
                </a:lnTo>
                <a:close/>
                <a:lnTo>
                  <a:pt x="1574482" y="685941"/>
                </a:lnTo>
                <a:close/>
                <a:lnTo>
                  <a:pt x="1575972" y="637420"/>
                </a:lnTo>
                <a:close/>
                <a:lnTo>
                  <a:pt x="1578951" y="891158"/>
                </a:lnTo>
                <a:close/>
                <a:lnTo>
                  <a:pt x="1580440" y="931026"/>
                </a:lnTo>
                <a:close/>
                <a:lnTo>
                  <a:pt x="1584909" y="782475"/>
                </a:lnTo>
                <a:close/>
                <a:lnTo>
                  <a:pt x="1587888" y="760691"/>
                </a:lnTo>
                <a:close/>
                <a:lnTo>
                  <a:pt x="1590867" y="853196"/>
                </a:lnTo>
                <a:close/>
                <a:lnTo>
                  <a:pt x="1592357" y="845373"/>
                </a:lnTo>
                <a:close/>
                <a:lnTo>
                  <a:pt x="1593846" y="741122"/>
                </a:lnTo>
                <a:close/>
                <a:lnTo>
                  <a:pt x="1595336" y="795118"/>
                </a:lnTo>
                <a:close/>
                <a:lnTo>
                  <a:pt x="1598315" y="757567"/>
                </a:lnTo>
                <a:close/>
                <a:lnTo>
                  <a:pt x="1601294" y="640344"/>
                </a:lnTo>
                <a:close/>
                <a:lnTo>
                  <a:pt x="1602784" y="724161"/>
                </a:lnTo>
                <a:close/>
                <a:lnTo>
                  <a:pt x="1605763" y="669131"/>
                </a:lnTo>
                <a:close/>
                <a:lnTo>
                  <a:pt x="1608742" y="736757"/>
                </a:lnTo>
                <a:close/>
                <a:lnTo>
                  <a:pt x="1610232" y="675817"/>
                </a:lnTo>
                <a:close/>
                <a:lnTo>
                  <a:pt x="1611721" y="676479"/>
                </a:lnTo>
                <a:close/>
                <a:lnTo>
                  <a:pt x="1616190" y="591628"/>
                </a:lnTo>
                <a:close/>
                <a:lnTo>
                  <a:pt x="1623638" y="736412"/>
                </a:lnTo>
                <a:close/>
                <a:lnTo>
                  <a:pt x="1625128" y="537289"/>
                </a:lnTo>
                <a:close/>
                <a:lnTo>
                  <a:pt x="1626617" y="538176"/>
                </a:lnTo>
                <a:close/>
                <a:lnTo>
                  <a:pt x="1628107" y="630756"/>
                </a:lnTo>
                <a:close/>
                <a:lnTo>
                  <a:pt x="1629596" y="611614"/>
                </a:lnTo>
                <a:close/>
                <a:lnTo>
                  <a:pt x="1632575" y="509444"/>
                </a:lnTo>
                <a:close/>
                <a:lnTo>
                  <a:pt x="1634065" y="566241"/>
                </a:lnTo>
                <a:close/>
                <a:lnTo>
                  <a:pt x="1637044" y="464982"/>
                </a:lnTo>
                <a:close/>
                <a:lnTo>
                  <a:pt x="1638534" y="526391"/>
                </a:lnTo>
                <a:close/>
                <a:lnTo>
                  <a:pt x="1640023" y="490473"/>
                </a:lnTo>
                <a:close/>
                <a:lnTo>
                  <a:pt x="1641513" y="540315"/>
                </a:lnTo>
                <a:close/>
                <a:lnTo>
                  <a:pt x="1645982" y="486399"/>
                </a:lnTo>
                <a:close/>
                <a:lnTo>
                  <a:pt x="1647471" y="423173"/>
                </a:lnTo>
                <a:close/>
                <a:lnTo>
                  <a:pt x="1648961" y="523595"/>
                </a:lnTo>
                <a:close/>
                <a:lnTo>
                  <a:pt x="1650450" y="498657"/>
                </a:lnTo>
                <a:close/>
                <a:lnTo>
                  <a:pt x="1653430" y="330403"/>
                </a:lnTo>
                <a:close/>
                <a:lnTo>
                  <a:pt x="1654919" y="421440"/>
                </a:lnTo>
                <a:close/>
                <a:lnTo>
                  <a:pt x="1657898" y="346420"/>
                </a:lnTo>
                <a:close/>
                <a:lnTo>
                  <a:pt x="1662367" y="468167"/>
                </a:lnTo>
                <a:close/>
                <a:lnTo>
                  <a:pt x="1663857" y="439955"/>
                </a:lnTo>
                <a:close/>
                <a:lnTo>
                  <a:pt x="1665346" y="348626"/>
                </a:lnTo>
                <a:close/>
                <a:lnTo>
                  <a:pt x="1666836" y="376890"/>
                </a:lnTo>
                <a:close/>
                <a:lnTo>
                  <a:pt x="1668325" y="337281"/>
                </a:lnTo>
                <a:close/>
                <a:lnTo>
                  <a:pt x="1669815" y="421683"/>
                </a:lnTo>
                <a:close/>
                <a:lnTo>
                  <a:pt x="1675773" y="211243"/>
                </a:lnTo>
                <a:close/>
                <a:lnTo>
                  <a:pt x="1677263" y="248164"/>
                </a:lnTo>
                <a:close/>
                <a:lnTo>
                  <a:pt x="1678752" y="358557"/>
                </a:lnTo>
                <a:close/>
                <a:lnTo>
                  <a:pt x="1680242" y="332897"/>
                </a:lnTo>
                <a:close/>
                <a:lnTo>
                  <a:pt x="1681731" y="336711"/>
                </a:lnTo>
                <a:close/>
                <a:lnTo>
                  <a:pt x="1683221" y="317196"/>
                </a:lnTo>
                <a:close/>
                <a:lnTo>
                  <a:pt x="1684711" y="364949"/>
                </a:lnTo>
                <a:close/>
                <a:lnTo>
                  <a:pt x="1686200" y="330637"/>
                </a:lnTo>
                <a:close/>
                <a:lnTo>
                  <a:pt x="1687690" y="355885"/>
                </a:lnTo>
                <a:close/>
                <a:lnTo>
                  <a:pt x="1689179" y="350560"/>
                </a:lnTo>
                <a:close/>
                <a:lnTo>
                  <a:pt x="1692158" y="421084"/>
                </a:lnTo>
                <a:close/>
                <a:lnTo>
                  <a:pt x="1695138" y="572218"/>
                </a:lnTo>
                <a:close/>
                <a:lnTo>
                  <a:pt x="1696627" y="486294"/>
                </a:lnTo>
                <a:close/>
                <a:lnTo>
                  <a:pt x="1698117" y="484742"/>
                </a:lnTo>
                <a:close/>
                <a:lnTo>
                  <a:pt x="1699606" y="495125"/>
                </a:lnTo>
                <a:close/>
                <a:lnTo>
                  <a:pt x="1702586" y="623700"/>
                </a:lnTo>
                <a:close/>
                <a:lnTo>
                  <a:pt x="1704075" y="381647"/>
                </a:lnTo>
                <a:close/>
                <a:lnTo>
                  <a:pt x="1707054" y="469979"/>
                </a:lnTo>
                <a:close/>
                <a:lnTo>
                  <a:pt x="1708544" y="498405"/>
                </a:lnTo>
                <a:close/>
                <a:lnTo>
                  <a:pt x="1711523" y="662198"/>
                </a:lnTo>
                <a:close/>
                <a:lnTo>
                  <a:pt x="1713013" y="550338"/>
                </a:lnTo>
                <a:close/>
                <a:lnTo>
                  <a:pt x="1714502" y="608506"/>
                </a:lnTo>
                <a:close/>
                <a:lnTo>
                  <a:pt x="1715992" y="725723"/>
                </a:lnTo>
                <a:close/>
                <a:lnTo>
                  <a:pt x="1717481" y="714499"/>
                </a:lnTo>
                <a:close/>
                <a:lnTo>
                  <a:pt x="1718971" y="786758"/>
                </a:lnTo>
                <a:close/>
                <a:lnTo>
                  <a:pt x="1723440" y="541107"/>
                </a:lnTo>
                <a:close/>
                <a:lnTo>
                  <a:pt x="1724929" y="595927"/>
                </a:lnTo>
                <a:close/>
                <a:lnTo>
                  <a:pt x="1726419" y="563325"/>
                </a:lnTo>
                <a:close/>
                <a:lnTo>
                  <a:pt x="1729398" y="655538"/>
                </a:lnTo>
                <a:close/>
                <a:lnTo>
                  <a:pt x="1730887" y="695948"/>
                </a:lnTo>
                <a:close/>
                <a:lnTo>
                  <a:pt x="1732377" y="697276"/>
                </a:lnTo>
                <a:close/>
                <a:lnTo>
                  <a:pt x="1733867" y="674297"/>
                </a:lnTo>
                <a:close/>
                <a:lnTo>
                  <a:pt x="1735356" y="674297"/>
                </a:lnTo>
                <a:close/>
                <a:lnTo>
                  <a:pt x="1738335" y="788366"/>
                </a:lnTo>
                <a:close/>
                <a:lnTo>
                  <a:pt x="1739825" y="672375"/>
                </a:lnTo>
                <a:close/>
                <a:lnTo>
                  <a:pt x="1741315" y="686465"/>
                </a:lnTo>
                <a:close/>
                <a:lnTo>
                  <a:pt x="1742804" y="620719"/>
                </a:lnTo>
                <a:close/>
                <a:lnTo>
                  <a:pt x="1745783" y="730327"/>
                </a:lnTo>
                <a:close/>
                <a:lnTo>
                  <a:pt x="1748762" y="661852"/>
                </a:lnTo>
                <a:close/>
                <a:lnTo>
                  <a:pt x="1750252" y="657815"/>
                </a:lnTo>
                <a:close/>
                <a:lnTo>
                  <a:pt x="1751742" y="557548"/>
                </a:lnTo>
                <a:close/>
                <a:lnTo>
                  <a:pt x="1754721" y="726923"/>
                </a:lnTo>
                <a:close/>
                <a:lnTo>
                  <a:pt x="1759189" y="601348"/>
                </a:lnTo>
                <a:close/>
                <a:lnTo>
                  <a:pt x="1760679" y="503368"/>
                </a:lnTo>
                <a:close/>
                <a:lnTo>
                  <a:pt x="1762169" y="524676"/>
                </a:lnTo>
                <a:close/>
                <a:lnTo>
                  <a:pt x="1763658" y="677975"/>
                </a:lnTo>
                <a:close/>
                <a:lnTo>
                  <a:pt x="1765148" y="504548"/>
                </a:lnTo>
                <a:close/>
                <a:lnTo>
                  <a:pt x="1766637" y="561483"/>
                </a:lnTo>
                <a:close/>
                <a:lnTo>
                  <a:pt x="1769616" y="465831"/>
                </a:lnTo>
                <a:close/>
                <a:lnTo>
                  <a:pt x="1771106" y="434172"/>
                </a:lnTo>
                <a:close/>
                <a:lnTo>
                  <a:pt x="1772596" y="475292"/>
                </a:lnTo>
                <a:close/>
                <a:lnTo>
                  <a:pt x="1774085" y="394585"/>
                </a:lnTo>
                <a:close/>
                <a:lnTo>
                  <a:pt x="1775575" y="466112"/>
                </a:lnTo>
                <a:close/>
                <a:lnTo>
                  <a:pt x="1780043" y="390563"/>
                </a:lnTo>
                <a:close/>
                <a:lnTo>
                  <a:pt x="1781533" y="410515"/>
                </a:lnTo>
                <a:close/>
                <a:lnTo>
                  <a:pt x="1783023" y="324512"/>
                </a:lnTo>
                <a:close/>
                <a:lnTo>
                  <a:pt x="1786002" y="377589"/>
                </a:lnTo>
                <a:close/>
                <a:lnTo>
                  <a:pt x="1786002" y="377589"/>
                </a:lnTo>
                <a:close/>
              </a:path>
            </a:pathLst>
          </a:custGeom>
          <a:noFill/>
          <a:ln w="7620">
            <a:solidFill>
              <a:srgbClr val="C0392B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5825691" y="2578608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5825691" y="3602736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5825691" y="4114800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5914991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5886710" y="5206478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75" name="Freeform 274"/>
          <p:cNvSpPr/>
          <p:nvPr/>
        </p:nvSpPr>
        <p:spPr>
          <a:xfrm>
            <a:off x="6212906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6128062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277" name="Freeform 276"/>
          <p:cNvSpPr/>
          <p:nvPr/>
        </p:nvSpPr>
        <p:spPr>
          <a:xfrm>
            <a:off x="6510821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6425978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279" name="Freeform 278"/>
          <p:cNvSpPr/>
          <p:nvPr/>
        </p:nvSpPr>
        <p:spPr>
          <a:xfrm>
            <a:off x="6808737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6723893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281" name="Freeform 280"/>
          <p:cNvSpPr/>
          <p:nvPr/>
        </p:nvSpPr>
        <p:spPr>
          <a:xfrm>
            <a:off x="7106652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7021808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283" name="Freeform 282"/>
          <p:cNvSpPr/>
          <p:nvPr/>
        </p:nvSpPr>
        <p:spPr>
          <a:xfrm>
            <a:off x="7404567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7291442" y="5206478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285" name="Freeform 284"/>
          <p:cNvSpPr/>
          <p:nvPr/>
        </p:nvSpPr>
        <p:spPr>
          <a:xfrm>
            <a:off x="7702482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7589357" y="5206478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287" name="Freeform 286"/>
          <p:cNvSpPr/>
          <p:nvPr/>
        </p:nvSpPr>
        <p:spPr>
          <a:xfrm>
            <a:off x="5781241" y="502662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5680228" y="4971496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289" name="Freeform 288"/>
          <p:cNvSpPr/>
          <p:nvPr/>
        </p:nvSpPr>
        <p:spPr>
          <a:xfrm>
            <a:off x="5781241" y="467590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5680228" y="4620778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291" name="Freeform 290"/>
          <p:cNvSpPr/>
          <p:nvPr/>
        </p:nvSpPr>
        <p:spPr>
          <a:xfrm>
            <a:off x="5781241" y="432518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5680228" y="4270060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5825691" y="394970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1e−9</a:t>
            </a:r>
          </a:p>
        </p:txBody>
      </p:sp>
      <p:sp>
        <p:nvSpPr>
          <p:cNvPr id="294" name="Freeform 293"/>
          <p:cNvSpPr/>
          <p:nvPr/>
        </p:nvSpPr>
        <p:spPr>
          <a:xfrm>
            <a:off x="5914991" y="4161351"/>
            <a:ext cx="1786002" cy="931026"/>
          </a:xfrm>
          <a:custGeom>
            <a:avLst/>
            <a:gdLst/>
            <a:ahLst/>
            <a:cxnLst/>
            <a:rect l="l" t="t" r="r" b="b"/>
            <a:pathLst>
              <a:path w="1786002" h="931026">
                <a:moveTo>
                  <a:pt x="0" y="590448"/>
                </a:moveTo>
                <a:lnTo>
                  <a:pt x="2979" y="697461"/>
                </a:lnTo>
                <a:close/>
                <a:lnTo>
                  <a:pt x="5958" y="584653"/>
                </a:lnTo>
                <a:close/>
                <a:lnTo>
                  <a:pt x="7448" y="558414"/>
                </a:lnTo>
                <a:close/>
                <a:lnTo>
                  <a:pt x="10427" y="363766"/>
                </a:lnTo>
                <a:close/>
                <a:lnTo>
                  <a:pt x="13406" y="439903"/>
                </a:lnTo>
                <a:close/>
                <a:lnTo>
                  <a:pt x="14896" y="434290"/>
                </a:lnTo>
                <a:close/>
                <a:lnTo>
                  <a:pt x="16385" y="445137"/>
                </a:lnTo>
                <a:close/>
                <a:lnTo>
                  <a:pt x="17875" y="466811"/>
                </a:lnTo>
                <a:close/>
                <a:lnTo>
                  <a:pt x="20854" y="539870"/>
                </a:lnTo>
                <a:close/>
                <a:lnTo>
                  <a:pt x="22344" y="480079"/>
                </a:lnTo>
                <a:close/>
                <a:lnTo>
                  <a:pt x="25323" y="526103"/>
                </a:lnTo>
                <a:close/>
                <a:lnTo>
                  <a:pt x="28302" y="381672"/>
                </a:lnTo>
                <a:close/>
                <a:lnTo>
                  <a:pt x="29792" y="413012"/>
                </a:lnTo>
                <a:close/>
                <a:lnTo>
                  <a:pt x="31281" y="402031"/>
                </a:lnTo>
                <a:close/>
                <a:lnTo>
                  <a:pt x="35750" y="258016"/>
                </a:lnTo>
                <a:close/>
                <a:lnTo>
                  <a:pt x="37239" y="282861"/>
                </a:lnTo>
                <a:close/>
                <a:lnTo>
                  <a:pt x="40219" y="214714"/>
                </a:lnTo>
                <a:close/>
                <a:lnTo>
                  <a:pt x="43198" y="276845"/>
                </a:lnTo>
                <a:close/>
                <a:lnTo>
                  <a:pt x="44687" y="216973"/>
                </a:lnTo>
                <a:close/>
                <a:lnTo>
                  <a:pt x="47666" y="257805"/>
                </a:lnTo>
                <a:close/>
                <a:lnTo>
                  <a:pt x="50646" y="282953"/>
                </a:lnTo>
                <a:close/>
                <a:lnTo>
                  <a:pt x="52135" y="241131"/>
                </a:lnTo>
                <a:close/>
                <a:lnTo>
                  <a:pt x="55114" y="286860"/>
                </a:lnTo>
                <a:close/>
                <a:lnTo>
                  <a:pt x="56604" y="227761"/>
                </a:lnTo>
                <a:close/>
                <a:lnTo>
                  <a:pt x="58093" y="367647"/>
                </a:lnTo>
                <a:close/>
                <a:lnTo>
                  <a:pt x="59583" y="313907"/>
                </a:lnTo>
                <a:close/>
                <a:lnTo>
                  <a:pt x="61073" y="343656"/>
                </a:lnTo>
                <a:close/>
                <a:lnTo>
                  <a:pt x="64052" y="433551"/>
                </a:lnTo>
                <a:close/>
                <a:lnTo>
                  <a:pt x="65541" y="423136"/>
                </a:lnTo>
                <a:close/>
                <a:lnTo>
                  <a:pt x="67031" y="378509"/>
                </a:lnTo>
                <a:close/>
                <a:lnTo>
                  <a:pt x="70010" y="481266"/>
                </a:lnTo>
                <a:close/>
                <a:lnTo>
                  <a:pt x="72989" y="494559"/>
                </a:lnTo>
                <a:close/>
                <a:lnTo>
                  <a:pt x="74479" y="476702"/>
                </a:lnTo>
                <a:close/>
                <a:lnTo>
                  <a:pt x="75968" y="436368"/>
                </a:lnTo>
                <a:close/>
                <a:lnTo>
                  <a:pt x="77458" y="461582"/>
                </a:lnTo>
                <a:close/>
                <a:lnTo>
                  <a:pt x="81927" y="375764"/>
                </a:lnTo>
                <a:close/>
                <a:lnTo>
                  <a:pt x="83416" y="375599"/>
                </a:lnTo>
                <a:close/>
                <a:lnTo>
                  <a:pt x="84906" y="366756"/>
                </a:lnTo>
                <a:close/>
                <a:lnTo>
                  <a:pt x="86395" y="382446"/>
                </a:lnTo>
                <a:close/>
                <a:lnTo>
                  <a:pt x="87885" y="436141"/>
                </a:lnTo>
                <a:close/>
                <a:lnTo>
                  <a:pt x="89375" y="398142"/>
                </a:lnTo>
                <a:close/>
                <a:lnTo>
                  <a:pt x="92354" y="284755"/>
                </a:lnTo>
                <a:close/>
                <a:lnTo>
                  <a:pt x="93843" y="272125"/>
                </a:lnTo>
                <a:close/>
                <a:lnTo>
                  <a:pt x="96822" y="344275"/>
                </a:lnTo>
                <a:close/>
                <a:lnTo>
                  <a:pt x="99802" y="427066"/>
                </a:lnTo>
                <a:close/>
                <a:lnTo>
                  <a:pt x="101291" y="359511"/>
                </a:lnTo>
                <a:close/>
                <a:lnTo>
                  <a:pt x="102781" y="368248"/>
                </a:lnTo>
                <a:close/>
                <a:lnTo>
                  <a:pt x="104270" y="331924"/>
                </a:lnTo>
                <a:close/>
                <a:lnTo>
                  <a:pt x="105760" y="351751"/>
                </a:lnTo>
                <a:close/>
                <a:lnTo>
                  <a:pt x="111718" y="508169"/>
                </a:lnTo>
                <a:close/>
                <a:lnTo>
                  <a:pt x="114697" y="478653"/>
                </a:lnTo>
                <a:close/>
                <a:lnTo>
                  <a:pt x="116187" y="577007"/>
                </a:lnTo>
                <a:close/>
                <a:lnTo>
                  <a:pt x="117677" y="535334"/>
                </a:lnTo>
                <a:close/>
                <a:lnTo>
                  <a:pt x="119166" y="572213"/>
                </a:lnTo>
                <a:close/>
                <a:lnTo>
                  <a:pt x="120656" y="515266"/>
                </a:lnTo>
                <a:close/>
                <a:lnTo>
                  <a:pt x="122145" y="517603"/>
                </a:lnTo>
                <a:close/>
                <a:lnTo>
                  <a:pt x="123635" y="559866"/>
                </a:lnTo>
                <a:close/>
                <a:lnTo>
                  <a:pt x="125124" y="548450"/>
                </a:lnTo>
                <a:close/>
                <a:lnTo>
                  <a:pt x="128104" y="624652"/>
                </a:lnTo>
                <a:close/>
                <a:lnTo>
                  <a:pt x="129593" y="586069"/>
                </a:lnTo>
                <a:close/>
                <a:lnTo>
                  <a:pt x="131083" y="617074"/>
                </a:lnTo>
                <a:close/>
                <a:lnTo>
                  <a:pt x="132572" y="560712"/>
                </a:lnTo>
                <a:close/>
                <a:lnTo>
                  <a:pt x="134062" y="605665"/>
                </a:lnTo>
                <a:close/>
                <a:lnTo>
                  <a:pt x="137041" y="519874"/>
                </a:lnTo>
                <a:close/>
                <a:lnTo>
                  <a:pt x="138531" y="518781"/>
                </a:lnTo>
                <a:close/>
                <a:lnTo>
                  <a:pt x="141510" y="583928"/>
                </a:lnTo>
                <a:close/>
                <a:lnTo>
                  <a:pt x="144489" y="488653"/>
                </a:lnTo>
                <a:close/>
                <a:lnTo>
                  <a:pt x="148958" y="386670"/>
                </a:lnTo>
                <a:close/>
                <a:lnTo>
                  <a:pt x="150447" y="393847"/>
                </a:lnTo>
                <a:close/>
                <a:lnTo>
                  <a:pt x="153426" y="520513"/>
                </a:lnTo>
                <a:close/>
                <a:lnTo>
                  <a:pt x="154916" y="530858"/>
                </a:lnTo>
                <a:close/>
                <a:lnTo>
                  <a:pt x="156405" y="576657"/>
                </a:lnTo>
                <a:close/>
                <a:lnTo>
                  <a:pt x="157895" y="546885"/>
                </a:lnTo>
                <a:close/>
                <a:lnTo>
                  <a:pt x="159385" y="460004"/>
                </a:lnTo>
                <a:close/>
                <a:lnTo>
                  <a:pt x="162364" y="514161"/>
                </a:lnTo>
                <a:close/>
                <a:lnTo>
                  <a:pt x="165343" y="458840"/>
                </a:lnTo>
                <a:close/>
                <a:lnTo>
                  <a:pt x="168322" y="654025"/>
                </a:lnTo>
                <a:close/>
                <a:lnTo>
                  <a:pt x="169812" y="616462"/>
                </a:lnTo>
                <a:close/>
                <a:lnTo>
                  <a:pt x="171301" y="655093"/>
                </a:lnTo>
                <a:close/>
                <a:lnTo>
                  <a:pt x="174280" y="603930"/>
                </a:lnTo>
                <a:close/>
                <a:lnTo>
                  <a:pt x="175770" y="596918"/>
                </a:lnTo>
                <a:close/>
                <a:lnTo>
                  <a:pt x="178749" y="501198"/>
                </a:lnTo>
                <a:close/>
                <a:lnTo>
                  <a:pt x="181728" y="531426"/>
                </a:lnTo>
                <a:close/>
                <a:lnTo>
                  <a:pt x="183218" y="516776"/>
                </a:lnTo>
                <a:close/>
                <a:lnTo>
                  <a:pt x="186197" y="563782"/>
                </a:lnTo>
                <a:close/>
                <a:lnTo>
                  <a:pt x="189176" y="511706"/>
                </a:lnTo>
                <a:close/>
                <a:lnTo>
                  <a:pt x="190666" y="500340"/>
                </a:lnTo>
                <a:close/>
                <a:lnTo>
                  <a:pt x="193645" y="623055"/>
                </a:lnTo>
                <a:close/>
                <a:lnTo>
                  <a:pt x="196624" y="547233"/>
                </a:lnTo>
                <a:close/>
                <a:lnTo>
                  <a:pt x="198114" y="545727"/>
                </a:lnTo>
                <a:close/>
                <a:lnTo>
                  <a:pt x="199603" y="555178"/>
                </a:lnTo>
                <a:close/>
                <a:lnTo>
                  <a:pt x="205561" y="774493"/>
                </a:lnTo>
                <a:close/>
                <a:lnTo>
                  <a:pt x="208541" y="713997"/>
                </a:lnTo>
                <a:close/>
                <a:lnTo>
                  <a:pt x="210030" y="700067"/>
                </a:lnTo>
                <a:close/>
                <a:lnTo>
                  <a:pt x="211520" y="619890"/>
                </a:lnTo>
                <a:close/>
                <a:lnTo>
                  <a:pt x="214499" y="671134"/>
                </a:lnTo>
                <a:close/>
                <a:lnTo>
                  <a:pt x="215989" y="699944"/>
                </a:lnTo>
                <a:close/>
                <a:lnTo>
                  <a:pt x="217478" y="669813"/>
                </a:lnTo>
                <a:close/>
                <a:lnTo>
                  <a:pt x="220457" y="715414"/>
                </a:lnTo>
                <a:close/>
                <a:lnTo>
                  <a:pt x="223436" y="646065"/>
                </a:lnTo>
                <a:close/>
                <a:lnTo>
                  <a:pt x="224926" y="668902"/>
                </a:lnTo>
                <a:close/>
                <a:lnTo>
                  <a:pt x="226416" y="727693"/>
                </a:lnTo>
                <a:close/>
                <a:lnTo>
                  <a:pt x="227905" y="719023"/>
                </a:lnTo>
                <a:close/>
                <a:lnTo>
                  <a:pt x="232374" y="672178"/>
                </a:lnTo>
                <a:close/>
                <a:lnTo>
                  <a:pt x="235353" y="588274"/>
                </a:lnTo>
                <a:close/>
                <a:lnTo>
                  <a:pt x="236843" y="561341"/>
                </a:lnTo>
                <a:close/>
                <a:lnTo>
                  <a:pt x="238332" y="580642"/>
                </a:lnTo>
                <a:close/>
                <a:lnTo>
                  <a:pt x="241311" y="569974"/>
                </a:lnTo>
                <a:close/>
                <a:lnTo>
                  <a:pt x="242801" y="571280"/>
                </a:lnTo>
                <a:close/>
                <a:lnTo>
                  <a:pt x="245780" y="520748"/>
                </a:lnTo>
                <a:close/>
                <a:lnTo>
                  <a:pt x="247270" y="633745"/>
                </a:lnTo>
                <a:close/>
                <a:lnTo>
                  <a:pt x="250249" y="590170"/>
                </a:lnTo>
                <a:close/>
                <a:lnTo>
                  <a:pt x="251738" y="594301"/>
                </a:lnTo>
                <a:close/>
                <a:lnTo>
                  <a:pt x="256207" y="625027"/>
                </a:lnTo>
                <a:close/>
                <a:lnTo>
                  <a:pt x="257697" y="605607"/>
                </a:lnTo>
                <a:close/>
                <a:lnTo>
                  <a:pt x="259186" y="543949"/>
                </a:lnTo>
                <a:close/>
                <a:lnTo>
                  <a:pt x="260676" y="550373"/>
                </a:lnTo>
                <a:close/>
                <a:lnTo>
                  <a:pt x="262165" y="564249"/>
                </a:lnTo>
                <a:close/>
                <a:lnTo>
                  <a:pt x="263655" y="521164"/>
                </a:lnTo>
                <a:close/>
                <a:lnTo>
                  <a:pt x="268124" y="675048"/>
                </a:lnTo>
                <a:close/>
                <a:lnTo>
                  <a:pt x="269613" y="680130"/>
                </a:lnTo>
                <a:close/>
                <a:lnTo>
                  <a:pt x="271103" y="722709"/>
                </a:lnTo>
                <a:close/>
                <a:lnTo>
                  <a:pt x="272592" y="720741"/>
                </a:lnTo>
                <a:close/>
                <a:lnTo>
                  <a:pt x="274082" y="755499"/>
                </a:lnTo>
                <a:close/>
                <a:lnTo>
                  <a:pt x="277061" y="704796"/>
                </a:lnTo>
                <a:close/>
                <a:lnTo>
                  <a:pt x="280040" y="730183"/>
                </a:lnTo>
                <a:close/>
                <a:lnTo>
                  <a:pt x="281530" y="784238"/>
                </a:lnTo>
                <a:close/>
                <a:lnTo>
                  <a:pt x="283019" y="762181"/>
                </a:lnTo>
                <a:close/>
                <a:lnTo>
                  <a:pt x="285999" y="696254"/>
                </a:lnTo>
                <a:close/>
                <a:lnTo>
                  <a:pt x="287488" y="665244"/>
                </a:lnTo>
                <a:close/>
                <a:lnTo>
                  <a:pt x="288978" y="677776"/>
                </a:lnTo>
                <a:close/>
                <a:lnTo>
                  <a:pt x="290467" y="665298"/>
                </a:lnTo>
                <a:close/>
                <a:lnTo>
                  <a:pt x="293446" y="737733"/>
                </a:lnTo>
                <a:close/>
                <a:lnTo>
                  <a:pt x="294936" y="743149"/>
                </a:lnTo>
                <a:close/>
                <a:lnTo>
                  <a:pt x="297915" y="724169"/>
                </a:lnTo>
                <a:close/>
                <a:lnTo>
                  <a:pt x="302384" y="648354"/>
                </a:lnTo>
                <a:close/>
                <a:lnTo>
                  <a:pt x="303874" y="644033"/>
                </a:lnTo>
                <a:close/>
                <a:lnTo>
                  <a:pt x="305363" y="678437"/>
                </a:lnTo>
                <a:close/>
                <a:lnTo>
                  <a:pt x="308342" y="573279"/>
                </a:lnTo>
                <a:close/>
                <a:lnTo>
                  <a:pt x="311321" y="493775"/>
                </a:lnTo>
                <a:close/>
                <a:lnTo>
                  <a:pt x="315790" y="584802"/>
                </a:lnTo>
                <a:close/>
                <a:lnTo>
                  <a:pt x="323238" y="363324"/>
                </a:lnTo>
                <a:close/>
                <a:lnTo>
                  <a:pt x="326217" y="319427"/>
                </a:lnTo>
                <a:close/>
                <a:lnTo>
                  <a:pt x="329196" y="381341"/>
                </a:lnTo>
                <a:close/>
                <a:lnTo>
                  <a:pt x="332175" y="513274"/>
                </a:lnTo>
                <a:close/>
                <a:lnTo>
                  <a:pt x="335155" y="548124"/>
                </a:lnTo>
                <a:close/>
                <a:lnTo>
                  <a:pt x="338134" y="421800"/>
                </a:lnTo>
                <a:close/>
                <a:lnTo>
                  <a:pt x="342602" y="617327"/>
                </a:lnTo>
                <a:close/>
                <a:lnTo>
                  <a:pt x="344092" y="610972"/>
                </a:lnTo>
                <a:close/>
                <a:lnTo>
                  <a:pt x="345582" y="620724"/>
                </a:lnTo>
                <a:close/>
                <a:lnTo>
                  <a:pt x="347071" y="689965"/>
                </a:lnTo>
                <a:close/>
                <a:lnTo>
                  <a:pt x="348561" y="649700"/>
                </a:lnTo>
                <a:close/>
                <a:lnTo>
                  <a:pt x="351540" y="542988"/>
                </a:lnTo>
                <a:close/>
                <a:lnTo>
                  <a:pt x="357498" y="656572"/>
                </a:lnTo>
                <a:close/>
                <a:lnTo>
                  <a:pt x="360477" y="633032"/>
                </a:lnTo>
                <a:close/>
                <a:lnTo>
                  <a:pt x="361967" y="657469"/>
                </a:lnTo>
                <a:close/>
                <a:lnTo>
                  <a:pt x="363457" y="647617"/>
                </a:lnTo>
                <a:close/>
                <a:lnTo>
                  <a:pt x="364946" y="592027"/>
                </a:lnTo>
                <a:close/>
                <a:lnTo>
                  <a:pt x="366436" y="611443"/>
                </a:lnTo>
                <a:close/>
                <a:lnTo>
                  <a:pt x="367925" y="561568"/>
                </a:lnTo>
                <a:close/>
                <a:lnTo>
                  <a:pt x="370904" y="635526"/>
                </a:lnTo>
                <a:close/>
                <a:lnTo>
                  <a:pt x="373884" y="619865"/>
                </a:lnTo>
                <a:close/>
                <a:lnTo>
                  <a:pt x="376863" y="658284"/>
                </a:lnTo>
                <a:close/>
                <a:lnTo>
                  <a:pt x="378352" y="597645"/>
                </a:lnTo>
                <a:close/>
                <a:lnTo>
                  <a:pt x="381331" y="653095"/>
                </a:lnTo>
                <a:close/>
                <a:lnTo>
                  <a:pt x="385800" y="601535"/>
                </a:lnTo>
                <a:close/>
                <a:lnTo>
                  <a:pt x="387290" y="595060"/>
                </a:lnTo>
                <a:close/>
                <a:lnTo>
                  <a:pt x="388779" y="658840"/>
                </a:lnTo>
                <a:close/>
                <a:lnTo>
                  <a:pt x="390269" y="650257"/>
                </a:lnTo>
                <a:close/>
                <a:lnTo>
                  <a:pt x="393248" y="732969"/>
                </a:lnTo>
                <a:close/>
                <a:lnTo>
                  <a:pt x="394738" y="716783"/>
                </a:lnTo>
                <a:close/>
                <a:lnTo>
                  <a:pt x="397717" y="551936"/>
                </a:lnTo>
                <a:close/>
                <a:lnTo>
                  <a:pt x="399206" y="552742"/>
                </a:lnTo>
                <a:close/>
                <a:lnTo>
                  <a:pt x="400696" y="534513"/>
                </a:lnTo>
                <a:close/>
                <a:lnTo>
                  <a:pt x="403675" y="596474"/>
                </a:lnTo>
                <a:close/>
                <a:lnTo>
                  <a:pt x="405165" y="592723"/>
                </a:lnTo>
                <a:close/>
                <a:lnTo>
                  <a:pt x="406654" y="568323"/>
                </a:lnTo>
                <a:close/>
                <a:lnTo>
                  <a:pt x="408144" y="570817"/>
                </a:lnTo>
                <a:close/>
                <a:lnTo>
                  <a:pt x="412613" y="671775"/>
                </a:lnTo>
                <a:close/>
                <a:lnTo>
                  <a:pt x="414102" y="663941"/>
                </a:lnTo>
                <a:close/>
                <a:lnTo>
                  <a:pt x="415592" y="636289"/>
                </a:lnTo>
                <a:close/>
                <a:lnTo>
                  <a:pt x="417081" y="545142"/>
                </a:lnTo>
                <a:close/>
                <a:lnTo>
                  <a:pt x="420060" y="599416"/>
                </a:lnTo>
                <a:close/>
                <a:lnTo>
                  <a:pt x="421550" y="609559"/>
                </a:lnTo>
                <a:close/>
                <a:lnTo>
                  <a:pt x="424529" y="463626"/>
                </a:lnTo>
                <a:close/>
                <a:lnTo>
                  <a:pt x="428998" y="442016"/>
                </a:lnTo>
                <a:close/>
                <a:lnTo>
                  <a:pt x="430487" y="448513"/>
                </a:lnTo>
                <a:close/>
                <a:lnTo>
                  <a:pt x="431977" y="444427"/>
                </a:lnTo>
                <a:close/>
                <a:lnTo>
                  <a:pt x="433467" y="447300"/>
                </a:lnTo>
                <a:close/>
                <a:lnTo>
                  <a:pt x="434956" y="483102"/>
                </a:lnTo>
                <a:close/>
                <a:lnTo>
                  <a:pt x="437935" y="417333"/>
                </a:lnTo>
                <a:close/>
                <a:lnTo>
                  <a:pt x="439425" y="418358"/>
                </a:lnTo>
                <a:close/>
                <a:lnTo>
                  <a:pt x="442404" y="329345"/>
                </a:lnTo>
                <a:close/>
                <a:lnTo>
                  <a:pt x="446873" y="300565"/>
                </a:lnTo>
                <a:close/>
                <a:lnTo>
                  <a:pt x="449852" y="366267"/>
                </a:lnTo>
                <a:close/>
                <a:lnTo>
                  <a:pt x="451342" y="368606"/>
                </a:lnTo>
                <a:close/>
                <a:lnTo>
                  <a:pt x="452831" y="481051"/>
                </a:lnTo>
                <a:close/>
                <a:lnTo>
                  <a:pt x="454321" y="478764"/>
                </a:lnTo>
                <a:close/>
                <a:lnTo>
                  <a:pt x="457300" y="607467"/>
                </a:lnTo>
                <a:close/>
                <a:lnTo>
                  <a:pt x="460279" y="660981"/>
                </a:lnTo>
                <a:close/>
                <a:lnTo>
                  <a:pt x="461769" y="660633"/>
                </a:lnTo>
                <a:close/>
                <a:lnTo>
                  <a:pt x="463258" y="640409"/>
                </a:lnTo>
                <a:close/>
                <a:lnTo>
                  <a:pt x="466237" y="712746"/>
                </a:lnTo>
                <a:close/>
                <a:lnTo>
                  <a:pt x="467727" y="678048"/>
                </a:lnTo>
                <a:close/>
                <a:lnTo>
                  <a:pt x="470706" y="687471"/>
                </a:lnTo>
                <a:close/>
                <a:lnTo>
                  <a:pt x="472196" y="713794"/>
                </a:lnTo>
                <a:close/>
                <a:lnTo>
                  <a:pt x="473685" y="774924"/>
                </a:lnTo>
                <a:close/>
                <a:lnTo>
                  <a:pt x="475175" y="729869"/>
                </a:lnTo>
                <a:close/>
                <a:lnTo>
                  <a:pt x="476664" y="773839"/>
                </a:lnTo>
                <a:close/>
                <a:lnTo>
                  <a:pt x="478154" y="709881"/>
                </a:lnTo>
                <a:close/>
                <a:lnTo>
                  <a:pt x="479644" y="788630"/>
                </a:lnTo>
                <a:close/>
                <a:lnTo>
                  <a:pt x="481133" y="787917"/>
                </a:lnTo>
                <a:close/>
                <a:lnTo>
                  <a:pt x="482623" y="773901"/>
                </a:lnTo>
                <a:close/>
                <a:lnTo>
                  <a:pt x="484112" y="781022"/>
                </a:lnTo>
                <a:close/>
                <a:lnTo>
                  <a:pt x="485602" y="743235"/>
                </a:lnTo>
                <a:close/>
                <a:lnTo>
                  <a:pt x="487091" y="794930"/>
                </a:lnTo>
                <a:close/>
                <a:lnTo>
                  <a:pt x="488581" y="789016"/>
                </a:lnTo>
                <a:close/>
                <a:lnTo>
                  <a:pt x="490071" y="725700"/>
                </a:lnTo>
                <a:close/>
                <a:lnTo>
                  <a:pt x="491560" y="730385"/>
                </a:lnTo>
                <a:close/>
                <a:lnTo>
                  <a:pt x="494539" y="799357"/>
                </a:lnTo>
                <a:close/>
                <a:lnTo>
                  <a:pt x="497518" y="745693"/>
                </a:lnTo>
                <a:close/>
                <a:lnTo>
                  <a:pt x="499008" y="810739"/>
                </a:lnTo>
                <a:close/>
                <a:lnTo>
                  <a:pt x="503477" y="746004"/>
                </a:lnTo>
                <a:close/>
                <a:lnTo>
                  <a:pt x="507945" y="883629"/>
                </a:lnTo>
                <a:close/>
                <a:lnTo>
                  <a:pt x="510925" y="805101"/>
                </a:lnTo>
                <a:close/>
                <a:lnTo>
                  <a:pt x="512414" y="858161"/>
                </a:lnTo>
                <a:close/>
                <a:lnTo>
                  <a:pt x="513904" y="858362"/>
                </a:lnTo>
                <a:close/>
                <a:lnTo>
                  <a:pt x="515393" y="814866"/>
                </a:lnTo>
                <a:close/>
                <a:lnTo>
                  <a:pt x="516883" y="818193"/>
                </a:lnTo>
                <a:close/>
                <a:lnTo>
                  <a:pt x="519862" y="843350"/>
                </a:lnTo>
                <a:close/>
                <a:lnTo>
                  <a:pt x="522841" y="931026"/>
                </a:lnTo>
                <a:close/>
                <a:lnTo>
                  <a:pt x="533268" y="709396"/>
                </a:lnTo>
                <a:close/>
                <a:lnTo>
                  <a:pt x="534758" y="736527"/>
                </a:lnTo>
                <a:close/>
                <a:lnTo>
                  <a:pt x="537737" y="736564"/>
                </a:lnTo>
                <a:close/>
                <a:lnTo>
                  <a:pt x="539227" y="768193"/>
                </a:lnTo>
                <a:close/>
                <a:lnTo>
                  <a:pt x="540716" y="765962"/>
                </a:lnTo>
                <a:close/>
                <a:lnTo>
                  <a:pt x="542206" y="786547"/>
                </a:lnTo>
                <a:close/>
                <a:lnTo>
                  <a:pt x="543695" y="783825"/>
                </a:lnTo>
                <a:close/>
                <a:lnTo>
                  <a:pt x="545185" y="757945"/>
                </a:lnTo>
                <a:close/>
                <a:lnTo>
                  <a:pt x="548164" y="655692"/>
                </a:lnTo>
                <a:close/>
                <a:lnTo>
                  <a:pt x="549654" y="633980"/>
                </a:lnTo>
                <a:close/>
                <a:lnTo>
                  <a:pt x="552633" y="725261"/>
                </a:lnTo>
                <a:close/>
                <a:lnTo>
                  <a:pt x="555612" y="820115"/>
                </a:lnTo>
                <a:close/>
                <a:lnTo>
                  <a:pt x="557101" y="712938"/>
                </a:lnTo>
                <a:close/>
                <a:lnTo>
                  <a:pt x="558591" y="734598"/>
                </a:lnTo>
                <a:close/>
                <a:lnTo>
                  <a:pt x="560081" y="616936"/>
                </a:lnTo>
                <a:close/>
                <a:lnTo>
                  <a:pt x="561570" y="629102"/>
                </a:lnTo>
                <a:close/>
                <a:lnTo>
                  <a:pt x="563060" y="583317"/>
                </a:lnTo>
                <a:close/>
                <a:lnTo>
                  <a:pt x="564549" y="643567"/>
                </a:lnTo>
                <a:close/>
                <a:lnTo>
                  <a:pt x="566039" y="552688"/>
                </a:lnTo>
                <a:close/>
                <a:lnTo>
                  <a:pt x="567528" y="551806"/>
                </a:lnTo>
                <a:close/>
                <a:lnTo>
                  <a:pt x="569018" y="446759"/>
                </a:lnTo>
                <a:close/>
                <a:lnTo>
                  <a:pt x="570508" y="472353"/>
                </a:lnTo>
                <a:close/>
                <a:lnTo>
                  <a:pt x="571997" y="540897"/>
                </a:lnTo>
                <a:close/>
                <a:lnTo>
                  <a:pt x="573487" y="540591"/>
                </a:lnTo>
                <a:close/>
                <a:lnTo>
                  <a:pt x="574976" y="482057"/>
                </a:lnTo>
                <a:close/>
                <a:lnTo>
                  <a:pt x="576466" y="557739"/>
                </a:lnTo>
                <a:close/>
                <a:lnTo>
                  <a:pt x="577956" y="549211"/>
                </a:lnTo>
                <a:close/>
                <a:lnTo>
                  <a:pt x="580935" y="505395"/>
                </a:lnTo>
                <a:close/>
                <a:lnTo>
                  <a:pt x="582424" y="571128"/>
                </a:lnTo>
                <a:close/>
                <a:lnTo>
                  <a:pt x="583914" y="560478"/>
                </a:lnTo>
                <a:close/>
                <a:lnTo>
                  <a:pt x="585403" y="592480"/>
                </a:lnTo>
                <a:close/>
                <a:lnTo>
                  <a:pt x="588383" y="448328"/>
                </a:lnTo>
                <a:close/>
                <a:lnTo>
                  <a:pt x="591362" y="509490"/>
                </a:lnTo>
                <a:close/>
                <a:lnTo>
                  <a:pt x="592851" y="454729"/>
                </a:lnTo>
                <a:close/>
                <a:lnTo>
                  <a:pt x="594341" y="527570"/>
                </a:lnTo>
                <a:close/>
                <a:lnTo>
                  <a:pt x="595830" y="464112"/>
                </a:lnTo>
                <a:close/>
                <a:lnTo>
                  <a:pt x="597320" y="494059"/>
                </a:lnTo>
                <a:close/>
                <a:lnTo>
                  <a:pt x="598810" y="491719"/>
                </a:lnTo>
                <a:close/>
                <a:lnTo>
                  <a:pt x="601789" y="417758"/>
                </a:lnTo>
                <a:close/>
                <a:lnTo>
                  <a:pt x="603278" y="450898"/>
                </a:lnTo>
                <a:close/>
                <a:lnTo>
                  <a:pt x="604768" y="428063"/>
                </a:lnTo>
                <a:close/>
                <a:lnTo>
                  <a:pt x="606257" y="435449"/>
                </a:lnTo>
                <a:close/>
                <a:lnTo>
                  <a:pt x="607747" y="399443"/>
                </a:lnTo>
                <a:close/>
                <a:lnTo>
                  <a:pt x="609237" y="421644"/>
                </a:lnTo>
                <a:close/>
                <a:lnTo>
                  <a:pt x="610726" y="486937"/>
                </a:lnTo>
                <a:close/>
                <a:lnTo>
                  <a:pt x="612216" y="484551"/>
                </a:lnTo>
                <a:close/>
                <a:lnTo>
                  <a:pt x="615195" y="502134"/>
                </a:lnTo>
                <a:close/>
                <a:lnTo>
                  <a:pt x="616685" y="494158"/>
                </a:lnTo>
                <a:close/>
                <a:lnTo>
                  <a:pt x="619664" y="435343"/>
                </a:lnTo>
                <a:close/>
                <a:lnTo>
                  <a:pt x="622643" y="434866"/>
                </a:lnTo>
                <a:close/>
                <a:lnTo>
                  <a:pt x="624132" y="447952"/>
                </a:lnTo>
                <a:close/>
                <a:lnTo>
                  <a:pt x="625622" y="448198"/>
                </a:lnTo>
                <a:close/>
                <a:lnTo>
                  <a:pt x="627112" y="405312"/>
                </a:lnTo>
                <a:close/>
                <a:lnTo>
                  <a:pt x="630091" y="532299"/>
                </a:lnTo>
                <a:close/>
                <a:lnTo>
                  <a:pt x="633070" y="431155"/>
                </a:lnTo>
                <a:close/>
                <a:lnTo>
                  <a:pt x="634559" y="518729"/>
                </a:lnTo>
                <a:close/>
                <a:lnTo>
                  <a:pt x="636049" y="519466"/>
                </a:lnTo>
                <a:close/>
                <a:lnTo>
                  <a:pt x="639028" y="586989"/>
                </a:lnTo>
                <a:close/>
                <a:lnTo>
                  <a:pt x="640518" y="579497"/>
                </a:lnTo>
                <a:close/>
                <a:lnTo>
                  <a:pt x="643497" y="440751"/>
                </a:lnTo>
                <a:close/>
                <a:lnTo>
                  <a:pt x="644986" y="428341"/>
                </a:lnTo>
                <a:close/>
                <a:lnTo>
                  <a:pt x="647966" y="466798"/>
                </a:lnTo>
                <a:close/>
                <a:lnTo>
                  <a:pt x="650945" y="391142"/>
                </a:lnTo>
                <a:close/>
                <a:lnTo>
                  <a:pt x="653924" y="500885"/>
                </a:lnTo>
                <a:close/>
                <a:lnTo>
                  <a:pt x="655413" y="451148"/>
                </a:lnTo>
                <a:close/>
                <a:lnTo>
                  <a:pt x="656903" y="453521"/>
                </a:lnTo>
                <a:close/>
                <a:lnTo>
                  <a:pt x="658393" y="376607"/>
                </a:lnTo>
                <a:close/>
                <a:lnTo>
                  <a:pt x="659882" y="431574"/>
                </a:lnTo>
                <a:close/>
                <a:lnTo>
                  <a:pt x="661372" y="313511"/>
                </a:lnTo>
                <a:close/>
                <a:lnTo>
                  <a:pt x="665841" y="434249"/>
                </a:lnTo>
                <a:close/>
                <a:lnTo>
                  <a:pt x="667330" y="434249"/>
                </a:lnTo>
                <a:close/>
                <a:lnTo>
                  <a:pt x="668820" y="452444"/>
                </a:lnTo>
                <a:close/>
                <a:lnTo>
                  <a:pt x="670309" y="426250"/>
                </a:lnTo>
                <a:close/>
                <a:lnTo>
                  <a:pt x="671799" y="461981"/>
                </a:lnTo>
                <a:close/>
                <a:lnTo>
                  <a:pt x="673288" y="455294"/>
                </a:lnTo>
                <a:close/>
                <a:lnTo>
                  <a:pt x="674778" y="517597"/>
                </a:lnTo>
                <a:close/>
                <a:lnTo>
                  <a:pt x="676268" y="516254"/>
                </a:lnTo>
                <a:close/>
                <a:lnTo>
                  <a:pt x="677757" y="601614"/>
                </a:lnTo>
                <a:close/>
                <a:lnTo>
                  <a:pt x="680736" y="546880"/>
                </a:lnTo>
                <a:close/>
                <a:lnTo>
                  <a:pt x="682226" y="576822"/>
                </a:lnTo>
                <a:close/>
                <a:lnTo>
                  <a:pt x="683715" y="512541"/>
                </a:lnTo>
                <a:close/>
                <a:lnTo>
                  <a:pt x="686695" y="634151"/>
                </a:lnTo>
                <a:close/>
                <a:lnTo>
                  <a:pt x="688184" y="632300"/>
                </a:lnTo>
                <a:close/>
                <a:lnTo>
                  <a:pt x="694142" y="526289"/>
                </a:lnTo>
                <a:close/>
                <a:lnTo>
                  <a:pt x="695632" y="568265"/>
                </a:lnTo>
                <a:close/>
                <a:lnTo>
                  <a:pt x="698611" y="517847"/>
                </a:lnTo>
                <a:close/>
                <a:lnTo>
                  <a:pt x="700101" y="567461"/>
                </a:lnTo>
                <a:close/>
                <a:lnTo>
                  <a:pt x="704569" y="418643"/>
                </a:lnTo>
                <a:close/>
                <a:lnTo>
                  <a:pt x="706059" y="406601"/>
                </a:lnTo>
                <a:close/>
                <a:lnTo>
                  <a:pt x="709038" y="538920"/>
                </a:lnTo>
                <a:close/>
                <a:lnTo>
                  <a:pt x="710528" y="549542"/>
                </a:lnTo>
                <a:close/>
                <a:lnTo>
                  <a:pt x="712017" y="546615"/>
                </a:lnTo>
                <a:close/>
                <a:lnTo>
                  <a:pt x="714997" y="480896"/>
                </a:lnTo>
                <a:close/>
                <a:lnTo>
                  <a:pt x="716486" y="527753"/>
                </a:lnTo>
                <a:close/>
                <a:lnTo>
                  <a:pt x="720955" y="501925"/>
                </a:lnTo>
                <a:close/>
                <a:lnTo>
                  <a:pt x="728403" y="672270"/>
                </a:lnTo>
                <a:close/>
                <a:lnTo>
                  <a:pt x="729892" y="690690"/>
                </a:lnTo>
                <a:close/>
                <a:lnTo>
                  <a:pt x="737340" y="530929"/>
                </a:lnTo>
                <a:close/>
                <a:lnTo>
                  <a:pt x="738830" y="526499"/>
                </a:lnTo>
                <a:close/>
                <a:lnTo>
                  <a:pt x="740319" y="536721"/>
                </a:lnTo>
                <a:close/>
                <a:lnTo>
                  <a:pt x="741809" y="523214"/>
                </a:lnTo>
                <a:close/>
                <a:lnTo>
                  <a:pt x="744788" y="469801"/>
                </a:lnTo>
                <a:close/>
                <a:lnTo>
                  <a:pt x="746278" y="473885"/>
                </a:lnTo>
                <a:close/>
                <a:lnTo>
                  <a:pt x="747767" y="468176"/>
                </a:lnTo>
                <a:close/>
                <a:lnTo>
                  <a:pt x="749257" y="537422"/>
                </a:lnTo>
                <a:close/>
                <a:lnTo>
                  <a:pt x="750746" y="516826"/>
                </a:lnTo>
                <a:close/>
                <a:lnTo>
                  <a:pt x="753726" y="537606"/>
                </a:lnTo>
                <a:close/>
                <a:lnTo>
                  <a:pt x="755215" y="555464"/>
                </a:lnTo>
                <a:close/>
                <a:lnTo>
                  <a:pt x="756705" y="542216"/>
                </a:lnTo>
                <a:close/>
                <a:lnTo>
                  <a:pt x="762663" y="387732"/>
                </a:lnTo>
                <a:close/>
                <a:lnTo>
                  <a:pt x="764153" y="324811"/>
                </a:lnTo>
                <a:close/>
                <a:lnTo>
                  <a:pt x="765642" y="381615"/>
                </a:lnTo>
                <a:close/>
                <a:lnTo>
                  <a:pt x="767132" y="368213"/>
                </a:lnTo>
                <a:close/>
                <a:lnTo>
                  <a:pt x="768621" y="413406"/>
                </a:lnTo>
                <a:close/>
                <a:lnTo>
                  <a:pt x="771600" y="285158"/>
                </a:lnTo>
                <a:close/>
                <a:lnTo>
                  <a:pt x="774580" y="361467"/>
                </a:lnTo>
                <a:close/>
                <a:lnTo>
                  <a:pt x="776069" y="322499"/>
                </a:lnTo>
                <a:close/>
                <a:lnTo>
                  <a:pt x="777559" y="329099"/>
                </a:lnTo>
                <a:close/>
                <a:lnTo>
                  <a:pt x="779048" y="314023"/>
                </a:lnTo>
                <a:close/>
                <a:lnTo>
                  <a:pt x="783517" y="397134"/>
                </a:lnTo>
                <a:close/>
                <a:lnTo>
                  <a:pt x="785007" y="362349"/>
                </a:lnTo>
                <a:close/>
                <a:lnTo>
                  <a:pt x="787986" y="229813"/>
                </a:lnTo>
                <a:close/>
                <a:lnTo>
                  <a:pt x="789475" y="259016"/>
                </a:lnTo>
                <a:close/>
                <a:lnTo>
                  <a:pt x="790965" y="245750"/>
                </a:lnTo>
                <a:close/>
                <a:lnTo>
                  <a:pt x="796923" y="106477"/>
                </a:lnTo>
                <a:close/>
                <a:lnTo>
                  <a:pt x="798413" y="0"/>
                </a:lnTo>
                <a:close/>
                <a:lnTo>
                  <a:pt x="799902" y="14028"/>
                </a:lnTo>
                <a:close/>
                <a:lnTo>
                  <a:pt x="804371" y="170741"/>
                </a:lnTo>
                <a:close/>
                <a:lnTo>
                  <a:pt x="805861" y="102090"/>
                </a:lnTo>
                <a:close/>
                <a:lnTo>
                  <a:pt x="808840" y="124268"/>
                </a:lnTo>
                <a:close/>
                <a:lnTo>
                  <a:pt x="810329" y="115375"/>
                </a:lnTo>
                <a:close/>
                <a:lnTo>
                  <a:pt x="811819" y="115676"/>
                </a:lnTo>
                <a:close/>
                <a:lnTo>
                  <a:pt x="814798" y="109792"/>
                </a:lnTo>
                <a:close/>
                <a:lnTo>
                  <a:pt x="817777" y="205685"/>
                </a:lnTo>
                <a:close/>
                <a:lnTo>
                  <a:pt x="819267" y="191995"/>
                </a:lnTo>
                <a:close/>
                <a:lnTo>
                  <a:pt x="820756" y="217515"/>
                </a:lnTo>
                <a:close/>
                <a:lnTo>
                  <a:pt x="822246" y="269835"/>
                </a:lnTo>
                <a:close/>
                <a:lnTo>
                  <a:pt x="823736" y="231743"/>
                </a:lnTo>
                <a:close/>
                <a:lnTo>
                  <a:pt x="825225" y="236380"/>
                </a:lnTo>
                <a:close/>
                <a:lnTo>
                  <a:pt x="829694" y="143901"/>
                </a:lnTo>
                <a:close/>
                <a:lnTo>
                  <a:pt x="831183" y="174492"/>
                </a:lnTo>
                <a:close/>
                <a:lnTo>
                  <a:pt x="832673" y="157070"/>
                </a:lnTo>
                <a:close/>
                <a:lnTo>
                  <a:pt x="834163" y="159224"/>
                </a:lnTo>
                <a:close/>
                <a:lnTo>
                  <a:pt x="838631" y="282228"/>
                </a:lnTo>
                <a:close/>
                <a:lnTo>
                  <a:pt x="840121" y="296072"/>
                </a:lnTo>
                <a:close/>
                <a:lnTo>
                  <a:pt x="841611" y="287055"/>
                </a:lnTo>
                <a:close/>
                <a:lnTo>
                  <a:pt x="843100" y="286863"/>
                </a:lnTo>
                <a:close/>
                <a:lnTo>
                  <a:pt x="844590" y="338067"/>
                </a:lnTo>
                <a:close/>
                <a:lnTo>
                  <a:pt x="846079" y="340167"/>
                </a:lnTo>
                <a:close/>
                <a:lnTo>
                  <a:pt x="847569" y="457716"/>
                </a:lnTo>
                <a:close/>
                <a:lnTo>
                  <a:pt x="849058" y="357993"/>
                </a:lnTo>
                <a:close/>
                <a:lnTo>
                  <a:pt x="850548" y="438016"/>
                </a:lnTo>
                <a:close/>
                <a:lnTo>
                  <a:pt x="852038" y="408005"/>
                </a:lnTo>
                <a:close/>
                <a:lnTo>
                  <a:pt x="853527" y="440410"/>
                </a:lnTo>
                <a:close/>
                <a:lnTo>
                  <a:pt x="855017" y="421417"/>
                </a:lnTo>
                <a:close/>
                <a:lnTo>
                  <a:pt x="856506" y="421718"/>
                </a:lnTo>
                <a:close/>
                <a:lnTo>
                  <a:pt x="857996" y="415814"/>
                </a:lnTo>
                <a:close/>
                <a:lnTo>
                  <a:pt x="859485" y="401127"/>
                </a:lnTo>
                <a:close/>
                <a:lnTo>
                  <a:pt x="860975" y="401127"/>
                </a:lnTo>
                <a:close/>
                <a:lnTo>
                  <a:pt x="862465" y="386234"/>
                </a:lnTo>
                <a:close/>
                <a:lnTo>
                  <a:pt x="863954" y="404408"/>
                </a:lnTo>
                <a:close/>
                <a:lnTo>
                  <a:pt x="866933" y="378255"/>
                </a:lnTo>
                <a:close/>
                <a:lnTo>
                  <a:pt x="869912" y="434333"/>
                </a:lnTo>
                <a:close/>
                <a:lnTo>
                  <a:pt x="872892" y="308485"/>
                </a:lnTo>
                <a:close/>
                <a:lnTo>
                  <a:pt x="874381" y="439328"/>
                </a:lnTo>
                <a:close/>
                <a:lnTo>
                  <a:pt x="875871" y="431208"/>
                </a:lnTo>
                <a:close/>
                <a:lnTo>
                  <a:pt x="877360" y="442186"/>
                </a:lnTo>
                <a:close/>
                <a:lnTo>
                  <a:pt x="878850" y="403478"/>
                </a:lnTo>
                <a:close/>
                <a:lnTo>
                  <a:pt x="880339" y="404858"/>
                </a:lnTo>
                <a:close/>
                <a:lnTo>
                  <a:pt x="886298" y="544491"/>
                </a:lnTo>
                <a:close/>
                <a:lnTo>
                  <a:pt x="887787" y="540648"/>
                </a:lnTo>
                <a:close/>
                <a:lnTo>
                  <a:pt x="890767" y="472763"/>
                </a:lnTo>
                <a:close/>
                <a:lnTo>
                  <a:pt x="892256" y="489356"/>
                </a:lnTo>
                <a:close/>
                <a:lnTo>
                  <a:pt x="895235" y="533103"/>
                </a:lnTo>
                <a:close/>
                <a:lnTo>
                  <a:pt x="896725" y="497326"/>
                </a:lnTo>
                <a:close/>
                <a:lnTo>
                  <a:pt x="899704" y="535451"/>
                </a:lnTo>
                <a:close/>
                <a:lnTo>
                  <a:pt x="901194" y="559553"/>
                </a:lnTo>
                <a:close/>
                <a:lnTo>
                  <a:pt x="902683" y="488677"/>
                </a:lnTo>
                <a:close/>
                <a:lnTo>
                  <a:pt x="905662" y="553682"/>
                </a:lnTo>
                <a:close/>
                <a:lnTo>
                  <a:pt x="907152" y="528799"/>
                </a:lnTo>
                <a:close/>
                <a:lnTo>
                  <a:pt x="908641" y="569563"/>
                </a:lnTo>
                <a:close/>
                <a:lnTo>
                  <a:pt x="911621" y="531556"/>
                </a:lnTo>
                <a:close/>
                <a:lnTo>
                  <a:pt x="913110" y="540866"/>
                </a:lnTo>
                <a:close/>
                <a:lnTo>
                  <a:pt x="914600" y="530950"/>
                </a:lnTo>
                <a:close/>
                <a:lnTo>
                  <a:pt x="917579" y="591805"/>
                </a:lnTo>
                <a:close/>
                <a:lnTo>
                  <a:pt x="919068" y="551562"/>
                </a:lnTo>
                <a:close/>
                <a:lnTo>
                  <a:pt x="920558" y="556491"/>
                </a:lnTo>
                <a:close/>
                <a:lnTo>
                  <a:pt x="922048" y="590361"/>
                </a:lnTo>
                <a:close/>
                <a:lnTo>
                  <a:pt x="923537" y="579233"/>
                </a:lnTo>
                <a:close/>
                <a:lnTo>
                  <a:pt x="925027" y="555874"/>
                </a:lnTo>
                <a:close/>
                <a:lnTo>
                  <a:pt x="926516" y="560221"/>
                </a:lnTo>
                <a:close/>
                <a:lnTo>
                  <a:pt x="929496" y="496522"/>
                </a:lnTo>
                <a:close/>
                <a:lnTo>
                  <a:pt x="930985" y="539392"/>
                </a:lnTo>
                <a:close/>
                <a:lnTo>
                  <a:pt x="932475" y="484722"/>
                </a:lnTo>
                <a:close/>
                <a:lnTo>
                  <a:pt x="935454" y="563579"/>
                </a:lnTo>
                <a:close/>
                <a:lnTo>
                  <a:pt x="936943" y="522230"/>
                </a:lnTo>
                <a:close/>
                <a:lnTo>
                  <a:pt x="938433" y="520750"/>
                </a:lnTo>
                <a:close/>
                <a:lnTo>
                  <a:pt x="939923" y="524908"/>
                </a:lnTo>
                <a:close/>
                <a:lnTo>
                  <a:pt x="941412" y="576502"/>
                </a:lnTo>
                <a:close/>
                <a:lnTo>
                  <a:pt x="942902" y="547687"/>
                </a:lnTo>
                <a:close/>
                <a:lnTo>
                  <a:pt x="945881" y="587734"/>
                </a:lnTo>
                <a:close/>
                <a:lnTo>
                  <a:pt x="947370" y="574134"/>
                </a:lnTo>
                <a:close/>
                <a:lnTo>
                  <a:pt x="948860" y="589352"/>
                </a:lnTo>
                <a:close/>
                <a:lnTo>
                  <a:pt x="953329" y="542293"/>
                </a:lnTo>
                <a:close/>
                <a:lnTo>
                  <a:pt x="956308" y="481478"/>
                </a:lnTo>
                <a:close/>
                <a:lnTo>
                  <a:pt x="959287" y="540499"/>
                </a:lnTo>
                <a:close/>
                <a:lnTo>
                  <a:pt x="960777" y="525942"/>
                </a:lnTo>
                <a:close/>
                <a:lnTo>
                  <a:pt x="962266" y="632504"/>
                </a:lnTo>
                <a:close/>
                <a:lnTo>
                  <a:pt x="965245" y="584612"/>
                </a:lnTo>
                <a:close/>
                <a:lnTo>
                  <a:pt x="966735" y="658795"/>
                </a:lnTo>
                <a:close/>
                <a:lnTo>
                  <a:pt x="971204" y="518985"/>
                </a:lnTo>
                <a:close/>
                <a:lnTo>
                  <a:pt x="974183" y="532003"/>
                </a:lnTo>
                <a:close/>
                <a:lnTo>
                  <a:pt x="977162" y="615264"/>
                </a:lnTo>
                <a:close/>
                <a:lnTo>
                  <a:pt x="978652" y="591067"/>
                </a:lnTo>
                <a:close/>
                <a:lnTo>
                  <a:pt x="980141" y="591981"/>
                </a:lnTo>
                <a:close/>
                <a:lnTo>
                  <a:pt x="981631" y="604060"/>
                </a:lnTo>
                <a:close/>
                <a:lnTo>
                  <a:pt x="984610" y="501855"/>
                </a:lnTo>
                <a:close/>
                <a:lnTo>
                  <a:pt x="986099" y="552314"/>
                </a:lnTo>
                <a:close/>
                <a:lnTo>
                  <a:pt x="987589" y="530773"/>
                </a:lnTo>
                <a:close/>
                <a:lnTo>
                  <a:pt x="989079" y="447720"/>
                </a:lnTo>
                <a:close/>
                <a:lnTo>
                  <a:pt x="990568" y="455393"/>
                </a:lnTo>
                <a:close/>
                <a:lnTo>
                  <a:pt x="993547" y="419881"/>
                </a:lnTo>
                <a:close/>
                <a:lnTo>
                  <a:pt x="996526" y="490286"/>
                </a:lnTo>
                <a:close/>
                <a:lnTo>
                  <a:pt x="998016" y="474387"/>
                </a:lnTo>
                <a:close/>
                <a:lnTo>
                  <a:pt x="1002485" y="616598"/>
                </a:lnTo>
                <a:close/>
                <a:lnTo>
                  <a:pt x="1003974" y="576361"/>
                </a:lnTo>
                <a:close/>
                <a:lnTo>
                  <a:pt x="1006953" y="611083"/>
                </a:lnTo>
                <a:close/>
                <a:lnTo>
                  <a:pt x="1008443" y="599154"/>
                </a:lnTo>
                <a:close/>
                <a:lnTo>
                  <a:pt x="1011422" y="682305"/>
                </a:lnTo>
                <a:close/>
                <a:lnTo>
                  <a:pt x="1012912" y="644255"/>
                </a:lnTo>
                <a:close/>
                <a:lnTo>
                  <a:pt x="1014401" y="665729"/>
                </a:lnTo>
                <a:close/>
                <a:lnTo>
                  <a:pt x="1017380" y="747984"/>
                </a:lnTo>
                <a:close/>
                <a:lnTo>
                  <a:pt x="1018870" y="714008"/>
                </a:lnTo>
                <a:close/>
                <a:lnTo>
                  <a:pt x="1020360" y="737627"/>
                </a:lnTo>
                <a:close/>
                <a:lnTo>
                  <a:pt x="1021849" y="726422"/>
                </a:lnTo>
                <a:close/>
                <a:lnTo>
                  <a:pt x="1023339" y="736778"/>
                </a:lnTo>
                <a:close/>
                <a:lnTo>
                  <a:pt x="1026318" y="714258"/>
                </a:lnTo>
                <a:close/>
                <a:lnTo>
                  <a:pt x="1027808" y="709999"/>
                </a:lnTo>
                <a:close/>
                <a:lnTo>
                  <a:pt x="1030787" y="762705"/>
                </a:lnTo>
                <a:close/>
                <a:lnTo>
                  <a:pt x="1032276" y="766516"/>
                </a:lnTo>
                <a:close/>
                <a:lnTo>
                  <a:pt x="1038235" y="573499"/>
                </a:lnTo>
                <a:close/>
                <a:lnTo>
                  <a:pt x="1039724" y="624758"/>
                </a:lnTo>
                <a:close/>
                <a:lnTo>
                  <a:pt x="1041214" y="557537"/>
                </a:lnTo>
                <a:close/>
                <a:lnTo>
                  <a:pt x="1042703" y="579290"/>
                </a:lnTo>
                <a:close/>
                <a:lnTo>
                  <a:pt x="1044193" y="577120"/>
                </a:lnTo>
                <a:close/>
                <a:lnTo>
                  <a:pt x="1050151" y="723390"/>
                </a:lnTo>
                <a:close/>
                <a:lnTo>
                  <a:pt x="1051641" y="574381"/>
                </a:lnTo>
                <a:close/>
                <a:lnTo>
                  <a:pt x="1053130" y="626488"/>
                </a:lnTo>
                <a:close/>
                <a:lnTo>
                  <a:pt x="1054620" y="623022"/>
                </a:lnTo>
                <a:close/>
                <a:lnTo>
                  <a:pt x="1056109" y="456880"/>
                </a:lnTo>
                <a:close/>
                <a:lnTo>
                  <a:pt x="1057599" y="507393"/>
                </a:lnTo>
                <a:close/>
                <a:lnTo>
                  <a:pt x="1059089" y="413792"/>
                </a:lnTo>
                <a:close/>
                <a:lnTo>
                  <a:pt x="1060578" y="439002"/>
                </a:lnTo>
                <a:close/>
                <a:lnTo>
                  <a:pt x="1062068" y="416739"/>
                </a:lnTo>
                <a:close/>
                <a:lnTo>
                  <a:pt x="1063557" y="422707"/>
                </a:lnTo>
                <a:close/>
                <a:lnTo>
                  <a:pt x="1065047" y="488429"/>
                </a:lnTo>
                <a:close/>
                <a:lnTo>
                  <a:pt x="1066537" y="468120"/>
                </a:lnTo>
                <a:close/>
                <a:lnTo>
                  <a:pt x="1071005" y="586920"/>
                </a:lnTo>
                <a:close/>
                <a:lnTo>
                  <a:pt x="1073984" y="673517"/>
                </a:lnTo>
                <a:close/>
                <a:lnTo>
                  <a:pt x="1075474" y="666706"/>
                </a:lnTo>
                <a:close/>
                <a:lnTo>
                  <a:pt x="1076964" y="680302"/>
                </a:lnTo>
                <a:close/>
                <a:lnTo>
                  <a:pt x="1079943" y="609805"/>
                </a:lnTo>
                <a:close/>
                <a:lnTo>
                  <a:pt x="1081432" y="638369"/>
                </a:lnTo>
                <a:close/>
                <a:lnTo>
                  <a:pt x="1082922" y="633838"/>
                </a:lnTo>
                <a:close/>
                <a:lnTo>
                  <a:pt x="1084411" y="575511"/>
                </a:lnTo>
                <a:close/>
                <a:lnTo>
                  <a:pt x="1087391" y="619285"/>
                </a:lnTo>
                <a:close/>
                <a:lnTo>
                  <a:pt x="1090370" y="595689"/>
                </a:lnTo>
                <a:close/>
                <a:lnTo>
                  <a:pt x="1091859" y="473092"/>
                </a:lnTo>
                <a:close/>
                <a:lnTo>
                  <a:pt x="1094838" y="587232"/>
                </a:lnTo>
                <a:close/>
                <a:lnTo>
                  <a:pt x="1097818" y="540742"/>
                </a:lnTo>
                <a:close/>
                <a:lnTo>
                  <a:pt x="1099307" y="558770"/>
                </a:lnTo>
                <a:close/>
                <a:lnTo>
                  <a:pt x="1100797" y="492186"/>
                </a:lnTo>
                <a:close/>
                <a:lnTo>
                  <a:pt x="1102286" y="536431"/>
                </a:lnTo>
                <a:close/>
                <a:lnTo>
                  <a:pt x="1103776" y="522894"/>
                </a:lnTo>
                <a:close/>
                <a:lnTo>
                  <a:pt x="1106755" y="454733"/>
                </a:lnTo>
                <a:close/>
                <a:lnTo>
                  <a:pt x="1108245" y="478879"/>
                </a:lnTo>
                <a:close/>
                <a:lnTo>
                  <a:pt x="1109734" y="416333"/>
                </a:lnTo>
                <a:close/>
                <a:lnTo>
                  <a:pt x="1112713" y="489359"/>
                </a:lnTo>
                <a:close/>
                <a:lnTo>
                  <a:pt x="1115693" y="417952"/>
                </a:lnTo>
                <a:close/>
                <a:lnTo>
                  <a:pt x="1117182" y="428433"/>
                </a:lnTo>
                <a:close/>
                <a:lnTo>
                  <a:pt x="1118672" y="419761"/>
                </a:lnTo>
                <a:close/>
                <a:lnTo>
                  <a:pt x="1126120" y="219550"/>
                </a:lnTo>
                <a:close/>
                <a:lnTo>
                  <a:pt x="1127609" y="212788"/>
                </a:lnTo>
                <a:close/>
                <a:lnTo>
                  <a:pt x="1129099" y="214057"/>
                </a:lnTo>
                <a:close/>
                <a:lnTo>
                  <a:pt x="1132078" y="155030"/>
                </a:lnTo>
                <a:close/>
                <a:lnTo>
                  <a:pt x="1133567" y="172688"/>
                </a:lnTo>
                <a:close/>
                <a:lnTo>
                  <a:pt x="1135057" y="151944"/>
                </a:lnTo>
                <a:close/>
                <a:lnTo>
                  <a:pt x="1136547" y="163724"/>
                </a:lnTo>
                <a:close/>
                <a:lnTo>
                  <a:pt x="1138036" y="191463"/>
                </a:lnTo>
                <a:close/>
                <a:lnTo>
                  <a:pt x="1139526" y="175233"/>
                </a:lnTo>
                <a:close/>
                <a:lnTo>
                  <a:pt x="1141015" y="177979"/>
                </a:lnTo>
                <a:close/>
                <a:lnTo>
                  <a:pt x="1142505" y="209771"/>
                </a:lnTo>
                <a:close/>
                <a:lnTo>
                  <a:pt x="1143994" y="190607"/>
                </a:lnTo>
                <a:close/>
                <a:lnTo>
                  <a:pt x="1145484" y="211591"/>
                </a:lnTo>
                <a:close/>
                <a:lnTo>
                  <a:pt x="1146974" y="200286"/>
                </a:lnTo>
                <a:close/>
                <a:lnTo>
                  <a:pt x="1149953" y="272203"/>
                </a:lnTo>
                <a:close/>
                <a:lnTo>
                  <a:pt x="1151442" y="167652"/>
                </a:lnTo>
                <a:close/>
                <a:lnTo>
                  <a:pt x="1157401" y="380533"/>
                </a:lnTo>
                <a:close/>
                <a:lnTo>
                  <a:pt x="1158890" y="285387"/>
                </a:lnTo>
                <a:close/>
                <a:lnTo>
                  <a:pt x="1160380" y="300139"/>
                </a:lnTo>
                <a:close/>
                <a:lnTo>
                  <a:pt x="1166338" y="145280"/>
                </a:lnTo>
                <a:close/>
                <a:lnTo>
                  <a:pt x="1172296" y="208996"/>
                </a:lnTo>
                <a:close/>
                <a:lnTo>
                  <a:pt x="1173786" y="199624"/>
                </a:lnTo>
                <a:close/>
                <a:lnTo>
                  <a:pt x="1175276" y="169019"/>
                </a:lnTo>
                <a:close/>
                <a:lnTo>
                  <a:pt x="1179744" y="280861"/>
                </a:lnTo>
                <a:close/>
                <a:lnTo>
                  <a:pt x="1182723" y="267837"/>
                </a:lnTo>
                <a:close/>
                <a:lnTo>
                  <a:pt x="1184213" y="297074"/>
                </a:lnTo>
                <a:close/>
                <a:lnTo>
                  <a:pt x="1187192" y="226249"/>
                </a:lnTo>
                <a:close/>
                <a:lnTo>
                  <a:pt x="1190171" y="279624"/>
                </a:lnTo>
                <a:close/>
                <a:lnTo>
                  <a:pt x="1191661" y="225074"/>
                </a:lnTo>
                <a:close/>
                <a:lnTo>
                  <a:pt x="1194640" y="263929"/>
                </a:lnTo>
                <a:close/>
                <a:lnTo>
                  <a:pt x="1196130" y="237108"/>
                </a:lnTo>
                <a:close/>
                <a:lnTo>
                  <a:pt x="1197619" y="264405"/>
                </a:lnTo>
                <a:close/>
                <a:lnTo>
                  <a:pt x="1199109" y="185851"/>
                </a:lnTo>
                <a:close/>
                <a:lnTo>
                  <a:pt x="1200598" y="240349"/>
                </a:lnTo>
                <a:close/>
                <a:lnTo>
                  <a:pt x="1202088" y="231005"/>
                </a:lnTo>
                <a:close/>
                <a:lnTo>
                  <a:pt x="1203578" y="200395"/>
                </a:lnTo>
                <a:close/>
                <a:lnTo>
                  <a:pt x="1206557" y="276929"/>
                </a:lnTo>
                <a:close/>
                <a:lnTo>
                  <a:pt x="1208046" y="304032"/>
                </a:lnTo>
                <a:close/>
                <a:lnTo>
                  <a:pt x="1211025" y="378149"/>
                </a:lnTo>
                <a:close/>
                <a:lnTo>
                  <a:pt x="1212515" y="325015"/>
                </a:lnTo>
                <a:close/>
                <a:lnTo>
                  <a:pt x="1215494" y="378395"/>
                </a:lnTo>
                <a:close/>
                <a:lnTo>
                  <a:pt x="1216984" y="353515"/>
                </a:lnTo>
                <a:close/>
                <a:lnTo>
                  <a:pt x="1219963" y="384937"/>
                </a:lnTo>
                <a:close/>
                <a:lnTo>
                  <a:pt x="1225921" y="319050"/>
                </a:lnTo>
                <a:close/>
                <a:lnTo>
                  <a:pt x="1227411" y="343539"/>
                </a:lnTo>
                <a:close/>
                <a:lnTo>
                  <a:pt x="1233369" y="134961"/>
                </a:lnTo>
                <a:close/>
                <a:lnTo>
                  <a:pt x="1234859" y="179877"/>
                </a:lnTo>
                <a:close/>
                <a:lnTo>
                  <a:pt x="1237838" y="151695"/>
                </a:lnTo>
                <a:close/>
                <a:lnTo>
                  <a:pt x="1240817" y="198476"/>
                </a:lnTo>
                <a:close/>
                <a:lnTo>
                  <a:pt x="1242306" y="208022"/>
                </a:lnTo>
                <a:close/>
                <a:lnTo>
                  <a:pt x="1243796" y="200344"/>
                </a:lnTo>
                <a:close/>
                <a:lnTo>
                  <a:pt x="1245286" y="222125"/>
                </a:lnTo>
                <a:close/>
                <a:lnTo>
                  <a:pt x="1246775" y="327420"/>
                </a:lnTo>
                <a:close/>
                <a:lnTo>
                  <a:pt x="1248265" y="330404"/>
                </a:lnTo>
                <a:close/>
                <a:lnTo>
                  <a:pt x="1249754" y="440210"/>
                </a:lnTo>
                <a:close/>
                <a:lnTo>
                  <a:pt x="1252734" y="290635"/>
                </a:lnTo>
                <a:close/>
                <a:lnTo>
                  <a:pt x="1255713" y="425802"/>
                </a:lnTo>
                <a:close/>
                <a:lnTo>
                  <a:pt x="1257202" y="414540"/>
                </a:lnTo>
                <a:close/>
                <a:lnTo>
                  <a:pt x="1258692" y="339494"/>
                </a:lnTo>
                <a:close/>
                <a:lnTo>
                  <a:pt x="1260181" y="342073"/>
                </a:lnTo>
                <a:close/>
                <a:lnTo>
                  <a:pt x="1261671" y="357537"/>
                </a:lnTo>
                <a:close/>
                <a:lnTo>
                  <a:pt x="1263161" y="306782"/>
                </a:lnTo>
                <a:close/>
                <a:lnTo>
                  <a:pt x="1266140" y="464412"/>
                </a:lnTo>
                <a:close/>
                <a:lnTo>
                  <a:pt x="1267629" y="464052"/>
                </a:lnTo>
                <a:close/>
                <a:lnTo>
                  <a:pt x="1269119" y="448870"/>
                </a:lnTo>
                <a:close/>
                <a:lnTo>
                  <a:pt x="1270608" y="448870"/>
                </a:lnTo>
                <a:close/>
                <a:lnTo>
                  <a:pt x="1272098" y="429356"/>
                </a:lnTo>
                <a:close/>
                <a:lnTo>
                  <a:pt x="1275077" y="490057"/>
                </a:lnTo>
                <a:close/>
                <a:lnTo>
                  <a:pt x="1279546" y="594884"/>
                </a:lnTo>
                <a:close/>
                <a:lnTo>
                  <a:pt x="1281035" y="692571"/>
                </a:lnTo>
                <a:close/>
                <a:lnTo>
                  <a:pt x="1282525" y="639010"/>
                </a:lnTo>
                <a:close/>
                <a:lnTo>
                  <a:pt x="1284015" y="652240"/>
                </a:lnTo>
                <a:close/>
                <a:lnTo>
                  <a:pt x="1286994" y="789241"/>
                </a:lnTo>
                <a:close/>
                <a:lnTo>
                  <a:pt x="1289973" y="674591"/>
                </a:lnTo>
                <a:close/>
                <a:lnTo>
                  <a:pt x="1292952" y="639906"/>
                </a:lnTo>
                <a:close/>
                <a:lnTo>
                  <a:pt x="1294442" y="643729"/>
                </a:lnTo>
                <a:close/>
                <a:lnTo>
                  <a:pt x="1297421" y="589707"/>
                </a:lnTo>
                <a:close/>
                <a:lnTo>
                  <a:pt x="1300400" y="469283"/>
                </a:lnTo>
                <a:close/>
                <a:lnTo>
                  <a:pt x="1304869" y="550759"/>
                </a:lnTo>
                <a:close/>
                <a:lnTo>
                  <a:pt x="1306358" y="534676"/>
                </a:lnTo>
                <a:close/>
                <a:lnTo>
                  <a:pt x="1307848" y="597448"/>
                </a:lnTo>
                <a:close/>
                <a:lnTo>
                  <a:pt x="1310827" y="481048"/>
                </a:lnTo>
                <a:close/>
                <a:lnTo>
                  <a:pt x="1313806" y="510915"/>
                </a:lnTo>
                <a:close/>
                <a:lnTo>
                  <a:pt x="1315296" y="504100"/>
                </a:lnTo>
                <a:close/>
                <a:lnTo>
                  <a:pt x="1316785" y="526933"/>
                </a:lnTo>
                <a:close/>
                <a:lnTo>
                  <a:pt x="1319764" y="416638"/>
                </a:lnTo>
                <a:close/>
                <a:lnTo>
                  <a:pt x="1321254" y="384296"/>
                </a:lnTo>
                <a:close/>
                <a:lnTo>
                  <a:pt x="1324233" y="420210"/>
                </a:lnTo>
                <a:close/>
                <a:lnTo>
                  <a:pt x="1327212" y="308897"/>
                </a:lnTo>
                <a:close/>
                <a:lnTo>
                  <a:pt x="1328702" y="394610"/>
                </a:lnTo>
                <a:close/>
                <a:lnTo>
                  <a:pt x="1330191" y="384926"/>
                </a:lnTo>
                <a:close/>
                <a:lnTo>
                  <a:pt x="1331681" y="337031"/>
                </a:lnTo>
                <a:close/>
                <a:lnTo>
                  <a:pt x="1333171" y="387110"/>
                </a:lnTo>
                <a:close/>
                <a:lnTo>
                  <a:pt x="1336150" y="334957"/>
                </a:lnTo>
                <a:close/>
                <a:lnTo>
                  <a:pt x="1337639" y="354466"/>
                </a:lnTo>
                <a:close/>
                <a:lnTo>
                  <a:pt x="1339129" y="275633"/>
                </a:lnTo>
                <a:close/>
                <a:lnTo>
                  <a:pt x="1345087" y="505982"/>
                </a:lnTo>
                <a:close/>
                <a:lnTo>
                  <a:pt x="1346577" y="522197"/>
                </a:lnTo>
                <a:close/>
                <a:lnTo>
                  <a:pt x="1348066" y="461312"/>
                </a:lnTo>
                <a:close/>
                <a:lnTo>
                  <a:pt x="1351046" y="560566"/>
                </a:lnTo>
                <a:close/>
                <a:lnTo>
                  <a:pt x="1352535" y="522465"/>
                </a:lnTo>
                <a:close/>
                <a:lnTo>
                  <a:pt x="1354025" y="523618"/>
                </a:lnTo>
                <a:close/>
                <a:lnTo>
                  <a:pt x="1357004" y="451855"/>
                </a:lnTo>
                <a:close/>
                <a:lnTo>
                  <a:pt x="1358493" y="517942"/>
                </a:lnTo>
                <a:close/>
                <a:lnTo>
                  <a:pt x="1359983" y="498208"/>
                </a:lnTo>
                <a:close/>
                <a:lnTo>
                  <a:pt x="1362962" y="568583"/>
                </a:lnTo>
                <a:close/>
                <a:lnTo>
                  <a:pt x="1364452" y="559600"/>
                </a:lnTo>
                <a:close/>
                <a:lnTo>
                  <a:pt x="1365941" y="584216"/>
                </a:lnTo>
                <a:close/>
                <a:lnTo>
                  <a:pt x="1367431" y="651144"/>
                </a:lnTo>
                <a:close/>
                <a:lnTo>
                  <a:pt x="1368920" y="598776"/>
                </a:lnTo>
                <a:close/>
                <a:lnTo>
                  <a:pt x="1371900" y="598564"/>
                </a:lnTo>
                <a:close/>
                <a:lnTo>
                  <a:pt x="1373389" y="665988"/>
                </a:lnTo>
                <a:close/>
                <a:lnTo>
                  <a:pt x="1374879" y="644345"/>
                </a:lnTo>
                <a:close/>
                <a:lnTo>
                  <a:pt x="1377858" y="522146"/>
                </a:lnTo>
                <a:close/>
                <a:lnTo>
                  <a:pt x="1383816" y="737960"/>
                </a:lnTo>
                <a:close/>
                <a:lnTo>
                  <a:pt x="1385306" y="716934"/>
                </a:lnTo>
                <a:close/>
                <a:lnTo>
                  <a:pt x="1388285" y="816992"/>
                </a:lnTo>
                <a:close/>
                <a:lnTo>
                  <a:pt x="1391264" y="763120"/>
                </a:lnTo>
                <a:close/>
                <a:lnTo>
                  <a:pt x="1395733" y="801747"/>
                </a:lnTo>
                <a:close/>
                <a:lnTo>
                  <a:pt x="1397222" y="763355"/>
                </a:lnTo>
                <a:close/>
                <a:lnTo>
                  <a:pt x="1400202" y="803277"/>
                </a:lnTo>
                <a:close/>
                <a:lnTo>
                  <a:pt x="1401691" y="781772"/>
                </a:lnTo>
                <a:close/>
                <a:lnTo>
                  <a:pt x="1404670" y="819343"/>
                </a:lnTo>
                <a:close/>
                <a:lnTo>
                  <a:pt x="1407649" y="674153"/>
                </a:lnTo>
                <a:close/>
                <a:lnTo>
                  <a:pt x="1409139" y="669530"/>
                </a:lnTo>
                <a:close/>
                <a:lnTo>
                  <a:pt x="1410629" y="672442"/>
                </a:lnTo>
                <a:close/>
                <a:lnTo>
                  <a:pt x="1412118" y="750643"/>
                </a:lnTo>
                <a:close/>
                <a:lnTo>
                  <a:pt x="1413608" y="729151"/>
                </a:lnTo>
                <a:close/>
                <a:lnTo>
                  <a:pt x="1416587" y="761274"/>
                </a:lnTo>
                <a:close/>
                <a:lnTo>
                  <a:pt x="1421056" y="631157"/>
                </a:lnTo>
                <a:close/>
                <a:lnTo>
                  <a:pt x="1422545" y="615334"/>
                </a:lnTo>
                <a:close/>
                <a:lnTo>
                  <a:pt x="1424035" y="688174"/>
                </a:lnTo>
                <a:close/>
                <a:lnTo>
                  <a:pt x="1425524" y="572811"/>
                </a:lnTo>
                <a:close/>
                <a:lnTo>
                  <a:pt x="1428504" y="645852"/>
                </a:lnTo>
                <a:close/>
                <a:lnTo>
                  <a:pt x="1429993" y="608665"/>
                </a:lnTo>
                <a:close/>
                <a:lnTo>
                  <a:pt x="1431483" y="528471"/>
                </a:lnTo>
                <a:close/>
                <a:lnTo>
                  <a:pt x="1432972" y="533506"/>
                </a:lnTo>
                <a:close/>
                <a:lnTo>
                  <a:pt x="1435951" y="397642"/>
                </a:lnTo>
                <a:close/>
                <a:lnTo>
                  <a:pt x="1440420" y="600217"/>
                </a:lnTo>
                <a:close/>
                <a:lnTo>
                  <a:pt x="1441910" y="585106"/>
                </a:lnTo>
                <a:close/>
                <a:lnTo>
                  <a:pt x="1443399" y="588371"/>
                </a:lnTo>
                <a:close/>
                <a:lnTo>
                  <a:pt x="1444889" y="603568"/>
                </a:lnTo>
                <a:close/>
                <a:lnTo>
                  <a:pt x="1446378" y="649259"/>
                </a:lnTo>
                <a:close/>
                <a:lnTo>
                  <a:pt x="1447868" y="581348"/>
                </a:lnTo>
                <a:close/>
                <a:lnTo>
                  <a:pt x="1450847" y="671352"/>
                </a:lnTo>
                <a:close/>
                <a:lnTo>
                  <a:pt x="1452337" y="651335"/>
                </a:lnTo>
                <a:close/>
                <a:lnTo>
                  <a:pt x="1455316" y="576906"/>
                </a:lnTo>
                <a:close/>
                <a:lnTo>
                  <a:pt x="1456805" y="590204"/>
                </a:lnTo>
                <a:close/>
                <a:lnTo>
                  <a:pt x="1458295" y="584928"/>
                </a:lnTo>
                <a:close/>
                <a:lnTo>
                  <a:pt x="1461274" y="645589"/>
                </a:lnTo>
                <a:close/>
                <a:lnTo>
                  <a:pt x="1462764" y="624168"/>
                </a:lnTo>
                <a:close/>
                <a:lnTo>
                  <a:pt x="1464253" y="691587"/>
                </a:lnTo>
                <a:close/>
                <a:lnTo>
                  <a:pt x="1465743" y="694522"/>
                </a:lnTo>
                <a:close/>
                <a:lnTo>
                  <a:pt x="1468722" y="721702"/>
                </a:lnTo>
                <a:close/>
                <a:lnTo>
                  <a:pt x="1470212" y="706905"/>
                </a:lnTo>
                <a:close/>
                <a:lnTo>
                  <a:pt x="1471701" y="723651"/>
                </a:lnTo>
                <a:close/>
                <a:lnTo>
                  <a:pt x="1473191" y="772471"/>
                </a:lnTo>
                <a:close/>
                <a:lnTo>
                  <a:pt x="1474680" y="742610"/>
                </a:lnTo>
                <a:close/>
                <a:lnTo>
                  <a:pt x="1477660" y="585654"/>
                </a:lnTo>
                <a:close/>
                <a:lnTo>
                  <a:pt x="1479149" y="634518"/>
                </a:lnTo>
                <a:close/>
                <a:lnTo>
                  <a:pt x="1480639" y="605714"/>
                </a:lnTo>
                <a:close/>
                <a:lnTo>
                  <a:pt x="1482128" y="610516"/>
                </a:lnTo>
                <a:close/>
                <a:lnTo>
                  <a:pt x="1483618" y="583471"/>
                </a:lnTo>
                <a:close/>
                <a:lnTo>
                  <a:pt x="1486597" y="640574"/>
                </a:lnTo>
                <a:close/>
                <a:lnTo>
                  <a:pt x="1488087" y="621904"/>
                </a:lnTo>
                <a:close/>
                <a:lnTo>
                  <a:pt x="1491066" y="567683"/>
                </a:lnTo>
                <a:close/>
                <a:lnTo>
                  <a:pt x="1492555" y="560259"/>
                </a:lnTo>
                <a:close/>
                <a:lnTo>
                  <a:pt x="1494045" y="600721"/>
                </a:lnTo>
                <a:close/>
                <a:lnTo>
                  <a:pt x="1495534" y="521108"/>
                </a:lnTo>
                <a:close/>
                <a:lnTo>
                  <a:pt x="1498514" y="588139"/>
                </a:lnTo>
                <a:close/>
                <a:lnTo>
                  <a:pt x="1501493" y="519868"/>
                </a:lnTo>
                <a:close/>
                <a:lnTo>
                  <a:pt x="1505961" y="590690"/>
                </a:lnTo>
                <a:close/>
                <a:lnTo>
                  <a:pt x="1508941" y="602985"/>
                </a:lnTo>
                <a:close/>
                <a:lnTo>
                  <a:pt x="1510430" y="638824"/>
                </a:lnTo>
                <a:close/>
                <a:lnTo>
                  <a:pt x="1511920" y="612673"/>
                </a:lnTo>
                <a:close/>
                <a:lnTo>
                  <a:pt x="1514899" y="663333"/>
                </a:lnTo>
                <a:close/>
                <a:lnTo>
                  <a:pt x="1516388" y="641860"/>
                </a:lnTo>
                <a:close/>
                <a:lnTo>
                  <a:pt x="1517878" y="673165"/>
                </a:lnTo>
                <a:close/>
                <a:lnTo>
                  <a:pt x="1519368" y="637470"/>
                </a:lnTo>
                <a:close/>
                <a:lnTo>
                  <a:pt x="1520857" y="646721"/>
                </a:lnTo>
                <a:close/>
                <a:lnTo>
                  <a:pt x="1523836" y="585270"/>
                </a:lnTo>
                <a:close/>
                <a:lnTo>
                  <a:pt x="1526816" y="637242"/>
                </a:lnTo>
                <a:close/>
                <a:lnTo>
                  <a:pt x="1529795" y="590040"/>
                </a:lnTo>
                <a:close/>
                <a:lnTo>
                  <a:pt x="1531284" y="497834"/>
                </a:lnTo>
                <a:close/>
                <a:lnTo>
                  <a:pt x="1532774" y="505887"/>
                </a:lnTo>
                <a:close/>
                <a:lnTo>
                  <a:pt x="1537243" y="687025"/>
                </a:lnTo>
                <a:close/>
                <a:lnTo>
                  <a:pt x="1538732" y="711692"/>
                </a:lnTo>
                <a:close/>
                <a:lnTo>
                  <a:pt x="1541711" y="695309"/>
                </a:lnTo>
                <a:close/>
                <a:lnTo>
                  <a:pt x="1543201" y="654580"/>
                </a:lnTo>
                <a:close/>
                <a:lnTo>
                  <a:pt x="1544690" y="679355"/>
                </a:lnTo>
                <a:close/>
                <a:lnTo>
                  <a:pt x="1546180" y="672064"/>
                </a:lnTo>
                <a:close/>
                <a:lnTo>
                  <a:pt x="1549159" y="570116"/>
                </a:lnTo>
                <a:close/>
                <a:lnTo>
                  <a:pt x="1550649" y="586010"/>
                </a:lnTo>
                <a:close/>
                <a:lnTo>
                  <a:pt x="1552138" y="548425"/>
                </a:lnTo>
                <a:close/>
                <a:lnTo>
                  <a:pt x="1553628" y="564820"/>
                </a:lnTo>
                <a:close/>
                <a:lnTo>
                  <a:pt x="1558097" y="511757"/>
                </a:lnTo>
                <a:close/>
                <a:lnTo>
                  <a:pt x="1561076" y="428121"/>
                </a:lnTo>
                <a:close/>
                <a:lnTo>
                  <a:pt x="1562565" y="414309"/>
                </a:lnTo>
                <a:close/>
                <a:lnTo>
                  <a:pt x="1564055" y="416171"/>
                </a:lnTo>
                <a:close/>
                <a:lnTo>
                  <a:pt x="1565545" y="356937"/>
                </a:lnTo>
                <a:close/>
                <a:lnTo>
                  <a:pt x="1567034" y="390113"/>
                </a:lnTo>
                <a:close/>
                <a:lnTo>
                  <a:pt x="1574482" y="279946"/>
                </a:lnTo>
                <a:close/>
                <a:lnTo>
                  <a:pt x="1575972" y="316127"/>
                </a:lnTo>
                <a:close/>
                <a:lnTo>
                  <a:pt x="1578951" y="165894"/>
                </a:lnTo>
                <a:close/>
                <a:lnTo>
                  <a:pt x="1580440" y="142330"/>
                </a:lnTo>
                <a:close/>
                <a:lnTo>
                  <a:pt x="1581930" y="154002"/>
                </a:lnTo>
                <a:close/>
                <a:lnTo>
                  <a:pt x="1583419" y="255801"/>
                </a:lnTo>
                <a:close/>
                <a:lnTo>
                  <a:pt x="1584909" y="236191"/>
                </a:lnTo>
                <a:close/>
                <a:lnTo>
                  <a:pt x="1587888" y="279018"/>
                </a:lnTo>
                <a:close/>
                <a:lnTo>
                  <a:pt x="1589378" y="258059"/>
                </a:lnTo>
                <a:close/>
                <a:lnTo>
                  <a:pt x="1590867" y="263108"/>
                </a:lnTo>
                <a:close/>
                <a:lnTo>
                  <a:pt x="1593846" y="298689"/>
                </a:lnTo>
                <a:close/>
                <a:lnTo>
                  <a:pt x="1596826" y="424428"/>
                </a:lnTo>
                <a:close/>
                <a:lnTo>
                  <a:pt x="1598315" y="431797"/>
                </a:lnTo>
                <a:close/>
                <a:lnTo>
                  <a:pt x="1599805" y="513239"/>
                </a:lnTo>
                <a:close/>
                <a:lnTo>
                  <a:pt x="1601294" y="472107"/>
                </a:lnTo>
                <a:close/>
                <a:lnTo>
                  <a:pt x="1604273" y="500815"/>
                </a:lnTo>
                <a:close/>
                <a:lnTo>
                  <a:pt x="1607253" y="420317"/>
                </a:lnTo>
                <a:close/>
                <a:lnTo>
                  <a:pt x="1610232" y="385833"/>
                </a:lnTo>
                <a:close/>
                <a:lnTo>
                  <a:pt x="1611721" y="339958"/>
                </a:lnTo>
                <a:close/>
                <a:lnTo>
                  <a:pt x="1614701" y="431610"/>
                </a:lnTo>
                <a:close/>
                <a:lnTo>
                  <a:pt x="1616190" y="419979"/>
                </a:lnTo>
                <a:close/>
                <a:lnTo>
                  <a:pt x="1617680" y="426641"/>
                </a:lnTo>
                <a:close/>
                <a:lnTo>
                  <a:pt x="1619169" y="415369"/>
                </a:lnTo>
                <a:close/>
                <a:lnTo>
                  <a:pt x="1620659" y="485820"/>
                </a:lnTo>
                <a:close/>
                <a:lnTo>
                  <a:pt x="1622148" y="443211"/>
                </a:lnTo>
                <a:close/>
                <a:lnTo>
                  <a:pt x="1626617" y="608909"/>
                </a:lnTo>
                <a:close/>
                <a:lnTo>
                  <a:pt x="1628107" y="600976"/>
                </a:lnTo>
                <a:close/>
                <a:lnTo>
                  <a:pt x="1629596" y="494650"/>
                </a:lnTo>
                <a:close/>
                <a:lnTo>
                  <a:pt x="1631086" y="519554"/>
                </a:lnTo>
                <a:close/>
                <a:lnTo>
                  <a:pt x="1632575" y="593813"/>
                </a:lnTo>
                <a:close/>
                <a:lnTo>
                  <a:pt x="1635555" y="490848"/>
                </a:lnTo>
                <a:close/>
                <a:lnTo>
                  <a:pt x="1637044" y="522793"/>
                </a:lnTo>
                <a:close/>
                <a:lnTo>
                  <a:pt x="1640023" y="450114"/>
                </a:lnTo>
                <a:close/>
                <a:lnTo>
                  <a:pt x="1641513" y="467495"/>
                </a:lnTo>
                <a:close/>
                <a:lnTo>
                  <a:pt x="1644492" y="560807"/>
                </a:lnTo>
                <a:close/>
                <a:lnTo>
                  <a:pt x="1645982" y="609568"/>
                </a:lnTo>
                <a:close/>
                <a:lnTo>
                  <a:pt x="1647471" y="589111"/>
                </a:lnTo>
                <a:close/>
                <a:lnTo>
                  <a:pt x="1648961" y="539092"/>
                </a:lnTo>
                <a:close/>
                <a:lnTo>
                  <a:pt x="1650450" y="549384"/>
                </a:lnTo>
                <a:close/>
                <a:lnTo>
                  <a:pt x="1651940" y="534730"/>
                </a:lnTo>
                <a:close/>
                <a:lnTo>
                  <a:pt x="1653430" y="606161"/>
                </a:lnTo>
                <a:close/>
                <a:lnTo>
                  <a:pt x="1656409" y="558643"/>
                </a:lnTo>
                <a:close/>
                <a:lnTo>
                  <a:pt x="1657898" y="589294"/>
                </a:lnTo>
                <a:close/>
                <a:lnTo>
                  <a:pt x="1659388" y="569438"/>
                </a:lnTo>
                <a:close/>
                <a:lnTo>
                  <a:pt x="1660877" y="493574"/>
                </a:lnTo>
                <a:close/>
                <a:lnTo>
                  <a:pt x="1662367" y="490016"/>
                </a:lnTo>
                <a:close/>
                <a:lnTo>
                  <a:pt x="1663857" y="495182"/>
                </a:lnTo>
                <a:close/>
                <a:lnTo>
                  <a:pt x="1666836" y="375212"/>
                </a:lnTo>
                <a:close/>
                <a:lnTo>
                  <a:pt x="1671304" y="561613"/>
                </a:lnTo>
                <a:close/>
                <a:lnTo>
                  <a:pt x="1672794" y="630951"/>
                </a:lnTo>
                <a:close/>
                <a:lnTo>
                  <a:pt x="1680242" y="440928"/>
                </a:lnTo>
                <a:close/>
                <a:lnTo>
                  <a:pt x="1681731" y="446485"/>
                </a:lnTo>
                <a:close/>
                <a:lnTo>
                  <a:pt x="1686200" y="365202"/>
                </a:lnTo>
                <a:close/>
                <a:lnTo>
                  <a:pt x="1687690" y="374825"/>
                </a:lnTo>
                <a:close/>
                <a:lnTo>
                  <a:pt x="1689179" y="366731"/>
                </a:lnTo>
                <a:close/>
                <a:lnTo>
                  <a:pt x="1690669" y="442130"/>
                </a:lnTo>
                <a:close/>
                <a:lnTo>
                  <a:pt x="1693648" y="360535"/>
                </a:lnTo>
                <a:close/>
                <a:lnTo>
                  <a:pt x="1695138" y="344562"/>
                </a:lnTo>
                <a:close/>
                <a:lnTo>
                  <a:pt x="1698117" y="432805"/>
                </a:lnTo>
                <a:close/>
                <a:lnTo>
                  <a:pt x="1699606" y="411253"/>
                </a:lnTo>
                <a:close/>
                <a:lnTo>
                  <a:pt x="1701096" y="456891"/>
                </a:lnTo>
                <a:close/>
                <a:lnTo>
                  <a:pt x="1702586" y="402451"/>
                </a:lnTo>
                <a:close/>
                <a:lnTo>
                  <a:pt x="1705565" y="513839"/>
                </a:lnTo>
                <a:close/>
                <a:lnTo>
                  <a:pt x="1710033" y="279111"/>
                </a:lnTo>
                <a:close/>
                <a:lnTo>
                  <a:pt x="1711523" y="308129"/>
                </a:lnTo>
                <a:close/>
                <a:lnTo>
                  <a:pt x="1713013" y="293989"/>
                </a:lnTo>
                <a:close/>
                <a:lnTo>
                  <a:pt x="1715992" y="366710"/>
                </a:lnTo>
                <a:close/>
                <a:lnTo>
                  <a:pt x="1718971" y="348621"/>
                </a:lnTo>
                <a:close/>
                <a:lnTo>
                  <a:pt x="1720460" y="335393"/>
                </a:lnTo>
                <a:close/>
                <a:lnTo>
                  <a:pt x="1721950" y="420857"/>
                </a:lnTo>
                <a:close/>
                <a:lnTo>
                  <a:pt x="1726419" y="393978"/>
                </a:lnTo>
                <a:close/>
                <a:lnTo>
                  <a:pt x="1732377" y="244755"/>
                </a:lnTo>
                <a:close/>
                <a:lnTo>
                  <a:pt x="1733867" y="278845"/>
                </a:lnTo>
                <a:close/>
                <a:lnTo>
                  <a:pt x="1735356" y="278845"/>
                </a:lnTo>
                <a:close/>
                <a:lnTo>
                  <a:pt x="1736846" y="289817"/>
                </a:lnTo>
                <a:close/>
                <a:lnTo>
                  <a:pt x="1739825" y="394581"/>
                </a:lnTo>
                <a:close/>
                <a:lnTo>
                  <a:pt x="1742804" y="479631"/>
                </a:lnTo>
                <a:close/>
                <a:lnTo>
                  <a:pt x="1744294" y="486900"/>
                </a:lnTo>
                <a:close/>
                <a:lnTo>
                  <a:pt x="1747273" y="369510"/>
                </a:lnTo>
                <a:close/>
                <a:lnTo>
                  <a:pt x="1748762" y="338512"/>
                </a:lnTo>
                <a:close/>
                <a:lnTo>
                  <a:pt x="1750252" y="340896"/>
                </a:lnTo>
                <a:close/>
                <a:lnTo>
                  <a:pt x="1751742" y="387493"/>
                </a:lnTo>
                <a:close/>
                <a:lnTo>
                  <a:pt x="1753231" y="350085"/>
                </a:lnTo>
                <a:close/>
                <a:lnTo>
                  <a:pt x="1754721" y="361181"/>
                </a:lnTo>
                <a:close/>
                <a:lnTo>
                  <a:pt x="1757700" y="473734"/>
                </a:lnTo>
                <a:close/>
                <a:lnTo>
                  <a:pt x="1759189" y="464670"/>
                </a:lnTo>
                <a:close/>
                <a:lnTo>
                  <a:pt x="1760679" y="486573"/>
                </a:lnTo>
                <a:close/>
                <a:lnTo>
                  <a:pt x="1762169" y="477227"/>
                </a:lnTo>
                <a:close/>
                <a:lnTo>
                  <a:pt x="1765148" y="439591"/>
                </a:lnTo>
                <a:close/>
                <a:lnTo>
                  <a:pt x="1768127" y="495886"/>
                </a:lnTo>
                <a:close/>
                <a:lnTo>
                  <a:pt x="1769616" y="446058"/>
                </a:lnTo>
                <a:close/>
                <a:lnTo>
                  <a:pt x="1772596" y="482057"/>
                </a:lnTo>
                <a:close/>
                <a:lnTo>
                  <a:pt x="1774085" y="480561"/>
                </a:lnTo>
                <a:close/>
                <a:lnTo>
                  <a:pt x="1775575" y="469557"/>
                </a:lnTo>
                <a:close/>
                <a:lnTo>
                  <a:pt x="1781533" y="515608"/>
                </a:lnTo>
                <a:close/>
                <a:lnTo>
                  <a:pt x="1783023" y="466040"/>
                </a:lnTo>
                <a:close/>
                <a:lnTo>
                  <a:pt x="1784512" y="467152"/>
                </a:lnTo>
                <a:close/>
                <a:lnTo>
                  <a:pt x="1786002" y="451758"/>
                </a:lnTo>
                <a:close/>
                <a:lnTo>
                  <a:pt x="1786002" y="451758"/>
                </a:lnTo>
                <a:close/>
              </a:path>
            </a:pathLst>
          </a:custGeom>
          <a:noFill/>
          <a:ln w="7620">
            <a:solidFill>
              <a:srgbClr val="C0392B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5825691" y="4114800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5825691" y="5138928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5825691" y="5650992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5914991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5886710" y="6742670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00" name="Freeform 299"/>
          <p:cNvSpPr/>
          <p:nvPr/>
        </p:nvSpPr>
        <p:spPr>
          <a:xfrm>
            <a:off x="6212906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6128062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302" name="Freeform 301"/>
          <p:cNvSpPr/>
          <p:nvPr/>
        </p:nvSpPr>
        <p:spPr>
          <a:xfrm>
            <a:off x="6510821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6425978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304" name="Freeform 303"/>
          <p:cNvSpPr/>
          <p:nvPr/>
        </p:nvSpPr>
        <p:spPr>
          <a:xfrm>
            <a:off x="6808737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6723893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306" name="Freeform 305"/>
          <p:cNvSpPr/>
          <p:nvPr/>
        </p:nvSpPr>
        <p:spPr>
          <a:xfrm>
            <a:off x="7106652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7021808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308" name="Freeform 307"/>
          <p:cNvSpPr/>
          <p:nvPr/>
        </p:nvSpPr>
        <p:spPr>
          <a:xfrm>
            <a:off x="7404567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7291442" y="6742670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310" name="Freeform 309"/>
          <p:cNvSpPr/>
          <p:nvPr/>
        </p:nvSpPr>
        <p:spPr>
          <a:xfrm>
            <a:off x="7702482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7589357" y="6742670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6541143" y="6877984"/>
            <a:ext cx="6096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MCMC step</a:t>
            </a:r>
          </a:p>
        </p:txBody>
      </p:sp>
      <p:sp>
        <p:nvSpPr>
          <p:cNvPr id="313" name="Freeform 312"/>
          <p:cNvSpPr/>
          <p:nvPr/>
        </p:nvSpPr>
        <p:spPr>
          <a:xfrm>
            <a:off x="5781241" y="655954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5538849" y="6504423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315" name="Freeform 314"/>
          <p:cNvSpPr/>
          <p:nvPr/>
        </p:nvSpPr>
        <p:spPr>
          <a:xfrm>
            <a:off x="5781241" y="619955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5538849" y="6144432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0.30</a:t>
            </a:r>
          </a:p>
        </p:txBody>
      </p:sp>
      <p:sp>
        <p:nvSpPr>
          <p:cNvPr id="317" name="Freeform 316"/>
          <p:cNvSpPr/>
          <p:nvPr/>
        </p:nvSpPr>
        <p:spPr>
          <a:xfrm>
            <a:off x="5781241" y="583956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5538849" y="5784441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0.35</a:t>
            </a:r>
          </a:p>
        </p:txBody>
      </p:sp>
      <p:sp>
        <p:nvSpPr>
          <p:cNvPr id="319" name="Freeform 318"/>
          <p:cNvSpPr/>
          <p:nvPr/>
        </p:nvSpPr>
        <p:spPr>
          <a:xfrm>
            <a:off x="5914991" y="5697543"/>
            <a:ext cx="1786002" cy="931026"/>
          </a:xfrm>
          <a:custGeom>
            <a:avLst/>
            <a:gdLst/>
            <a:ahLst/>
            <a:cxnLst/>
            <a:rect l="l" t="t" r="r" b="b"/>
            <a:pathLst>
              <a:path w="1786002" h="931026">
                <a:moveTo>
                  <a:pt x="0" y="378018"/>
                </a:moveTo>
                <a:lnTo>
                  <a:pt x="1490" y="446262"/>
                </a:lnTo>
                <a:close/>
                <a:lnTo>
                  <a:pt x="4469" y="294785"/>
                </a:lnTo>
                <a:close/>
                <a:lnTo>
                  <a:pt x="5958" y="331825"/>
                </a:lnTo>
                <a:close/>
                <a:lnTo>
                  <a:pt x="7448" y="436538"/>
                </a:lnTo>
                <a:close/>
                <a:lnTo>
                  <a:pt x="8937" y="389216"/>
                </a:lnTo>
                <a:close/>
                <a:lnTo>
                  <a:pt x="10427" y="457649"/>
                </a:lnTo>
                <a:close/>
                <a:lnTo>
                  <a:pt x="11917" y="421129"/>
                </a:lnTo>
                <a:close/>
                <a:lnTo>
                  <a:pt x="13406" y="423432"/>
                </a:lnTo>
                <a:close/>
                <a:lnTo>
                  <a:pt x="16385" y="315707"/>
                </a:lnTo>
                <a:close/>
                <a:lnTo>
                  <a:pt x="17875" y="323155"/>
                </a:lnTo>
                <a:close/>
                <a:lnTo>
                  <a:pt x="20854" y="437130"/>
                </a:lnTo>
                <a:close/>
                <a:lnTo>
                  <a:pt x="25323" y="566017"/>
                </a:lnTo>
                <a:close/>
                <a:lnTo>
                  <a:pt x="26812" y="570563"/>
                </a:lnTo>
                <a:close/>
                <a:lnTo>
                  <a:pt x="28302" y="540642"/>
                </a:lnTo>
                <a:close/>
                <a:lnTo>
                  <a:pt x="31281" y="462332"/>
                </a:lnTo>
                <a:close/>
                <a:lnTo>
                  <a:pt x="34260" y="426419"/>
                </a:lnTo>
                <a:close/>
                <a:lnTo>
                  <a:pt x="35750" y="364600"/>
                </a:lnTo>
                <a:close/>
                <a:lnTo>
                  <a:pt x="38729" y="406647"/>
                </a:lnTo>
                <a:close/>
                <a:lnTo>
                  <a:pt x="41708" y="446824"/>
                </a:lnTo>
                <a:close/>
                <a:lnTo>
                  <a:pt x="46177" y="338214"/>
                </a:lnTo>
                <a:close/>
                <a:lnTo>
                  <a:pt x="47666" y="377468"/>
                </a:lnTo>
                <a:close/>
                <a:lnTo>
                  <a:pt x="50646" y="214392"/>
                </a:lnTo>
                <a:close/>
                <a:lnTo>
                  <a:pt x="52135" y="241981"/>
                </a:lnTo>
                <a:close/>
                <a:lnTo>
                  <a:pt x="53625" y="239213"/>
                </a:lnTo>
                <a:close/>
                <a:lnTo>
                  <a:pt x="56604" y="358846"/>
                </a:lnTo>
                <a:close/>
                <a:lnTo>
                  <a:pt x="58093" y="395588"/>
                </a:lnTo>
                <a:close/>
                <a:lnTo>
                  <a:pt x="59583" y="390316"/>
                </a:lnTo>
                <a:close/>
                <a:lnTo>
                  <a:pt x="61073" y="466840"/>
                </a:lnTo>
                <a:close/>
                <a:lnTo>
                  <a:pt x="62562" y="461736"/>
                </a:lnTo>
                <a:close/>
                <a:lnTo>
                  <a:pt x="64052" y="494182"/>
                </a:lnTo>
                <a:close/>
                <a:lnTo>
                  <a:pt x="65541" y="401981"/>
                </a:lnTo>
                <a:close/>
                <a:lnTo>
                  <a:pt x="67031" y="425053"/>
                </a:lnTo>
                <a:close/>
                <a:lnTo>
                  <a:pt x="68520" y="490754"/>
                </a:lnTo>
                <a:close/>
                <a:lnTo>
                  <a:pt x="72989" y="314419"/>
                </a:lnTo>
                <a:close/>
                <a:lnTo>
                  <a:pt x="74479" y="397711"/>
                </a:lnTo>
                <a:close/>
                <a:lnTo>
                  <a:pt x="75968" y="388309"/>
                </a:lnTo>
                <a:close/>
                <a:lnTo>
                  <a:pt x="77458" y="351763"/>
                </a:lnTo>
                <a:close/>
                <a:lnTo>
                  <a:pt x="78948" y="411679"/>
                </a:lnTo>
                <a:close/>
                <a:lnTo>
                  <a:pt x="80437" y="394836"/>
                </a:lnTo>
                <a:close/>
                <a:lnTo>
                  <a:pt x="81927" y="330760"/>
                </a:lnTo>
                <a:close/>
                <a:lnTo>
                  <a:pt x="83416" y="402211"/>
                </a:lnTo>
                <a:close/>
                <a:lnTo>
                  <a:pt x="84906" y="313394"/>
                </a:lnTo>
                <a:close/>
                <a:lnTo>
                  <a:pt x="87885" y="405265"/>
                </a:lnTo>
                <a:close/>
                <a:lnTo>
                  <a:pt x="89375" y="489215"/>
                </a:lnTo>
                <a:close/>
                <a:lnTo>
                  <a:pt x="90864" y="493114"/>
                </a:lnTo>
                <a:close/>
                <a:lnTo>
                  <a:pt x="92354" y="578440"/>
                </a:lnTo>
                <a:close/>
                <a:lnTo>
                  <a:pt x="96822" y="328510"/>
                </a:lnTo>
                <a:close/>
                <a:lnTo>
                  <a:pt x="98312" y="306699"/>
                </a:lnTo>
                <a:close/>
                <a:lnTo>
                  <a:pt x="101291" y="208161"/>
                </a:lnTo>
                <a:close/>
                <a:lnTo>
                  <a:pt x="102781" y="252916"/>
                </a:lnTo>
                <a:close/>
                <a:lnTo>
                  <a:pt x="104270" y="238575"/>
                </a:lnTo>
                <a:close/>
                <a:lnTo>
                  <a:pt x="105760" y="292633"/>
                </a:lnTo>
                <a:close/>
                <a:lnTo>
                  <a:pt x="108739" y="471248"/>
                </a:lnTo>
                <a:close/>
                <a:lnTo>
                  <a:pt x="113208" y="391897"/>
                </a:lnTo>
                <a:close/>
                <a:lnTo>
                  <a:pt x="114697" y="465713"/>
                </a:lnTo>
                <a:close/>
                <a:lnTo>
                  <a:pt x="117677" y="456542"/>
                </a:lnTo>
                <a:close/>
                <a:lnTo>
                  <a:pt x="119166" y="449491"/>
                </a:lnTo>
                <a:close/>
                <a:lnTo>
                  <a:pt x="120656" y="473608"/>
                </a:lnTo>
                <a:close/>
                <a:lnTo>
                  <a:pt x="126614" y="225588"/>
                </a:lnTo>
                <a:close/>
                <a:lnTo>
                  <a:pt x="131083" y="321947"/>
                </a:lnTo>
                <a:close/>
                <a:lnTo>
                  <a:pt x="132572" y="271096"/>
                </a:lnTo>
                <a:close/>
                <a:lnTo>
                  <a:pt x="135551" y="411170"/>
                </a:lnTo>
                <a:close/>
                <a:lnTo>
                  <a:pt x="137041" y="361327"/>
                </a:lnTo>
                <a:close/>
                <a:lnTo>
                  <a:pt x="138531" y="369843"/>
                </a:lnTo>
                <a:close/>
                <a:lnTo>
                  <a:pt x="140020" y="404033"/>
                </a:lnTo>
                <a:close/>
                <a:lnTo>
                  <a:pt x="141510" y="384174"/>
                </a:lnTo>
                <a:close/>
                <a:lnTo>
                  <a:pt x="144489" y="318080"/>
                </a:lnTo>
                <a:close/>
                <a:lnTo>
                  <a:pt x="145978" y="304398"/>
                </a:lnTo>
                <a:close/>
                <a:lnTo>
                  <a:pt x="148958" y="474948"/>
                </a:lnTo>
                <a:close/>
                <a:lnTo>
                  <a:pt x="150447" y="479687"/>
                </a:lnTo>
                <a:close/>
                <a:lnTo>
                  <a:pt x="151937" y="411856"/>
                </a:lnTo>
                <a:close/>
                <a:lnTo>
                  <a:pt x="153426" y="438954"/>
                </a:lnTo>
                <a:close/>
                <a:lnTo>
                  <a:pt x="154916" y="389950"/>
                </a:lnTo>
                <a:close/>
                <a:lnTo>
                  <a:pt x="157895" y="516637"/>
                </a:lnTo>
                <a:close/>
                <a:lnTo>
                  <a:pt x="159385" y="455735"/>
                </a:lnTo>
                <a:close/>
                <a:lnTo>
                  <a:pt x="162364" y="540765"/>
                </a:lnTo>
                <a:close/>
                <a:lnTo>
                  <a:pt x="163853" y="448987"/>
                </a:lnTo>
                <a:close/>
                <a:lnTo>
                  <a:pt x="166833" y="587419"/>
                </a:lnTo>
                <a:close/>
                <a:lnTo>
                  <a:pt x="168322" y="535345"/>
                </a:lnTo>
                <a:close/>
                <a:lnTo>
                  <a:pt x="169812" y="563961"/>
                </a:lnTo>
                <a:close/>
                <a:lnTo>
                  <a:pt x="171301" y="515806"/>
                </a:lnTo>
                <a:close/>
                <a:lnTo>
                  <a:pt x="172791" y="516518"/>
                </a:lnTo>
                <a:close/>
                <a:lnTo>
                  <a:pt x="175770" y="413321"/>
                </a:lnTo>
                <a:close/>
                <a:lnTo>
                  <a:pt x="177260" y="414015"/>
                </a:lnTo>
                <a:close/>
                <a:lnTo>
                  <a:pt x="178749" y="381692"/>
                </a:lnTo>
                <a:close/>
                <a:lnTo>
                  <a:pt x="181728" y="517917"/>
                </a:lnTo>
                <a:close/>
                <a:lnTo>
                  <a:pt x="183218" y="392513"/>
                </a:lnTo>
                <a:close/>
                <a:lnTo>
                  <a:pt x="186197" y="560081"/>
                </a:lnTo>
                <a:close/>
                <a:lnTo>
                  <a:pt x="189176" y="467803"/>
                </a:lnTo>
                <a:close/>
                <a:lnTo>
                  <a:pt x="190666" y="372518"/>
                </a:lnTo>
                <a:close/>
                <a:lnTo>
                  <a:pt x="192155" y="453978"/>
                </a:lnTo>
                <a:close/>
                <a:lnTo>
                  <a:pt x="193645" y="442111"/>
                </a:lnTo>
                <a:close/>
                <a:lnTo>
                  <a:pt x="195134" y="399009"/>
                </a:lnTo>
                <a:close/>
                <a:lnTo>
                  <a:pt x="196624" y="443009"/>
                </a:lnTo>
                <a:close/>
                <a:lnTo>
                  <a:pt x="199603" y="303514"/>
                </a:lnTo>
                <a:close/>
                <a:lnTo>
                  <a:pt x="201093" y="288260"/>
                </a:lnTo>
                <a:close/>
                <a:lnTo>
                  <a:pt x="202582" y="302291"/>
                </a:lnTo>
                <a:close/>
                <a:lnTo>
                  <a:pt x="204072" y="346813"/>
                </a:lnTo>
                <a:close/>
                <a:lnTo>
                  <a:pt x="205561" y="297383"/>
                </a:lnTo>
                <a:close/>
                <a:lnTo>
                  <a:pt x="208541" y="360757"/>
                </a:lnTo>
                <a:close/>
                <a:lnTo>
                  <a:pt x="210030" y="276837"/>
                </a:lnTo>
                <a:close/>
                <a:lnTo>
                  <a:pt x="213009" y="423087"/>
                </a:lnTo>
                <a:close/>
                <a:lnTo>
                  <a:pt x="214499" y="427448"/>
                </a:lnTo>
                <a:close/>
                <a:lnTo>
                  <a:pt x="215989" y="397340"/>
                </a:lnTo>
                <a:close/>
                <a:lnTo>
                  <a:pt x="217478" y="482770"/>
                </a:lnTo>
                <a:close/>
                <a:lnTo>
                  <a:pt x="218968" y="477605"/>
                </a:lnTo>
                <a:close/>
                <a:lnTo>
                  <a:pt x="221947" y="561672"/>
                </a:lnTo>
                <a:close/>
                <a:lnTo>
                  <a:pt x="224926" y="504598"/>
                </a:lnTo>
                <a:close/>
                <a:lnTo>
                  <a:pt x="226416" y="525157"/>
                </a:lnTo>
                <a:close/>
                <a:lnTo>
                  <a:pt x="229395" y="446785"/>
                </a:lnTo>
                <a:close/>
                <a:lnTo>
                  <a:pt x="232374" y="521999"/>
                </a:lnTo>
                <a:close/>
                <a:lnTo>
                  <a:pt x="233863" y="503520"/>
                </a:lnTo>
                <a:close/>
                <a:lnTo>
                  <a:pt x="235353" y="512375"/>
                </a:lnTo>
                <a:close/>
                <a:lnTo>
                  <a:pt x="236843" y="441055"/>
                </a:lnTo>
                <a:close/>
                <a:lnTo>
                  <a:pt x="241311" y="549495"/>
                </a:lnTo>
                <a:close/>
                <a:lnTo>
                  <a:pt x="242801" y="498104"/>
                </a:lnTo>
                <a:close/>
                <a:lnTo>
                  <a:pt x="244290" y="379992"/>
                </a:lnTo>
                <a:close/>
                <a:lnTo>
                  <a:pt x="245780" y="469362"/>
                </a:lnTo>
                <a:close/>
                <a:lnTo>
                  <a:pt x="247270" y="434007"/>
                </a:lnTo>
                <a:close/>
                <a:lnTo>
                  <a:pt x="248759" y="476619"/>
                </a:lnTo>
                <a:close/>
                <a:lnTo>
                  <a:pt x="251738" y="329701"/>
                </a:lnTo>
                <a:close/>
                <a:lnTo>
                  <a:pt x="256207" y="401994"/>
                </a:lnTo>
                <a:close/>
                <a:lnTo>
                  <a:pt x="260676" y="497652"/>
                </a:lnTo>
                <a:close/>
                <a:lnTo>
                  <a:pt x="266634" y="614567"/>
                </a:lnTo>
                <a:close/>
                <a:lnTo>
                  <a:pt x="274082" y="467505"/>
                </a:lnTo>
                <a:close/>
                <a:lnTo>
                  <a:pt x="277061" y="326407"/>
                </a:lnTo>
                <a:close/>
                <a:lnTo>
                  <a:pt x="278551" y="345557"/>
                </a:lnTo>
                <a:close/>
                <a:lnTo>
                  <a:pt x="280040" y="303638"/>
                </a:lnTo>
                <a:close/>
                <a:lnTo>
                  <a:pt x="281530" y="373289"/>
                </a:lnTo>
                <a:close/>
                <a:lnTo>
                  <a:pt x="283019" y="339984"/>
                </a:lnTo>
                <a:close/>
                <a:lnTo>
                  <a:pt x="284509" y="358245"/>
                </a:lnTo>
                <a:close/>
                <a:lnTo>
                  <a:pt x="287488" y="309174"/>
                </a:lnTo>
                <a:close/>
                <a:lnTo>
                  <a:pt x="288978" y="310373"/>
                </a:lnTo>
                <a:close/>
                <a:lnTo>
                  <a:pt x="290467" y="331888"/>
                </a:lnTo>
                <a:close/>
                <a:lnTo>
                  <a:pt x="291957" y="265724"/>
                </a:lnTo>
                <a:close/>
                <a:lnTo>
                  <a:pt x="294936" y="369892"/>
                </a:lnTo>
                <a:close/>
                <a:lnTo>
                  <a:pt x="296426" y="345482"/>
                </a:lnTo>
                <a:close/>
                <a:lnTo>
                  <a:pt x="297915" y="375416"/>
                </a:lnTo>
                <a:close/>
                <a:lnTo>
                  <a:pt x="299405" y="435170"/>
                </a:lnTo>
                <a:close/>
                <a:lnTo>
                  <a:pt x="300894" y="390597"/>
                </a:lnTo>
                <a:close/>
                <a:lnTo>
                  <a:pt x="302384" y="406043"/>
                </a:lnTo>
                <a:close/>
                <a:lnTo>
                  <a:pt x="303874" y="352015"/>
                </a:lnTo>
                <a:close/>
                <a:lnTo>
                  <a:pt x="305363" y="351732"/>
                </a:lnTo>
                <a:close/>
                <a:lnTo>
                  <a:pt x="306853" y="374259"/>
                </a:lnTo>
                <a:close/>
                <a:lnTo>
                  <a:pt x="308342" y="297863"/>
                </a:lnTo>
                <a:close/>
                <a:lnTo>
                  <a:pt x="309832" y="381207"/>
                </a:lnTo>
                <a:close/>
                <a:lnTo>
                  <a:pt x="311321" y="381673"/>
                </a:lnTo>
                <a:close/>
                <a:lnTo>
                  <a:pt x="312811" y="408452"/>
                </a:lnTo>
                <a:close/>
                <a:lnTo>
                  <a:pt x="315790" y="550265"/>
                </a:lnTo>
                <a:close/>
                <a:lnTo>
                  <a:pt x="317280" y="563988"/>
                </a:lnTo>
                <a:close/>
                <a:lnTo>
                  <a:pt x="318769" y="608812"/>
                </a:lnTo>
                <a:close/>
                <a:lnTo>
                  <a:pt x="321748" y="534224"/>
                </a:lnTo>
                <a:close/>
                <a:lnTo>
                  <a:pt x="323238" y="530709"/>
                </a:lnTo>
                <a:close/>
                <a:lnTo>
                  <a:pt x="326217" y="436394"/>
                </a:lnTo>
                <a:close/>
                <a:lnTo>
                  <a:pt x="329196" y="322705"/>
                </a:lnTo>
                <a:close/>
                <a:lnTo>
                  <a:pt x="330686" y="350693"/>
                </a:lnTo>
                <a:close/>
                <a:lnTo>
                  <a:pt x="332175" y="343619"/>
                </a:lnTo>
                <a:close/>
                <a:lnTo>
                  <a:pt x="333665" y="361186"/>
                </a:lnTo>
                <a:close/>
                <a:lnTo>
                  <a:pt x="335155" y="443307"/>
                </a:lnTo>
                <a:close/>
                <a:lnTo>
                  <a:pt x="336644" y="407778"/>
                </a:lnTo>
                <a:close/>
                <a:lnTo>
                  <a:pt x="338134" y="297183"/>
                </a:lnTo>
                <a:close/>
                <a:lnTo>
                  <a:pt x="339623" y="318715"/>
                </a:lnTo>
                <a:close/>
                <a:lnTo>
                  <a:pt x="341113" y="405349"/>
                </a:lnTo>
                <a:close/>
                <a:lnTo>
                  <a:pt x="342602" y="406973"/>
                </a:lnTo>
                <a:close/>
                <a:lnTo>
                  <a:pt x="344092" y="327693"/>
                </a:lnTo>
                <a:close/>
                <a:lnTo>
                  <a:pt x="345582" y="372966"/>
                </a:lnTo>
                <a:close/>
                <a:lnTo>
                  <a:pt x="347071" y="357556"/>
                </a:lnTo>
                <a:close/>
                <a:lnTo>
                  <a:pt x="350050" y="459278"/>
                </a:lnTo>
                <a:close/>
                <a:lnTo>
                  <a:pt x="351540" y="401405"/>
                </a:lnTo>
                <a:close/>
                <a:lnTo>
                  <a:pt x="354519" y="259818"/>
                </a:lnTo>
                <a:close/>
                <a:lnTo>
                  <a:pt x="356009" y="329449"/>
                </a:lnTo>
                <a:close/>
                <a:lnTo>
                  <a:pt x="357498" y="329086"/>
                </a:lnTo>
                <a:close/>
                <a:lnTo>
                  <a:pt x="358988" y="362059"/>
                </a:lnTo>
                <a:close/>
                <a:lnTo>
                  <a:pt x="361967" y="195751"/>
                </a:lnTo>
                <a:close/>
                <a:lnTo>
                  <a:pt x="363457" y="135740"/>
                </a:lnTo>
                <a:close/>
                <a:lnTo>
                  <a:pt x="367925" y="342231"/>
                </a:lnTo>
                <a:close/>
                <a:lnTo>
                  <a:pt x="369415" y="285663"/>
                </a:lnTo>
                <a:close/>
                <a:lnTo>
                  <a:pt x="370904" y="334853"/>
                </a:lnTo>
                <a:close/>
                <a:lnTo>
                  <a:pt x="372394" y="312975"/>
                </a:lnTo>
                <a:close/>
                <a:lnTo>
                  <a:pt x="373884" y="394899"/>
                </a:lnTo>
                <a:close/>
                <a:lnTo>
                  <a:pt x="375373" y="398564"/>
                </a:lnTo>
                <a:close/>
                <a:lnTo>
                  <a:pt x="376863" y="349504"/>
                </a:lnTo>
                <a:close/>
                <a:lnTo>
                  <a:pt x="379842" y="580894"/>
                </a:lnTo>
                <a:close/>
                <a:lnTo>
                  <a:pt x="381331" y="563410"/>
                </a:lnTo>
                <a:close/>
                <a:lnTo>
                  <a:pt x="382821" y="606979"/>
                </a:lnTo>
                <a:close/>
                <a:lnTo>
                  <a:pt x="385800" y="754643"/>
                </a:lnTo>
                <a:close/>
                <a:lnTo>
                  <a:pt x="387290" y="749554"/>
                </a:lnTo>
                <a:close/>
                <a:lnTo>
                  <a:pt x="390269" y="707749"/>
                </a:lnTo>
                <a:close/>
                <a:lnTo>
                  <a:pt x="391759" y="706244"/>
                </a:lnTo>
                <a:close/>
                <a:lnTo>
                  <a:pt x="393248" y="750213"/>
                </a:lnTo>
                <a:close/>
                <a:lnTo>
                  <a:pt x="394738" y="695602"/>
                </a:lnTo>
                <a:close/>
                <a:lnTo>
                  <a:pt x="396227" y="695394"/>
                </a:lnTo>
                <a:close/>
                <a:lnTo>
                  <a:pt x="399206" y="619846"/>
                </a:lnTo>
                <a:close/>
                <a:lnTo>
                  <a:pt x="400696" y="645638"/>
                </a:lnTo>
                <a:close/>
                <a:lnTo>
                  <a:pt x="405165" y="488733"/>
                </a:lnTo>
                <a:close/>
                <a:lnTo>
                  <a:pt x="406654" y="544759"/>
                </a:lnTo>
                <a:close/>
                <a:lnTo>
                  <a:pt x="409633" y="465260"/>
                </a:lnTo>
                <a:close/>
                <a:lnTo>
                  <a:pt x="411123" y="503641"/>
                </a:lnTo>
                <a:close/>
                <a:lnTo>
                  <a:pt x="412613" y="602072"/>
                </a:lnTo>
                <a:close/>
                <a:lnTo>
                  <a:pt x="414102" y="564562"/>
                </a:lnTo>
                <a:close/>
                <a:lnTo>
                  <a:pt x="415592" y="576171"/>
                </a:lnTo>
                <a:close/>
                <a:lnTo>
                  <a:pt x="417081" y="550328"/>
                </a:lnTo>
                <a:close/>
                <a:lnTo>
                  <a:pt x="418571" y="410955"/>
                </a:lnTo>
                <a:close/>
                <a:lnTo>
                  <a:pt x="420060" y="437357"/>
                </a:lnTo>
                <a:close/>
                <a:lnTo>
                  <a:pt x="421550" y="500820"/>
                </a:lnTo>
                <a:close/>
                <a:lnTo>
                  <a:pt x="423040" y="483483"/>
                </a:lnTo>
                <a:close/>
                <a:lnTo>
                  <a:pt x="426019" y="581799"/>
                </a:lnTo>
                <a:close/>
                <a:lnTo>
                  <a:pt x="428998" y="547527"/>
                </a:lnTo>
                <a:close/>
                <a:lnTo>
                  <a:pt x="430487" y="520500"/>
                </a:lnTo>
                <a:close/>
                <a:lnTo>
                  <a:pt x="433467" y="638815"/>
                </a:lnTo>
                <a:close/>
                <a:lnTo>
                  <a:pt x="434956" y="628009"/>
                </a:lnTo>
                <a:close/>
                <a:lnTo>
                  <a:pt x="436446" y="647249"/>
                </a:lnTo>
                <a:close/>
                <a:lnTo>
                  <a:pt x="437935" y="579612"/>
                </a:lnTo>
                <a:close/>
                <a:lnTo>
                  <a:pt x="442404" y="762679"/>
                </a:lnTo>
                <a:close/>
                <a:lnTo>
                  <a:pt x="446873" y="672192"/>
                </a:lnTo>
                <a:close/>
                <a:lnTo>
                  <a:pt x="448362" y="681021"/>
                </a:lnTo>
                <a:close/>
                <a:lnTo>
                  <a:pt x="449852" y="631998"/>
                </a:lnTo>
                <a:close/>
                <a:lnTo>
                  <a:pt x="452831" y="493421"/>
                </a:lnTo>
                <a:close/>
                <a:lnTo>
                  <a:pt x="454321" y="576331"/>
                </a:lnTo>
                <a:close/>
                <a:lnTo>
                  <a:pt x="458789" y="485662"/>
                </a:lnTo>
                <a:close/>
                <a:lnTo>
                  <a:pt x="461769" y="624149"/>
                </a:lnTo>
                <a:close/>
                <a:lnTo>
                  <a:pt x="463258" y="629412"/>
                </a:lnTo>
                <a:close/>
                <a:lnTo>
                  <a:pt x="466237" y="565345"/>
                </a:lnTo>
                <a:close/>
                <a:lnTo>
                  <a:pt x="469216" y="295899"/>
                </a:lnTo>
                <a:close/>
                <a:lnTo>
                  <a:pt x="472196" y="428227"/>
                </a:lnTo>
                <a:close/>
                <a:lnTo>
                  <a:pt x="473685" y="481143"/>
                </a:lnTo>
                <a:close/>
                <a:lnTo>
                  <a:pt x="476664" y="335014"/>
                </a:lnTo>
                <a:close/>
                <a:lnTo>
                  <a:pt x="478154" y="331183"/>
                </a:lnTo>
                <a:close/>
                <a:lnTo>
                  <a:pt x="479644" y="293307"/>
                </a:lnTo>
                <a:close/>
                <a:lnTo>
                  <a:pt x="482623" y="385198"/>
                </a:lnTo>
                <a:close/>
                <a:lnTo>
                  <a:pt x="485602" y="509988"/>
                </a:lnTo>
                <a:close/>
                <a:lnTo>
                  <a:pt x="488581" y="459331"/>
                </a:lnTo>
                <a:close/>
                <a:lnTo>
                  <a:pt x="490071" y="460826"/>
                </a:lnTo>
                <a:close/>
                <a:lnTo>
                  <a:pt x="491560" y="437362"/>
                </a:lnTo>
                <a:close/>
                <a:lnTo>
                  <a:pt x="493050" y="511080"/>
                </a:lnTo>
                <a:close/>
                <a:lnTo>
                  <a:pt x="494539" y="493289"/>
                </a:lnTo>
                <a:close/>
                <a:lnTo>
                  <a:pt x="496029" y="556146"/>
                </a:lnTo>
                <a:close/>
                <a:lnTo>
                  <a:pt x="497518" y="528334"/>
                </a:lnTo>
                <a:close/>
                <a:lnTo>
                  <a:pt x="500498" y="541073"/>
                </a:lnTo>
                <a:close/>
                <a:lnTo>
                  <a:pt x="503477" y="342098"/>
                </a:lnTo>
                <a:close/>
                <a:lnTo>
                  <a:pt x="504966" y="466428"/>
                </a:lnTo>
                <a:close/>
                <a:lnTo>
                  <a:pt x="506456" y="425082"/>
                </a:lnTo>
                <a:close/>
                <a:lnTo>
                  <a:pt x="507945" y="511745"/>
                </a:lnTo>
                <a:close/>
                <a:lnTo>
                  <a:pt x="509435" y="499999"/>
                </a:lnTo>
                <a:close/>
                <a:lnTo>
                  <a:pt x="510925" y="515362"/>
                </a:lnTo>
                <a:close/>
                <a:lnTo>
                  <a:pt x="512414" y="579428"/>
                </a:lnTo>
                <a:close/>
                <a:lnTo>
                  <a:pt x="518372" y="334071"/>
                </a:lnTo>
                <a:close/>
                <a:lnTo>
                  <a:pt x="519862" y="393324"/>
                </a:lnTo>
                <a:close/>
                <a:lnTo>
                  <a:pt x="522841" y="281725"/>
                </a:lnTo>
                <a:close/>
                <a:lnTo>
                  <a:pt x="524331" y="285359"/>
                </a:lnTo>
                <a:close/>
                <a:lnTo>
                  <a:pt x="525820" y="328129"/>
                </a:lnTo>
                <a:close/>
                <a:lnTo>
                  <a:pt x="528800" y="231673"/>
                </a:lnTo>
                <a:close/>
                <a:lnTo>
                  <a:pt x="530289" y="282964"/>
                </a:lnTo>
                <a:close/>
                <a:lnTo>
                  <a:pt x="531779" y="258692"/>
                </a:lnTo>
                <a:close/>
                <a:lnTo>
                  <a:pt x="534758" y="334352"/>
                </a:lnTo>
                <a:close/>
                <a:lnTo>
                  <a:pt x="536247" y="334352"/>
                </a:lnTo>
                <a:close/>
                <a:lnTo>
                  <a:pt x="537737" y="337523"/>
                </a:lnTo>
                <a:close/>
                <a:lnTo>
                  <a:pt x="540716" y="447145"/>
                </a:lnTo>
                <a:close/>
                <a:lnTo>
                  <a:pt x="542206" y="408115"/>
                </a:lnTo>
                <a:close/>
                <a:lnTo>
                  <a:pt x="543695" y="435623"/>
                </a:lnTo>
                <a:close/>
                <a:lnTo>
                  <a:pt x="545185" y="398480"/>
                </a:lnTo>
                <a:close/>
                <a:lnTo>
                  <a:pt x="546674" y="323502"/>
                </a:lnTo>
                <a:close/>
                <a:lnTo>
                  <a:pt x="548164" y="338991"/>
                </a:lnTo>
                <a:close/>
                <a:lnTo>
                  <a:pt x="549654" y="222680"/>
                </a:lnTo>
                <a:close/>
                <a:lnTo>
                  <a:pt x="551143" y="358508"/>
                </a:lnTo>
                <a:close/>
                <a:lnTo>
                  <a:pt x="554122" y="219881"/>
                </a:lnTo>
                <a:close/>
                <a:lnTo>
                  <a:pt x="555612" y="224477"/>
                </a:lnTo>
                <a:close/>
                <a:lnTo>
                  <a:pt x="558591" y="243032"/>
                </a:lnTo>
                <a:close/>
                <a:lnTo>
                  <a:pt x="560081" y="253868"/>
                </a:lnTo>
                <a:close/>
                <a:lnTo>
                  <a:pt x="563060" y="360626"/>
                </a:lnTo>
                <a:close/>
                <a:lnTo>
                  <a:pt x="569018" y="505084"/>
                </a:lnTo>
                <a:close/>
                <a:lnTo>
                  <a:pt x="570508" y="497585"/>
                </a:lnTo>
                <a:close/>
                <a:lnTo>
                  <a:pt x="571997" y="541364"/>
                </a:lnTo>
                <a:close/>
                <a:lnTo>
                  <a:pt x="576466" y="339495"/>
                </a:lnTo>
                <a:close/>
                <a:lnTo>
                  <a:pt x="577956" y="384550"/>
                </a:lnTo>
                <a:close/>
                <a:lnTo>
                  <a:pt x="580935" y="296709"/>
                </a:lnTo>
                <a:close/>
                <a:lnTo>
                  <a:pt x="582424" y="328773"/>
                </a:lnTo>
                <a:close/>
                <a:lnTo>
                  <a:pt x="583914" y="283853"/>
                </a:lnTo>
                <a:close/>
                <a:lnTo>
                  <a:pt x="588383" y="543699"/>
                </a:lnTo>
                <a:close/>
                <a:lnTo>
                  <a:pt x="589872" y="520836"/>
                </a:lnTo>
                <a:close/>
                <a:lnTo>
                  <a:pt x="591362" y="531210"/>
                </a:lnTo>
                <a:close/>
                <a:lnTo>
                  <a:pt x="592851" y="512202"/>
                </a:lnTo>
                <a:close/>
                <a:lnTo>
                  <a:pt x="595830" y="444947"/>
                </a:lnTo>
                <a:close/>
                <a:lnTo>
                  <a:pt x="597320" y="300713"/>
                </a:lnTo>
                <a:close/>
                <a:lnTo>
                  <a:pt x="601789" y="476701"/>
                </a:lnTo>
                <a:close/>
                <a:lnTo>
                  <a:pt x="603278" y="429172"/>
                </a:lnTo>
                <a:close/>
                <a:lnTo>
                  <a:pt x="604768" y="508337"/>
                </a:lnTo>
                <a:close/>
                <a:lnTo>
                  <a:pt x="606257" y="490884"/>
                </a:lnTo>
                <a:close/>
                <a:lnTo>
                  <a:pt x="609237" y="536438"/>
                </a:lnTo>
                <a:close/>
                <a:lnTo>
                  <a:pt x="610726" y="430727"/>
                </a:lnTo>
                <a:close/>
                <a:lnTo>
                  <a:pt x="612216" y="437360"/>
                </a:lnTo>
                <a:close/>
                <a:lnTo>
                  <a:pt x="613705" y="374251"/>
                </a:lnTo>
                <a:close/>
                <a:lnTo>
                  <a:pt x="615195" y="425061"/>
                </a:lnTo>
                <a:close/>
                <a:lnTo>
                  <a:pt x="618174" y="116409"/>
                </a:lnTo>
                <a:close/>
                <a:lnTo>
                  <a:pt x="619664" y="191510"/>
                </a:lnTo>
                <a:close/>
                <a:lnTo>
                  <a:pt x="621153" y="159790"/>
                </a:lnTo>
                <a:close/>
                <a:lnTo>
                  <a:pt x="622643" y="159790"/>
                </a:lnTo>
                <a:close/>
                <a:lnTo>
                  <a:pt x="624132" y="141554"/>
                </a:lnTo>
                <a:close/>
                <a:lnTo>
                  <a:pt x="625622" y="156626"/>
                </a:lnTo>
                <a:close/>
                <a:lnTo>
                  <a:pt x="627112" y="240760"/>
                </a:lnTo>
                <a:close/>
                <a:lnTo>
                  <a:pt x="628601" y="224704"/>
                </a:lnTo>
                <a:close/>
                <a:lnTo>
                  <a:pt x="630091" y="145922"/>
                </a:lnTo>
                <a:close/>
                <a:lnTo>
                  <a:pt x="633070" y="235169"/>
                </a:lnTo>
                <a:close/>
                <a:lnTo>
                  <a:pt x="634559" y="221580"/>
                </a:lnTo>
                <a:close/>
                <a:lnTo>
                  <a:pt x="636049" y="246688"/>
                </a:lnTo>
                <a:close/>
                <a:lnTo>
                  <a:pt x="639028" y="341968"/>
                </a:lnTo>
                <a:close/>
                <a:lnTo>
                  <a:pt x="640518" y="349863"/>
                </a:lnTo>
                <a:close/>
                <a:lnTo>
                  <a:pt x="643497" y="406685"/>
                </a:lnTo>
                <a:close/>
                <a:lnTo>
                  <a:pt x="644986" y="366017"/>
                </a:lnTo>
                <a:close/>
                <a:lnTo>
                  <a:pt x="646476" y="462236"/>
                </a:lnTo>
                <a:close/>
                <a:lnTo>
                  <a:pt x="647966" y="373299"/>
                </a:lnTo>
                <a:close/>
                <a:lnTo>
                  <a:pt x="649455" y="404758"/>
                </a:lnTo>
                <a:close/>
                <a:lnTo>
                  <a:pt x="652434" y="584310"/>
                </a:lnTo>
                <a:close/>
                <a:lnTo>
                  <a:pt x="655413" y="442329"/>
                </a:lnTo>
                <a:close/>
                <a:lnTo>
                  <a:pt x="658393" y="378897"/>
                </a:lnTo>
                <a:close/>
                <a:lnTo>
                  <a:pt x="659882" y="386876"/>
                </a:lnTo>
                <a:close/>
                <a:lnTo>
                  <a:pt x="661372" y="375701"/>
                </a:lnTo>
                <a:close/>
                <a:lnTo>
                  <a:pt x="662861" y="394067"/>
                </a:lnTo>
                <a:close/>
                <a:lnTo>
                  <a:pt x="664351" y="374696"/>
                </a:lnTo>
                <a:close/>
                <a:lnTo>
                  <a:pt x="665841" y="388566"/>
                </a:lnTo>
                <a:close/>
                <a:lnTo>
                  <a:pt x="667330" y="388566"/>
                </a:lnTo>
                <a:close/>
                <a:lnTo>
                  <a:pt x="668820" y="441312"/>
                </a:lnTo>
                <a:close/>
                <a:lnTo>
                  <a:pt x="670309" y="437227"/>
                </a:lnTo>
                <a:close/>
                <a:lnTo>
                  <a:pt x="673288" y="623194"/>
                </a:lnTo>
                <a:close/>
                <a:lnTo>
                  <a:pt x="677757" y="440793"/>
                </a:lnTo>
                <a:close/>
                <a:lnTo>
                  <a:pt x="679247" y="463721"/>
                </a:lnTo>
                <a:close/>
                <a:lnTo>
                  <a:pt x="680736" y="463469"/>
                </a:lnTo>
                <a:close/>
                <a:lnTo>
                  <a:pt x="683715" y="538751"/>
                </a:lnTo>
                <a:close/>
                <a:lnTo>
                  <a:pt x="685205" y="456893"/>
                </a:lnTo>
                <a:close/>
                <a:lnTo>
                  <a:pt x="686695" y="535281"/>
                </a:lnTo>
                <a:close/>
                <a:lnTo>
                  <a:pt x="688184" y="403568"/>
                </a:lnTo>
                <a:close/>
                <a:lnTo>
                  <a:pt x="689674" y="443426"/>
                </a:lnTo>
                <a:close/>
                <a:lnTo>
                  <a:pt x="691163" y="414792"/>
                </a:lnTo>
                <a:close/>
                <a:lnTo>
                  <a:pt x="692653" y="481051"/>
                </a:lnTo>
                <a:close/>
                <a:lnTo>
                  <a:pt x="694142" y="453096"/>
                </a:lnTo>
                <a:close/>
                <a:lnTo>
                  <a:pt x="697122" y="546708"/>
                </a:lnTo>
                <a:close/>
                <a:lnTo>
                  <a:pt x="698611" y="524008"/>
                </a:lnTo>
                <a:close/>
                <a:lnTo>
                  <a:pt x="700101" y="595711"/>
                </a:lnTo>
                <a:close/>
                <a:lnTo>
                  <a:pt x="703080" y="501173"/>
                </a:lnTo>
                <a:close/>
                <a:lnTo>
                  <a:pt x="706059" y="578812"/>
                </a:lnTo>
                <a:close/>
                <a:lnTo>
                  <a:pt x="707549" y="552147"/>
                </a:lnTo>
                <a:close/>
                <a:lnTo>
                  <a:pt x="710528" y="389610"/>
                </a:lnTo>
                <a:close/>
                <a:lnTo>
                  <a:pt x="716486" y="194393"/>
                </a:lnTo>
                <a:close/>
                <a:lnTo>
                  <a:pt x="717976" y="225149"/>
                </a:lnTo>
                <a:close/>
                <a:lnTo>
                  <a:pt x="719465" y="279901"/>
                </a:lnTo>
                <a:close/>
                <a:lnTo>
                  <a:pt x="720955" y="252461"/>
                </a:lnTo>
                <a:close/>
                <a:lnTo>
                  <a:pt x="722444" y="268462"/>
                </a:lnTo>
                <a:close/>
                <a:lnTo>
                  <a:pt x="723934" y="262545"/>
                </a:lnTo>
                <a:close/>
                <a:lnTo>
                  <a:pt x="725424" y="326939"/>
                </a:lnTo>
                <a:close/>
                <a:lnTo>
                  <a:pt x="726913" y="328466"/>
                </a:lnTo>
                <a:close/>
                <a:lnTo>
                  <a:pt x="728403" y="294642"/>
                </a:lnTo>
                <a:close/>
                <a:lnTo>
                  <a:pt x="731382" y="419265"/>
                </a:lnTo>
                <a:close/>
                <a:lnTo>
                  <a:pt x="732871" y="428610"/>
                </a:lnTo>
                <a:close/>
                <a:lnTo>
                  <a:pt x="734361" y="400960"/>
                </a:lnTo>
                <a:close/>
                <a:lnTo>
                  <a:pt x="735851" y="439366"/>
                </a:lnTo>
                <a:close/>
                <a:lnTo>
                  <a:pt x="738830" y="392344"/>
                </a:lnTo>
                <a:close/>
                <a:lnTo>
                  <a:pt x="741809" y="488591"/>
                </a:lnTo>
                <a:close/>
                <a:lnTo>
                  <a:pt x="744788" y="580453"/>
                </a:lnTo>
                <a:close/>
                <a:lnTo>
                  <a:pt x="746278" y="596777"/>
                </a:lnTo>
                <a:close/>
                <a:lnTo>
                  <a:pt x="747767" y="475711"/>
                </a:lnTo>
                <a:close/>
                <a:lnTo>
                  <a:pt x="749257" y="540731"/>
                </a:lnTo>
                <a:close/>
                <a:lnTo>
                  <a:pt x="750746" y="541396"/>
                </a:lnTo>
                <a:close/>
                <a:lnTo>
                  <a:pt x="752236" y="544102"/>
                </a:lnTo>
                <a:close/>
                <a:lnTo>
                  <a:pt x="756705" y="638576"/>
                </a:lnTo>
                <a:close/>
                <a:lnTo>
                  <a:pt x="758194" y="607431"/>
                </a:lnTo>
                <a:close/>
                <a:lnTo>
                  <a:pt x="759684" y="662591"/>
                </a:lnTo>
                <a:close/>
                <a:lnTo>
                  <a:pt x="761173" y="649031"/>
                </a:lnTo>
                <a:close/>
                <a:lnTo>
                  <a:pt x="764153" y="682899"/>
                </a:lnTo>
                <a:close/>
                <a:lnTo>
                  <a:pt x="765642" y="665774"/>
                </a:lnTo>
                <a:close/>
                <a:lnTo>
                  <a:pt x="768621" y="564247"/>
                </a:lnTo>
                <a:close/>
                <a:lnTo>
                  <a:pt x="770111" y="583769"/>
                </a:lnTo>
                <a:close/>
                <a:lnTo>
                  <a:pt x="771600" y="585744"/>
                </a:lnTo>
                <a:close/>
                <a:lnTo>
                  <a:pt x="776069" y="459056"/>
                </a:lnTo>
                <a:close/>
                <a:lnTo>
                  <a:pt x="777559" y="491704"/>
                </a:lnTo>
                <a:close/>
                <a:lnTo>
                  <a:pt x="780538" y="466109"/>
                </a:lnTo>
                <a:close/>
                <a:lnTo>
                  <a:pt x="783517" y="548414"/>
                </a:lnTo>
                <a:close/>
                <a:lnTo>
                  <a:pt x="785007" y="552940"/>
                </a:lnTo>
                <a:close/>
                <a:lnTo>
                  <a:pt x="787986" y="709234"/>
                </a:lnTo>
                <a:close/>
                <a:lnTo>
                  <a:pt x="789475" y="691261"/>
                </a:lnTo>
                <a:close/>
                <a:lnTo>
                  <a:pt x="790965" y="743174"/>
                </a:lnTo>
                <a:close/>
                <a:lnTo>
                  <a:pt x="792454" y="623875"/>
                </a:lnTo>
                <a:close/>
                <a:lnTo>
                  <a:pt x="793944" y="662373"/>
                </a:lnTo>
                <a:close/>
                <a:lnTo>
                  <a:pt x="795434" y="588910"/>
                </a:lnTo>
                <a:close/>
                <a:lnTo>
                  <a:pt x="796923" y="646787"/>
                </a:lnTo>
                <a:close/>
                <a:lnTo>
                  <a:pt x="798413" y="640255"/>
                </a:lnTo>
                <a:close/>
                <a:lnTo>
                  <a:pt x="799902" y="657686"/>
                </a:lnTo>
                <a:close/>
                <a:lnTo>
                  <a:pt x="801392" y="702116"/>
                </a:lnTo>
                <a:close/>
                <a:lnTo>
                  <a:pt x="802882" y="666777"/>
                </a:lnTo>
                <a:close/>
                <a:lnTo>
                  <a:pt x="804371" y="667655"/>
                </a:lnTo>
                <a:close/>
                <a:lnTo>
                  <a:pt x="805861" y="692152"/>
                </a:lnTo>
                <a:close/>
                <a:lnTo>
                  <a:pt x="807350" y="685247"/>
                </a:lnTo>
                <a:close/>
                <a:lnTo>
                  <a:pt x="810329" y="531588"/>
                </a:lnTo>
                <a:close/>
                <a:lnTo>
                  <a:pt x="811819" y="569893"/>
                </a:lnTo>
                <a:close/>
                <a:lnTo>
                  <a:pt x="813309" y="535399"/>
                </a:lnTo>
                <a:close/>
                <a:lnTo>
                  <a:pt x="814798" y="563423"/>
                </a:lnTo>
                <a:close/>
                <a:lnTo>
                  <a:pt x="816288" y="483929"/>
                </a:lnTo>
                <a:close/>
                <a:lnTo>
                  <a:pt x="817777" y="495759"/>
                </a:lnTo>
                <a:close/>
                <a:lnTo>
                  <a:pt x="819267" y="474611"/>
                </a:lnTo>
                <a:close/>
                <a:lnTo>
                  <a:pt x="822246" y="383422"/>
                </a:lnTo>
                <a:close/>
                <a:lnTo>
                  <a:pt x="823736" y="452572"/>
                </a:lnTo>
                <a:close/>
                <a:lnTo>
                  <a:pt x="825225" y="417037"/>
                </a:lnTo>
                <a:close/>
                <a:lnTo>
                  <a:pt x="828204" y="586481"/>
                </a:lnTo>
                <a:close/>
                <a:lnTo>
                  <a:pt x="829694" y="541439"/>
                </a:lnTo>
                <a:close/>
                <a:lnTo>
                  <a:pt x="832673" y="559510"/>
                </a:lnTo>
                <a:close/>
                <a:lnTo>
                  <a:pt x="834163" y="530185"/>
                </a:lnTo>
                <a:close/>
                <a:lnTo>
                  <a:pt x="835652" y="534308"/>
                </a:lnTo>
                <a:close/>
                <a:lnTo>
                  <a:pt x="837142" y="543566"/>
                </a:lnTo>
                <a:close/>
                <a:lnTo>
                  <a:pt x="838631" y="485428"/>
                </a:lnTo>
                <a:close/>
                <a:lnTo>
                  <a:pt x="840121" y="519363"/>
                </a:lnTo>
                <a:close/>
                <a:lnTo>
                  <a:pt x="841611" y="513431"/>
                </a:lnTo>
                <a:close/>
                <a:lnTo>
                  <a:pt x="843100" y="573861"/>
                </a:lnTo>
                <a:close/>
                <a:lnTo>
                  <a:pt x="846079" y="515759"/>
                </a:lnTo>
                <a:close/>
                <a:lnTo>
                  <a:pt x="847569" y="526242"/>
                </a:lnTo>
                <a:close/>
                <a:lnTo>
                  <a:pt x="850548" y="633964"/>
                </a:lnTo>
                <a:close/>
                <a:lnTo>
                  <a:pt x="852038" y="606539"/>
                </a:lnTo>
                <a:close/>
                <a:lnTo>
                  <a:pt x="856506" y="428068"/>
                </a:lnTo>
                <a:close/>
                <a:lnTo>
                  <a:pt x="857996" y="433834"/>
                </a:lnTo>
                <a:close/>
                <a:lnTo>
                  <a:pt x="859485" y="460858"/>
                </a:lnTo>
                <a:close/>
                <a:lnTo>
                  <a:pt x="860975" y="460858"/>
                </a:lnTo>
                <a:close/>
                <a:lnTo>
                  <a:pt x="862465" y="409276"/>
                </a:lnTo>
                <a:close/>
                <a:lnTo>
                  <a:pt x="863954" y="439752"/>
                </a:lnTo>
                <a:close/>
                <a:lnTo>
                  <a:pt x="865444" y="402388"/>
                </a:lnTo>
                <a:close/>
                <a:lnTo>
                  <a:pt x="866933" y="412838"/>
                </a:lnTo>
                <a:close/>
                <a:lnTo>
                  <a:pt x="868423" y="397886"/>
                </a:lnTo>
                <a:close/>
                <a:lnTo>
                  <a:pt x="869912" y="328833"/>
                </a:lnTo>
                <a:close/>
                <a:lnTo>
                  <a:pt x="878850" y="578358"/>
                </a:lnTo>
                <a:close/>
                <a:lnTo>
                  <a:pt x="880339" y="415941"/>
                </a:lnTo>
                <a:close/>
                <a:lnTo>
                  <a:pt x="881829" y="429653"/>
                </a:lnTo>
                <a:close/>
                <a:lnTo>
                  <a:pt x="883319" y="352100"/>
                </a:lnTo>
                <a:close/>
                <a:lnTo>
                  <a:pt x="884808" y="382736"/>
                </a:lnTo>
                <a:close/>
                <a:lnTo>
                  <a:pt x="886298" y="313783"/>
                </a:lnTo>
                <a:close/>
                <a:lnTo>
                  <a:pt x="887787" y="390866"/>
                </a:lnTo>
                <a:close/>
                <a:lnTo>
                  <a:pt x="889277" y="390667"/>
                </a:lnTo>
                <a:close/>
                <a:lnTo>
                  <a:pt x="892256" y="261878"/>
                </a:lnTo>
                <a:close/>
                <a:lnTo>
                  <a:pt x="893746" y="272837"/>
                </a:lnTo>
                <a:close/>
                <a:lnTo>
                  <a:pt x="895235" y="265273"/>
                </a:lnTo>
                <a:close/>
                <a:lnTo>
                  <a:pt x="896725" y="245318"/>
                </a:lnTo>
                <a:close/>
                <a:lnTo>
                  <a:pt x="898214" y="173710"/>
                </a:lnTo>
                <a:close/>
                <a:lnTo>
                  <a:pt x="899704" y="187666"/>
                </a:lnTo>
                <a:close/>
                <a:lnTo>
                  <a:pt x="902683" y="166530"/>
                </a:lnTo>
                <a:close/>
                <a:lnTo>
                  <a:pt x="904173" y="90424"/>
                </a:lnTo>
                <a:close/>
                <a:lnTo>
                  <a:pt x="905662" y="106231"/>
                </a:lnTo>
                <a:close/>
                <a:lnTo>
                  <a:pt x="908641" y="86026"/>
                </a:lnTo>
                <a:close/>
                <a:lnTo>
                  <a:pt x="910131" y="95914"/>
                </a:lnTo>
                <a:close/>
                <a:lnTo>
                  <a:pt x="911621" y="127983"/>
                </a:lnTo>
                <a:close/>
                <a:lnTo>
                  <a:pt x="914600" y="227115"/>
                </a:lnTo>
                <a:close/>
                <a:lnTo>
                  <a:pt x="917579" y="361839"/>
                </a:lnTo>
                <a:close/>
                <a:lnTo>
                  <a:pt x="919068" y="346864"/>
                </a:lnTo>
                <a:close/>
                <a:lnTo>
                  <a:pt x="920558" y="414171"/>
                </a:lnTo>
                <a:close/>
                <a:lnTo>
                  <a:pt x="923537" y="225096"/>
                </a:lnTo>
                <a:close/>
                <a:lnTo>
                  <a:pt x="926516" y="283436"/>
                </a:lnTo>
                <a:close/>
                <a:lnTo>
                  <a:pt x="930985" y="221964"/>
                </a:lnTo>
                <a:close/>
                <a:lnTo>
                  <a:pt x="933964" y="303040"/>
                </a:lnTo>
                <a:close/>
                <a:lnTo>
                  <a:pt x="935454" y="291682"/>
                </a:lnTo>
                <a:close/>
                <a:lnTo>
                  <a:pt x="938433" y="235769"/>
                </a:lnTo>
                <a:close/>
                <a:lnTo>
                  <a:pt x="939923" y="300585"/>
                </a:lnTo>
                <a:close/>
                <a:lnTo>
                  <a:pt x="945881" y="140114"/>
                </a:lnTo>
                <a:close/>
                <a:lnTo>
                  <a:pt x="950350" y="246467"/>
                </a:lnTo>
                <a:close/>
                <a:lnTo>
                  <a:pt x="954818" y="310190"/>
                </a:lnTo>
                <a:close/>
                <a:lnTo>
                  <a:pt x="956308" y="282808"/>
                </a:lnTo>
                <a:close/>
                <a:lnTo>
                  <a:pt x="957797" y="357984"/>
                </a:lnTo>
                <a:close/>
                <a:lnTo>
                  <a:pt x="960777" y="278098"/>
                </a:lnTo>
                <a:close/>
                <a:lnTo>
                  <a:pt x="965245" y="415156"/>
                </a:lnTo>
                <a:close/>
                <a:lnTo>
                  <a:pt x="966735" y="361897"/>
                </a:lnTo>
                <a:close/>
                <a:lnTo>
                  <a:pt x="968224" y="365749"/>
                </a:lnTo>
                <a:close/>
                <a:lnTo>
                  <a:pt x="971204" y="483818"/>
                </a:lnTo>
                <a:close/>
                <a:lnTo>
                  <a:pt x="972693" y="397413"/>
                </a:lnTo>
                <a:close/>
                <a:lnTo>
                  <a:pt x="977162" y="586698"/>
                </a:lnTo>
                <a:close/>
                <a:lnTo>
                  <a:pt x="978652" y="574174"/>
                </a:lnTo>
                <a:close/>
                <a:lnTo>
                  <a:pt x="980141" y="583533"/>
                </a:lnTo>
                <a:close/>
                <a:lnTo>
                  <a:pt x="981631" y="583418"/>
                </a:lnTo>
                <a:close/>
                <a:lnTo>
                  <a:pt x="983120" y="515901"/>
                </a:lnTo>
                <a:close/>
                <a:lnTo>
                  <a:pt x="986099" y="630727"/>
                </a:lnTo>
                <a:close/>
                <a:lnTo>
                  <a:pt x="989079" y="674951"/>
                </a:lnTo>
                <a:close/>
                <a:lnTo>
                  <a:pt x="990568" y="550267"/>
                </a:lnTo>
                <a:close/>
                <a:lnTo>
                  <a:pt x="993547" y="589602"/>
                </a:lnTo>
                <a:close/>
                <a:lnTo>
                  <a:pt x="995037" y="538687"/>
                </a:lnTo>
                <a:close/>
                <a:lnTo>
                  <a:pt x="996526" y="596094"/>
                </a:lnTo>
                <a:close/>
                <a:lnTo>
                  <a:pt x="998016" y="568100"/>
                </a:lnTo>
                <a:close/>
                <a:lnTo>
                  <a:pt x="999506" y="610788"/>
                </a:lnTo>
                <a:close/>
                <a:lnTo>
                  <a:pt x="1000995" y="607926"/>
                </a:lnTo>
                <a:close/>
                <a:lnTo>
                  <a:pt x="1002485" y="580798"/>
                </a:lnTo>
                <a:close/>
                <a:lnTo>
                  <a:pt x="1006953" y="467072"/>
                </a:lnTo>
                <a:close/>
                <a:lnTo>
                  <a:pt x="1008443" y="452852"/>
                </a:lnTo>
                <a:close/>
                <a:lnTo>
                  <a:pt x="1009933" y="470085"/>
                </a:lnTo>
                <a:close/>
                <a:lnTo>
                  <a:pt x="1011422" y="350936"/>
                </a:lnTo>
                <a:close/>
                <a:lnTo>
                  <a:pt x="1012912" y="350922"/>
                </a:lnTo>
                <a:close/>
                <a:lnTo>
                  <a:pt x="1014401" y="309022"/>
                </a:lnTo>
                <a:close/>
                <a:lnTo>
                  <a:pt x="1018870" y="447110"/>
                </a:lnTo>
                <a:close/>
                <a:lnTo>
                  <a:pt x="1021849" y="330319"/>
                </a:lnTo>
                <a:close/>
                <a:lnTo>
                  <a:pt x="1023339" y="391106"/>
                </a:lnTo>
                <a:close/>
                <a:lnTo>
                  <a:pt x="1024828" y="391522"/>
                </a:lnTo>
                <a:close/>
                <a:lnTo>
                  <a:pt x="1026318" y="399226"/>
                </a:lnTo>
                <a:close/>
                <a:lnTo>
                  <a:pt x="1029297" y="513793"/>
                </a:lnTo>
                <a:close/>
                <a:lnTo>
                  <a:pt x="1030787" y="439381"/>
                </a:lnTo>
                <a:close/>
                <a:lnTo>
                  <a:pt x="1032276" y="463394"/>
                </a:lnTo>
                <a:close/>
                <a:lnTo>
                  <a:pt x="1033766" y="421960"/>
                </a:lnTo>
                <a:close/>
                <a:lnTo>
                  <a:pt x="1035255" y="287404"/>
                </a:lnTo>
                <a:close/>
                <a:lnTo>
                  <a:pt x="1038235" y="352761"/>
                </a:lnTo>
                <a:close/>
                <a:lnTo>
                  <a:pt x="1039724" y="338448"/>
                </a:lnTo>
                <a:close/>
                <a:lnTo>
                  <a:pt x="1041214" y="306013"/>
                </a:lnTo>
                <a:close/>
                <a:lnTo>
                  <a:pt x="1044193" y="169473"/>
                </a:lnTo>
                <a:close/>
                <a:lnTo>
                  <a:pt x="1045682" y="93737"/>
                </a:lnTo>
                <a:close/>
                <a:lnTo>
                  <a:pt x="1047172" y="131717"/>
                </a:lnTo>
                <a:close/>
                <a:lnTo>
                  <a:pt x="1048662" y="74750"/>
                </a:lnTo>
                <a:close/>
                <a:lnTo>
                  <a:pt x="1051641" y="121761"/>
                </a:lnTo>
                <a:close/>
                <a:lnTo>
                  <a:pt x="1053130" y="239343"/>
                </a:lnTo>
                <a:close/>
                <a:lnTo>
                  <a:pt x="1054620" y="215422"/>
                </a:lnTo>
                <a:close/>
                <a:lnTo>
                  <a:pt x="1057599" y="286912"/>
                </a:lnTo>
                <a:close/>
                <a:lnTo>
                  <a:pt x="1065047" y="465828"/>
                </a:lnTo>
                <a:close/>
                <a:lnTo>
                  <a:pt x="1068026" y="408027"/>
                </a:lnTo>
                <a:close/>
                <a:lnTo>
                  <a:pt x="1069516" y="385526"/>
                </a:lnTo>
                <a:close/>
                <a:lnTo>
                  <a:pt x="1073984" y="455278"/>
                </a:lnTo>
                <a:close/>
                <a:lnTo>
                  <a:pt x="1075474" y="380004"/>
                </a:lnTo>
                <a:close/>
                <a:lnTo>
                  <a:pt x="1076964" y="403120"/>
                </a:lnTo>
                <a:close/>
                <a:lnTo>
                  <a:pt x="1078453" y="458515"/>
                </a:lnTo>
                <a:close/>
                <a:lnTo>
                  <a:pt x="1079943" y="457102"/>
                </a:lnTo>
                <a:close/>
                <a:lnTo>
                  <a:pt x="1081432" y="418376"/>
                </a:lnTo>
                <a:close/>
                <a:lnTo>
                  <a:pt x="1082922" y="530781"/>
                </a:lnTo>
                <a:close/>
                <a:lnTo>
                  <a:pt x="1084411" y="532172"/>
                </a:lnTo>
                <a:close/>
                <a:lnTo>
                  <a:pt x="1085901" y="420745"/>
                </a:lnTo>
                <a:close/>
                <a:lnTo>
                  <a:pt x="1094838" y="606806"/>
                </a:lnTo>
                <a:close/>
                <a:lnTo>
                  <a:pt x="1096328" y="559814"/>
                </a:lnTo>
                <a:close/>
                <a:lnTo>
                  <a:pt x="1097818" y="563425"/>
                </a:lnTo>
                <a:close/>
                <a:lnTo>
                  <a:pt x="1100797" y="441851"/>
                </a:lnTo>
                <a:close/>
                <a:lnTo>
                  <a:pt x="1102286" y="489219"/>
                </a:lnTo>
                <a:close/>
                <a:lnTo>
                  <a:pt x="1106755" y="388624"/>
                </a:lnTo>
                <a:close/>
                <a:lnTo>
                  <a:pt x="1108245" y="395380"/>
                </a:lnTo>
                <a:close/>
                <a:lnTo>
                  <a:pt x="1109734" y="484260"/>
                </a:lnTo>
                <a:close/>
                <a:lnTo>
                  <a:pt x="1111224" y="414262"/>
                </a:lnTo>
                <a:close/>
                <a:lnTo>
                  <a:pt x="1112713" y="495419"/>
                </a:lnTo>
                <a:close/>
                <a:lnTo>
                  <a:pt x="1114203" y="440618"/>
                </a:lnTo>
                <a:close/>
                <a:lnTo>
                  <a:pt x="1115693" y="495763"/>
                </a:lnTo>
                <a:close/>
                <a:lnTo>
                  <a:pt x="1118672" y="448789"/>
                </a:lnTo>
                <a:close/>
                <a:lnTo>
                  <a:pt x="1120161" y="472940"/>
                </a:lnTo>
                <a:close/>
                <a:lnTo>
                  <a:pt x="1123140" y="676834"/>
                </a:lnTo>
                <a:close/>
                <a:lnTo>
                  <a:pt x="1126120" y="544652"/>
                </a:lnTo>
                <a:close/>
                <a:lnTo>
                  <a:pt x="1129099" y="715365"/>
                </a:lnTo>
                <a:close/>
                <a:lnTo>
                  <a:pt x="1132078" y="652254"/>
                </a:lnTo>
                <a:close/>
                <a:lnTo>
                  <a:pt x="1135057" y="768212"/>
                </a:lnTo>
                <a:close/>
                <a:lnTo>
                  <a:pt x="1136547" y="741191"/>
                </a:lnTo>
                <a:close/>
                <a:lnTo>
                  <a:pt x="1138036" y="779082"/>
                </a:lnTo>
                <a:close/>
                <a:lnTo>
                  <a:pt x="1139526" y="735166"/>
                </a:lnTo>
                <a:close/>
                <a:lnTo>
                  <a:pt x="1141015" y="564553"/>
                </a:lnTo>
                <a:close/>
                <a:lnTo>
                  <a:pt x="1142505" y="556542"/>
                </a:lnTo>
                <a:close/>
                <a:lnTo>
                  <a:pt x="1145484" y="531579"/>
                </a:lnTo>
                <a:close/>
                <a:lnTo>
                  <a:pt x="1146974" y="448419"/>
                </a:lnTo>
                <a:close/>
                <a:lnTo>
                  <a:pt x="1148463" y="448085"/>
                </a:lnTo>
                <a:close/>
                <a:lnTo>
                  <a:pt x="1149953" y="415822"/>
                </a:lnTo>
                <a:close/>
                <a:lnTo>
                  <a:pt x="1151442" y="322833"/>
                </a:lnTo>
                <a:close/>
                <a:lnTo>
                  <a:pt x="1154421" y="545444"/>
                </a:lnTo>
                <a:close/>
                <a:lnTo>
                  <a:pt x="1157401" y="478174"/>
                </a:lnTo>
                <a:close/>
                <a:lnTo>
                  <a:pt x="1158890" y="521332"/>
                </a:lnTo>
                <a:close/>
                <a:lnTo>
                  <a:pt x="1160380" y="487578"/>
                </a:lnTo>
                <a:close/>
                <a:lnTo>
                  <a:pt x="1161869" y="516496"/>
                </a:lnTo>
                <a:close/>
                <a:lnTo>
                  <a:pt x="1166338" y="447568"/>
                </a:lnTo>
                <a:close/>
                <a:lnTo>
                  <a:pt x="1167828" y="472938"/>
                </a:lnTo>
                <a:close/>
                <a:lnTo>
                  <a:pt x="1170807" y="391738"/>
                </a:lnTo>
                <a:close/>
                <a:lnTo>
                  <a:pt x="1173786" y="423393"/>
                </a:lnTo>
                <a:close/>
                <a:lnTo>
                  <a:pt x="1175276" y="379229"/>
                </a:lnTo>
                <a:close/>
                <a:lnTo>
                  <a:pt x="1176765" y="388560"/>
                </a:lnTo>
                <a:close/>
                <a:lnTo>
                  <a:pt x="1178255" y="335132"/>
                </a:lnTo>
                <a:close/>
                <a:lnTo>
                  <a:pt x="1179744" y="417951"/>
                </a:lnTo>
                <a:close/>
                <a:lnTo>
                  <a:pt x="1182723" y="310900"/>
                </a:lnTo>
                <a:close/>
                <a:lnTo>
                  <a:pt x="1184213" y="360053"/>
                </a:lnTo>
                <a:close/>
                <a:lnTo>
                  <a:pt x="1187192" y="344011"/>
                </a:lnTo>
                <a:close/>
                <a:lnTo>
                  <a:pt x="1188682" y="348752"/>
                </a:lnTo>
                <a:close/>
                <a:lnTo>
                  <a:pt x="1190171" y="331446"/>
                </a:lnTo>
                <a:close/>
                <a:lnTo>
                  <a:pt x="1193150" y="397435"/>
                </a:lnTo>
                <a:close/>
                <a:lnTo>
                  <a:pt x="1196130" y="538258"/>
                </a:lnTo>
                <a:close/>
                <a:lnTo>
                  <a:pt x="1197619" y="568845"/>
                </a:lnTo>
                <a:close/>
                <a:lnTo>
                  <a:pt x="1199109" y="516994"/>
                </a:lnTo>
                <a:close/>
                <a:lnTo>
                  <a:pt x="1200598" y="583254"/>
                </a:lnTo>
                <a:close/>
                <a:lnTo>
                  <a:pt x="1202088" y="568039"/>
                </a:lnTo>
                <a:close/>
                <a:lnTo>
                  <a:pt x="1203578" y="593447"/>
                </a:lnTo>
                <a:close/>
                <a:lnTo>
                  <a:pt x="1205067" y="645375"/>
                </a:lnTo>
                <a:close/>
                <a:lnTo>
                  <a:pt x="1206557" y="628847"/>
                </a:lnTo>
                <a:close/>
                <a:lnTo>
                  <a:pt x="1208046" y="582467"/>
                </a:lnTo>
                <a:close/>
                <a:lnTo>
                  <a:pt x="1212515" y="651118"/>
                </a:lnTo>
                <a:close/>
                <a:lnTo>
                  <a:pt x="1215494" y="741557"/>
                </a:lnTo>
                <a:close/>
                <a:lnTo>
                  <a:pt x="1216984" y="753624"/>
                </a:lnTo>
                <a:close/>
                <a:lnTo>
                  <a:pt x="1218473" y="797945"/>
                </a:lnTo>
                <a:close/>
                <a:lnTo>
                  <a:pt x="1224432" y="686033"/>
                </a:lnTo>
                <a:close/>
                <a:lnTo>
                  <a:pt x="1228900" y="795548"/>
                </a:lnTo>
                <a:close/>
                <a:lnTo>
                  <a:pt x="1230390" y="731563"/>
                </a:lnTo>
                <a:close/>
                <a:lnTo>
                  <a:pt x="1231879" y="728395"/>
                </a:lnTo>
                <a:close/>
                <a:lnTo>
                  <a:pt x="1233369" y="709929"/>
                </a:lnTo>
                <a:close/>
                <a:lnTo>
                  <a:pt x="1236348" y="820665"/>
                </a:lnTo>
                <a:close/>
                <a:lnTo>
                  <a:pt x="1237838" y="771603"/>
                </a:lnTo>
                <a:close/>
                <a:lnTo>
                  <a:pt x="1240817" y="931026"/>
                </a:lnTo>
                <a:close/>
                <a:lnTo>
                  <a:pt x="1245286" y="725635"/>
                </a:lnTo>
                <a:close/>
                <a:lnTo>
                  <a:pt x="1248265" y="688729"/>
                </a:lnTo>
                <a:close/>
                <a:lnTo>
                  <a:pt x="1252734" y="548214"/>
                </a:lnTo>
                <a:close/>
                <a:lnTo>
                  <a:pt x="1254223" y="545736"/>
                </a:lnTo>
                <a:close/>
                <a:lnTo>
                  <a:pt x="1255713" y="571598"/>
                </a:lnTo>
                <a:close/>
                <a:lnTo>
                  <a:pt x="1257202" y="477149"/>
                </a:lnTo>
                <a:close/>
                <a:lnTo>
                  <a:pt x="1258692" y="501157"/>
                </a:lnTo>
                <a:close/>
                <a:lnTo>
                  <a:pt x="1261671" y="612487"/>
                </a:lnTo>
                <a:close/>
                <a:lnTo>
                  <a:pt x="1263161" y="636907"/>
                </a:lnTo>
                <a:close/>
                <a:lnTo>
                  <a:pt x="1264650" y="605331"/>
                </a:lnTo>
                <a:close/>
                <a:lnTo>
                  <a:pt x="1266140" y="512042"/>
                </a:lnTo>
                <a:close/>
                <a:lnTo>
                  <a:pt x="1267629" y="560965"/>
                </a:lnTo>
                <a:close/>
                <a:lnTo>
                  <a:pt x="1269119" y="518309"/>
                </a:lnTo>
                <a:close/>
                <a:lnTo>
                  <a:pt x="1270608" y="518309"/>
                </a:lnTo>
                <a:close/>
                <a:lnTo>
                  <a:pt x="1272098" y="505483"/>
                </a:lnTo>
                <a:close/>
                <a:lnTo>
                  <a:pt x="1273588" y="567824"/>
                </a:lnTo>
                <a:close/>
                <a:lnTo>
                  <a:pt x="1275077" y="535038"/>
                </a:lnTo>
                <a:close/>
                <a:lnTo>
                  <a:pt x="1278056" y="391104"/>
                </a:lnTo>
                <a:close/>
                <a:lnTo>
                  <a:pt x="1281035" y="321866"/>
                </a:lnTo>
                <a:close/>
                <a:lnTo>
                  <a:pt x="1282525" y="391966"/>
                </a:lnTo>
                <a:close/>
                <a:lnTo>
                  <a:pt x="1284015" y="381894"/>
                </a:lnTo>
                <a:close/>
                <a:lnTo>
                  <a:pt x="1286994" y="307277"/>
                </a:lnTo>
                <a:close/>
                <a:lnTo>
                  <a:pt x="1288483" y="348653"/>
                </a:lnTo>
                <a:close/>
                <a:lnTo>
                  <a:pt x="1291463" y="217105"/>
                </a:lnTo>
                <a:close/>
                <a:lnTo>
                  <a:pt x="1292952" y="296595"/>
                </a:lnTo>
                <a:close/>
                <a:lnTo>
                  <a:pt x="1294442" y="238415"/>
                </a:lnTo>
                <a:close/>
                <a:lnTo>
                  <a:pt x="1295931" y="283661"/>
                </a:lnTo>
                <a:close/>
                <a:lnTo>
                  <a:pt x="1297421" y="228184"/>
                </a:lnTo>
                <a:close/>
                <a:lnTo>
                  <a:pt x="1298910" y="237741"/>
                </a:lnTo>
                <a:close/>
                <a:lnTo>
                  <a:pt x="1300400" y="206898"/>
                </a:lnTo>
                <a:close/>
                <a:lnTo>
                  <a:pt x="1301890" y="132057"/>
                </a:lnTo>
                <a:close/>
                <a:lnTo>
                  <a:pt x="1303379" y="146378"/>
                </a:lnTo>
                <a:close/>
                <a:lnTo>
                  <a:pt x="1304869" y="184935"/>
                </a:lnTo>
                <a:close/>
                <a:lnTo>
                  <a:pt x="1307848" y="333094"/>
                </a:lnTo>
                <a:close/>
                <a:lnTo>
                  <a:pt x="1309337" y="310683"/>
                </a:lnTo>
                <a:close/>
                <a:lnTo>
                  <a:pt x="1310827" y="320943"/>
                </a:lnTo>
                <a:close/>
                <a:lnTo>
                  <a:pt x="1313806" y="526026"/>
                </a:lnTo>
                <a:close/>
                <a:lnTo>
                  <a:pt x="1315296" y="478847"/>
                </a:lnTo>
                <a:close/>
                <a:lnTo>
                  <a:pt x="1316785" y="485996"/>
                </a:lnTo>
                <a:close/>
                <a:lnTo>
                  <a:pt x="1318275" y="603753"/>
                </a:lnTo>
                <a:close/>
                <a:lnTo>
                  <a:pt x="1319764" y="487495"/>
                </a:lnTo>
                <a:close/>
                <a:lnTo>
                  <a:pt x="1321254" y="514190"/>
                </a:lnTo>
                <a:close/>
                <a:lnTo>
                  <a:pt x="1322744" y="498062"/>
                </a:lnTo>
                <a:close/>
                <a:lnTo>
                  <a:pt x="1324233" y="449271"/>
                </a:lnTo>
                <a:close/>
                <a:lnTo>
                  <a:pt x="1327212" y="630288"/>
                </a:lnTo>
                <a:close/>
                <a:lnTo>
                  <a:pt x="1328702" y="620814"/>
                </a:lnTo>
                <a:close/>
                <a:lnTo>
                  <a:pt x="1330191" y="563118"/>
                </a:lnTo>
                <a:close/>
                <a:lnTo>
                  <a:pt x="1331681" y="584568"/>
                </a:lnTo>
                <a:close/>
                <a:lnTo>
                  <a:pt x="1333171" y="517803"/>
                </a:lnTo>
                <a:close/>
                <a:lnTo>
                  <a:pt x="1336150" y="545263"/>
                </a:lnTo>
                <a:close/>
                <a:lnTo>
                  <a:pt x="1337639" y="610184"/>
                </a:lnTo>
                <a:close/>
                <a:lnTo>
                  <a:pt x="1339129" y="610709"/>
                </a:lnTo>
                <a:close/>
                <a:lnTo>
                  <a:pt x="1340619" y="561547"/>
                </a:lnTo>
                <a:close/>
                <a:lnTo>
                  <a:pt x="1343598" y="585256"/>
                </a:lnTo>
                <a:close/>
                <a:lnTo>
                  <a:pt x="1345087" y="672043"/>
                </a:lnTo>
                <a:close/>
                <a:lnTo>
                  <a:pt x="1346577" y="660626"/>
                </a:lnTo>
                <a:close/>
                <a:lnTo>
                  <a:pt x="1348066" y="693345"/>
                </a:lnTo>
                <a:close/>
                <a:lnTo>
                  <a:pt x="1349556" y="692972"/>
                </a:lnTo>
                <a:close/>
                <a:lnTo>
                  <a:pt x="1351046" y="636046"/>
                </a:lnTo>
                <a:close/>
                <a:lnTo>
                  <a:pt x="1352535" y="658222"/>
                </a:lnTo>
                <a:close/>
                <a:lnTo>
                  <a:pt x="1354025" y="592778"/>
                </a:lnTo>
                <a:close/>
                <a:lnTo>
                  <a:pt x="1355514" y="757843"/>
                </a:lnTo>
                <a:close/>
                <a:lnTo>
                  <a:pt x="1357004" y="723392"/>
                </a:lnTo>
                <a:close/>
                <a:lnTo>
                  <a:pt x="1362962" y="455443"/>
                </a:lnTo>
                <a:close/>
                <a:lnTo>
                  <a:pt x="1364452" y="448089"/>
                </a:lnTo>
                <a:close/>
                <a:lnTo>
                  <a:pt x="1365941" y="359591"/>
                </a:lnTo>
                <a:close/>
                <a:lnTo>
                  <a:pt x="1368920" y="414732"/>
                </a:lnTo>
                <a:close/>
                <a:lnTo>
                  <a:pt x="1370410" y="339127"/>
                </a:lnTo>
                <a:close/>
                <a:lnTo>
                  <a:pt x="1371900" y="339127"/>
                </a:lnTo>
                <a:close/>
                <a:lnTo>
                  <a:pt x="1373389" y="327585"/>
                </a:lnTo>
                <a:close/>
                <a:lnTo>
                  <a:pt x="1374879" y="363719"/>
                </a:lnTo>
                <a:close/>
                <a:lnTo>
                  <a:pt x="1376368" y="347709"/>
                </a:lnTo>
                <a:close/>
                <a:lnTo>
                  <a:pt x="1379347" y="504348"/>
                </a:lnTo>
                <a:close/>
                <a:lnTo>
                  <a:pt x="1382327" y="406541"/>
                </a:lnTo>
                <a:close/>
                <a:lnTo>
                  <a:pt x="1386795" y="478904"/>
                </a:lnTo>
                <a:close/>
                <a:lnTo>
                  <a:pt x="1391264" y="661317"/>
                </a:lnTo>
                <a:close/>
                <a:lnTo>
                  <a:pt x="1394243" y="545590"/>
                </a:lnTo>
                <a:close/>
                <a:lnTo>
                  <a:pt x="1397222" y="411355"/>
                </a:lnTo>
                <a:close/>
                <a:lnTo>
                  <a:pt x="1398712" y="492631"/>
                </a:lnTo>
                <a:close/>
                <a:lnTo>
                  <a:pt x="1401691" y="332200"/>
                </a:lnTo>
                <a:close/>
                <a:lnTo>
                  <a:pt x="1403181" y="316489"/>
                </a:lnTo>
                <a:close/>
                <a:lnTo>
                  <a:pt x="1404670" y="358205"/>
                </a:lnTo>
                <a:close/>
                <a:lnTo>
                  <a:pt x="1406160" y="272717"/>
                </a:lnTo>
                <a:close/>
                <a:lnTo>
                  <a:pt x="1407649" y="281387"/>
                </a:lnTo>
                <a:close/>
                <a:lnTo>
                  <a:pt x="1409139" y="268283"/>
                </a:lnTo>
                <a:close/>
                <a:lnTo>
                  <a:pt x="1412118" y="402966"/>
                </a:lnTo>
                <a:close/>
                <a:lnTo>
                  <a:pt x="1413608" y="408735"/>
                </a:lnTo>
                <a:close/>
                <a:lnTo>
                  <a:pt x="1416587" y="362341"/>
                </a:lnTo>
                <a:close/>
                <a:lnTo>
                  <a:pt x="1419566" y="332874"/>
                </a:lnTo>
                <a:close/>
                <a:lnTo>
                  <a:pt x="1422545" y="250225"/>
                </a:lnTo>
                <a:close/>
                <a:lnTo>
                  <a:pt x="1424035" y="302736"/>
                </a:lnTo>
                <a:close/>
                <a:lnTo>
                  <a:pt x="1425524" y="269538"/>
                </a:lnTo>
                <a:close/>
                <a:lnTo>
                  <a:pt x="1427014" y="283831"/>
                </a:lnTo>
                <a:close/>
                <a:lnTo>
                  <a:pt x="1428504" y="175925"/>
                </a:lnTo>
                <a:close/>
                <a:lnTo>
                  <a:pt x="1431483" y="299556"/>
                </a:lnTo>
                <a:close/>
                <a:lnTo>
                  <a:pt x="1432972" y="326243"/>
                </a:lnTo>
                <a:close/>
                <a:lnTo>
                  <a:pt x="1435951" y="215901"/>
                </a:lnTo>
                <a:close/>
                <a:lnTo>
                  <a:pt x="1438931" y="236278"/>
                </a:lnTo>
                <a:close/>
                <a:lnTo>
                  <a:pt x="1440420" y="222677"/>
                </a:lnTo>
                <a:close/>
                <a:lnTo>
                  <a:pt x="1441910" y="241517"/>
                </a:lnTo>
                <a:close/>
                <a:lnTo>
                  <a:pt x="1443399" y="241027"/>
                </a:lnTo>
                <a:close/>
                <a:lnTo>
                  <a:pt x="1444889" y="230650"/>
                </a:lnTo>
                <a:close/>
                <a:lnTo>
                  <a:pt x="1449358" y="367277"/>
                </a:lnTo>
                <a:close/>
                <a:lnTo>
                  <a:pt x="1450847" y="352580"/>
                </a:lnTo>
                <a:close/>
                <a:lnTo>
                  <a:pt x="1452337" y="317237"/>
                </a:lnTo>
                <a:close/>
                <a:lnTo>
                  <a:pt x="1453826" y="378989"/>
                </a:lnTo>
                <a:close/>
                <a:lnTo>
                  <a:pt x="1456805" y="262178"/>
                </a:lnTo>
                <a:close/>
                <a:lnTo>
                  <a:pt x="1459785" y="203903"/>
                </a:lnTo>
                <a:close/>
                <a:lnTo>
                  <a:pt x="1461274" y="220911"/>
                </a:lnTo>
                <a:close/>
                <a:lnTo>
                  <a:pt x="1462764" y="303887"/>
                </a:lnTo>
                <a:close/>
                <a:lnTo>
                  <a:pt x="1464253" y="114894"/>
                </a:lnTo>
                <a:close/>
                <a:lnTo>
                  <a:pt x="1465743" y="122660"/>
                </a:lnTo>
                <a:close/>
                <a:lnTo>
                  <a:pt x="1468722" y="177477"/>
                </a:lnTo>
                <a:close/>
                <a:lnTo>
                  <a:pt x="1470212" y="185330"/>
                </a:lnTo>
                <a:close/>
                <a:lnTo>
                  <a:pt x="1474680" y="348642"/>
                </a:lnTo>
                <a:close/>
                <a:lnTo>
                  <a:pt x="1476170" y="342945"/>
                </a:lnTo>
                <a:close/>
                <a:lnTo>
                  <a:pt x="1479149" y="235999"/>
                </a:lnTo>
                <a:close/>
                <a:lnTo>
                  <a:pt x="1480639" y="265056"/>
                </a:lnTo>
                <a:close/>
                <a:lnTo>
                  <a:pt x="1482128" y="223990"/>
                </a:lnTo>
                <a:close/>
                <a:lnTo>
                  <a:pt x="1485107" y="113070"/>
                </a:lnTo>
                <a:close/>
                <a:lnTo>
                  <a:pt x="1486597" y="137397"/>
                </a:lnTo>
                <a:close/>
                <a:lnTo>
                  <a:pt x="1488087" y="125355"/>
                </a:lnTo>
                <a:close/>
                <a:lnTo>
                  <a:pt x="1489576" y="166452"/>
                </a:lnTo>
                <a:close/>
                <a:lnTo>
                  <a:pt x="1491066" y="113571"/>
                </a:lnTo>
                <a:close/>
                <a:lnTo>
                  <a:pt x="1492555" y="189175"/>
                </a:lnTo>
                <a:close/>
                <a:lnTo>
                  <a:pt x="1495534" y="49822"/>
                </a:lnTo>
                <a:close/>
                <a:lnTo>
                  <a:pt x="1501493" y="209636"/>
                </a:lnTo>
                <a:close/>
                <a:lnTo>
                  <a:pt x="1502982" y="180698"/>
                </a:lnTo>
                <a:close/>
                <a:lnTo>
                  <a:pt x="1505961" y="261224"/>
                </a:lnTo>
                <a:close/>
                <a:lnTo>
                  <a:pt x="1507451" y="272523"/>
                </a:lnTo>
                <a:close/>
                <a:lnTo>
                  <a:pt x="1511920" y="181457"/>
                </a:lnTo>
                <a:close/>
                <a:lnTo>
                  <a:pt x="1513409" y="206880"/>
                </a:lnTo>
                <a:close/>
                <a:lnTo>
                  <a:pt x="1514899" y="159996"/>
                </a:lnTo>
                <a:close/>
                <a:lnTo>
                  <a:pt x="1517878" y="336929"/>
                </a:lnTo>
                <a:close/>
                <a:lnTo>
                  <a:pt x="1519368" y="380050"/>
                </a:lnTo>
                <a:close/>
                <a:lnTo>
                  <a:pt x="1520857" y="275375"/>
                </a:lnTo>
                <a:close/>
                <a:lnTo>
                  <a:pt x="1523836" y="299794"/>
                </a:lnTo>
                <a:close/>
                <a:lnTo>
                  <a:pt x="1525326" y="241043"/>
                </a:lnTo>
                <a:close/>
                <a:lnTo>
                  <a:pt x="1529795" y="367989"/>
                </a:lnTo>
                <a:close/>
                <a:lnTo>
                  <a:pt x="1531284" y="353601"/>
                </a:lnTo>
                <a:close/>
                <a:lnTo>
                  <a:pt x="1538732" y="171259"/>
                </a:lnTo>
                <a:close/>
                <a:lnTo>
                  <a:pt x="1541711" y="191889"/>
                </a:lnTo>
                <a:close/>
                <a:lnTo>
                  <a:pt x="1543201" y="124921"/>
                </a:lnTo>
                <a:close/>
                <a:lnTo>
                  <a:pt x="1544690" y="136652"/>
                </a:lnTo>
                <a:close/>
                <a:lnTo>
                  <a:pt x="1547670" y="236326"/>
                </a:lnTo>
                <a:close/>
                <a:lnTo>
                  <a:pt x="1549159" y="254736"/>
                </a:lnTo>
                <a:close/>
                <a:lnTo>
                  <a:pt x="1550649" y="207685"/>
                </a:lnTo>
                <a:close/>
                <a:lnTo>
                  <a:pt x="1553628" y="368675"/>
                </a:lnTo>
                <a:close/>
                <a:lnTo>
                  <a:pt x="1555117" y="375708"/>
                </a:lnTo>
                <a:close/>
                <a:lnTo>
                  <a:pt x="1556607" y="485154"/>
                </a:lnTo>
                <a:close/>
                <a:lnTo>
                  <a:pt x="1558097" y="485154"/>
                </a:lnTo>
                <a:close/>
                <a:lnTo>
                  <a:pt x="1559586" y="456557"/>
                </a:lnTo>
                <a:close/>
                <a:lnTo>
                  <a:pt x="1561076" y="359409"/>
                </a:lnTo>
                <a:close/>
                <a:lnTo>
                  <a:pt x="1564055" y="468363"/>
                </a:lnTo>
                <a:close/>
                <a:lnTo>
                  <a:pt x="1565545" y="455229"/>
                </a:lnTo>
                <a:close/>
                <a:lnTo>
                  <a:pt x="1567034" y="474637"/>
                </a:lnTo>
                <a:close/>
                <a:lnTo>
                  <a:pt x="1568524" y="517822"/>
                </a:lnTo>
                <a:close/>
                <a:lnTo>
                  <a:pt x="1577461" y="229131"/>
                </a:lnTo>
                <a:close/>
                <a:lnTo>
                  <a:pt x="1578951" y="252882"/>
                </a:lnTo>
                <a:close/>
                <a:lnTo>
                  <a:pt x="1580440" y="382558"/>
                </a:lnTo>
                <a:close/>
                <a:lnTo>
                  <a:pt x="1581930" y="292522"/>
                </a:lnTo>
                <a:close/>
                <a:lnTo>
                  <a:pt x="1583419" y="294000"/>
                </a:lnTo>
                <a:close/>
                <a:lnTo>
                  <a:pt x="1584909" y="168420"/>
                </a:lnTo>
                <a:close/>
                <a:lnTo>
                  <a:pt x="1586399" y="288558"/>
                </a:lnTo>
                <a:close/>
                <a:lnTo>
                  <a:pt x="1590867" y="245326"/>
                </a:lnTo>
                <a:close/>
                <a:lnTo>
                  <a:pt x="1593846" y="332554"/>
                </a:lnTo>
                <a:close/>
                <a:lnTo>
                  <a:pt x="1596826" y="128238"/>
                </a:lnTo>
                <a:close/>
                <a:lnTo>
                  <a:pt x="1598315" y="149510"/>
                </a:lnTo>
                <a:close/>
                <a:lnTo>
                  <a:pt x="1601294" y="85573"/>
                </a:lnTo>
                <a:close/>
                <a:lnTo>
                  <a:pt x="1602784" y="100215"/>
                </a:lnTo>
                <a:close/>
                <a:lnTo>
                  <a:pt x="1605763" y="0"/>
                </a:lnTo>
                <a:close/>
                <a:lnTo>
                  <a:pt x="1607253" y="113947"/>
                </a:lnTo>
                <a:close/>
                <a:lnTo>
                  <a:pt x="1608742" y="48648"/>
                </a:lnTo>
                <a:close/>
                <a:lnTo>
                  <a:pt x="1611721" y="121256"/>
                </a:lnTo>
                <a:close/>
                <a:lnTo>
                  <a:pt x="1613211" y="169112"/>
                </a:lnTo>
                <a:close/>
                <a:lnTo>
                  <a:pt x="1614701" y="160980"/>
                </a:lnTo>
                <a:close/>
                <a:lnTo>
                  <a:pt x="1616190" y="161728"/>
                </a:lnTo>
                <a:close/>
                <a:lnTo>
                  <a:pt x="1619169" y="36595"/>
                </a:lnTo>
                <a:close/>
                <a:lnTo>
                  <a:pt x="1620659" y="89489"/>
                </a:lnTo>
                <a:close/>
                <a:lnTo>
                  <a:pt x="1622148" y="53522"/>
                </a:lnTo>
                <a:close/>
                <a:lnTo>
                  <a:pt x="1623638" y="59745"/>
                </a:lnTo>
                <a:close/>
                <a:lnTo>
                  <a:pt x="1626617" y="18378"/>
                </a:lnTo>
                <a:close/>
                <a:lnTo>
                  <a:pt x="1628107" y="48478"/>
                </a:lnTo>
                <a:close/>
                <a:lnTo>
                  <a:pt x="1629596" y="5553"/>
                </a:lnTo>
                <a:close/>
                <a:lnTo>
                  <a:pt x="1632575" y="197837"/>
                </a:lnTo>
                <a:close/>
                <a:lnTo>
                  <a:pt x="1634065" y="218006"/>
                </a:lnTo>
                <a:close/>
                <a:lnTo>
                  <a:pt x="1637044" y="390803"/>
                </a:lnTo>
                <a:close/>
                <a:lnTo>
                  <a:pt x="1638534" y="351809"/>
                </a:lnTo>
                <a:close/>
                <a:lnTo>
                  <a:pt x="1640023" y="350040"/>
                </a:lnTo>
                <a:close/>
                <a:lnTo>
                  <a:pt x="1641513" y="416615"/>
                </a:lnTo>
                <a:close/>
                <a:lnTo>
                  <a:pt x="1645982" y="321533"/>
                </a:lnTo>
                <a:close/>
                <a:lnTo>
                  <a:pt x="1650450" y="526756"/>
                </a:lnTo>
                <a:close/>
                <a:lnTo>
                  <a:pt x="1651940" y="464334"/>
                </a:lnTo>
                <a:close/>
                <a:lnTo>
                  <a:pt x="1653430" y="515290"/>
                </a:lnTo>
                <a:close/>
                <a:lnTo>
                  <a:pt x="1654919" y="459634"/>
                </a:lnTo>
                <a:close/>
                <a:lnTo>
                  <a:pt x="1656409" y="488135"/>
                </a:lnTo>
                <a:close/>
                <a:lnTo>
                  <a:pt x="1657898" y="463026"/>
                </a:lnTo>
                <a:close/>
                <a:lnTo>
                  <a:pt x="1659388" y="497380"/>
                </a:lnTo>
                <a:close/>
                <a:lnTo>
                  <a:pt x="1660877" y="431030"/>
                </a:lnTo>
                <a:close/>
                <a:lnTo>
                  <a:pt x="1662367" y="450108"/>
                </a:lnTo>
                <a:close/>
                <a:lnTo>
                  <a:pt x="1665346" y="545694"/>
                </a:lnTo>
                <a:close/>
                <a:lnTo>
                  <a:pt x="1666836" y="536319"/>
                </a:lnTo>
                <a:close/>
                <a:lnTo>
                  <a:pt x="1669815" y="645770"/>
                </a:lnTo>
                <a:close/>
                <a:lnTo>
                  <a:pt x="1671304" y="655091"/>
                </a:lnTo>
                <a:close/>
                <a:lnTo>
                  <a:pt x="1672794" y="703230"/>
                </a:lnTo>
                <a:close/>
                <a:lnTo>
                  <a:pt x="1674284" y="696821"/>
                </a:lnTo>
                <a:close/>
                <a:lnTo>
                  <a:pt x="1675773" y="767643"/>
                </a:lnTo>
                <a:close/>
                <a:lnTo>
                  <a:pt x="1677263" y="678548"/>
                </a:lnTo>
                <a:close/>
                <a:lnTo>
                  <a:pt x="1680242" y="789241"/>
                </a:lnTo>
                <a:close/>
                <a:lnTo>
                  <a:pt x="1681731" y="787915"/>
                </a:lnTo>
                <a:close/>
                <a:lnTo>
                  <a:pt x="1683221" y="724554"/>
                </a:lnTo>
                <a:close/>
                <a:lnTo>
                  <a:pt x="1684711" y="787390"/>
                </a:lnTo>
                <a:close/>
                <a:lnTo>
                  <a:pt x="1687690" y="578639"/>
                </a:lnTo>
                <a:close/>
                <a:lnTo>
                  <a:pt x="1689179" y="609524"/>
                </a:lnTo>
                <a:close/>
                <a:lnTo>
                  <a:pt x="1690669" y="552314"/>
                </a:lnTo>
                <a:close/>
                <a:lnTo>
                  <a:pt x="1692158" y="578476"/>
                </a:lnTo>
                <a:close/>
                <a:lnTo>
                  <a:pt x="1693648" y="638085"/>
                </a:lnTo>
                <a:close/>
                <a:lnTo>
                  <a:pt x="1695138" y="621537"/>
                </a:lnTo>
                <a:close/>
                <a:lnTo>
                  <a:pt x="1696627" y="672633"/>
                </a:lnTo>
                <a:close/>
                <a:lnTo>
                  <a:pt x="1698117" y="666453"/>
                </a:lnTo>
                <a:close/>
                <a:lnTo>
                  <a:pt x="1699606" y="536305"/>
                </a:lnTo>
                <a:close/>
                <a:lnTo>
                  <a:pt x="1701096" y="545546"/>
                </a:lnTo>
                <a:close/>
                <a:lnTo>
                  <a:pt x="1704075" y="466443"/>
                </a:lnTo>
                <a:close/>
                <a:lnTo>
                  <a:pt x="1707054" y="555046"/>
                </a:lnTo>
                <a:close/>
                <a:lnTo>
                  <a:pt x="1711523" y="375946"/>
                </a:lnTo>
                <a:close/>
                <a:lnTo>
                  <a:pt x="1713013" y="441061"/>
                </a:lnTo>
                <a:close/>
                <a:lnTo>
                  <a:pt x="1714502" y="414338"/>
                </a:lnTo>
                <a:close/>
                <a:lnTo>
                  <a:pt x="1715992" y="360932"/>
                </a:lnTo>
                <a:close/>
                <a:lnTo>
                  <a:pt x="1718971" y="371937"/>
                </a:lnTo>
                <a:close/>
                <a:lnTo>
                  <a:pt x="1720460" y="369701"/>
                </a:lnTo>
                <a:close/>
                <a:lnTo>
                  <a:pt x="1721950" y="372513"/>
                </a:lnTo>
                <a:close/>
                <a:lnTo>
                  <a:pt x="1723440" y="380272"/>
                </a:lnTo>
                <a:close/>
                <a:lnTo>
                  <a:pt x="1724929" y="379616"/>
                </a:lnTo>
                <a:close/>
                <a:lnTo>
                  <a:pt x="1726419" y="397220"/>
                </a:lnTo>
                <a:close/>
                <a:lnTo>
                  <a:pt x="1727908" y="381036"/>
                </a:lnTo>
                <a:close/>
                <a:lnTo>
                  <a:pt x="1729398" y="333923"/>
                </a:lnTo>
                <a:close/>
                <a:lnTo>
                  <a:pt x="1730887" y="377794"/>
                </a:lnTo>
                <a:close/>
                <a:lnTo>
                  <a:pt x="1732377" y="302109"/>
                </a:lnTo>
                <a:close/>
                <a:lnTo>
                  <a:pt x="1733867" y="350880"/>
                </a:lnTo>
                <a:close/>
                <a:lnTo>
                  <a:pt x="1735356" y="350880"/>
                </a:lnTo>
                <a:close/>
                <a:lnTo>
                  <a:pt x="1736846" y="347614"/>
                </a:lnTo>
                <a:close/>
                <a:lnTo>
                  <a:pt x="1738335" y="235219"/>
                </a:lnTo>
                <a:close/>
                <a:lnTo>
                  <a:pt x="1739825" y="235216"/>
                </a:lnTo>
                <a:close/>
                <a:lnTo>
                  <a:pt x="1742804" y="208310"/>
                </a:lnTo>
                <a:close/>
                <a:lnTo>
                  <a:pt x="1744294" y="192228"/>
                </a:lnTo>
                <a:close/>
                <a:lnTo>
                  <a:pt x="1745783" y="200481"/>
                </a:lnTo>
                <a:close/>
                <a:lnTo>
                  <a:pt x="1747273" y="171026"/>
                </a:lnTo>
                <a:close/>
                <a:lnTo>
                  <a:pt x="1748762" y="185828"/>
                </a:lnTo>
                <a:close/>
                <a:lnTo>
                  <a:pt x="1751742" y="270490"/>
                </a:lnTo>
                <a:close/>
                <a:lnTo>
                  <a:pt x="1753231" y="305251"/>
                </a:lnTo>
                <a:close/>
                <a:lnTo>
                  <a:pt x="1754721" y="375064"/>
                </a:lnTo>
                <a:close/>
                <a:lnTo>
                  <a:pt x="1756210" y="304226"/>
                </a:lnTo>
                <a:close/>
                <a:lnTo>
                  <a:pt x="1757700" y="371242"/>
                </a:lnTo>
                <a:close/>
                <a:lnTo>
                  <a:pt x="1759189" y="372888"/>
                </a:lnTo>
                <a:close/>
                <a:lnTo>
                  <a:pt x="1760679" y="388584"/>
                </a:lnTo>
                <a:close/>
                <a:lnTo>
                  <a:pt x="1762169" y="359875"/>
                </a:lnTo>
                <a:close/>
                <a:lnTo>
                  <a:pt x="1763658" y="373457"/>
                </a:lnTo>
                <a:close/>
                <a:lnTo>
                  <a:pt x="1765148" y="339295"/>
                </a:lnTo>
                <a:close/>
                <a:lnTo>
                  <a:pt x="1769616" y="459693"/>
                </a:lnTo>
                <a:close/>
                <a:lnTo>
                  <a:pt x="1772596" y="601659"/>
                </a:lnTo>
                <a:close/>
                <a:lnTo>
                  <a:pt x="1774085" y="629882"/>
                </a:lnTo>
                <a:close/>
                <a:lnTo>
                  <a:pt x="1778554" y="483027"/>
                </a:lnTo>
                <a:close/>
                <a:lnTo>
                  <a:pt x="1783023" y="629532"/>
                </a:lnTo>
                <a:close/>
                <a:lnTo>
                  <a:pt x="1784512" y="598011"/>
                </a:lnTo>
                <a:close/>
                <a:lnTo>
                  <a:pt x="1786002" y="667078"/>
                </a:lnTo>
                <a:close/>
                <a:lnTo>
                  <a:pt x="1786002" y="667078"/>
                </a:lnTo>
                <a:close/>
              </a:path>
            </a:pathLst>
          </a:custGeom>
          <a:noFill/>
          <a:ln w="7620">
            <a:solidFill>
              <a:srgbClr val="C0392B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5825691" y="5650992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5825691" y="6675120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8477904" y="1042416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8567204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8538922" y="2134094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25" name="Freeform 324"/>
          <p:cNvSpPr/>
          <p:nvPr/>
        </p:nvSpPr>
        <p:spPr>
          <a:xfrm>
            <a:off x="8865119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8780275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327" name="Freeform 326"/>
          <p:cNvSpPr/>
          <p:nvPr/>
        </p:nvSpPr>
        <p:spPr>
          <a:xfrm>
            <a:off x="9163034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9078190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329" name="Freeform 328"/>
          <p:cNvSpPr/>
          <p:nvPr/>
        </p:nvSpPr>
        <p:spPr>
          <a:xfrm>
            <a:off x="9460949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9376105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331" name="Freeform 330"/>
          <p:cNvSpPr/>
          <p:nvPr/>
        </p:nvSpPr>
        <p:spPr>
          <a:xfrm>
            <a:off x="9758865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9674021" y="213409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333" name="Freeform 332"/>
          <p:cNvSpPr/>
          <p:nvPr/>
        </p:nvSpPr>
        <p:spPr>
          <a:xfrm>
            <a:off x="10056780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9943655" y="2134094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335" name="Freeform 334"/>
          <p:cNvSpPr/>
          <p:nvPr/>
        </p:nvSpPr>
        <p:spPr>
          <a:xfrm>
            <a:off x="10354695" y="206654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10241570" y="2134094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337" name="Freeform 336"/>
          <p:cNvSpPr/>
          <p:nvPr/>
        </p:nvSpPr>
        <p:spPr>
          <a:xfrm>
            <a:off x="8433454" y="184205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8247625" y="1786931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1.6</a:t>
            </a:r>
          </a:p>
        </p:txBody>
      </p:sp>
      <p:sp>
        <p:nvSpPr>
          <p:cNvPr id="339" name="Freeform 338"/>
          <p:cNvSpPr/>
          <p:nvPr/>
        </p:nvSpPr>
        <p:spPr>
          <a:xfrm>
            <a:off x="8433454" y="161214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8247625" y="1557015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1.7</a:t>
            </a:r>
          </a:p>
        </p:txBody>
      </p:sp>
      <p:sp>
        <p:nvSpPr>
          <p:cNvPr id="341" name="Freeform 340"/>
          <p:cNvSpPr/>
          <p:nvPr/>
        </p:nvSpPr>
        <p:spPr>
          <a:xfrm>
            <a:off x="8433454" y="138222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8247625" y="1327099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sp>
        <p:nvSpPr>
          <p:cNvPr id="343" name="Freeform 342"/>
          <p:cNvSpPr/>
          <p:nvPr/>
        </p:nvSpPr>
        <p:spPr>
          <a:xfrm>
            <a:off x="8433454" y="115230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8247625" y="1097184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1.9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8477904" y="87731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1e11</a:t>
            </a:r>
          </a:p>
        </p:txBody>
      </p:sp>
      <p:sp>
        <p:nvSpPr>
          <p:cNvPr id="346" name="Freeform 345"/>
          <p:cNvSpPr/>
          <p:nvPr/>
        </p:nvSpPr>
        <p:spPr>
          <a:xfrm>
            <a:off x="8567204" y="1088967"/>
            <a:ext cx="1786001" cy="931026"/>
          </a:xfrm>
          <a:custGeom>
            <a:avLst/>
            <a:gdLst/>
            <a:ahLst/>
            <a:cxnLst/>
            <a:rect l="l" t="t" r="r" b="b"/>
            <a:pathLst>
              <a:path w="1786001" h="931026">
                <a:moveTo>
                  <a:pt x="0" y="320811"/>
                </a:moveTo>
                <a:lnTo>
                  <a:pt x="1489" y="371098"/>
                </a:lnTo>
                <a:close/>
                <a:lnTo>
                  <a:pt x="2979" y="470659"/>
                </a:lnTo>
                <a:close/>
                <a:lnTo>
                  <a:pt x="4468" y="418445"/>
                </a:lnTo>
                <a:close/>
                <a:lnTo>
                  <a:pt x="5958" y="437407"/>
                </a:lnTo>
                <a:close/>
                <a:lnTo>
                  <a:pt x="7448" y="432867"/>
                </a:lnTo>
                <a:close/>
                <a:lnTo>
                  <a:pt x="10427" y="134759"/>
                </a:lnTo>
                <a:close/>
                <a:lnTo>
                  <a:pt x="11916" y="123669"/>
                </a:lnTo>
                <a:close/>
                <a:lnTo>
                  <a:pt x="13406" y="290319"/>
                </a:lnTo>
                <a:close/>
                <a:lnTo>
                  <a:pt x="14895" y="294684"/>
                </a:lnTo>
                <a:close/>
                <a:lnTo>
                  <a:pt x="16385" y="229118"/>
                </a:lnTo>
                <a:close/>
                <a:lnTo>
                  <a:pt x="17875" y="388634"/>
                </a:lnTo>
                <a:close/>
                <a:lnTo>
                  <a:pt x="19364" y="349150"/>
                </a:lnTo>
                <a:close/>
                <a:lnTo>
                  <a:pt x="20854" y="380374"/>
                </a:lnTo>
                <a:close/>
                <a:lnTo>
                  <a:pt x="23833" y="308959"/>
                </a:lnTo>
                <a:close/>
                <a:lnTo>
                  <a:pt x="26812" y="563195"/>
                </a:lnTo>
                <a:close/>
                <a:lnTo>
                  <a:pt x="28302" y="495403"/>
                </a:lnTo>
                <a:close/>
                <a:lnTo>
                  <a:pt x="29791" y="315738"/>
                </a:lnTo>
                <a:close/>
                <a:lnTo>
                  <a:pt x="31281" y="356760"/>
                </a:lnTo>
                <a:close/>
                <a:lnTo>
                  <a:pt x="32770" y="300325"/>
                </a:lnTo>
                <a:close/>
                <a:lnTo>
                  <a:pt x="34260" y="408428"/>
                </a:lnTo>
                <a:close/>
                <a:lnTo>
                  <a:pt x="35749" y="328434"/>
                </a:lnTo>
                <a:close/>
                <a:lnTo>
                  <a:pt x="37239" y="476297"/>
                </a:lnTo>
                <a:close/>
                <a:lnTo>
                  <a:pt x="40218" y="443001"/>
                </a:lnTo>
                <a:close/>
                <a:lnTo>
                  <a:pt x="43197" y="303184"/>
                </a:lnTo>
                <a:close/>
                <a:lnTo>
                  <a:pt x="44687" y="306808"/>
                </a:lnTo>
                <a:close/>
                <a:lnTo>
                  <a:pt x="46177" y="451073"/>
                </a:lnTo>
                <a:close/>
                <a:lnTo>
                  <a:pt x="47666" y="387826"/>
                </a:lnTo>
                <a:close/>
                <a:lnTo>
                  <a:pt x="49156" y="438389"/>
                </a:lnTo>
                <a:close/>
                <a:lnTo>
                  <a:pt x="52135" y="692611"/>
                </a:lnTo>
                <a:close/>
                <a:lnTo>
                  <a:pt x="56604" y="433402"/>
                </a:lnTo>
                <a:close/>
                <a:lnTo>
                  <a:pt x="58093" y="492738"/>
                </a:lnTo>
                <a:close/>
                <a:lnTo>
                  <a:pt x="59583" y="392713"/>
                </a:lnTo>
                <a:close/>
                <a:lnTo>
                  <a:pt x="61072" y="401554"/>
                </a:lnTo>
                <a:close/>
                <a:lnTo>
                  <a:pt x="62562" y="486397"/>
                </a:lnTo>
                <a:close/>
                <a:lnTo>
                  <a:pt x="67031" y="269332"/>
                </a:lnTo>
                <a:close/>
                <a:lnTo>
                  <a:pt x="70010" y="309874"/>
                </a:lnTo>
                <a:close/>
                <a:lnTo>
                  <a:pt x="71499" y="436018"/>
                </a:lnTo>
                <a:close/>
                <a:lnTo>
                  <a:pt x="72989" y="199500"/>
                </a:lnTo>
                <a:close/>
                <a:lnTo>
                  <a:pt x="75968" y="361359"/>
                </a:lnTo>
                <a:close/>
                <a:lnTo>
                  <a:pt x="78947" y="170448"/>
                </a:lnTo>
                <a:close/>
                <a:lnTo>
                  <a:pt x="80437" y="182355"/>
                </a:lnTo>
                <a:close/>
                <a:lnTo>
                  <a:pt x="83416" y="450325"/>
                </a:lnTo>
                <a:close/>
                <a:lnTo>
                  <a:pt x="84905" y="401464"/>
                </a:lnTo>
                <a:close/>
                <a:lnTo>
                  <a:pt x="86395" y="421795"/>
                </a:lnTo>
                <a:close/>
                <a:lnTo>
                  <a:pt x="89374" y="570022"/>
                </a:lnTo>
                <a:close/>
                <a:lnTo>
                  <a:pt x="90864" y="523914"/>
                </a:lnTo>
                <a:close/>
                <a:lnTo>
                  <a:pt x="93843" y="249070"/>
                </a:lnTo>
                <a:close/>
                <a:lnTo>
                  <a:pt x="95333" y="217015"/>
                </a:lnTo>
                <a:close/>
                <a:lnTo>
                  <a:pt x="96822" y="375470"/>
                </a:lnTo>
                <a:close/>
                <a:lnTo>
                  <a:pt x="98312" y="292743"/>
                </a:lnTo>
                <a:close/>
                <a:lnTo>
                  <a:pt x="99801" y="309820"/>
                </a:lnTo>
                <a:close/>
                <a:lnTo>
                  <a:pt x="101291" y="265318"/>
                </a:lnTo>
                <a:close/>
                <a:lnTo>
                  <a:pt x="102780" y="284299"/>
                </a:lnTo>
                <a:close/>
                <a:lnTo>
                  <a:pt x="104270" y="424306"/>
                </a:lnTo>
                <a:close/>
                <a:lnTo>
                  <a:pt x="105760" y="369454"/>
                </a:lnTo>
                <a:close/>
                <a:lnTo>
                  <a:pt x="108739" y="470921"/>
                </a:lnTo>
                <a:close/>
                <a:lnTo>
                  <a:pt x="110228" y="444938"/>
                </a:lnTo>
                <a:close/>
                <a:lnTo>
                  <a:pt x="111718" y="514369"/>
                </a:lnTo>
                <a:close/>
                <a:lnTo>
                  <a:pt x="113207" y="414808"/>
                </a:lnTo>
                <a:close/>
                <a:lnTo>
                  <a:pt x="114697" y="129256"/>
                </a:lnTo>
                <a:close/>
                <a:lnTo>
                  <a:pt x="116187" y="224145"/>
                </a:lnTo>
                <a:close/>
                <a:lnTo>
                  <a:pt x="117676" y="30653"/>
                </a:lnTo>
                <a:close/>
                <a:lnTo>
                  <a:pt x="123634" y="291063"/>
                </a:lnTo>
                <a:close/>
                <a:lnTo>
                  <a:pt x="126614" y="275481"/>
                </a:lnTo>
                <a:close/>
                <a:lnTo>
                  <a:pt x="128103" y="286313"/>
                </a:lnTo>
                <a:close/>
                <a:lnTo>
                  <a:pt x="129593" y="345347"/>
                </a:lnTo>
                <a:close/>
                <a:lnTo>
                  <a:pt x="131082" y="478520"/>
                </a:lnTo>
                <a:close/>
                <a:lnTo>
                  <a:pt x="132572" y="460760"/>
                </a:lnTo>
                <a:close/>
                <a:lnTo>
                  <a:pt x="134062" y="356620"/>
                </a:lnTo>
                <a:close/>
                <a:lnTo>
                  <a:pt x="135551" y="490696"/>
                </a:lnTo>
                <a:close/>
                <a:lnTo>
                  <a:pt x="140020" y="273987"/>
                </a:lnTo>
                <a:close/>
                <a:lnTo>
                  <a:pt x="141509" y="344004"/>
                </a:lnTo>
                <a:close/>
                <a:lnTo>
                  <a:pt x="142999" y="299797"/>
                </a:lnTo>
                <a:close/>
                <a:lnTo>
                  <a:pt x="144489" y="373244"/>
                </a:lnTo>
                <a:close/>
                <a:lnTo>
                  <a:pt x="145978" y="325340"/>
                </a:lnTo>
                <a:close/>
                <a:lnTo>
                  <a:pt x="150447" y="454718"/>
                </a:lnTo>
                <a:close/>
                <a:lnTo>
                  <a:pt x="151936" y="420917"/>
                </a:lnTo>
                <a:close/>
                <a:lnTo>
                  <a:pt x="153426" y="352572"/>
                </a:lnTo>
                <a:close/>
                <a:lnTo>
                  <a:pt x="154916" y="512297"/>
                </a:lnTo>
                <a:close/>
                <a:lnTo>
                  <a:pt x="156405" y="450971"/>
                </a:lnTo>
                <a:close/>
                <a:lnTo>
                  <a:pt x="157895" y="330142"/>
                </a:lnTo>
                <a:close/>
                <a:lnTo>
                  <a:pt x="160874" y="425130"/>
                </a:lnTo>
                <a:close/>
                <a:lnTo>
                  <a:pt x="163853" y="388322"/>
                </a:lnTo>
                <a:close/>
                <a:lnTo>
                  <a:pt x="165343" y="388322"/>
                </a:lnTo>
                <a:close/>
                <a:lnTo>
                  <a:pt x="166832" y="376092"/>
                </a:lnTo>
                <a:close/>
                <a:lnTo>
                  <a:pt x="168322" y="423595"/>
                </a:lnTo>
                <a:close/>
                <a:lnTo>
                  <a:pt x="169811" y="274944"/>
                </a:lnTo>
                <a:close/>
                <a:lnTo>
                  <a:pt x="171301" y="331230"/>
                </a:lnTo>
                <a:close/>
                <a:lnTo>
                  <a:pt x="174280" y="549461"/>
                </a:lnTo>
                <a:close/>
                <a:lnTo>
                  <a:pt x="175770" y="547080"/>
                </a:lnTo>
                <a:close/>
                <a:lnTo>
                  <a:pt x="178749" y="487348"/>
                </a:lnTo>
                <a:close/>
                <a:lnTo>
                  <a:pt x="180238" y="440420"/>
                </a:lnTo>
                <a:close/>
                <a:lnTo>
                  <a:pt x="181728" y="319232"/>
                </a:lnTo>
                <a:close/>
                <a:lnTo>
                  <a:pt x="186197" y="593000"/>
                </a:lnTo>
                <a:close/>
                <a:lnTo>
                  <a:pt x="187686" y="584933"/>
                </a:lnTo>
                <a:close/>
                <a:lnTo>
                  <a:pt x="189176" y="561004"/>
                </a:lnTo>
                <a:close/>
                <a:lnTo>
                  <a:pt x="190665" y="470934"/>
                </a:lnTo>
                <a:close/>
                <a:lnTo>
                  <a:pt x="192155" y="635427"/>
                </a:lnTo>
                <a:close/>
                <a:lnTo>
                  <a:pt x="193645" y="610863"/>
                </a:lnTo>
                <a:close/>
                <a:lnTo>
                  <a:pt x="198113" y="403309"/>
                </a:lnTo>
                <a:close/>
                <a:lnTo>
                  <a:pt x="199603" y="486849"/>
                </a:lnTo>
                <a:close/>
                <a:lnTo>
                  <a:pt x="201092" y="470610"/>
                </a:lnTo>
                <a:close/>
                <a:lnTo>
                  <a:pt x="204072" y="391757"/>
                </a:lnTo>
                <a:close/>
                <a:lnTo>
                  <a:pt x="205561" y="443763"/>
                </a:lnTo>
                <a:close/>
                <a:lnTo>
                  <a:pt x="207051" y="439600"/>
                </a:lnTo>
                <a:close/>
                <a:lnTo>
                  <a:pt x="208540" y="700366"/>
                </a:lnTo>
                <a:close/>
                <a:lnTo>
                  <a:pt x="210030" y="547782"/>
                </a:lnTo>
                <a:close/>
                <a:lnTo>
                  <a:pt x="211519" y="639320"/>
                </a:lnTo>
                <a:close/>
                <a:lnTo>
                  <a:pt x="213009" y="549760"/>
                </a:lnTo>
                <a:close/>
                <a:lnTo>
                  <a:pt x="214499" y="368752"/>
                </a:lnTo>
                <a:close/>
                <a:lnTo>
                  <a:pt x="217478" y="535623"/>
                </a:lnTo>
                <a:close/>
                <a:lnTo>
                  <a:pt x="218967" y="514198"/>
                </a:lnTo>
                <a:close/>
                <a:lnTo>
                  <a:pt x="221947" y="346852"/>
                </a:lnTo>
                <a:close/>
                <a:lnTo>
                  <a:pt x="223436" y="368247"/>
                </a:lnTo>
                <a:close/>
                <a:lnTo>
                  <a:pt x="224926" y="469506"/>
                </a:lnTo>
                <a:close/>
                <a:lnTo>
                  <a:pt x="226415" y="358249"/>
                </a:lnTo>
                <a:close/>
                <a:lnTo>
                  <a:pt x="229394" y="421885"/>
                </a:lnTo>
                <a:close/>
                <a:lnTo>
                  <a:pt x="230884" y="621533"/>
                </a:lnTo>
                <a:close/>
                <a:lnTo>
                  <a:pt x="232374" y="629720"/>
                </a:lnTo>
                <a:close/>
                <a:lnTo>
                  <a:pt x="235353" y="424618"/>
                </a:lnTo>
                <a:close/>
                <a:lnTo>
                  <a:pt x="236842" y="462406"/>
                </a:lnTo>
                <a:close/>
                <a:lnTo>
                  <a:pt x="238332" y="408107"/>
                </a:lnTo>
                <a:close/>
                <a:lnTo>
                  <a:pt x="239821" y="491617"/>
                </a:lnTo>
                <a:close/>
                <a:lnTo>
                  <a:pt x="241311" y="394463"/>
                </a:lnTo>
                <a:close/>
                <a:lnTo>
                  <a:pt x="242801" y="549665"/>
                </a:lnTo>
                <a:close/>
                <a:lnTo>
                  <a:pt x="245780" y="363208"/>
                </a:lnTo>
                <a:close/>
                <a:lnTo>
                  <a:pt x="247269" y="288637"/>
                </a:lnTo>
                <a:close/>
                <a:lnTo>
                  <a:pt x="250248" y="561968"/>
                </a:lnTo>
                <a:close/>
                <a:lnTo>
                  <a:pt x="251738" y="469190"/>
                </a:lnTo>
                <a:close/>
                <a:lnTo>
                  <a:pt x="253228" y="486583"/>
                </a:lnTo>
                <a:close/>
                <a:lnTo>
                  <a:pt x="254717" y="421028"/>
                </a:lnTo>
                <a:close/>
                <a:lnTo>
                  <a:pt x="257696" y="194778"/>
                </a:lnTo>
                <a:close/>
                <a:lnTo>
                  <a:pt x="259186" y="324356"/>
                </a:lnTo>
                <a:close/>
                <a:lnTo>
                  <a:pt x="260675" y="220116"/>
                </a:lnTo>
                <a:close/>
                <a:lnTo>
                  <a:pt x="263655" y="370545"/>
                </a:lnTo>
                <a:close/>
                <a:lnTo>
                  <a:pt x="265144" y="485902"/>
                </a:lnTo>
                <a:close/>
                <a:lnTo>
                  <a:pt x="266634" y="453836"/>
                </a:lnTo>
                <a:close/>
                <a:lnTo>
                  <a:pt x="268123" y="598849"/>
                </a:lnTo>
                <a:close/>
                <a:lnTo>
                  <a:pt x="269613" y="424875"/>
                </a:lnTo>
                <a:close/>
                <a:lnTo>
                  <a:pt x="271103" y="442475"/>
                </a:lnTo>
                <a:close/>
                <a:lnTo>
                  <a:pt x="272592" y="301013"/>
                </a:lnTo>
                <a:close/>
                <a:lnTo>
                  <a:pt x="274082" y="353110"/>
                </a:lnTo>
                <a:close/>
                <a:lnTo>
                  <a:pt x="277061" y="658941"/>
                </a:lnTo>
                <a:close/>
                <a:lnTo>
                  <a:pt x="280040" y="531684"/>
                </a:lnTo>
                <a:close/>
                <a:lnTo>
                  <a:pt x="281530" y="486039"/>
                </a:lnTo>
                <a:close/>
                <a:lnTo>
                  <a:pt x="283019" y="586893"/>
                </a:lnTo>
                <a:close/>
                <a:lnTo>
                  <a:pt x="285998" y="569992"/>
                </a:lnTo>
                <a:close/>
                <a:lnTo>
                  <a:pt x="287488" y="623638"/>
                </a:lnTo>
                <a:close/>
                <a:lnTo>
                  <a:pt x="288977" y="521084"/>
                </a:lnTo>
                <a:close/>
                <a:lnTo>
                  <a:pt x="290467" y="557875"/>
                </a:lnTo>
                <a:close/>
                <a:lnTo>
                  <a:pt x="291957" y="676711"/>
                </a:lnTo>
                <a:close/>
                <a:lnTo>
                  <a:pt x="294936" y="541767"/>
                </a:lnTo>
                <a:close/>
                <a:lnTo>
                  <a:pt x="296425" y="459409"/>
                </a:lnTo>
                <a:close/>
                <a:lnTo>
                  <a:pt x="297915" y="573864"/>
                </a:lnTo>
                <a:close/>
                <a:lnTo>
                  <a:pt x="299404" y="352515"/>
                </a:lnTo>
                <a:close/>
                <a:lnTo>
                  <a:pt x="300894" y="347782"/>
                </a:lnTo>
                <a:close/>
                <a:lnTo>
                  <a:pt x="302384" y="347782"/>
                </a:lnTo>
                <a:close/>
                <a:lnTo>
                  <a:pt x="305363" y="477784"/>
                </a:lnTo>
                <a:close/>
                <a:lnTo>
                  <a:pt x="306852" y="326977"/>
                </a:lnTo>
                <a:close/>
                <a:lnTo>
                  <a:pt x="309831" y="433008"/>
                </a:lnTo>
                <a:close/>
                <a:lnTo>
                  <a:pt x="311321" y="340789"/>
                </a:lnTo>
                <a:close/>
                <a:lnTo>
                  <a:pt x="314300" y="500334"/>
                </a:lnTo>
                <a:close/>
                <a:lnTo>
                  <a:pt x="315790" y="506733"/>
                </a:lnTo>
                <a:close/>
                <a:lnTo>
                  <a:pt x="318769" y="612897"/>
                </a:lnTo>
                <a:close/>
                <a:lnTo>
                  <a:pt x="321748" y="278695"/>
                </a:lnTo>
                <a:close/>
                <a:lnTo>
                  <a:pt x="324727" y="515016"/>
                </a:lnTo>
                <a:close/>
                <a:lnTo>
                  <a:pt x="326217" y="443754"/>
                </a:lnTo>
                <a:close/>
                <a:lnTo>
                  <a:pt x="329196" y="554630"/>
                </a:lnTo>
                <a:close/>
                <a:lnTo>
                  <a:pt x="330686" y="425230"/>
                </a:lnTo>
                <a:close/>
                <a:lnTo>
                  <a:pt x="333665" y="444217"/>
                </a:lnTo>
                <a:close/>
                <a:lnTo>
                  <a:pt x="335154" y="526221"/>
                </a:lnTo>
                <a:close/>
                <a:lnTo>
                  <a:pt x="338133" y="268111"/>
                </a:lnTo>
                <a:close/>
                <a:lnTo>
                  <a:pt x="339623" y="252804"/>
                </a:lnTo>
                <a:close/>
                <a:lnTo>
                  <a:pt x="342602" y="473721"/>
                </a:lnTo>
                <a:close/>
                <a:lnTo>
                  <a:pt x="344092" y="406966"/>
                </a:lnTo>
                <a:close/>
                <a:lnTo>
                  <a:pt x="348560" y="668740"/>
                </a:lnTo>
                <a:close/>
                <a:lnTo>
                  <a:pt x="351540" y="477520"/>
                </a:lnTo>
                <a:close/>
                <a:lnTo>
                  <a:pt x="353029" y="493164"/>
                </a:lnTo>
                <a:close/>
                <a:lnTo>
                  <a:pt x="354519" y="477302"/>
                </a:lnTo>
                <a:close/>
                <a:lnTo>
                  <a:pt x="356008" y="431652"/>
                </a:lnTo>
                <a:close/>
                <a:lnTo>
                  <a:pt x="357498" y="451323"/>
                </a:lnTo>
                <a:close/>
                <a:lnTo>
                  <a:pt x="361967" y="344106"/>
                </a:lnTo>
                <a:close/>
                <a:lnTo>
                  <a:pt x="363456" y="360596"/>
                </a:lnTo>
                <a:close/>
                <a:lnTo>
                  <a:pt x="364946" y="397235"/>
                </a:lnTo>
                <a:close/>
                <a:lnTo>
                  <a:pt x="366435" y="356863"/>
                </a:lnTo>
                <a:close/>
                <a:lnTo>
                  <a:pt x="367925" y="384917"/>
                </a:lnTo>
                <a:close/>
                <a:lnTo>
                  <a:pt x="369415" y="384271"/>
                </a:lnTo>
                <a:close/>
                <a:lnTo>
                  <a:pt x="370904" y="434570"/>
                </a:lnTo>
                <a:close/>
                <a:lnTo>
                  <a:pt x="372394" y="431947"/>
                </a:lnTo>
                <a:close/>
                <a:lnTo>
                  <a:pt x="375373" y="277653"/>
                </a:lnTo>
                <a:close/>
                <a:lnTo>
                  <a:pt x="376862" y="346831"/>
                </a:lnTo>
                <a:close/>
                <a:lnTo>
                  <a:pt x="378352" y="585652"/>
                </a:lnTo>
                <a:close/>
                <a:lnTo>
                  <a:pt x="379842" y="411974"/>
                </a:lnTo>
                <a:close/>
                <a:lnTo>
                  <a:pt x="382821" y="618937"/>
                </a:lnTo>
                <a:close/>
                <a:lnTo>
                  <a:pt x="384310" y="519104"/>
                </a:lnTo>
                <a:close/>
                <a:lnTo>
                  <a:pt x="387289" y="643846"/>
                </a:lnTo>
                <a:close/>
                <a:lnTo>
                  <a:pt x="388779" y="636891"/>
                </a:lnTo>
                <a:close/>
                <a:lnTo>
                  <a:pt x="393248" y="396434"/>
                </a:lnTo>
                <a:close/>
                <a:lnTo>
                  <a:pt x="394737" y="401603"/>
                </a:lnTo>
                <a:close/>
                <a:lnTo>
                  <a:pt x="396227" y="605699"/>
                </a:lnTo>
                <a:close/>
                <a:lnTo>
                  <a:pt x="397716" y="528205"/>
                </a:lnTo>
                <a:close/>
                <a:lnTo>
                  <a:pt x="399206" y="524597"/>
                </a:lnTo>
                <a:close/>
                <a:lnTo>
                  <a:pt x="403675" y="775706"/>
                </a:lnTo>
                <a:close/>
                <a:lnTo>
                  <a:pt x="406654" y="686405"/>
                </a:lnTo>
                <a:close/>
                <a:lnTo>
                  <a:pt x="408144" y="630951"/>
                </a:lnTo>
                <a:close/>
                <a:lnTo>
                  <a:pt x="409633" y="662753"/>
                </a:lnTo>
                <a:close/>
                <a:lnTo>
                  <a:pt x="411123" y="627249"/>
                </a:lnTo>
                <a:close/>
                <a:lnTo>
                  <a:pt x="412612" y="695699"/>
                </a:lnTo>
                <a:close/>
                <a:lnTo>
                  <a:pt x="414102" y="654025"/>
                </a:lnTo>
                <a:close/>
                <a:lnTo>
                  <a:pt x="415591" y="500338"/>
                </a:lnTo>
                <a:close/>
                <a:lnTo>
                  <a:pt x="417081" y="515064"/>
                </a:lnTo>
                <a:close/>
                <a:lnTo>
                  <a:pt x="418571" y="594105"/>
                </a:lnTo>
                <a:close/>
                <a:lnTo>
                  <a:pt x="420060" y="352316"/>
                </a:lnTo>
                <a:close/>
                <a:lnTo>
                  <a:pt x="423039" y="490433"/>
                </a:lnTo>
                <a:close/>
                <a:lnTo>
                  <a:pt x="426018" y="282389"/>
                </a:lnTo>
                <a:close/>
                <a:lnTo>
                  <a:pt x="428998" y="361437"/>
                </a:lnTo>
                <a:close/>
                <a:lnTo>
                  <a:pt x="431977" y="436690"/>
                </a:lnTo>
                <a:close/>
                <a:lnTo>
                  <a:pt x="434956" y="213957"/>
                </a:lnTo>
                <a:close/>
                <a:lnTo>
                  <a:pt x="440914" y="607997"/>
                </a:lnTo>
                <a:close/>
                <a:lnTo>
                  <a:pt x="442404" y="592242"/>
                </a:lnTo>
                <a:close/>
                <a:lnTo>
                  <a:pt x="443893" y="382118"/>
                </a:lnTo>
                <a:close/>
                <a:lnTo>
                  <a:pt x="445383" y="462057"/>
                </a:lnTo>
                <a:close/>
                <a:lnTo>
                  <a:pt x="446872" y="408796"/>
                </a:lnTo>
                <a:close/>
                <a:lnTo>
                  <a:pt x="448362" y="446818"/>
                </a:lnTo>
                <a:close/>
                <a:lnTo>
                  <a:pt x="454320" y="803605"/>
                </a:lnTo>
                <a:close/>
                <a:lnTo>
                  <a:pt x="457300" y="518266"/>
                </a:lnTo>
                <a:close/>
                <a:lnTo>
                  <a:pt x="460279" y="444121"/>
                </a:lnTo>
                <a:close/>
                <a:lnTo>
                  <a:pt x="463258" y="650993"/>
                </a:lnTo>
                <a:close/>
                <a:lnTo>
                  <a:pt x="466237" y="500461"/>
                </a:lnTo>
                <a:close/>
                <a:lnTo>
                  <a:pt x="469216" y="262935"/>
                </a:lnTo>
                <a:close/>
                <a:lnTo>
                  <a:pt x="472195" y="613903"/>
                </a:lnTo>
                <a:close/>
                <a:lnTo>
                  <a:pt x="473685" y="543811"/>
                </a:lnTo>
                <a:close/>
                <a:lnTo>
                  <a:pt x="475174" y="547457"/>
                </a:lnTo>
                <a:close/>
                <a:lnTo>
                  <a:pt x="476664" y="643386"/>
                </a:lnTo>
                <a:close/>
                <a:lnTo>
                  <a:pt x="479643" y="579518"/>
                </a:lnTo>
                <a:close/>
                <a:lnTo>
                  <a:pt x="481133" y="576641"/>
                </a:lnTo>
                <a:close/>
                <a:lnTo>
                  <a:pt x="484112" y="413819"/>
                </a:lnTo>
                <a:close/>
                <a:lnTo>
                  <a:pt x="487091" y="608449"/>
                </a:lnTo>
                <a:close/>
                <a:lnTo>
                  <a:pt x="488581" y="730870"/>
                </a:lnTo>
                <a:close/>
                <a:lnTo>
                  <a:pt x="491560" y="584872"/>
                </a:lnTo>
                <a:close/>
                <a:lnTo>
                  <a:pt x="496029" y="387299"/>
                </a:lnTo>
                <a:close/>
                <a:lnTo>
                  <a:pt x="497518" y="456220"/>
                </a:lnTo>
                <a:close/>
                <a:lnTo>
                  <a:pt x="499008" y="600346"/>
                </a:lnTo>
                <a:close/>
                <a:lnTo>
                  <a:pt x="500497" y="312272"/>
                </a:lnTo>
                <a:close/>
                <a:lnTo>
                  <a:pt x="501987" y="356137"/>
                </a:lnTo>
                <a:close/>
                <a:lnTo>
                  <a:pt x="503476" y="193240"/>
                </a:lnTo>
                <a:close/>
                <a:lnTo>
                  <a:pt x="504966" y="315213"/>
                </a:lnTo>
                <a:close/>
                <a:lnTo>
                  <a:pt x="506456" y="262481"/>
                </a:lnTo>
                <a:close/>
                <a:lnTo>
                  <a:pt x="509435" y="381806"/>
                </a:lnTo>
                <a:close/>
                <a:lnTo>
                  <a:pt x="510924" y="342746"/>
                </a:lnTo>
                <a:close/>
                <a:lnTo>
                  <a:pt x="512414" y="411374"/>
                </a:lnTo>
                <a:close/>
                <a:lnTo>
                  <a:pt x="515393" y="333521"/>
                </a:lnTo>
                <a:close/>
                <a:lnTo>
                  <a:pt x="516883" y="176819"/>
                </a:lnTo>
                <a:close/>
                <a:lnTo>
                  <a:pt x="518372" y="178263"/>
                </a:lnTo>
                <a:close/>
                <a:lnTo>
                  <a:pt x="519862" y="336021"/>
                </a:lnTo>
                <a:close/>
                <a:lnTo>
                  <a:pt x="521351" y="259282"/>
                </a:lnTo>
                <a:close/>
                <a:lnTo>
                  <a:pt x="522841" y="318477"/>
                </a:lnTo>
                <a:close/>
                <a:lnTo>
                  <a:pt x="524330" y="293945"/>
                </a:lnTo>
                <a:close/>
                <a:lnTo>
                  <a:pt x="525820" y="466341"/>
                </a:lnTo>
                <a:close/>
                <a:lnTo>
                  <a:pt x="527310" y="466621"/>
                </a:lnTo>
                <a:close/>
                <a:lnTo>
                  <a:pt x="528799" y="420625"/>
                </a:lnTo>
                <a:close/>
                <a:lnTo>
                  <a:pt x="530289" y="311767"/>
                </a:lnTo>
                <a:close/>
                <a:lnTo>
                  <a:pt x="534757" y="452651"/>
                </a:lnTo>
                <a:close/>
                <a:lnTo>
                  <a:pt x="537737" y="320821"/>
                </a:lnTo>
                <a:close/>
                <a:lnTo>
                  <a:pt x="539226" y="439750"/>
                </a:lnTo>
                <a:close/>
                <a:lnTo>
                  <a:pt x="540716" y="330707"/>
                </a:lnTo>
                <a:close/>
                <a:lnTo>
                  <a:pt x="542205" y="484947"/>
                </a:lnTo>
                <a:close/>
                <a:lnTo>
                  <a:pt x="543695" y="399633"/>
                </a:lnTo>
                <a:close/>
                <a:lnTo>
                  <a:pt x="546674" y="536977"/>
                </a:lnTo>
                <a:close/>
                <a:lnTo>
                  <a:pt x="549653" y="506225"/>
                </a:lnTo>
                <a:close/>
                <a:lnTo>
                  <a:pt x="551143" y="483910"/>
                </a:lnTo>
                <a:close/>
                <a:lnTo>
                  <a:pt x="554122" y="644533"/>
                </a:lnTo>
                <a:close/>
                <a:lnTo>
                  <a:pt x="560080" y="332460"/>
                </a:lnTo>
                <a:close/>
                <a:lnTo>
                  <a:pt x="561570" y="391668"/>
                </a:lnTo>
                <a:close/>
                <a:lnTo>
                  <a:pt x="563059" y="302306"/>
                </a:lnTo>
                <a:close/>
                <a:lnTo>
                  <a:pt x="564549" y="306767"/>
                </a:lnTo>
                <a:close/>
                <a:lnTo>
                  <a:pt x="566039" y="296279"/>
                </a:lnTo>
                <a:close/>
                <a:lnTo>
                  <a:pt x="567528" y="356806"/>
                </a:lnTo>
                <a:close/>
                <a:lnTo>
                  <a:pt x="569018" y="339555"/>
                </a:lnTo>
                <a:close/>
                <a:lnTo>
                  <a:pt x="570507" y="362585"/>
                </a:lnTo>
                <a:close/>
                <a:lnTo>
                  <a:pt x="571997" y="601217"/>
                </a:lnTo>
                <a:close/>
                <a:lnTo>
                  <a:pt x="573486" y="516001"/>
                </a:lnTo>
                <a:close/>
                <a:lnTo>
                  <a:pt x="574976" y="516001"/>
                </a:lnTo>
                <a:close/>
                <a:lnTo>
                  <a:pt x="576466" y="528332"/>
                </a:lnTo>
                <a:close/>
                <a:lnTo>
                  <a:pt x="577955" y="527905"/>
                </a:lnTo>
                <a:close/>
                <a:lnTo>
                  <a:pt x="579445" y="488222"/>
                </a:lnTo>
                <a:close/>
                <a:lnTo>
                  <a:pt x="580934" y="396389"/>
                </a:lnTo>
                <a:close/>
                <a:lnTo>
                  <a:pt x="582424" y="458203"/>
                </a:lnTo>
                <a:close/>
                <a:lnTo>
                  <a:pt x="583914" y="409170"/>
                </a:lnTo>
                <a:close/>
                <a:lnTo>
                  <a:pt x="586893" y="0"/>
                </a:lnTo>
                <a:close/>
                <a:lnTo>
                  <a:pt x="588382" y="116180"/>
                </a:lnTo>
                <a:close/>
                <a:lnTo>
                  <a:pt x="589872" y="442466"/>
                </a:lnTo>
                <a:close/>
                <a:lnTo>
                  <a:pt x="591361" y="394687"/>
                </a:lnTo>
                <a:close/>
                <a:lnTo>
                  <a:pt x="592851" y="398119"/>
                </a:lnTo>
                <a:close/>
                <a:lnTo>
                  <a:pt x="594341" y="234089"/>
                </a:lnTo>
                <a:close/>
                <a:lnTo>
                  <a:pt x="598809" y="325888"/>
                </a:lnTo>
                <a:close/>
                <a:lnTo>
                  <a:pt x="600299" y="308200"/>
                </a:lnTo>
                <a:close/>
                <a:lnTo>
                  <a:pt x="604768" y="650528"/>
                </a:lnTo>
                <a:close/>
                <a:lnTo>
                  <a:pt x="606257" y="617175"/>
                </a:lnTo>
                <a:close/>
                <a:lnTo>
                  <a:pt x="609236" y="417624"/>
                </a:lnTo>
                <a:close/>
                <a:lnTo>
                  <a:pt x="612215" y="502776"/>
                </a:lnTo>
                <a:close/>
                <a:lnTo>
                  <a:pt x="613705" y="456806"/>
                </a:lnTo>
                <a:close/>
                <a:lnTo>
                  <a:pt x="616684" y="338869"/>
                </a:lnTo>
                <a:close/>
                <a:lnTo>
                  <a:pt x="618174" y="342057"/>
                </a:lnTo>
                <a:close/>
                <a:lnTo>
                  <a:pt x="619663" y="334353"/>
                </a:lnTo>
                <a:close/>
                <a:lnTo>
                  <a:pt x="621153" y="265202"/>
                </a:lnTo>
                <a:close/>
                <a:lnTo>
                  <a:pt x="624132" y="330411"/>
                </a:lnTo>
                <a:close/>
                <a:lnTo>
                  <a:pt x="625622" y="342277"/>
                </a:lnTo>
                <a:close/>
                <a:lnTo>
                  <a:pt x="627111" y="341685"/>
                </a:lnTo>
                <a:close/>
                <a:lnTo>
                  <a:pt x="628601" y="338740"/>
                </a:lnTo>
                <a:close/>
                <a:lnTo>
                  <a:pt x="630090" y="340582"/>
                </a:lnTo>
                <a:close/>
                <a:lnTo>
                  <a:pt x="631580" y="319372"/>
                </a:lnTo>
                <a:close/>
                <a:lnTo>
                  <a:pt x="633070" y="216736"/>
                </a:lnTo>
                <a:close/>
                <a:lnTo>
                  <a:pt x="636049" y="446403"/>
                </a:lnTo>
                <a:close/>
                <a:lnTo>
                  <a:pt x="637538" y="408388"/>
                </a:lnTo>
                <a:close/>
                <a:lnTo>
                  <a:pt x="640517" y="409886"/>
                </a:lnTo>
                <a:close/>
                <a:lnTo>
                  <a:pt x="642007" y="362810"/>
                </a:lnTo>
                <a:close/>
                <a:lnTo>
                  <a:pt x="644986" y="546441"/>
                </a:lnTo>
                <a:close/>
                <a:lnTo>
                  <a:pt x="646476" y="673406"/>
                </a:lnTo>
                <a:close/>
                <a:lnTo>
                  <a:pt x="647965" y="567904"/>
                </a:lnTo>
                <a:close/>
                <a:lnTo>
                  <a:pt x="649455" y="582526"/>
                </a:lnTo>
                <a:close/>
                <a:lnTo>
                  <a:pt x="650944" y="547554"/>
                </a:lnTo>
                <a:close/>
                <a:lnTo>
                  <a:pt x="652434" y="559773"/>
                </a:lnTo>
                <a:close/>
                <a:lnTo>
                  <a:pt x="655413" y="607676"/>
                </a:lnTo>
                <a:close/>
                <a:lnTo>
                  <a:pt x="656903" y="562054"/>
                </a:lnTo>
                <a:close/>
                <a:lnTo>
                  <a:pt x="659882" y="713863"/>
                </a:lnTo>
                <a:close/>
                <a:lnTo>
                  <a:pt x="661371" y="651344"/>
                </a:lnTo>
                <a:close/>
                <a:lnTo>
                  <a:pt x="662861" y="382140"/>
                </a:lnTo>
                <a:close/>
                <a:lnTo>
                  <a:pt x="664351" y="445341"/>
                </a:lnTo>
                <a:close/>
                <a:lnTo>
                  <a:pt x="665840" y="332572"/>
                </a:lnTo>
                <a:close/>
                <a:lnTo>
                  <a:pt x="667330" y="373489"/>
                </a:lnTo>
                <a:close/>
                <a:lnTo>
                  <a:pt x="668819" y="322446"/>
                </a:lnTo>
                <a:close/>
                <a:lnTo>
                  <a:pt x="670309" y="191963"/>
                </a:lnTo>
                <a:close/>
                <a:lnTo>
                  <a:pt x="671799" y="312762"/>
                </a:lnTo>
                <a:close/>
                <a:lnTo>
                  <a:pt x="673288" y="318853"/>
                </a:lnTo>
                <a:close/>
                <a:lnTo>
                  <a:pt x="674778" y="522509"/>
                </a:lnTo>
                <a:close/>
                <a:lnTo>
                  <a:pt x="677757" y="256666"/>
                </a:lnTo>
                <a:close/>
                <a:lnTo>
                  <a:pt x="680736" y="480031"/>
                </a:lnTo>
                <a:close/>
                <a:lnTo>
                  <a:pt x="683715" y="177593"/>
                </a:lnTo>
                <a:close/>
                <a:lnTo>
                  <a:pt x="685205" y="145388"/>
                </a:lnTo>
                <a:close/>
                <a:lnTo>
                  <a:pt x="686694" y="191428"/>
                </a:lnTo>
                <a:close/>
                <a:lnTo>
                  <a:pt x="688184" y="383659"/>
                </a:lnTo>
                <a:close/>
                <a:lnTo>
                  <a:pt x="691163" y="238251"/>
                </a:lnTo>
                <a:close/>
                <a:lnTo>
                  <a:pt x="694142" y="349117"/>
                </a:lnTo>
                <a:close/>
                <a:lnTo>
                  <a:pt x="698611" y="214892"/>
                </a:lnTo>
                <a:close/>
                <a:lnTo>
                  <a:pt x="700100" y="606593"/>
                </a:lnTo>
                <a:close/>
                <a:lnTo>
                  <a:pt x="701590" y="563585"/>
                </a:lnTo>
                <a:close/>
                <a:lnTo>
                  <a:pt x="704569" y="337696"/>
                </a:lnTo>
                <a:close/>
                <a:lnTo>
                  <a:pt x="706059" y="331319"/>
                </a:lnTo>
                <a:close/>
                <a:lnTo>
                  <a:pt x="707548" y="491514"/>
                </a:lnTo>
                <a:close/>
                <a:lnTo>
                  <a:pt x="709038" y="487732"/>
                </a:lnTo>
                <a:close/>
                <a:lnTo>
                  <a:pt x="713507" y="167603"/>
                </a:lnTo>
                <a:close/>
                <a:lnTo>
                  <a:pt x="714996" y="126119"/>
                </a:lnTo>
                <a:close/>
                <a:lnTo>
                  <a:pt x="716486" y="41410"/>
                </a:lnTo>
                <a:close/>
                <a:lnTo>
                  <a:pt x="719465" y="258433"/>
                </a:lnTo>
                <a:close/>
                <a:lnTo>
                  <a:pt x="720955" y="397673"/>
                </a:lnTo>
                <a:close/>
                <a:lnTo>
                  <a:pt x="722444" y="262484"/>
                </a:lnTo>
                <a:close/>
                <a:lnTo>
                  <a:pt x="723934" y="265677"/>
                </a:lnTo>
                <a:close/>
                <a:lnTo>
                  <a:pt x="726913" y="126174"/>
                </a:lnTo>
                <a:close/>
                <a:lnTo>
                  <a:pt x="728402" y="231597"/>
                </a:lnTo>
                <a:close/>
                <a:lnTo>
                  <a:pt x="729892" y="519511"/>
                </a:lnTo>
                <a:close/>
                <a:lnTo>
                  <a:pt x="732871" y="262371"/>
                </a:lnTo>
                <a:close/>
                <a:lnTo>
                  <a:pt x="734361" y="281630"/>
                </a:lnTo>
                <a:close/>
                <a:lnTo>
                  <a:pt x="735850" y="380105"/>
                </a:lnTo>
                <a:close/>
                <a:lnTo>
                  <a:pt x="737340" y="581117"/>
                </a:lnTo>
                <a:close/>
                <a:lnTo>
                  <a:pt x="738829" y="538441"/>
                </a:lnTo>
                <a:close/>
                <a:lnTo>
                  <a:pt x="740319" y="416320"/>
                </a:lnTo>
                <a:close/>
                <a:lnTo>
                  <a:pt x="741809" y="564400"/>
                </a:lnTo>
                <a:close/>
                <a:lnTo>
                  <a:pt x="743298" y="481089"/>
                </a:lnTo>
                <a:close/>
                <a:lnTo>
                  <a:pt x="746277" y="626641"/>
                </a:lnTo>
                <a:close/>
                <a:lnTo>
                  <a:pt x="747767" y="598079"/>
                </a:lnTo>
                <a:close/>
                <a:lnTo>
                  <a:pt x="750746" y="469678"/>
                </a:lnTo>
                <a:close/>
                <a:lnTo>
                  <a:pt x="752236" y="485161"/>
                </a:lnTo>
                <a:close/>
                <a:lnTo>
                  <a:pt x="753725" y="467153"/>
                </a:lnTo>
                <a:close/>
                <a:lnTo>
                  <a:pt x="756704" y="278368"/>
                </a:lnTo>
                <a:close/>
                <a:lnTo>
                  <a:pt x="759683" y="339006"/>
                </a:lnTo>
                <a:close/>
                <a:lnTo>
                  <a:pt x="761173" y="339006"/>
                </a:lnTo>
                <a:close/>
                <a:lnTo>
                  <a:pt x="764152" y="453596"/>
                </a:lnTo>
                <a:close/>
                <a:lnTo>
                  <a:pt x="767131" y="282720"/>
                </a:lnTo>
                <a:close/>
                <a:lnTo>
                  <a:pt x="768621" y="506222"/>
                </a:lnTo>
                <a:close/>
                <a:lnTo>
                  <a:pt x="771600" y="322002"/>
                </a:lnTo>
                <a:close/>
                <a:lnTo>
                  <a:pt x="773090" y="422040"/>
                </a:lnTo>
                <a:close/>
                <a:lnTo>
                  <a:pt x="774579" y="375830"/>
                </a:lnTo>
                <a:close/>
                <a:lnTo>
                  <a:pt x="776069" y="173591"/>
                </a:lnTo>
                <a:close/>
                <a:lnTo>
                  <a:pt x="777558" y="207395"/>
                </a:lnTo>
                <a:close/>
                <a:lnTo>
                  <a:pt x="779048" y="151541"/>
                </a:lnTo>
                <a:close/>
                <a:lnTo>
                  <a:pt x="780538" y="264327"/>
                </a:lnTo>
                <a:close/>
                <a:lnTo>
                  <a:pt x="782027" y="218126"/>
                </a:lnTo>
                <a:close/>
                <a:lnTo>
                  <a:pt x="783517" y="227745"/>
                </a:lnTo>
                <a:close/>
                <a:lnTo>
                  <a:pt x="786496" y="299876"/>
                </a:lnTo>
                <a:close/>
                <a:lnTo>
                  <a:pt x="787985" y="449135"/>
                </a:lnTo>
                <a:close/>
                <a:lnTo>
                  <a:pt x="789475" y="344193"/>
                </a:lnTo>
                <a:close/>
                <a:lnTo>
                  <a:pt x="792454" y="624452"/>
                </a:lnTo>
                <a:close/>
                <a:lnTo>
                  <a:pt x="793944" y="617121"/>
                </a:lnTo>
                <a:close/>
                <a:lnTo>
                  <a:pt x="795433" y="734758"/>
                </a:lnTo>
                <a:close/>
                <a:lnTo>
                  <a:pt x="798412" y="299897"/>
                </a:lnTo>
                <a:close/>
                <a:lnTo>
                  <a:pt x="799902" y="420289"/>
                </a:lnTo>
                <a:close/>
                <a:lnTo>
                  <a:pt x="801392" y="420294"/>
                </a:lnTo>
                <a:close/>
                <a:lnTo>
                  <a:pt x="802881" y="510842"/>
                </a:lnTo>
                <a:close/>
                <a:lnTo>
                  <a:pt x="805860" y="283366"/>
                </a:lnTo>
                <a:close/>
                <a:lnTo>
                  <a:pt x="807350" y="231151"/>
                </a:lnTo>
                <a:close/>
                <a:lnTo>
                  <a:pt x="808840" y="248869"/>
                </a:lnTo>
                <a:close/>
                <a:lnTo>
                  <a:pt x="810329" y="298215"/>
                </a:lnTo>
                <a:close/>
                <a:lnTo>
                  <a:pt x="811819" y="248846"/>
                </a:lnTo>
                <a:close/>
                <a:lnTo>
                  <a:pt x="814798" y="362644"/>
                </a:lnTo>
                <a:close/>
                <a:lnTo>
                  <a:pt x="816287" y="357427"/>
                </a:lnTo>
                <a:close/>
                <a:lnTo>
                  <a:pt x="817777" y="367318"/>
                </a:lnTo>
                <a:close/>
                <a:lnTo>
                  <a:pt x="819267" y="119984"/>
                </a:lnTo>
                <a:close/>
                <a:lnTo>
                  <a:pt x="822246" y="262059"/>
                </a:lnTo>
                <a:close/>
                <a:lnTo>
                  <a:pt x="823735" y="258348"/>
                </a:lnTo>
                <a:close/>
                <a:lnTo>
                  <a:pt x="825225" y="284368"/>
                </a:lnTo>
                <a:close/>
                <a:lnTo>
                  <a:pt x="826714" y="357585"/>
                </a:lnTo>
                <a:close/>
                <a:lnTo>
                  <a:pt x="828204" y="214505"/>
                </a:lnTo>
                <a:close/>
                <a:lnTo>
                  <a:pt x="831183" y="373793"/>
                </a:lnTo>
                <a:close/>
                <a:lnTo>
                  <a:pt x="834162" y="231834"/>
                </a:lnTo>
                <a:close/>
                <a:lnTo>
                  <a:pt x="835652" y="285929"/>
                </a:lnTo>
                <a:close/>
                <a:lnTo>
                  <a:pt x="837141" y="224741"/>
                </a:lnTo>
                <a:close/>
                <a:lnTo>
                  <a:pt x="841610" y="601534"/>
                </a:lnTo>
                <a:close/>
                <a:lnTo>
                  <a:pt x="843100" y="601257"/>
                </a:lnTo>
                <a:close/>
                <a:lnTo>
                  <a:pt x="844589" y="703278"/>
                </a:lnTo>
                <a:close/>
                <a:lnTo>
                  <a:pt x="847568" y="433892"/>
                </a:lnTo>
                <a:close/>
                <a:lnTo>
                  <a:pt x="849058" y="407612"/>
                </a:lnTo>
                <a:close/>
                <a:lnTo>
                  <a:pt x="852037" y="558946"/>
                </a:lnTo>
                <a:close/>
                <a:lnTo>
                  <a:pt x="853527" y="437281"/>
                </a:lnTo>
                <a:close/>
                <a:lnTo>
                  <a:pt x="856506" y="554203"/>
                </a:lnTo>
                <a:close/>
                <a:lnTo>
                  <a:pt x="860975" y="691567"/>
                </a:lnTo>
                <a:close/>
                <a:lnTo>
                  <a:pt x="862464" y="612598"/>
                </a:lnTo>
                <a:close/>
                <a:lnTo>
                  <a:pt x="863954" y="431814"/>
                </a:lnTo>
                <a:close/>
                <a:lnTo>
                  <a:pt x="865443" y="527167"/>
                </a:lnTo>
                <a:close/>
                <a:lnTo>
                  <a:pt x="866933" y="415626"/>
                </a:lnTo>
                <a:close/>
                <a:lnTo>
                  <a:pt x="869912" y="557130"/>
                </a:lnTo>
                <a:close/>
                <a:lnTo>
                  <a:pt x="871402" y="492406"/>
                </a:lnTo>
                <a:close/>
                <a:lnTo>
                  <a:pt x="872891" y="527484"/>
                </a:lnTo>
                <a:close/>
                <a:lnTo>
                  <a:pt x="874381" y="668912"/>
                </a:lnTo>
                <a:close/>
                <a:lnTo>
                  <a:pt x="878850" y="599472"/>
                </a:lnTo>
                <a:close/>
                <a:lnTo>
                  <a:pt x="880339" y="540916"/>
                </a:lnTo>
                <a:close/>
                <a:lnTo>
                  <a:pt x="881829" y="414162"/>
                </a:lnTo>
                <a:close/>
                <a:lnTo>
                  <a:pt x="883318" y="412075"/>
                </a:lnTo>
                <a:close/>
                <a:lnTo>
                  <a:pt x="884808" y="393933"/>
                </a:lnTo>
                <a:close/>
                <a:lnTo>
                  <a:pt x="887787" y="269628"/>
                </a:lnTo>
                <a:close/>
                <a:lnTo>
                  <a:pt x="889277" y="269628"/>
                </a:lnTo>
                <a:close/>
                <a:lnTo>
                  <a:pt x="890766" y="404103"/>
                </a:lnTo>
                <a:close/>
                <a:lnTo>
                  <a:pt x="893745" y="262200"/>
                </a:lnTo>
                <a:close/>
                <a:lnTo>
                  <a:pt x="895235" y="223856"/>
                </a:lnTo>
                <a:close/>
                <a:lnTo>
                  <a:pt x="896724" y="354526"/>
                </a:lnTo>
                <a:close/>
                <a:lnTo>
                  <a:pt x="898214" y="344621"/>
                </a:lnTo>
                <a:close/>
                <a:lnTo>
                  <a:pt x="899704" y="385760"/>
                </a:lnTo>
                <a:close/>
                <a:lnTo>
                  <a:pt x="902683" y="537700"/>
                </a:lnTo>
                <a:close/>
                <a:lnTo>
                  <a:pt x="905662" y="682056"/>
                </a:lnTo>
                <a:close/>
                <a:lnTo>
                  <a:pt x="907152" y="659283"/>
                </a:lnTo>
                <a:close/>
                <a:lnTo>
                  <a:pt x="908641" y="519919"/>
                </a:lnTo>
                <a:close/>
                <a:lnTo>
                  <a:pt x="910131" y="631346"/>
                </a:lnTo>
                <a:close/>
                <a:lnTo>
                  <a:pt x="911620" y="423118"/>
                </a:lnTo>
                <a:close/>
                <a:lnTo>
                  <a:pt x="913110" y="438475"/>
                </a:lnTo>
                <a:close/>
                <a:lnTo>
                  <a:pt x="914599" y="403585"/>
                </a:lnTo>
                <a:close/>
                <a:lnTo>
                  <a:pt x="916089" y="316214"/>
                </a:lnTo>
                <a:close/>
                <a:lnTo>
                  <a:pt x="917579" y="424676"/>
                </a:lnTo>
                <a:close/>
                <a:lnTo>
                  <a:pt x="919068" y="282391"/>
                </a:lnTo>
                <a:close/>
                <a:lnTo>
                  <a:pt x="925026" y="606425"/>
                </a:lnTo>
                <a:close/>
                <a:lnTo>
                  <a:pt x="926516" y="640680"/>
                </a:lnTo>
                <a:close/>
                <a:lnTo>
                  <a:pt x="928006" y="561790"/>
                </a:lnTo>
                <a:close/>
                <a:lnTo>
                  <a:pt x="929495" y="577188"/>
                </a:lnTo>
                <a:close/>
                <a:lnTo>
                  <a:pt x="930985" y="395817"/>
                </a:lnTo>
                <a:close/>
                <a:lnTo>
                  <a:pt x="932474" y="462674"/>
                </a:lnTo>
                <a:close/>
                <a:lnTo>
                  <a:pt x="933964" y="594668"/>
                </a:lnTo>
                <a:close/>
                <a:lnTo>
                  <a:pt x="935453" y="499894"/>
                </a:lnTo>
                <a:close/>
                <a:lnTo>
                  <a:pt x="936943" y="562953"/>
                </a:lnTo>
                <a:close/>
                <a:lnTo>
                  <a:pt x="938433" y="397059"/>
                </a:lnTo>
                <a:close/>
                <a:lnTo>
                  <a:pt x="941412" y="681017"/>
                </a:lnTo>
                <a:close/>
                <a:lnTo>
                  <a:pt x="945881" y="455277"/>
                </a:lnTo>
                <a:close/>
                <a:lnTo>
                  <a:pt x="947370" y="398411"/>
                </a:lnTo>
                <a:close/>
                <a:lnTo>
                  <a:pt x="948860" y="568588"/>
                </a:lnTo>
                <a:close/>
                <a:lnTo>
                  <a:pt x="950349" y="521088"/>
                </a:lnTo>
                <a:close/>
                <a:lnTo>
                  <a:pt x="953328" y="713940"/>
                </a:lnTo>
                <a:close/>
                <a:lnTo>
                  <a:pt x="954818" y="628771"/>
                </a:lnTo>
                <a:close/>
                <a:lnTo>
                  <a:pt x="956308" y="767626"/>
                </a:lnTo>
                <a:close/>
                <a:lnTo>
                  <a:pt x="957797" y="766443"/>
                </a:lnTo>
                <a:close/>
                <a:lnTo>
                  <a:pt x="962266" y="537981"/>
                </a:lnTo>
                <a:close/>
                <a:lnTo>
                  <a:pt x="963755" y="556738"/>
                </a:lnTo>
                <a:close/>
                <a:lnTo>
                  <a:pt x="966735" y="372079"/>
                </a:lnTo>
                <a:close/>
                <a:lnTo>
                  <a:pt x="971203" y="476275"/>
                </a:lnTo>
                <a:close/>
                <a:lnTo>
                  <a:pt x="972693" y="426692"/>
                </a:lnTo>
                <a:close/>
                <a:lnTo>
                  <a:pt x="974182" y="464807"/>
                </a:lnTo>
                <a:close/>
                <a:lnTo>
                  <a:pt x="975672" y="453015"/>
                </a:lnTo>
                <a:close/>
                <a:lnTo>
                  <a:pt x="977162" y="485606"/>
                </a:lnTo>
                <a:close/>
                <a:lnTo>
                  <a:pt x="980141" y="282917"/>
                </a:lnTo>
                <a:close/>
                <a:lnTo>
                  <a:pt x="981630" y="286821"/>
                </a:lnTo>
                <a:close/>
                <a:lnTo>
                  <a:pt x="984609" y="260104"/>
                </a:lnTo>
                <a:close/>
                <a:lnTo>
                  <a:pt x="986099" y="291537"/>
                </a:lnTo>
                <a:close/>
                <a:lnTo>
                  <a:pt x="987589" y="375838"/>
                </a:lnTo>
                <a:close/>
                <a:lnTo>
                  <a:pt x="989078" y="298615"/>
                </a:lnTo>
                <a:close/>
                <a:lnTo>
                  <a:pt x="992057" y="461414"/>
                </a:lnTo>
                <a:close/>
                <a:lnTo>
                  <a:pt x="993547" y="377851"/>
                </a:lnTo>
                <a:close/>
                <a:lnTo>
                  <a:pt x="995037" y="514813"/>
                </a:lnTo>
                <a:close/>
                <a:lnTo>
                  <a:pt x="998016" y="413741"/>
                </a:lnTo>
                <a:close/>
                <a:lnTo>
                  <a:pt x="999505" y="484471"/>
                </a:lnTo>
                <a:close/>
                <a:lnTo>
                  <a:pt x="1000995" y="396689"/>
                </a:lnTo>
                <a:close/>
                <a:lnTo>
                  <a:pt x="1002484" y="197708"/>
                </a:lnTo>
                <a:close/>
                <a:lnTo>
                  <a:pt x="1003974" y="207698"/>
                </a:lnTo>
                <a:close/>
                <a:lnTo>
                  <a:pt x="1005464" y="197544"/>
                </a:lnTo>
                <a:close/>
                <a:lnTo>
                  <a:pt x="1009932" y="104695"/>
                </a:lnTo>
                <a:close/>
                <a:lnTo>
                  <a:pt x="1012911" y="235890"/>
                </a:lnTo>
                <a:close/>
                <a:lnTo>
                  <a:pt x="1014401" y="229207"/>
                </a:lnTo>
                <a:close/>
                <a:lnTo>
                  <a:pt x="1015891" y="136830"/>
                </a:lnTo>
                <a:close/>
                <a:lnTo>
                  <a:pt x="1017380" y="135445"/>
                </a:lnTo>
                <a:close/>
                <a:lnTo>
                  <a:pt x="1018870" y="36748"/>
                </a:lnTo>
                <a:close/>
                <a:lnTo>
                  <a:pt x="1021849" y="171666"/>
                </a:lnTo>
                <a:close/>
                <a:lnTo>
                  <a:pt x="1023338" y="130892"/>
                </a:lnTo>
                <a:close/>
                <a:lnTo>
                  <a:pt x="1030786" y="531698"/>
                </a:lnTo>
                <a:close/>
                <a:lnTo>
                  <a:pt x="1032276" y="512393"/>
                </a:lnTo>
                <a:close/>
                <a:lnTo>
                  <a:pt x="1033766" y="352239"/>
                </a:lnTo>
                <a:close/>
                <a:lnTo>
                  <a:pt x="1035255" y="379616"/>
                </a:lnTo>
                <a:close/>
                <a:lnTo>
                  <a:pt x="1036745" y="376301"/>
                </a:lnTo>
                <a:close/>
                <a:lnTo>
                  <a:pt x="1038234" y="465655"/>
                </a:lnTo>
                <a:close/>
                <a:lnTo>
                  <a:pt x="1039724" y="465655"/>
                </a:lnTo>
                <a:close/>
                <a:lnTo>
                  <a:pt x="1042703" y="355581"/>
                </a:lnTo>
                <a:close/>
                <a:lnTo>
                  <a:pt x="1047172" y="568140"/>
                </a:lnTo>
                <a:close/>
                <a:lnTo>
                  <a:pt x="1048661" y="442238"/>
                </a:lnTo>
                <a:close/>
                <a:lnTo>
                  <a:pt x="1050151" y="490336"/>
                </a:lnTo>
                <a:close/>
                <a:lnTo>
                  <a:pt x="1053130" y="216512"/>
                </a:lnTo>
                <a:close/>
                <a:lnTo>
                  <a:pt x="1057599" y="411575"/>
                </a:lnTo>
                <a:close/>
                <a:lnTo>
                  <a:pt x="1059088" y="398353"/>
                </a:lnTo>
                <a:close/>
                <a:lnTo>
                  <a:pt x="1060578" y="480214"/>
                </a:lnTo>
                <a:close/>
                <a:lnTo>
                  <a:pt x="1063557" y="363231"/>
                </a:lnTo>
                <a:close/>
                <a:lnTo>
                  <a:pt x="1065047" y="414371"/>
                </a:lnTo>
                <a:close/>
                <a:lnTo>
                  <a:pt x="1068026" y="248813"/>
                </a:lnTo>
                <a:close/>
                <a:lnTo>
                  <a:pt x="1069515" y="292861"/>
                </a:lnTo>
                <a:close/>
                <a:lnTo>
                  <a:pt x="1072494" y="465748"/>
                </a:lnTo>
                <a:close/>
                <a:lnTo>
                  <a:pt x="1075474" y="498807"/>
                </a:lnTo>
                <a:close/>
                <a:lnTo>
                  <a:pt x="1078453" y="390527"/>
                </a:lnTo>
                <a:close/>
                <a:lnTo>
                  <a:pt x="1079942" y="353722"/>
                </a:lnTo>
                <a:close/>
                <a:lnTo>
                  <a:pt x="1081432" y="196091"/>
                </a:lnTo>
                <a:close/>
                <a:lnTo>
                  <a:pt x="1082922" y="232267"/>
                </a:lnTo>
                <a:close/>
                <a:lnTo>
                  <a:pt x="1085901" y="378134"/>
                </a:lnTo>
                <a:close/>
                <a:lnTo>
                  <a:pt x="1087390" y="424509"/>
                </a:lnTo>
                <a:close/>
                <a:lnTo>
                  <a:pt x="1090369" y="295659"/>
                </a:lnTo>
                <a:close/>
                <a:lnTo>
                  <a:pt x="1091859" y="346315"/>
                </a:lnTo>
                <a:close/>
                <a:lnTo>
                  <a:pt x="1094838" y="675473"/>
                </a:lnTo>
                <a:close/>
                <a:lnTo>
                  <a:pt x="1096328" y="666527"/>
                </a:lnTo>
                <a:close/>
                <a:lnTo>
                  <a:pt x="1099307" y="477016"/>
                </a:lnTo>
                <a:close/>
                <a:lnTo>
                  <a:pt x="1100796" y="486157"/>
                </a:lnTo>
                <a:close/>
                <a:lnTo>
                  <a:pt x="1102286" y="579873"/>
                </a:lnTo>
                <a:close/>
                <a:lnTo>
                  <a:pt x="1103776" y="558504"/>
                </a:lnTo>
                <a:close/>
                <a:lnTo>
                  <a:pt x="1105265" y="633301"/>
                </a:lnTo>
                <a:close/>
                <a:lnTo>
                  <a:pt x="1108244" y="369144"/>
                </a:lnTo>
                <a:close/>
                <a:lnTo>
                  <a:pt x="1111223" y="318053"/>
                </a:lnTo>
                <a:close/>
                <a:lnTo>
                  <a:pt x="1112713" y="361070"/>
                </a:lnTo>
                <a:close/>
                <a:lnTo>
                  <a:pt x="1114203" y="267956"/>
                </a:lnTo>
                <a:close/>
                <a:lnTo>
                  <a:pt x="1115692" y="287952"/>
                </a:lnTo>
                <a:close/>
                <a:lnTo>
                  <a:pt x="1117182" y="467133"/>
                </a:lnTo>
                <a:close/>
                <a:lnTo>
                  <a:pt x="1118671" y="352928"/>
                </a:lnTo>
                <a:close/>
                <a:lnTo>
                  <a:pt x="1120161" y="531166"/>
                </a:lnTo>
                <a:close/>
                <a:lnTo>
                  <a:pt x="1121650" y="495180"/>
                </a:lnTo>
                <a:close/>
                <a:lnTo>
                  <a:pt x="1123140" y="634459"/>
                </a:lnTo>
                <a:close/>
                <a:lnTo>
                  <a:pt x="1124630" y="624866"/>
                </a:lnTo>
                <a:close/>
                <a:lnTo>
                  <a:pt x="1126119" y="503651"/>
                </a:lnTo>
                <a:close/>
                <a:lnTo>
                  <a:pt x="1127609" y="505746"/>
                </a:lnTo>
                <a:close/>
                <a:lnTo>
                  <a:pt x="1129098" y="385994"/>
                </a:lnTo>
                <a:close/>
                <a:lnTo>
                  <a:pt x="1133567" y="679635"/>
                </a:lnTo>
                <a:close/>
                <a:lnTo>
                  <a:pt x="1135057" y="669891"/>
                </a:lnTo>
                <a:close/>
                <a:lnTo>
                  <a:pt x="1136546" y="931026"/>
                </a:lnTo>
                <a:close/>
                <a:lnTo>
                  <a:pt x="1141015" y="305186"/>
                </a:lnTo>
                <a:close/>
                <a:lnTo>
                  <a:pt x="1142505" y="403660"/>
                </a:lnTo>
                <a:close/>
                <a:lnTo>
                  <a:pt x="1143994" y="343497"/>
                </a:lnTo>
                <a:close/>
                <a:lnTo>
                  <a:pt x="1145484" y="368165"/>
                </a:lnTo>
                <a:close/>
                <a:lnTo>
                  <a:pt x="1146973" y="350100"/>
                </a:lnTo>
                <a:close/>
                <a:lnTo>
                  <a:pt x="1148463" y="435693"/>
                </a:lnTo>
                <a:close/>
                <a:lnTo>
                  <a:pt x="1149952" y="326212"/>
                </a:lnTo>
                <a:close/>
                <a:lnTo>
                  <a:pt x="1155911" y="655168"/>
                </a:lnTo>
                <a:close/>
                <a:lnTo>
                  <a:pt x="1157400" y="469864"/>
                </a:lnTo>
                <a:close/>
                <a:lnTo>
                  <a:pt x="1158890" y="562742"/>
                </a:lnTo>
                <a:close/>
                <a:lnTo>
                  <a:pt x="1160379" y="543351"/>
                </a:lnTo>
                <a:close/>
                <a:lnTo>
                  <a:pt x="1161869" y="596005"/>
                </a:lnTo>
                <a:close/>
                <a:lnTo>
                  <a:pt x="1163359" y="543782"/>
                </a:lnTo>
                <a:close/>
                <a:lnTo>
                  <a:pt x="1164848" y="434111"/>
                </a:lnTo>
                <a:close/>
                <a:lnTo>
                  <a:pt x="1166338" y="539392"/>
                </a:lnTo>
                <a:close/>
                <a:lnTo>
                  <a:pt x="1169317" y="480625"/>
                </a:lnTo>
                <a:close/>
                <a:lnTo>
                  <a:pt x="1170807" y="534449"/>
                </a:lnTo>
                <a:close/>
                <a:lnTo>
                  <a:pt x="1172296" y="383946"/>
                </a:lnTo>
                <a:close/>
                <a:lnTo>
                  <a:pt x="1173786" y="393164"/>
                </a:lnTo>
                <a:close/>
                <a:lnTo>
                  <a:pt x="1175275" y="353552"/>
                </a:lnTo>
                <a:close/>
                <a:lnTo>
                  <a:pt x="1176765" y="394394"/>
                </a:lnTo>
                <a:close/>
                <a:lnTo>
                  <a:pt x="1179744" y="502253"/>
                </a:lnTo>
                <a:close/>
                <a:lnTo>
                  <a:pt x="1181234" y="338622"/>
                </a:lnTo>
                <a:close/>
                <a:lnTo>
                  <a:pt x="1184213" y="486428"/>
                </a:lnTo>
                <a:close/>
                <a:lnTo>
                  <a:pt x="1185702" y="549923"/>
                </a:lnTo>
                <a:close/>
                <a:lnTo>
                  <a:pt x="1187192" y="507487"/>
                </a:lnTo>
                <a:close/>
                <a:lnTo>
                  <a:pt x="1188681" y="531326"/>
                </a:lnTo>
                <a:close/>
                <a:lnTo>
                  <a:pt x="1191661" y="433413"/>
                </a:lnTo>
                <a:close/>
                <a:lnTo>
                  <a:pt x="1196129" y="716979"/>
                </a:lnTo>
                <a:close/>
                <a:lnTo>
                  <a:pt x="1197619" y="706043"/>
                </a:lnTo>
                <a:close/>
                <a:lnTo>
                  <a:pt x="1199108" y="673159"/>
                </a:lnTo>
                <a:close/>
                <a:lnTo>
                  <a:pt x="1200598" y="598848"/>
                </a:lnTo>
                <a:close/>
                <a:lnTo>
                  <a:pt x="1202088" y="614616"/>
                </a:lnTo>
                <a:close/>
                <a:lnTo>
                  <a:pt x="1203577" y="518203"/>
                </a:lnTo>
                <a:close/>
                <a:lnTo>
                  <a:pt x="1206556" y="598950"/>
                </a:lnTo>
                <a:close/>
                <a:lnTo>
                  <a:pt x="1208046" y="829744"/>
                </a:lnTo>
                <a:close/>
                <a:lnTo>
                  <a:pt x="1209535" y="813169"/>
                </a:lnTo>
                <a:close/>
                <a:lnTo>
                  <a:pt x="1214004" y="512111"/>
                </a:lnTo>
                <a:close/>
                <a:lnTo>
                  <a:pt x="1215494" y="419176"/>
                </a:lnTo>
                <a:close/>
                <a:lnTo>
                  <a:pt x="1218473" y="598905"/>
                </a:lnTo>
                <a:close/>
                <a:lnTo>
                  <a:pt x="1219963" y="434339"/>
                </a:lnTo>
                <a:close/>
                <a:lnTo>
                  <a:pt x="1221452" y="476383"/>
                </a:lnTo>
                <a:close/>
                <a:lnTo>
                  <a:pt x="1222942" y="450496"/>
                </a:lnTo>
                <a:close/>
                <a:lnTo>
                  <a:pt x="1224431" y="326690"/>
                </a:lnTo>
                <a:close/>
                <a:lnTo>
                  <a:pt x="1225921" y="487468"/>
                </a:lnTo>
                <a:close/>
                <a:lnTo>
                  <a:pt x="1228900" y="454841"/>
                </a:lnTo>
                <a:close/>
                <a:lnTo>
                  <a:pt x="1230390" y="466162"/>
                </a:lnTo>
                <a:close/>
                <a:lnTo>
                  <a:pt x="1231879" y="395921"/>
                </a:lnTo>
                <a:close/>
                <a:lnTo>
                  <a:pt x="1233369" y="465339"/>
                </a:lnTo>
                <a:close/>
                <a:lnTo>
                  <a:pt x="1234858" y="607081"/>
                </a:lnTo>
                <a:close/>
                <a:lnTo>
                  <a:pt x="1236348" y="533303"/>
                </a:lnTo>
                <a:close/>
                <a:lnTo>
                  <a:pt x="1237837" y="564767"/>
                </a:lnTo>
                <a:close/>
                <a:lnTo>
                  <a:pt x="1239327" y="497296"/>
                </a:lnTo>
                <a:close/>
                <a:lnTo>
                  <a:pt x="1240817" y="602920"/>
                </a:lnTo>
                <a:close/>
                <a:lnTo>
                  <a:pt x="1245285" y="423616"/>
                </a:lnTo>
                <a:close/>
                <a:lnTo>
                  <a:pt x="1246775" y="646298"/>
                </a:lnTo>
                <a:close/>
                <a:lnTo>
                  <a:pt x="1248264" y="635350"/>
                </a:lnTo>
                <a:close/>
                <a:lnTo>
                  <a:pt x="1251244" y="498303"/>
                </a:lnTo>
                <a:close/>
                <a:lnTo>
                  <a:pt x="1252733" y="523484"/>
                </a:lnTo>
                <a:close/>
                <a:lnTo>
                  <a:pt x="1254223" y="609415"/>
                </a:lnTo>
                <a:close/>
                <a:lnTo>
                  <a:pt x="1255712" y="456266"/>
                </a:lnTo>
                <a:close/>
                <a:lnTo>
                  <a:pt x="1258691" y="559749"/>
                </a:lnTo>
                <a:close/>
                <a:lnTo>
                  <a:pt x="1260181" y="486000"/>
                </a:lnTo>
                <a:close/>
                <a:lnTo>
                  <a:pt x="1263160" y="593148"/>
                </a:lnTo>
                <a:close/>
                <a:lnTo>
                  <a:pt x="1264650" y="605743"/>
                </a:lnTo>
                <a:close/>
                <a:lnTo>
                  <a:pt x="1266139" y="593446"/>
                </a:lnTo>
                <a:close/>
                <a:lnTo>
                  <a:pt x="1267629" y="628123"/>
                </a:lnTo>
                <a:close/>
                <a:lnTo>
                  <a:pt x="1269119" y="611387"/>
                </a:lnTo>
                <a:close/>
                <a:lnTo>
                  <a:pt x="1270608" y="537303"/>
                </a:lnTo>
                <a:close/>
                <a:lnTo>
                  <a:pt x="1272098" y="640064"/>
                </a:lnTo>
                <a:close/>
                <a:lnTo>
                  <a:pt x="1273587" y="634754"/>
                </a:lnTo>
                <a:close/>
                <a:lnTo>
                  <a:pt x="1275077" y="594829"/>
                </a:lnTo>
                <a:close/>
                <a:lnTo>
                  <a:pt x="1278056" y="464968"/>
                </a:lnTo>
                <a:close/>
                <a:lnTo>
                  <a:pt x="1279546" y="471844"/>
                </a:lnTo>
                <a:close/>
                <a:lnTo>
                  <a:pt x="1282525" y="752048"/>
                </a:lnTo>
                <a:close/>
                <a:lnTo>
                  <a:pt x="1284014" y="793211"/>
                </a:lnTo>
                <a:close/>
                <a:lnTo>
                  <a:pt x="1285504" y="529219"/>
                </a:lnTo>
                <a:close/>
                <a:lnTo>
                  <a:pt x="1286993" y="649500"/>
                </a:lnTo>
                <a:close/>
                <a:lnTo>
                  <a:pt x="1288483" y="486239"/>
                </a:lnTo>
                <a:close/>
                <a:lnTo>
                  <a:pt x="1294441" y="760444"/>
                </a:lnTo>
                <a:close/>
                <a:lnTo>
                  <a:pt x="1295931" y="906987"/>
                </a:lnTo>
                <a:close/>
                <a:lnTo>
                  <a:pt x="1298910" y="709476"/>
                </a:lnTo>
                <a:close/>
                <a:lnTo>
                  <a:pt x="1300400" y="730564"/>
                </a:lnTo>
                <a:close/>
                <a:lnTo>
                  <a:pt x="1303379" y="496586"/>
                </a:lnTo>
                <a:close/>
                <a:lnTo>
                  <a:pt x="1304868" y="539242"/>
                </a:lnTo>
                <a:close/>
                <a:lnTo>
                  <a:pt x="1306358" y="729001"/>
                </a:lnTo>
                <a:close/>
                <a:lnTo>
                  <a:pt x="1309337" y="654567"/>
                </a:lnTo>
                <a:close/>
                <a:lnTo>
                  <a:pt x="1310827" y="681715"/>
                </a:lnTo>
                <a:close/>
                <a:lnTo>
                  <a:pt x="1312316" y="531116"/>
                </a:lnTo>
                <a:close/>
                <a:lnTo>
                  <a:pt x="1313806" y="592002"/>
                </a:lnTo>
                <a:close/>
                <a:lnTo>
                  <a:pt x="1315295" y="541554"/>
                </a:lnTo>
                <a:close/>
                <a:lnTo>
                  <a:pt x="1316785" y="652230"/>
                </a:lnTo>
                <a:close/>
                <a:lnTo>
                  <a:pt x="1319764" y="292939"/>
                </a:lnTo>
                <a:close/>
                <a:lnTo>
                  <a:pt x="1322743" y="271699"/>
                </a:lnTo>
                <a:close/>
                <a:lnTo>
                  <a:pt x="1330191" y="578915"/>
                </a:lnTo>
                <a:close/>
                <a:lnTo>
                  <a:pt x="1331681" y="419223"/>
                </a:lnTo>
                <a:close/>
                <a:lnTo>
                  <a:pt x="1333170" y="457886"/>
                </a:lnTo>
                <a:close/>
                <a:lnTo>
                  <a:pt x="1334660" y="371362"/>
                </a:lnTo>
                <a:close/>
                <a:lnTo>
                  <a:pt x="1336149" y="378293"/>
                </a:lnTo>
                <a:close/>
                <a:lnTo>
                  <a:pt x="1339129" y="475993"/>
                </a:lnTo>
                <a:close/>
                <a:lnTo>
                  <a:pt x="1340618" y="585333"/>
                </a:lnTo>
                <a:close/>
                <a:lnTo>
                  <a:pt x="1342108" y="517393"/>
                </a:lnTo>
                <a:close/>
                <a:lnTo>
                  <a:pt x="1343597" y="590537"/>
                </a:lnTo>
                <a:close/>
                <a:lnTo>
                  <a:pt x="1345087" y="547695"/>
                </a:lnTo>
                <a:close/>
                <a:lnTo>
                  <a:pt x="1346576" y="564084"/>
                </a:lnTo>
                <a:close/>
                <a:lnTo>
                  <a:pt x="1348066" y="523981"/>
                </a:lnTo>
                <a:close/>
                <a:lnTo>
                  <a:pt x="1349556" y="614969"/>
                </a:lnTo>
                <a:close/>
                <a:lnTo>
                  <a:pt x="1352535" y="461748"/>
                </a:lnTo>
                <a:close/>
                <a:lnTo>
                  <a:pt x="1354024" y="442596"/>
                </a:lnTo>
                <a:close/>
                <a:lnTo>
                  <a:pt x="1357004" y="532260"/>
                </a:lnTo>
                <a:close/>
                <a:lnTo>
                  <a:pt x="1358493" y="473334"/>
                </a:lnTo>
                <a:close/>
                <a:lnTo>
                  <a:pt x="1361472" y="236240"/>
                </a:lnTo>
                <a:close/>
                <a:lnTo>
                  <a:pt x="1365941" y="195977"/>
                </a:lnTo>
                <a:close/>
                <a:lnTo>
                  <a:pt x="1367431" y="132297"/>
                </a:lnTo>
                <a:close/>
                <a:lnTo>
                  <a:pt x="1368920" y="132297"/>
                </a:lnTo>
                <a:close/>
                <a:lnTo>
                  <a:pt x="1371899" y="364451"/>
                </a:lnTo>
                <a:close/>
                <a:lnTo>
                  <a:pt x="1373389" y="199350"/>
                </a:lnTo>
                <a:close/>
                <a:lnTo>
                  <a:pt x="1376368" y="388982"/>
                </a:lnTo>
                <a:close/>
                <a:lnTo>
                  <a:pt x="1377858" y="313401"/>
                </a:lnTo>
                <a:close/>
                <a:lnTo>
                  <a:pt x="1379347" y="321251"/>
                </a:lnTo>
                <a:close/>
                <a:lnTo>
                  <a:pt x="1380837" y="320485"/>
                </a:lnTo>
                <a:close/>
                <a:lnTo>
                  <a:pt x="1385305" y="210398"/>
                </a:lnTo>
                <a:close/>
                <a:lnTo>
                  <a:pt x="1388285" y="252658"/>
                </a:lnTo>
                <a:close/>
                <a:lnTo>
                  <a:pt x="1389774" y="580772"/>
                </a:lnTo>
                <a:close/>
                <a:lnTo>
                  <a:pt x="1391264" y="400192"/>
                </a:lnTo>
                <a:close/>
                <a:lnTo>
                  <a:pt x="1392753" y="427855"/>
                </a:lnTo>
                <a:close/>
                <a:lnTo>
                  <a:pt x="1394243" y="573666"/>
                </a:lnTo>
                <a:close/>
                <a:lnTo>
                  <a:pt x="1395733" y="463901"/>
                </a:lnTo>
                <a:close/>
                <a:lnTo>
                  <a:pt x="1398712" y="567615"/>
                </a:lnTo>
                <a:close/>
                <a:lnTo>
                  <a:pt x="1400201" y="544077"/>
                </a:lnTo>
                <a:close/>
                <a:lnTo>
                  <a:pt x="1401691" y="573107"/>
                </a:lnTo>
                <a:close/>
                <a:lnTo>
                  <a:pt x="1403180" y="276812"/>
                </a:lnTo>
                <a:close/>
                <a:lnTo>
                  <a:pt x="1404670" y="323845"/>
                </a:lnTo>
                <a:close/>
                <a:lnTo>
                  <a:pt x="1406160" y="304848"/>
                </a:lnTo>
                <a:close/>
                <a:lnTo>
                  <a:pt x="1407649" y="245355"/>
                </a:lnTo>
                <a:close/>
                <a:lnTo>
                  <a:pt x="1409139" y="41036"/>
                </a:lnTo>
                <a:close/>
                <a:lnTo>
                  <a:pt x="1412118" y="434185"/>
                </a:lnTo>
                <a:close/>
                <a:lnTo>
                  <a:pt x="1413607" y="443538"/>
                </a:lnTo>
                <a:close/>
                <a:lnTo>
                  <a:pt x="1415097" y="390249"/>
                </a:lnTo>
                <a:close/>
                <a:lnTo>
                  <a:pt x="1418076" y="508101"/>
                </a:lnTo>
                <a:close/>
                <a:lnTo>
                  <a:pt x="1419566" y="266670"/>
                </a:lnTo>
                <a:close/>
                <a:lnTo>
                  <a:pt x="1422545" y="377533"/>
                </a:lnTo>
                <a:close/>
                <a:lnTo>
                  <a:pt x="1427014" y="127920"/>
                </a:lnTo>
                <a:close/>
                <a:lnTo>
                  <a:pt x="1428503" y="169566"/>
                </a:lnTo>
                <a:close/>
                <a:lnTo>
                  <a:pt x="1429993" y="347162"/>
                </a:lnTo>
                <a:close/>
                <a:lnTo>
                  <a:pt x="1431482" y="209316"/>
                </a:lnTo>
                <a:close/>
                <a:lnTo>
                  <a:pt x="1435951" y="590058"/>
                </a:lnTo>
                <a:close/>
                <a:lnTo>
                  <a:pt x="1437441" y="247793"/>
                </a:lnTo>
                <a:close/>
                <a:lnTo>
                  <a:pt x="1438930" y="302528"/>
                </a:lnTo>
                <a:close/>
                <a:lnTo>
                  <a:pt x="1440420" y="249355"/>
                </a:lnTo>
                <a:close/>
                <a:lnTo>
                  <a:pt x="1441909" y="481709"/>
                </a:lnTo>
                <a:close/>
                <a:lnTo>
                  <a:pt x="1446378" y="289368"/>
                </a:lnTo>
                <a:close/>
                <a:lnTo>
                  <a:pt x="1447868" y="176877"/>
                </a:lnTo>
                <a:close/>
                <a:lnTo>
                  <a:pt x="1450847" y="524580"/>
                </a:lnTo>
                <a:close/>
                <a:lnTo>
                  <a:pt x="1452336" y="469832"/>
                </a:lnTo>
                <a:close/>
                <a:lnTo>
                  <a:pt x="1453826" y="461535"/>
                </a:lnTo>
                <a:close/>
                <a:lnTo>
                  <a:pt x="1455316" y="400679"/>
                </a:lnTo>
                <a:close/>
                <a:lnTo>
                  <a:pt x="1456805" y="506958"/>
                </a:lnTo>
                <a:close/>
                <a:lnTo>
                  <a:pt x="1459784" y="174964"/>
                </a:lnTo>
                <a:close/>
                <a:lnTo>
                  <a:pt x="1464253" y="408596"/>
                </a:lnTo>
                <a:close/>
                <a:lnTo>
                  <a:pt x="1465743" y="256869"/>
                </a:lnTo>
                <a:close/>
                <a:lnTo>
                  <a:pt x="1467232" y="543311"/>
                </a:lnTo>
                <a:close/>
                <a:lnTo>
                  <a:pt x="1471701" y="103067"/>
                </a:lnTo>
                <a:close/>
                <a:lnTo>
                  <a:pt x="1473190" y="345061"/>
                </a:lnTo>
                <a:close/>
                <a:lnTo>
                  <a:pt x="1474680" y="221496"/>
                </a:lnTo>
                <a:close/>
                <a:lnTo>
                  <a:pt x="1483618" y="633210"/>
                </a:lnTo>
                <a:close/>
                <a:lnTo>
                  <a:pt x="1485107" y="568537"/>
                </a:lnTo>
                <a:close/>
                <a:lnTo>
                  <a:pt x="1486597" y="626117"/>
                </a:lnTo>
                <a:close/>
                <a:lnTo>
                  <a:pt x="1489576" y="343984"/>
                </a:lnTo>
                <a:close/>
                <a:lnTo>
                  <a:pt x="1491065" y="345636"/>
                </a:lnTo>
                <a:close/>
                <a:lnTo>
                  <a:pt x="1492555" y="303687"/>
                </a:lnTo>
                <a:close/>
                <a:lnTo>
                  <a:pt x="1494045" y="311141"/>
                </a:lnTo>
                <a:close/>
                <a:lnTo>
                  <a:pt x="1495534" y="293630"/>
                </a:lnTo>
                <a:close/>
                <a:lnTo>
                  <a:pt x="1497024" y="296828"/>
                </a:lnTo>
                <a:close/>
                <a:lnTo>
                  <a:pt x="1498513" y="280159"/>
                </a:lnTo>
                <a:close/>
                <a:lnTo>
                  <a:pt x="1500003" y="455706"/>
                </a:lnTo>
                <a:close/>
                <a:lnTo>
                  <a:pt x="1501492" y="243068"/>
                </a:lnTo>
                <a:close/>
                <a:lnTo>
                  <a:pt x="1502982" y="235146"/>
                </a:lnTo>
                <a:close/>
                <a:lnTo>
                  <a:pt x="1504472" y="312535"/>
                </a:lnTo>
                <a:close/>
                <a:lnTo>
                  <a:pt x="1505961" y="267957"/>
                </a:lnTo>
                <a:close/>
                <a:lnTo>
                  <a:pt x="1507451" y="406817"/>
                </a:lnTo>
                <a:close/>
                <a:lnTo>
                  <a:pt x="1508940" y="308680"/>
                </a:lnTo>
                <a:close/>
                <a:lnTo>
                  <a:pt x="1510430" y="418663"/>
                </a:lnTo>
                <a:close/>
                <a:lnTo>
                  <a:pt x="1511919" y="384114"/>
                </a:lnTo>
                <a:close/>
                <a:lnTo>
                  <a:pt x="1514899" y="531987"/>
                </a:lnTo>
                <a:close/>
                <a:lnTo>
                  <a:pt x="1516388" y="533196"/>
                </a:lnTo>
                <a:close/>
                <a:lnTo>
                  <a:pt x="1519367" y="382233"/>
                </a:lnTo>
                <a:close/>
                <a:lnTo>
                  <a:pt x="1520857" y="382233"/>
                </a:lnTo>
                <a:close/>
                <a:lnTo>
                  <a:pt x="1523836" y="466858"/>
                </a:lnTo>
                <a:close/>
                <a:lnTo>
                  <a:pt x="1525326" y="429325"/>
                </a:lnTo>
                <a:close/>
                <a:lnTo>
                  <a:pt x="1526815" y="496373"/>
                </a:lnTo>
                <a:close/>
                <a:lnTo>
                  <a:pt x="1528305" y="409283"/>
                </a:lnTo>
                <a:close/>
                <a:lnTo>
                  <a:pt x="1529794" y="413093"/>
                </a:lnTo>
                <a:close/>
                <a:lnTo>
                  <a:pt x="1531284" y="540013"/>
                </a:lnTo>
                <a:close/>
                <a:lnTo>
                  <a:pt x="1532774" y="438522"/>
                </a:lnTo>
                <a:close/>
                <a:lnTo>
                  <a:pt x="1534263" y="449879"/>
                </a:lnTo>
                <a:close/>
                <a:lnTo>
                  <a:pt x="1537242" y="648946"/>
                </a:lnTo>
                <a:close/>
                <a:lnTo>
                  <a:pt x="1540221" y="273550"/>
                </a:lnTo>
                <a:close/>
                <a:lnTo>
                  <a:pt x="1541711" y="274111"/>
                </a:lnTo>
                <a:close/>
                <a:lnTo>
                  <a:pt x="1544690" y="394807"/>
                </a:lnTo>
                <a:close/>
                <a:lnTo>
                  <a:pt x="1546180" y="443553"/>
                </a:lnTo>
                <a:close/>
                <a:lnTo>
                  <a:pt x="1547669" y="263316"/>
                </a:lnTo>
                <a:close/>
                <a:lnTo>
                  <a:pt x="1549159" y="276758"/>
                </a:lnTo>
                <a:close/>
                <a:lnTo>
                  <a:pt x="1552138" y="473424"/>
                </a:lnTo>
                <a:close/>
                <a:lnTo>
                  <a:pt x="1553628" y="352358"/>
                </a:lnTo>
                <a:close/>
                <a:lnTo>
                  <a:pt x="1555117" y="362708"/>
                </a:lnTo>
                <a:close/>
                <a:lnTo>
                  <a:pt x="1556607" y="387715"/>
                </a:lnTo>
                <a:close/>
                <a:lnTo>
                  <a:pt x="1558096" y="376091"/>
                </a:lnTo>
                <a:close/>
                <a:lnTo>
                  <a:pt x="1559586" y="383827"/>
                </a:lnTo>
                <a:close/>
                <a:lnTo>
                  <a:pt x="1562565" y="204929"/>
                </a:lnTo>
                <a:close/>
                <a:lnTo>
                  <a:pt x="1564055" y="156219"/>
                </a:lnTo>
                <a:close/>
                <a:lnTo>
                  <a:pt x="1567034" y="411958"/>
                </a:lnTo>
                <a:close/>
                <a:lnTo>
                  <a:pt x="1568523" y="442317"/>
                </a:lnTo>
                <a:close/>
                <a:lnTo>
                  <a:pt x="1570013" y="430454"/>
                </a:lnTo>
                <a:close/>
                <a:lnTo>
                  <a:pt x="1572992" y="578560"/>
                </a:lnTo>
                <a:close/>
                <a:lnTo>
                  <a:pt x="1575971" y="406855"/>
                </a:lnTo>
                <a:close/>
                <a:lnTo>
                  <a:pt x="1577461" y="475889"/>
                </a:lnTo>
                <a:close/>
                <a:lnTo>
                  <a:pt x="1578950" y="458294"/>
                </a:lnTo>
                <a:close/>
                <a:lnTo>
                  <a:pt x="1580440" y="347206"/>
                </a:lnTo>
                <a:close/>
                <a:lnTo>
                  <a:pt x="1583419" y="416330"/>
                </a:lnTo>
                <a:close/>
                <a:lnTo>
                  <a:pt x="1584909" y="312896"/>
                </a:lnTo>
                <a:close/>
                <a:lnTo>
                  <a:pt x="1586398" y="387057"/>
                </a:lnTo>
                <a:close/>
                <a:lnTo>
                  <a:pt x="1587888" y="654582"/>
                </a:lnTo>
                <a:close/>
                <a:lnTo>
                  <a:pt x="1589377" y="657917"/>
                </a:lnTo>
                <a:close/>
                <a:lnTo>
                  <a:pt x="1592357" y="549960"/>
                </a:lnTo>
                <a:close/>
                <a:lnTo>
                  <a:pt x="1593846" y="527859"/>
                </a:lnTo>
                <a:close/>
                <a:lnTo>
                  <a:pt x="1595336" y="594879"/>
                </a:lnTo>
                <a:close/>
                <a:lnTo>
                  <a:pt x="1596825" y="572976"/>
                </a:lnTo>
                <a:close/>
                <a:lnTo>
                  <a:pt x="1598315" y="479671"/>
                </a:lnTo>
                <a:close/>
                <a:lnTo>
                  <a:pt x="1599804" y="479671"/>
                </a:lnTo>
                <a:close/>
                <a:lnTo>
                  <a:pt x="1602784" y="402348"/>
                </a:lnTo>
                <a:close/>
                <a:lnTo>
                  <a:pt x="1604273" y="647535"/>
                </a:lnTo>
                <a:close/>
                <a:lnTo>
                  <a:pt x="1607252" y="496468"/>
                </a:lnTo>
                <a:close/>
                <a:lnTo>
                  <a:pt x="1610231" y="570595"/>
                </a:lnTo>
                <a:close/>
                <a:lnTo>
                  <a:pt x="1611721" y="593332"/>
                </a:lnTo>
                <a:close/>
                <a:lnTo>
                  <a:pt x="1616190" y="515696"/>
                </a:lnTo>
                <a:close/>
                <a:lnTo>
                  <a:pt x="1617679" y="575515"/>
                </a:lnTo>
                <a:close/>
                <a:lnTo>
                  <a:pt x="1619169" y="575515"/>
                </a:lnTo>
                <a:close/>
                <a:lnTo>
                  <a:pt x="1620659" y="504267"/>
                </a:lnTo>
                <a:close/>
                <a:lnTo>
                  <a:pt x="1622148" y="552970"/>
                </a:lnTo>
                <a:close/>
                <a:lnTo>
                  <a:pt x="1623638" y="685561"/>
                </a:lnTo>
                <a:close/>
                <a:lnTo>
                  <a:pt x="1625127" y="606748"/>
                </a:lnTo>
                <a:close/>
                <a:lnTo>
                  <a:pt x="1628106" y="317356"/>
                </a:lnTo>
                <a:close/>
                <a:lnTo>
                  <a:pt x="1631086" y="413560"/>
                </a:lnTo>
                <a:close/>
                <a:lnTo>
                  <a:pt x="1634065" y="231349"/>
                </a:lnTo>
                <a:close/>
                <a:lnTo>
                  <a:pt x="1637044" y="24585"/>
                </a:lnTo>
                <a:close/>
                <a:lnTo>
                  <a:pt x="1644492" y="402741"/>
                </a:lnTo>
                <a:close/>
                <a:lnTo>
                  <a:pt x="1645981" y="523674"/>
                </a:lnTo>
                <a:close/>
                <a:lnTo>
                  <a:pt x="1647471" y="359280"/>
                </a:lnTo>
                <a:close/>
                <a:lnTo>
                  <a:pt x="1648960" y="492138"/>
                </a:lnTo>
                <a:close/>
                <a:lnTo>
                  <a:pt x="1650450" y="328692"/>
                </a:lnTo>
                <a:close/>
                <a:lnTo>
                  <a:pt x="1651940" y="486041"/>
                </a:lnTo>
                <a:close/>
                <a:lnTo>
                  <a:pt x="1653429" y="447275"/>
                </a:lnTo>
                <a:close/>
                <a:lnTo>
                  <a:pt x="1657898" y="251919"/>
                </a:lnTo>
                <a:close/>
                <a:lnTo>
                  <a:pt x="1663856" y="576301"/>
                </a:lnTo>
                <a:close/>
                <a:lnTo>
                  <a:pt x="1665346" y="320971"/>
                </a:lnTo>
                <a:close/>
                <a:lnTo>
                  <a:pt x="1669815" y="582365"/>
                </a:lnTo>
                <a:close/>
                <a:lnTo>
                  <a:pt x="1675773" y="297056"/>
                </a:lnTo>
                <a:close/>
                <a:lnTo>
                  <a:pt x="1677262" y="458671"/>
                </a:lnTo>
                <a:close/>
                <a:lnTo>
                  <a:pt x="1680242" y="278597"/>
                </a:lnTo>
                <a:close/>
                <a:lnTo>
                  <a:pt x="1683221" y="317163"/>
                </a:lnTo>
                <a:close/>
                <a:lnTo>
                  <a:pt x="1686200" y="614721"/>
                </a:lnTo>
                <a:close/>
                <a:lnTo>
                  <a:pt x="1687689" y="571621"/>
                </a:lnTo>
                <a:close/>
                <a:lnTo>
                  <a:pt x="1689179" y="584901"/>
                </a:lnTo>
                <a:close/>
                <a:lnTo>
                  <a:pt x="1692158" y="650325"/>
                </a:lnTo>
                <a:close/>
                <a:lnTo>
                  <a:pt x="1693648" y="588454"/>
                </a:lnTo>
                <a:close/>
                <a:lnTo>
                  <a:pt x="1695137" y="732796"/>
                </a:lnTo>
                <a:close/>
                <a:lnTo>
                  <a:pt x="1696627" y="641008"/>
                </a:lnTo>
                <a:close/>
                <a:lnTo>
                  <a:pt x="1698116" y="645052"/>
                </a:lnTo>
                <a:close/>
                <a:lnTo>
                  <a:pt x="1699606" y="740501"/>
                </a:lnTo>
                <a:close/>
                <a:lnTo>
                  <a:pt x="1702585" y="329508"/>
                </a:lnTo>
                <a:close/>
                <a:lnTo>
                  <a:pt x="1704075" y="499941"/>
                </a:lnTo>
                <a:close/>
                <a:lnTo>
                  <a:pt x="1705564" y="477760"/>
                </a:lnTo>
                <a:close/>
                <a:lnTo>
                  <a:pt x="1707054" y="477760"/>
                </a:lnTo>
                <a:close/>
                <a:lnTo>
                  <a:pt x="1708543" y="680858"/>
                </a:lnTo>
                <a:close/>
                <a:lnTo>
                  <a:pt x="1713012" y="434032"/>
                </a:lnTo>
                <a:close/>
                <a:lnTo>
                  <a:pt x="1714502" y="510412"/>
                </a:lnTo>
                <a:close/>
                <a:lnTo>
                  <a:pt x="1715991" y="512877"/>
                </a:lnTo>
                <a:close/>
                <a:lnTo>
                  <a:pt x="1717481" y="623561"/>
                </a:lnTo>
                <a:close/>
                <a:lnTo>
                  <a:pt x="1718971" y="609167"/>
                </a:lnTo>
                <a:close/>
                <a:lnTo>
                  <a:pt x="1720460" y="525189"/>
                </a:lnTo>
                <a:close/>
                <a:lnTo>
                  <a:pt x="1721950" y="726983"/>
                </a:lnTo>
                <a:close/>
                <a:lnTo>
                  <a:pt x="1723439" y="712640"/>
                </a:lnTo>
                <a:close/>
                <a:lnTo>
                  <a:pt x="1724929" y="762531"/>
                </a:lnTo>
                <a:close/>
                <a:lnTo>
                  <a:pt x="1730887" y="355626"/>
                </a:lnTo>
                <a:close/>
                <a:lnTo>
                  <a:pt x="1732377" y="430661"/>
                </a:lnTo>
                <a:close/>
                <a:lnTo>
                  <a:pt x="1735356" y="261839"/>
                </a:lnTo>
                <a:close/>
                <a:lnTo>
                  <a:pt x="1738335" y="448106"/>
                </a:lnTo>
                <a:close/>
                <a:lnTo>
                  <a:pt x="1739825" y="502821"/>
                </a:lnTo>
                <a:close/>
                <a:lnTo>
                  <a:pt x="1742804" y="424717"/>
                </a:lnTo>
                <a:close/>
                <a:lnTo>
                  <a:pt x="1744293" y="576838"/>
                </a:lnTo>
                <a:close/>
                <a:lnTo>
                  <a:pt x="1747272" y="255112"/>
                </a:lnTo>
                <a:close/>
                <a:lnTo>
                  <a:pt x="1748762" y="259011"/>
                </a:lnTo>
                <a:close/>
                <a:lnTo>
                  <a:pt x="1750252" y="338536"/>
                </a:lnTo>
                <a:close/>
                <a:lnTo>
                  <a:pt x="1751741" y="339561"/>
                </a:lnTo>
                <a:close/>
                <a:lnTo>
                  <a:pt x="1753231" y="477866"/>
                </a:lnTo>
                <a:close/>
                <a:lnTo>
                  <a:pt x="1754720" y="458085"/>
                </a:lnTo>
                <a:close/>
                <a:lnTo>
                  <a:pt x="1756210" y="488497"/>
                </a:lnTo>
                <a:close/>
                <a:lnTo>
                  <a:pt x="1757700" y="580294"/>
                </a:lnTo>
                <a:close/>
                <a:lnTo>
                  <a:pt x="1759189" y="574115"/>
                </a:lnTo>
                <a:close/>
                <a:lnTo>
                  <a:pt x="1760679" y="486565"/>
                </a:lnTo>
                <a:close/>
                <a:lnTo>
                  <a:pt x="1762168" y="308710"/>
                </a:lnTo>
                <a:close/>
                <a:lnTo>
                  <a:pt x="1763658" y="555616"/>
                </a:lnTo>
                <a:close/>
                <a:lnTo>
                  <a:pt x="1766637" y="345713"/>
                </a:lnTo>
                <a:close/>
                <a:lnTo>
                  <a:pt x="1769616" y="418984"/>
                </a:lnTo>
                <a:close/>
                <a:lnTo>
                  <a:pt x="1771106" y="186989"/>
                </a:lnTo>
                <a:close/>
                <a:lnTo>
                  <a:pt x="1772595" y="352312"/>
                </a:lnTo>
                <a:close/>
                <a:lnTo>
                  <a:pt x="1777064" y="154610"/>
                </a:lnTo>
                <a:close/>
                <a:lnTo>
                  <a:pt x="1778554" y="231317"/>
                </a:lnTo>
                <a:close/>
                <a:lnTo>
                  <a:pt x="1781533" y="603581"/>
                </a:lnTo>
                <a:close/>
                <a:lnTo>
                  <a:pt x="1784512" y="444584"/>
                </a:lnTo>
                <a:close/>
                <a:lnTo>
                  <a:pt x="1786001" y="587490"/>
                </a:lnTo>
                <a:close/>
                <a:lnTo>
                  <a:pt x="1786001" y="587490"/>
                </a:lnTo>
                <a:close/>
              </a:path>
            </a:pathLst>
          </a:custGeom>
          <a:noFill/>
          <a:ln w="7620">
            <a:solidFill>
              <a:srgbClr val="E76F51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8477904" y="1042416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8477904" y="2066544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9206640" y="737386"/>
            <a:ext cx="56134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1" i="0">
                <a:solidFill>
                  <a:srgbClr val="000000"/>
                </a:solidFill>
                <a:latin typeface="Arial"/>
              </a:rPr>
              <a:t>Extreme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8477904" y="2578608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8567204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8538922" y="3670286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53" name="Freeform 352"/>
          <p:cNvSpPr/>
          <p:nvPr/>
        </p:nvSpPr>
        <p:spPr>
          <a:xfrm>
            <a:off x="8865119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8780275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355" name="Freeform 354"/>
          <p:cNvSpPr/>
          <p:nvPr/>
        </p:nvSpPr>
        <p:spPr>
          <a:xfrm>
            <a:off x="9163034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9078190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357" name="Freeform 356"/>
          <p:cNvSpPr/>
          <p:nvPr/>
        </p:nvSpPr>
        <p:spPr>
          <a:xfrm>
            <a:off x="9460949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9376105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359" name="Freeform 358"/>
          <p:cNvSpPr/>
          <p:nvPr/>
        </p:nvSpPr>
        <p:spPr>
          <a:xfrm>
            <a:off x="9758865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9674021" y="3670286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361" name="Freeform 360"/>
          <p:cNvSpPr/>
          <p:nvPr/>
        </p:nvSpPr>
        <p:spPr>
          <a:xfrm>
            <a:off x="10056780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TextBox 361"/>
          <p:cNvSpPr txBox="1"/>
          <p:nvPr/>
        </p:nvSpPr>
        <p:spPr>
          <a:xfrm>
            <a:off x="9943655" y="3670286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363" name="Freeform 362"/>
          <p:cNvSpPr/>
          <p:nvPr/>
        </p:nvSpPr>
        <p:spPr>
          <a:xfrm>
            <a:off x="10354695" y="3602736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10241570" y="3670286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365" name="Freeform 364"/>
          <p:cNvSpPr/>
          <p:nvPr/>
        </p:nvSpPr>
        <p:spPr>
          <a:xfrm>
            <a:off x="8433454" y="331233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8247625" y="3257207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367" name="Freeform 366"/>
          <p:cNvSpPr/>
          <p:nvPr/>
        </p:nvSpPr>
        <p:spPr>
          <a:xfrm>
            <a:off x="8433454" y="298361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8247625" y="2928493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1.1</a:t>
            </a:r>
          </a:p>
        </p:txBody>
      </p:sp>
      <p:sp>
        <p:nvSpPr>
          <p:cNvPr id="369" name="Freeform 368"/>
          <p:cNvSpPr/>
          <p:nvPr/>
        </p:nvSpPr>
        <p:spPr>
          <a:xfrm>
            <a:off x="8433454" y="265490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8247625" y="25997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8477904" y="241350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1e−5</a:t>
            </a:r>
          </a:p>
        </p:txBody>
      </p:sp>
      <p:sp>
        <p:nvSpPr>
          <p:cNvPr id="372" name="Freeform 371"/>
          <p:cNvSpPr/>
          <p:nvPr/>
        </p:nvSpPr>
        <p:spPr>
          <a:xfrm>
            <a:off x="8567204" y="2625159"/>
            <a:ext cx="1786001" cy="931026"/>
          </a:xfrm>
          <a:custGeom>
            <a:avLst/>
            <a:gdLst/>
            <a:ahLst/>
            <a:cxnLst/>
            <a:rect l="l" t="t" r="r" b="b"/>
            <a:pathLst>
              <a:path w="1786001" h="931026">
                <a:moveTo>
                  <a:pt x="0" y="615597"/>
                </a:moveTo>
                <a:lnTo>
                  <a:pt x="1489" y="666417"/>
                </a:lnTo>
                <a:close/>
                <a:lnTo>
                  <a:pt x="4468" y="539245"/>
                </a:lnTo>
                <a:close/>
                <a:lnTo>
                  <a:pt x="5958" y="525530"/>
                </a:lnTo>
                <a:close/>
                <a:lnTo>
                  <a:pt x="8937" y="621629"/>
                </a:lnTo>
                <a:close/>
                <a:lnTo>
                  <a:pt x="10427" y="543798"/>
                </a:lnTo>
                <a:close/>
                <a:lnTo>
                  <a:pt x="11916" y="608968"/>
                </a:lnTo>
                <a:close/>
                <a:lnTo>
                  <a:pt x="13406" y="593961"/>
                </a:lnTo>
                <a:close/>
                <a:lnTo>
                  <a:pt x="14895" y="482548"/>
                </a:lnTo>
                <a:close/>
                <a:lnTo>
                  <a:pt x="16385" y="514647"/>
                </a:lnTo>
                <a:close/>
                <a:lnTo>
                  <a:pt x="17875" y="583571"/>
                </a:lnTo>
                <a:close/>
                <a:lnTo>
                  <a:pt x="19364" y="531587"/>
                </a:lnTo>
                <a:close/>
                <a:lnTo>
                  <a:pt x="20854" y="584810"/>
                </a:lnTo>
                <a:close/>
                <a:lnTo>
                  <a:pt x="22343" y="569336"/>
                </a:lnTo>
                <a:close/>
                <a:lnTo>
                  <a:pt x="23833" y="593610"/>
                </a:lnTo>
                <a:close/>
                <a:lnTo>
                  <a:pt x="25322" y="645278"/>
                </a:lnTo>
                <a:close/>
                <a:lnTo>
                  <a:pt x="29791" y="391981"/>
                </a:lnTo>
                <a:close/>
                <a:lnTo>
                  <a:pt x="31281" y="516034"/>
                </a:lnTo>
                <a:close/>
                <a:lnTo>
                  <a:pt x="32770" y="391958"/>
                </a:lnTo>
                <a:close/>
                <a:lnTo>
                  <a:pt x="34260" y="466293"/>
                </a:lnTo>
                <a:close/>
                <a:lnTo>
                  <a:pt x="35749" y="408728"/>
                </a:lnTo>
                <a:close/>
                <a:lnTo>
                  <a:pt x="37239" y="450055"/>
                </a:lnTo>
                <a:close/>
                <a:lnTo>
                  <a:pt x="38729" y="426202"/>
                </a:lnTo>
                <a:close/>
                <a:lnTo>
                  <a:pt x="41708" y="326241"/>
                </a:lnTo>
                <a:close/>
                <a:lnTo>
                  <a:pt x="43197" y="356314"/>
                </a:lnTo>
                <a:close/>
                <a:lnTo>
                  <a:pt x="44687" y="417950"/>
                </a:lnTo>
                <a:close/>
                <a:lnTo>
                  <a:pt x="49156" y="269528"/>
                </a:lnTo>
                <a:close/>
                <a:lnTo>
                  <a:pt x="50645" y="370495"/>
                </a:lnTo>
                <a:close/>
                <a:lnTo>
                  <a:pt x="52135" y="279937"/>
                </a:lnTo>
                <a:close/>
                <a:lnTo>
                  <a:pt x="55114" y="466553"/>
                </a:lnTo>
                <a:close/>
                <a:lnTo>
                  <a:pt x="56604" y="405074"/>
                </a:lnTo>
                <a:close/>
                <a:lnTo>
                  <a:pt x="58093" y="440540"/>
                </a:lnTo>
                <a:close/>
                <a:lnTo>
                  <a:pt x="61072" y="327142"/>
                </a:lnTo>
                <a:close/>
                <a:lnTo>
                  <a:pt x="62562" y="331306"/>
                </a:lnTo>
                <a:close/>
                <a:lnTo>
                  <a:pt x="64051" y="385185"/>
                </a:lnTo>
                <a:close/>
                <a:lnTo>
                  <a:pt x="65541" y="346212"/>
                </a:lnTo>
                <a:close/>
                <a:lnTo>
                  <a:pt x="67031" y="438509"/>
                </a:lnTo>
                <a:close/>
                <a:lnTo>
                  <a:pt x="68520" y="422734"/>
                </a:lnTo>
                <a:close/>
                <a:lnTo>
                  <a:pt x="72989" y="545082"/>
                </a:lnTo>
                <a:close/>
                <a:lnTo>
                  <a:pt x="74478" y="539121"/>
                </a:lnTo>
                <a:close/>
                <a:lnTo>
                  <a:pt x="77458" y="703067"/>
                </a:lnTo>
                <a:close/>
                <a:lnTo>
                  <a:pt x="78947" y="650685"/>
                </a:lnTo>
                <a:close/>
                <a:lnTo>
                  <a:pt x="80437" y="670871"/>
                </a:lnTo>
                <a:close/>
                <a:lnTo>
                  <a:pt x="81926" y="559386"/>
                </a:lnTo>
                <a:close/>
                <a:lnTo>
                  <a:pt x="83416" y="561011"/>
                </a:lnTo>
                <a:close/>
                <a:lnTo>
                  <a:pt x="84905" y="451397"/>
                </a:lnTo>
                <a:close/>
                <a:lnTo>
                  <a:pt x="86395" y="465824"/>
                </a:lnTo>
                <a:close/>
                <a:lnTo>
                  <a:pt x="87885" y="532211"/>
                </a:lnTo>
                <a:close/>
                <a:lnTo>
                  <a:pt x="89374" y="501567"/>
                </a:lnTo>
                <a:close/>
                <a:lnTo>
                  <a:pt x="90864" y="551560"/>
                </a:lnTo>
                <a:close/>
                <a:lnTo>
                  <a:pt x="95333" y="381040"/>
                </a:lnTo>
                <a:close/>
                <a:lnTo>
                  <a:pt x="96822" y="484561"/>
                </a:lnTo>
                <a:close/>
                <a:lnTo>
                  <a:pt x="99801" y="387851"/>
                </a:lnTo>
                <a:close/>
                <a:lnTo>
                  <a:pt x="101291" y="402706"/>
                </a:lnTo>
                <a:close/>
                <a:lnTo>
                  <a:pt x="102780" y="310591"/>
                </a:lnTo>
                <a:close/>
                <a:lnTo>
                  <a:pt x="105760" y="403885"/>
                </a:lnTo>
                <a:close/>
                <a:lnTo>
                  <a:pt x="107249" y="375669"/>
                </a:lnTo>
                <a:close/>
                <a:lnTo>
                  <a:pt x="108739" y="315214"/>
                </a:lnTo>
                <a:close/>
                <a:lnTo>
                  <a:pt x="111718" y="421409"/>
                </a:lnTo>
                <a:close/>
                <a:lnTo>
                  <a:pt x="113207" y="478398"/>
                </a:lnTo>
                <a:close/>
                <a:lnTo>
                  <a:pt x="114697" y="453765"/>
                </a:lnTo>
                <a:close/>
                <a:lnTo>
                  <a:pt x="116187" y="505112"/>
                </a:lnTo>
                <a:close/>
                <a:lnTo>
                  <a:pt x="119166" y="459007"/>
                </a:lnTo>
                <a:close/>
                <a:lnTo>
                  <a:pt x="120655" y="482897"/>
                </a:lnTo>
                <a:close/>
                <a:lnTo>
                  <a:pt x="122145" y="403978"/>
                </a:lnTo>
                <a:close/>
                <a:lnTo>
                  <a:pt x="125124" y="443798"/>
                </a:lnTo>
                <a:close/>
                <a:lnTo>
                  <a:pt x="126614" y="587639"/>
                </a:lnTo>
                <a:close/>
                <a:lnTo>
                  <a:pt x="128103" y="551848"/>
                </a:lnTo>
                <a:close/>
                <a:lnTo>
                  <a:pt x="131082" y="609096"/>
                </a:lnTo>
                <a:close/>
                <a:lnTo>
                  <a:pt x="132572" y="684856"/>
                </a:lnTo>
                <a:close/>
                <a:lnTo>
                  <a:pt x="134062" y="615838"/>
                </a:lnTo>
                <a:close/>
                <a:lnTo>
                  <a:pt x="137041" y="745323"/>
                </a:lnTo>
                <a:close/>
                <a:lnTo>
                  <a:pt x="138530" y="616466"/>
                </a:lnTo>
                <a:close/>
                <a:lnTo>
                  <a:pt x="140020" y="678457"/>
                </a:lnTo>
                <a:close/>
                <a:lnTo>
                  <a:pt x="145978" y="320127"/>
                </a:lnTo>
                <a:close/>
                <a:lnTo>
                  <a:pt x="150447" y="476698"/>
                </a:lnTo>
                <a:close/>
                <a:lnTo>
                  <a:pt x="151936" y="576268"/>
                </a:lnTo>
                <a:close/>
                <a:lnTo>
                  <a:pt x="153426" y="495908"/>
                </a:lnTo>
                <a:close/>
                <a:lnTo>
                  <a:pt x="154916" y="493040"/>
                </a:lnTo>
                <a:close/>
                <a:lnTo>
                  <a:pt x="156405" y="540402"/>
                </a:lnTo>
                <a:close/>
                <a:lnTo>
                  <a:pt x="157895" y="397600"/>
                </a:lnTo>
                <a:close/>
                <a:lnTo>
                  <a:pt x="159384" y="400022"/>
                </a:lnTo>
                <a:close/>
                <a:lnTo>
                  <a:pt x="162363" y="541303"/>
                </a:lnTo>
                <a:close/>
                <a:lnTo>
                  <a:pt x="163853" y="586000"/>
                </a:lnTo>
                <a:close/>
                <a:lnTo>
                  <a:pt x="165343" y="586000"/>
                </a:lnTo>
                <a:close/>
                <a:lnTo>
                  <a:pt x="166832" y="629831"/>
                </a:lnTo>
                <a:close/>
                <a:lnTo>
                  <a:pt x="168322" y="559996"/>
                </a:lnTo>
                <a:close/>
                <a:lnTo>
                  <a:pt x="169811" y="585453"/>
                </a:lnTo>
                <a:close/>
                <a:lnTo>
                  <a:pt x="171301" y="507031"/>
                </a:lnTo>
                <a:close/>
                <a:lnTo>
                  <a:pt x="172790" y="320533"/>
                </a:lnTo>
                <a:close/>
                <a:lnTo>
                  <a:pt x="174280" y="379174"/>
                </a:lnTo>
                <a:close/>
                <a:lnTo>
                  <a:pt x="175770" y="326380"/>
                </a:lnTo>
                <a:close/>
                <a:lnTo>
                  <a:pt x="177259" y="405210"/>
                </a:lnTo>
                <a:close/>
                <a:lnTo>
                  <a:pt x="178749" y="296660"/>
                </a:lnTo>
                <a:close/>
                <a:lnTo>
                  <a:pt x="181728" y="366263"/>
                </a:lnTo>
                <a:close/>
                <a:lnTo>
                  <a:pt x="183218" y="262523"/>
                </a:lnTo>
                <a:close/>
                <a:lnTo>
                  <a:pt x="184707" y="270864"/>
                </a:lnTo>
                <a:close/>
                <a:lnTo>
                  <a:pt x="186197" y="206004"/>
                </a:lnTo>
                <a:close/>
                <a:lnTo>
                  <a:pt x="189176" y="366229"/>
                </a:lnTo>
                <a:close/>
                <a:lnTo>
                  <a:pt x="190665" y="300104"/>
                </a:lnTo>
                <a:close/>
                <a:lnTo>
                  <a:pt x="192155" y="373790"/>
                </a:lnTo>
                <a:close/>
                <a:lnTo>
                  <a:pt x="195134" y="327165"/>
                </a:lnTo>
                <a:close/>
                <a:lnTo>
                  <a:pt x="198113" y="469854"/>
                </a:lnTo>
                <a:close/>
                <a:lnTo>
                  <a:pt x="199603" y="418808"/>
                </a:lnTo>
                <a:close/>
                <a:lnTo>
                  <a:pt x="202582" y="588546"/>
                </a:lnTo>
                <a:close/>
                <a:lnTo>
                  <a:pt x="205561" y="443116"/>
                </a:lnTo>
                <a:close/>
                <a:lnTo>
                  <a:pt x="210030" y="623062"/>
                </a:lnTo>
                <a:close/>
                <a:lnTo>
                  <a:pt x="213009" y="575827"/>
                </a:lnTo>
                <a:close/>
                <a:lnTo>
                  <a:pt x="214499" y="616933"/>
                </a:lnTo>
                <a:close/>
                <a:lnTo>
                  <a:pt x="217478" y="415653"/>
                </a:lnTo>
                <a:close/>
                <a:lnTo>
                  <a:pt x="218967" y="436926"/>
                </a:lnTo>
                <a:close/>
                <a:lnTo>
                  <a:pt x="223436" y="551288"/>
                </a:lnTo>
                <a:close/>
                <a:lnTo>
                  <a:pt x="224926" y="393043"/>
                </a:lnTo>
                <a:close/>
                <a:lnTo>
                  <a:pt x="226415" y="421840"/>
                </a:lnTo>
                <a:close/>
                <a:lnTo>
                  <a:pt x="227905" y="543298"/>
                </a:lnTo>
                <a:close/>
                <a:lnTo>
                  <a:pt x="229394" y="484748"/>
                </a:lnTo>
                <a:close/>
                <a:lnTo>
                  <a:pt x="230884" y="490825"/>
                </a:lnTo>
                <a:close/>
                <a:lnTo>
                  <a:pt x="232374" y="523946"/>
                </a:lnTo>
                <a:close/>
                <a:lnTo>
                  <a:pt x="233863" y="499900"/>
                </a:lnTo>
                <a:close/>
                <a:lnTo>
                  <a:pt x="236842" y="669669"/>
                </a:lnTo>
                <a:close/>
                <a:lnTo>
                  <a:pt x="238332" y="645140"/>
                </a:lnTo>
                <a:close/>
                <a:lnTo>
                  <a:pt x="239821" y="660478"/>
                </a:lnTo>
                <a:close/>
                <a:lnTo>
                  <a:pt x="241311" y="653036"/>
                </a:lnTo>
                <a:close/>
                <a:lnTo>
                  <a:pt x="244290" y="510769"/>
                </a:lnTo>
                <a:close/>
                <a:lnTo>
                  <a:pt x="247269" y="565702"/>
                </a:lnTo>
                <a:close/>
                <a:lnTo>
                  <a:pt x="248759" y="575931"/>
                </a:lnTo>
                <a:close/>
                <a:lnTo>
                  <a:pt x="251738" y="616226"/>
                </a:lnTo>
                <a:close/>
                <a:lnTo>
                  <a:pt x="254717" y="586384"/>
                </a:lnTo>
                <a:close/>
                <a:lnTo>
                  <a:pt x="256207" y="616579"/>
                </a:lnTo>
                <a:close/>
                <a:lnTo>
                  <a:pt x="257696" y="605958"/>
                </a:lnTo>
                <a:close/>
                <a:lnTo>
                  <a:pt x="259186" y="615254"/>
                </a:lnTo>
                <a:close/>
                <a:lnTo>
                  <a:pt x="260675" y="571527"/>
                </a:lnTo>
                <a:close/>
                <a:lnTo>
                  <a:pt x="263655" y="745213"/>
                </a:lnTo>
                <a:close/>
                <a:lnTo>
                  <a:pt x="266634" y="640593"/>
                </a:lnTo>
                <a:close/>
                <a:lnTo>
                  <a:pt x="268123" y="671150"/>
                </a:lnTo>
                <a:close/>
                <a:lnTo>
                  <a:pt x="269613" y="627428"/>
                </a:lnTo>
                <a:close/>
                <a:lnTo>
                  <a:pt x="272592" y="669400"/>
                </a:lnTo>
                <a:close/>
                <a:lnTo>
                  <a:pt x="274082" y="681070"/>
                </a:lnTo>
                <a:close/>
                <a:lnTo>
                  <a:pt x="277061" y="616638"/>
                </a:lnTo>
                <a:close/>
                <a:lnTo>
                  <a:pt x="278550" y="603631"/>
                </a:lnTo>
                <a:close/>
                <a:lnTo>
                  <a:pt x="281530" y="470710"/>
                </a:lnTo>
                <a:close/>
                <a:lnTo>
                  <a:pt x="283019" y="482146"/>
                </a:lnTo>
                <a:close/>
                <a:lnTo>
                  <a:pt x="284509" y="520944"/>
                </a:lnTo>
                <a:close/>
                <a:lnTo>
                  <a:pt x="285998" y="493199"/>
                </a:lnTo>
                <a:close/>
                <a:lnTo>
                  <a:pt x="287488" y="498898"/>
                </a:lnTo>
                <a:close/>
                <a:lnTo>
                  <a:pt x="288977" y="466889"/>
                </a:lnTo>
                <a:close/>
                <a:lnTo>
                  <a:pt x="290467" y="468638"/>
                </a:lnTo>
                <a:close/>
                <a:lnTo>
                  <a:pt x="291957" y="435697"/>
                </a:lnTo>
                <a:close/>
                <a:lnTo>
                  <a:pt x="293446" y="527374"/>
                </a:lnTo>
                <a:close/>
                <a:lnTo>
                  <a:pt x="297915" y="468968"/>
                </a:lnTo>
                <a:close/>
                <a:lnTo>
                  <a:pt x="299404" y="561820"/>
                </a:lnTo>
                <a:close/>
                <a:lnTo>
                  <a:pt x="300894" y="538820"/>
                </a:lnTo>
                <a:close/>
                <a:lnTo>
                  <a:pt x="302384" y="538820"/>
                </a:lnTo>
                <a:close/>
                <a:lnTo>
                  <a:pt x="303873" y="568056"/>
                </a:lnTo>
                <a:close/>
                <a:lnTo>
                  <a:pt x="306852" y="537229"/>
                </a:lnTo>
                <a:close/>
                <a:lnTo>
                  <a:pt x="308342" y="599151"/>
                </a:lnTo>
                <a:close/>
                <a:lnTo>
                  <a:pt x="309831" y="511178"/>
                </a:lnTo>
                <a:close/>
                <a:lnTo>
                  <a:pt x="314300" y="566290"/>
                </a:lnTo>
                <a:close/>
                <a:lnTo>
                  <a:pt x="315790" y="576784"/>
                </a:lnTo>
                <a:close/>
                <a:lnTo>
                  <a:pt x="320259" y="697729"/>
                </a:lnTo>
                <a:close/>
                <a:lnTo>
                  <a:pt x="323238" y="535610"/>
                </a:lnTo>
                <a:close/>
                <a:lnTo>
                  <a:pt x="324727" y="574734"/>
                </a:lnTo>
                <a:close/>
                <a:lnTo>
                  <a:pt x="326217" y="566003"/>
                </a:lnTo>
                <a:close/>
                <a:lnTo>
                  <a:pt x="327706" y="697765"/>
                </a:lnTo>
                <a:close/>
                <a:lnTo>
                  <a:pt x="329196" y="525254"/>
                </a:lnTo>
                <a:close/>
                <a:lnTo>
                  <a:pt x="333665" y="641504"/>
                </a:lnTo>
                <a:close/>
                <a:lnTo>
                  <a:pt x="335154" y="644453"/>
                </a:lnTo>
                <a:close/>
                <a:lnTo>
                  <a:pt x="338133" y="726389"/>
                </a:lnTo>
                <a:close/>
                <a:lnTo>
                  <a:pt x="339623" y="658715"/>
                </a:lnTo>
                <a:close/>
                <a:lnTo>
                  <a:pt x="341113" y="659748"/>
                </a:lnTo>
                <a:close/>
                <a:lnTo>
                  <a:pt x="342602" y="564303"/>
                </a:lnTo>
                <a:close/>
                <a:lnTo>
                  <a:pt x="344092" y="793523"/>
                </a:lnTo>
                <a:close/>
                <a:lnTo>
                  <a:pt x="345581" y="691368"/>
                </a:lnTo>
                <a:close/>
                <a:lnTo>
                  <a:pt x="348560" y="885502"/>
                </a:lnTo>
                <a:close/>
                <a:lnTo>
                  <a:pt x="350050" y="634341"/>
                </a:lnTo>
                <a:close/>
                <a:lnTo>
                  <a:pt x="351540" y="651264"/>
                </a:lnTo>
                <a:close/>
                <a:lnTo>
                  <a:pt x="353029" y="603880"/>
                </a:lnTo>
                <a:close/>
                <a:lnTo>
                  <a:pt x="354519" y="644290"/>
                </a:lnTo>
                <a:close/>
                <a:lnTo>
                  <a:pt x="356008" y="746136"/>
                </a:lnTo>
                <a:close/>
                <a:lnTo>
                  <a:pt x="357498" y="622723"/>
                </a:lnTo>
                <a:close/>
                <a:lnTo>
                  <a:pt x="358988" y="628398"/>
                </a:lnTo>
                <a:close/>
                <a:lnTo>
                  <a:pt x="361967" y="655165"/>
                </a:lnTo>
                <a:close/>
                <a:lnTo>
                  <a:pt x="363456" y="675319"/>
                </a:lnTo>
                <a:close/>
                <a:lnTo>
                  <a:pt x="364946" y="757718"/>
                </a:lnTo>
                <a:close/>
                <a:lnTo>
                  <a:pt x="366435" y="728516"/>
                </a:lnTo>
                <a:close/>
                <a:lnTo>
                  <a:pt x="369415" y="657170"/>
                </a:lnTo>
                <a:close/>
                <a:lnTo>
                  <a:pt x="370904" y="634228"/>
                </a:lnTo>
                <a:close/>
                <a:lnTo>
                  <a:pt x="372394" y="665310"/>
                </a:lnTo>
                <a:close/>
                <a:lnTo>
                  <a:pt x="375373" y="584376"/>
                </a:lnTo>
                <a:close/>
                <a:lnTo>
                  <a:pt x="376862" y="570847"/>
                </a:lnTo>
                <a:close/>
                <a:lnTo>
                  <a:pt x="378352" y="640873"/>
                </a:lnTo>
                <a:close/>
                <a:lnTo>
                  <a:pt x="382821" y="414793"/>
                </a:lnTo>
                <a:close/>
                <a:lnTo>
                  <a:pt x="384310" y="452721"/>
                </a:lnTo>
                <a:close/>
                <a:lnTo>
                  <a:pt x="385800" y="349827"/>
                </a:lnTo>
                <a:close/>
                <a:lnTo>
                  <a:pt x="390269" y="548011"/>
                </a:lnTo>
                <a:close/>
                <a:lnTo>
                  <a:pt x="393248" y="475399"/>
                </a:lnTo>
                <a:close/>
                <a:lnTo>
                  <a:pt x="394737" y="475618"/>
                </a:lnTo>
                <a:close/>
                <a:lnTo>
                  <a:pt x="396227" y="518899"/>
                </a:lnTo>
                <a:close/>
                <a:lnTo>
                  <a:pt x="397716" y="435807"/>
                </a:lnTo>
                <a:close/>
                <a:lnTo>
                  <a:pt x="399206" y="497369"/>
                </a:lnTo>
                <a:close/>
                <a:lnTo>
                  <a:pt x="402185" y="318203"/>
                </a:lnTo>
                <a:close/>
                <a:lnTo>
                  <a:pt x="403675" y="306229"/>
                </a:lnTo>
                <a:close/>
                <a:lnTo>
                  <a:pt x="405164" y="251084"/>
                </a:lnTo>
                <a:close/>
                <a:lnTo>
                  <a:pt x="409633" y="412157"/>
                </a:lnTo>
                <a:close/>
                <a:lnTo>
                  <a:pt x="411123" y="397682"/>
                </a:lnTo>
                <a:close/>
                <a:lnTo>
                  <a:pt x="412612" y="302715"/>
                </a:lnTo>
                <a:close/>
                <a:lnTo>
                  <a:pt x="417081" y="624503"/>
                </a:lnTo>
                <a:close/>
                <a:lnTo>
                  <a:pt x="418571" y="556406"/>
                </a:lnTo>
                <a:close/>
                <a:lnTo>
                  <a:pt x="420060" y="593627"/>
                </a:lnTo>
                <a:close/>
                <a:lnTo>
                  <a:pt x="421550" y="575228"/>
                </a:lnTo>
                <a:close/>
                <a:lnTo>
                  <a:pt x="424529" y="417500"/>
                </a:lnTo>
                <a:close/>
                <a:lnTo>
                  <a:pt x="426018" y="578048"/>
                </a:lnTo>
                <a:close/>
                <a:lnTo>
                  <a:pt x="428998" y="415791"/>
                </a:lnTo>
                <a:close/>
                <a:lnTo>
                  <a:pt x="430487" y="493157"/>
                </a:lnTo>
                <a:close/>
                <a:lnTo>
                  <a:pt x="431977" y="481058"/>
                </a:lnTo>
                <a:close/>
                <a:lnTo>
                  <a:pt x="433466" y="330017"/>
                </a:lnTo>
                <a:close/>
                <a:lnTo>
                  <a:pt x="434956" y="527525"/>
                </a:lnTo>
                <a:close/>
                <a:lnTo>
                  <a:pt x="436445" y="435108"/>
                </a:lnTo>
                <a:close/>
                <a:lnTo>
                  <a:pt x="437935" y="490789"/>
                </a:lnTo>
                <a:close/>
                <a:lnTo>
                  <a:pt x="439425" y="486655"/>
                </a:lnTo>
                <a:close/>
                <a:lnTo>
                  <a:pt x="440914" y="513314"/>
                </a:lnTo>
                <a:close/>
                <a:lnTo>
                  <a:pt x="442404" y="507266"/>
                </a:lnTo>
                <a:close/>
                <a:lnTo>
                  <a:pt x="445383" y="576166"/>
                </a:lnTo>
                <a:close/>
                <a:lnTo>
                  <a:pt x="448362" y="603997"/>
                </a:lnTo>
                <a:close/>
                <a:lnTo>
                  <a:pt x="449852" y="584324"/>
                </a:lnTo>
                <a:close/>
                <a:lnTo>
                  <a:pt x="451341" y="631973"/>
                </a:lnTo>
                <a:close/>
                <a:lnTo>
                  <a:pt x="455810" y="399496"/>
                </a:lnTo>
                <a:close/>
                <a:lnTo>
                  <a:pt x="457300" y="378822"/>
                </a:lnTo>
                <a:close/>
                <a:lnTo>
                  <a:pt x="458789" y="388236"/>
                </a:lnTo>
                <a:close/>
                <a:lnTo>
                  <a:pt x="460279" y="504821"/>
                </a:lnTo>
                <a:close/>
                <a:lnTo>
                  <a:pt x="461768" y="494261"/>
                </a:lnTo>
                <a:close/>
                <a:lnTo>
                  <a:pt x="463258" y="443266"/>
                </a:lnTo>
                <a:close/>
                <a:lnTo>
                  <a:pt x="464747" y="528352"/>
                </a:lnTo>
                <a:close/>
                <a:lnTo>
                  <a:pt x="466237" y="460582"/>
                </a:lnTo>
                <a:close/>
                <a:lnTo>
                  <a:pt x="467727" y="520752"/>
                </a:lnTo>
                <a:close/>
                <a:lnTo>
                  <a:pt x="470706" y="490677"/>
                </a:lnTo>
                <a:close/>
                <a:lnTo>
                  <a:pt x="472195" y="630160"/>
                </a:lnTo>
                <a:close/>
                <a:lnTo>
                  <a:pt x="473685" y="568782"/>
                </a:lnTo>
                <a:close/>
                <a:lnTo>
                  <a:pt x="475174" y="607983"/>
                </a:lnTo>
                <a:close/>
                <a:lnTo>
                  <a:pt x="476664" y="541041"/>
                </a:lnTo>
                <a:close/>
                <a:lnTo>
                  <a:pt x="482622" y="703152"/>
                </a:lnTo>
                <a:close/>
                <a:lnTo>
                  <a:pt x="485601" y="664560"/>
                </a:lnTo>
                <a:close/>
                <a:lnTo>
                  <a:pt x="487091" y="743341"/>
                </a:lnTo>
                <a:close/>
                <a:lnTo>
                  <a:pt x="490070" y="680962"/>
                </a:lnTo>
                <a:close/>
                <a:lnTo>
                  <a:pt x="491560" y="713864"/>
                </a:lnTo>
                <a:close/>
                <a:lnTo>
                  <a:pt x="494539" y="567755"/>
                </a:lnTo>
                <a:close/>
                <a:lnTo>
                  <a:pt x="496029" y="632724"/>
                </a:lnTo>
                <a:close/>
                <a:lnTo>
                  <a:pt x="497518" y="612828"/>
                </a:lnTo>
                <a:close/>
                <a:lnTo>
                  <a:pt x="500497" y="443047"/>
                </a:lnTo>
                <a:close/>
                <a:lnTo>
                  <a:pt x="503476" y="577625"/>
                </a:lnTo>
                <a:close/>
                <a:lnTo>
                  <a:pt x="504966" y="538252"/>
                </a:lnTo>
                <a:close/>
                <a:lnTo>
                  <a:pt x="506456" y="582621"/>
                </a:lnTo>
                <a:close/>
                <a:lnTo>
                  <a:pt x="509435" y="482297"/>
                </a:lnTo>
                <a:close/>
                <a:lnTo>
                  <a:pt x="512414" y="552668"/>
                </a:lnTo>
                <a:close/>
                <a:lnTo>
                  <a:pt x="513903" y="554149"/>
                </a:lnTo>
                <a:close/>
                <a:lnTo>
                  <a:pt x="515393" y="525207"/>
                </a:lnTo>
                <a:close/>
                <a:lnTo>
                  <a:pt x="516883" y="651962"/>
                </a:lnTo>
                <a:close/>
                <a:lnTo>
                  <a:pt x="519862" y="605235"/>
                </a:lnTo>
                <a:close/>
                <a:lnTo>
                  <a:pt x="521351" y="608235"/>
                </a:lnTo>
                <a:close/>
                <a:lnTo>
                  <a:pt x="524330" y="681265"/>
                </a:lnTo>
                <a:close/>
                <a:lnTo>
                  <a:pt x="525820" y="707499"/>
                </a:lnTo>
                <a:close/>
                <a:lnTo>
                  <a:pt x="527310" y="828200"/>
                </a:lnTo>
                <a:close/>
                <a:lnTo>
                  <a:pt x="528799" y="810486"/>
                </a:lnTo>
                <a:close/>
                <a:lnTo>
                  <a:pt x="534757" y="673678"/>
                </a:lnTo>
                <a:close/>
                <a:lnTo>
                  <a:pt x="536247" y="679953"/>
                </a:lnTo>
                <a:close/>
                <a:lnTo>
                  <a:pt x="537737" y="711083"/>
                </a:lnTo>
                <a:close/>
                <a:lnTo>
                  <a:pt x="539226" y="682123"/>
                </a:lnTo>
                <a:close/>
                <a:lnTo>
                  <a:pt x="542205" y="602840"/>
                </a:lnTo>
                <a:close/>
                <a:lnTo>
                  <a:pt x="545185" y="896015"/>
                </a:lnTo>
                <a:close/>
                <a:lnTo>
                  <a:pt x="546674" y="867890"/>
                </a:lnTo>
                <a:close/>
                <a:lnTo>
                  <a:pt x="549653" y="772138"/>
                </a:lnTo>
                <a:close/>
                <a:lnTo>
                  <a:pt x="551143" y="715001"/>
                </a:lnTo>
                <a:close/>
                <a:lnTo>
                  <a:pt x="552632" y="766471"/>
                </a:lnTo>
                <a:close/>
                <a:lnTo>
                  <a:pt x="555612" y="623266"/>
                </a:lnTo>
                <a:close/>
                <a:lnTo>
                  <a:pt x="558591" y="672727"/>
                </a:lnTo>
                <a:close/>
                <a:lnTo>
                  <a:pt x="561570" y="624509"/>
                </a:lnTo>
                <a:close/>
                <a:lnTo>
                  <a:pt x="563059" y="602649"/>
                </a:lnTo>
                <a:close/>
                <a:lnTo>
                  <a:pt x="564549" y="659634"/>
                </a:lnTo>
                <a:close/>
                <a:lnTo>
                  <a:pt x="566039" y="642304"/>
                </a:lnTo>
                <a:close/>
                <a:lnTo>
                  <a:pt x="569018" y="698365"/>
                </a:lnTo>
                <a:close/>
                <a:lnTo>
                  <a:pt x="570507" y="653955"/>
                </a:lnTo>
                <a:close/>
                <a:lnTo>
                  <a:pt x="571997" y="662150"/>
                </a:lnTo>
                <a:close/>
                <a:lnTo>
                  <a:pt x="573486" y="767469"/>
                </a:lnTo>
                <a:close/>
                <a:lnTo>
                  <a:pt x="574976" y="767469"/>
                </a:lnTo>
                <a:close/>
                <a:lnTo>
                  <a:pt x="577955" y="880031"/>
                </a:lnTo>
                <a:close/>
                <a:lnTo>
                  <a:pt x="579445" y="891965"/>
                </a:lnTo>
                <a:close/>
                <a:lnTo>
                  <a:pt x="580934" y="822354"/>
                </a:lnTo>
                <a:close/>
                <a:lnTo>
                  <a:pt x="582424" y="901245"/>
                </a:lnTo>
                <a:close/>
                <a:lnTo>
                  <a:pt x="585403" y="853690"/>
                </a:lnTo>
                <a:close/>
                <a:lnTo>
                  <a:pt x="586893" y="931026"/>
                </a:lnTo>
                <a:close/>
                <a:lnTo>
                  <a:pt x="588382" y="765212"/>
                </a:lnTo>
                <a:close/>
                <a:lnTo>
                  <a:pt x="589872" y="843431"/>
                </a:lnTo>
                <a:close/>
                <a:lnTo>
                  <a:pt x="592851" y="699142"/>
                </a:lnTo>
                <a:close/>
                <a:lnTo>
                  <a:pt x="594341" y="728527"/>
                </a:lnTo>
                <a:close/>
                <a:lnTo>
                  <a:pt x="595830" y="699900"/>
                </a:lnTo>
                <a:close/>
                <a:lnTo>
                  <a:pt x="598809" y="594213"/>
                </a:lnTo>
                <a:close/>
                <a:lnTo>
                  <a:pt x="600299" y="648258"/>
                </a:lnTo>
                <a:close/>
                <a:lnTo>
                  <a:pt x="603278" y="563387"/>
                </a:lnTo>
                <a:close/>
                <a:lnTo>
                  <a:pt x="604768" y="558190"/>
                </a:lnTo>
                <a:close/>
                <a:lnTo>
                  <a:pt x="607747" y="681540"/>
                </a:lnTo>
                <a:close/>
                <a:lnTo>
                  <a:pt x="609236" y="593254"/>
                </a:lnTo>
                <a:close/>
                <a:lnTo>
                  <a:pt x="612215" y="643369"/>
                </a:lnTo>
                <a:close/>
                <a:lnTo>
                  <a:pt x="613705" y="706644"/>
                </a:lnTo>
                <a:close/>
                <a:lnTo>
                  <a:pt x="616684" y="594529"/>
                </a:lnTo>
                <a:close/>
                <a:lnTo>
                  <a:pt x="618174" y="588101"/>
                </a:lnTo>
                <a:close/>
                <a:lnTo>
                  <a:pt x="619663" y="554160"/>
                </a:lnTo>
                <a:close/>
                <a:lnTo>
                  <a:pt x="621153" y="566917"/>
                </a:lnTo>
                <a:close/>
                <a:lnTo>
                  <a:pt x="622642" y="539109"/>
                </a:lnTo>
                <a:close/>
                <a:lnTo>
                  <a:pt x="625622" y="599821"/>
                </a:lnTo>
                <a:close/>
                <a:lnTo>
                  <a:pt x="627111" y="626224"/>
                </a:lnTo>
                <a:close/>
                <a:lnTo>
                  <a:pt x="628601" y="447000"/>
                </a:lnTo>
                <a:close/>
                <a:lnTo>
                  <a:pt x="631580" y="578497"/>
                </a:lnTo>
                <a:close/>
                <a:lnTo>
                  <a:pt x="633070" y="563397"/>
                </a:lnTo>
                <a:close/>
                <a:lnTo>
                  <a:pt x="634559" y="488325"/>
                </a:lnTo>
                <a:close/>
                <a:lnTo>
                  <a:pt x="636049" y="554362"/>
                </a:lnTo>
                <a:close/>
                <a:lnTo>
                  <a:pt x="637538" y="505935"/>
                </a:lnTo>
                <a:close/>
                <a:lnTo>
                  <a:pt x="639028" y="519223"/>
                </a:lnTo>
                <a:close/>
                <a:lnTo>
                  <a:pt x="640517" y="519223"/>
                </a:lnTo>
                <a:close/>
                <a:lnTo>
                  <a:pt x="643497" y="586882"/>
                </a:lnTo>
                <a:close/>
                <a:lnTo>
                  <a:pt x="644986" y="596296"/>
                </a:lnTo>
                <a:close/>
                <a:lnTo>
                  <a:pt x="646476" y="460182"/>
                </a:lnTo>
                <a:close/>
                <a:lnTo>
                  <a:pt x="647965" y="465366"/>
                </a:lnTo>
                <a:close/>
                <a:lnTo>
                  <a:pt x="649455" y="496358"/>
                </a:lnTo>
                <a:close/>
                <a:lnTo>
                  <a:pt x="650944" y="457831"/>
                </a:lnTo>
                <a:close/>
                <a:lnTo>
                  <a:pt x="652434" y="516073"/>
                </a:lnTo>
                <a:close/>
                <a:lnTo>
                  <a:pt x="655413" y="379277"/>
                </a:lnTo>
                <a:close/>
                <a:lnTo>
                  <a:pt x="658392" y="414738"/>
                </a:lnTo>
                <a:close/>
                <a:lnTo>
                  <a:pt x="659882" y="500315"/>
                </a:lnTo>
                <a:close/>
                <a:lnTo>
                  <a:pt x="661371" y="425668"/>
                </a:lnTo>
                <a:close/>
                <a:lnTo>
                  <a:pt x="662861" y="444267"/>
                </a:lnTo>
                <a:close/>
                <a:lnTo>
                  <a:pt x="664351" y="368449"/>
                </a:lnTo>
                <a:close/>
                <a:lnTo>
                  <a:pt x="665840" y="398614"/>
                </a:lnTo>
                <a:close/>
                <a:lnTo>
                  <a:pt x="668819" y="183834"/>
                </a:lnTo>
                <a:close/>
                <a:lnTo>
                  <a:pt x="670309" y="174339"/>
                </a:lnTo>
                <a:close/>
                <a:lnTo>
                  <a:pt x="671799" y="224883"/>
                </a:lnTo>
                <a:close/>
                <a:lnTo>
                  <a:pt x="673288" y="187973"/>
                </a:lnTo>
                <a:close/>
                <a:lnTo>
                  <a:pt x="677757" y="293887"/>
                </a:lnTo>
                <a:close/>
                <a:lnTo>
                  <a:pt x="679246" y="265426"/>
                </a:lnTo>
                <a:close/>
                <a:lnTo>
                  <a:pt x="680736" y="180492"/>
                </a:lnTo>
                <a:close/>
                <a:lnTo>
                  <a:pt x="682226" y="204755"/>
                </a:lnTo>
                <a:close/>
                <a:lnTo>
                  <a:pt x="685205" y="66851"/>
                </a:lnTo>
                <a:close/>
                <a:lnTo>
                  <a:pt x="686694" y="230489"/>
                </a:lnTo>
                <a:close/>
                <a:lnTo>
                  <a:pt x="688184" y="195249"/>
                </a:lnTo>
                <a:close/>
                <a:lnTo>
                  <a:pt x="689673" y="199418"/>
                </a:lnTo>
                <a:close/>
                <a:lnTo>
                  <a:pt x="691163" y="194405"/>
                </a:lnTo>
                <a:close/>
                <a:lnTo>
                  <a:pt x="692653" y="183394"/>
                </a:lnTo>
                <a:close/>
                <a:lnTo>
                  <a:pt x="694142" y="146609"/>
                </a:lnTo>
                <a:close/>
                <a:lnTo>
                  <a:pt x="695632" y="190657"/>
                </a:lnTo>
                <a:close/>
                <a:lnTo>
                  <a:pt x="697121" y="190396"/>
                </a:lnTo>
                <a:close/>
                <a:lnTo>
                  <a:pt x="698611" y="159986"/>
                </a:lnTo>
                <a:close/>
                <a:lnTo>
                  <a:pt x="700100" y="249688"/>
                </a:lnTo>
                <a:close/>
                <a:lnTo>
                  <a:pt x="701590" y="108317"/>
                </a:lnTo>
                <a:close/>
                <a:lnTo>
                  <a:pt x="704569" y="153797"/>
                </a:lnTo>
                <a:close/>
                <a:lnTo>
                  <a:pt x="706059" y="172987"/>
                </a:lnTo>
                <a:close/>
                <a:lnTo>
                  <a:pt x="709038" y="139315"/>
                </a:lnTo>
                <a:close/>
                <a:lnTo>
                  <a:pt x="710527" y="152596"/>
                </a:lnTo>
                <a:close/>
                <a:lnTo>
                  <a:pt x="712017" y="76001"/>
                </a:lnTo>
                <a:close/>
                <a:lnTo>
                  <a:pt x="713507" y="98333"/>
                </a:lnTo>
                <a:close/>
                <a:lnTo>
                  <a:pt x="714996" y="170646"/>
                </a:lnTo>
                <a:close/>
                <a:lnTo>
                  <a:pt x="716486" y="99457"/>
                </a:lnTo>
                <a:close/>
                <a:lnTo>
                  <a:pt x="719465" y="259976"/>
                </a:lnTo>
                <a:close/>
                <a:lnTo>
                  <a:pt x="722444" y="90309"/>
                </a:lnTo>
                <a:close/>
                <a:lnTo>
                  <a:pt x="723934" y="110447"/>
                </a:lnTo>
                <a:close/>
                <a:lnTo>
                  <a:pt x="725423" y="105168"/>
                </a:lnTo>
                <a:close/>
                <a:lnTo>
                  <a:pt x="726913" y="124962"/>
                </a:lnTo>
                <a:close/>
                <a:lnTo>
                  <a:pt x="729892" y="212011"/>
                </a:lnTo>
                <a:close/>
                <a:lnTo>
                  <a:pt x="731382" y="136062"/>
                </a:lnTo>
                <a:close/>
                <a:lnTo>
                  <a:pt x="732871" y="169634"/>
                </a:lnTo>
                <a:close/>
                <a:lnTo>
                  <a:pt x="734361" y="136248"/>
                </a:lnTo>
                <a:close/>
                <a:lnTo>
                  <a:pt x="735850" y="247367"/>
                </a:lnTo>
                <a:close/>
                <a:lnTo>
                  <a:pt x="738829" y="197537"/>
                </a:lnTo>
                <a:close/>
                <a:lnTo>
                  <a:pt x="743298" y="117372"/>
                </a:lnTo>
                <a:close/>
                <a:lnTo>
                  <a:pt x="746277" y="86134"/>
                </a:lnTo>
                <a:close/>
                <a:lnTo>
                  <a:pt x="747767" y="30403"/>
                </a:lnTo>
                <a:close/>
                <a:lnTo>
                  <a:pt x="749256" y="59527"/>
                </a:lnTo>
                <a:close/>
                <a:lnTo>
                  <a:pt x="750746" y="50075"/>
                </a:lnTo>
                <a:close/>
                <a:lnTo>
                  <a:pt x="752236" y="136777"/>
                </a:lnTo>
                <a:close/>
                <a:lnTo>
                  <a:pt x="753725" y="113118"/>
                </a:lnTo>
                <a:close/>
                <a:lnTo>
                  <a:pt x="756704" y="215937"/>
                </a:lnTo>
                <a:close/>
                <a:lnTo>
                  <a:pt x="759683" y="255143"/>
                </a:lnTo>
                <a:close/>
                <a:lnTo>
                  <a:pt x="761173" y="255143"/>
                </a:lnTo>
                <a:close/>
                <a:lnTo>
                  <a:pt x="762663" y="215915"/>
                </a:lnTo>
                <a:close/>
                <a:lnTo>
                  <a:pt x="764152" y="233432"/>
                </a:lnTo>
                <a:close/>
                <a:lnTo>
                  <a:pt x="765642" y="229153"/>
                </a:lnTo>
                <a:close/>
                <a:lnTo>
                  <a:pt x="767131" y="247656"/>
                </a:lnTo>
                <a:close/>
                <a:lnTo>
                  <a:pt x="768621" y="214296"/>
                </a:lnTo>
                <a:close/>
                <a:lnTo>
                  <a:pt x="770111" y="238137"/>
                </a:lnTo>
                <a:close/>
                <a:lnTo>
                  <a:pt x="771600" y="309676"/>
                </a:lnTo>
                <a:close/>
                <a:lnTo>
                  <a:pt x="776069" y="203319"/>
                </a:lnTo>
                <a:close/>
                <a:lnTo>
                  <a:pt x="777558" y="305734"/>
                </a:lnTo>
                <a:close/>
                <a:lnTo>
                  <a:pt x="779048" y="207102"/>
                </a:lnTo>
                <a:close/>
                <a:lnTo>
                  <a:pt x="780538" y="210390"/>
                </a:lnTo>
                <a:close/>
                <a:lnTo>
                  <a:pt x="782027" y="296405"/>
                </a:lnTo>
                <a:close/>
                <a:lnTo>
                  <a:pt x="783517" y="297992"/>
                </a:lnTo>
                <a:close/>
                <a:lnTo>
                  <a:pt x="785006" y="230843"/>
                </a:lnTo>
                <a:close/>
                <a:lnTo>
                  <a:pt x="786496" y="334240"/>
                </a:lnTo>
                <a:close/>
                <a:lnTo>
                  <a:pt x="787985" y="316184"/>
                </a:lnTo>
                <a:close/>
                <a:lnTo>
                  <a:pt x="790965" y="489973"/>
                </a:lnTo>
                <a:close/>
                <a:lnTo>
                  <a:pt x="793944" y="411716"/>
                </a:lnTo>
                <a:close/>
                <a:lnTo>
                  <a:pt x="795433" y="413165"/>
                </a:lnTo>
                <a:close/>
                <a:lnTo>
                  <a:pt x="798412" y="488445"/>
                </a:lnTo>
                <a:close/>
                <a:lnTo>
                  <a:pt x="801392" y="398162"/>
                </a:lnTo>
                <a:close/>
                <a:lnTo>
                  <a:pt x="802881" y="448020"/>
                </a:lnTo>
                <a:close/>
                <a:lnTo>
                  <a:pt x="804371" y="607577"/>
                </a:lnTo>
                <a:close/>
                <a:lnTo>
                  <a:pt x="805860" y="587282"/>
                </a:lnTo>
                <a:close/>
                <a:lnTo>
                  <a:pt x="807350" y="450646"/>
                </a:lnTo>
                <a:close/>
                <a:lnTo>
                  <a:pt x="808840" y="445605"/>
                </a:lnTo>
                <a:close/>
                <a:lnTo>
                  <a:pt x="810329" y="313068"/>
                </a:lnTo>
                <a:close/>
                <a:lnTo>
                  <a:pt x="811819" y="372284"/>
                </a:lnTo>
                <a:close/>
                <a:lnTo>
                  <a:pt x="814798" y="270985"/>
                </a:lnTo>
                <a:close/>
                <a:lnTo>
                  <a:pt x="816287" y="287308"/>
                </a:lnTo>
                <a:close/>
                <a:lnTo>
                  <a:pt x="817777" y="226267"/>
                </a:lnTo>
                <a:close/>
                <a:lnTo>
                  <a:pt x="820756" y="348594"/>
                </a:lnTo>
                <a:close/>
                <a:lnTo>
                  <a:pt x="822246" y="303742"/>
                </a:lnTo>
                <a:close/>
                <a:lnTo>
                  <a:pt x="823735" y="351360"/>
                </a:lnTo>
                <a:close/>
                <a:lnTo>
                  <a:pt x="825225" y="315636"/>
                </a:lnTo>
                <a:close/>
                <a:lnTo>
                  <a:pt x="826714" y="407684"/>
                </a:lnTo>
                <a:close/>
                <a:lnTo>
                  <a:pt x="828204" y="344855"/>
                </a:lnTo>
                <a:close/>
                <a:lnTo>
                  <a:pt x="829694" y="487909"/>
                </a:lnTo>
                <a:close/>
                <a:lnTo>
                  <a:pt x="831183" y="481453"/>
                </a:lnTo>
                <a:close/>
                <a:lnTo>
                  <a:pt x="834162" y="412270"/>
                </a:lnTo>
                <a:close/>
                <a:lnTo>
                  <a:pt x="837141" y="441843"/>
                </a:lnTo>
                <a:close/>
                <a:lnTo>
                  <a:pt x="838631" y="466232"/>
                </a:lnTo>
                <a:close/>
                <a:lnTo>
                  <a:pt x="840121" y="438174"/>
                </a:lnTo>
                <a:close/>
                <a:lnTo>
                  <a:pt x="841610" y="364934"/>
                </a:lnTo>
                <a:close/>
                <a:lnTo>
                  <a:pt x="843100" y="410148"/>
                </a:lnTo>
                <a:close/>
                <a:lnTo>
                  <a:pt x="844589" y="350128"/>
                </a:lnTo>
                <a:close/>
                <a:lnTo>
                  <a:pt x="846079" y="403312"/>
                </a:lnTo>
                <a:close/>
                <a:lnTo>
                  <a:pt x="847568" y="401987"/>
                </a:lnTo>
                <a:close/>
                <a:lnTo>
                  <a:pt x="849058" y="402602"/>
                </a:lnTo>
                <a:close/>
                <a:lnTo>
                  <a:pt x="853527" y="584338"/>
                </a:lnTo>
                <a:close/>
                <a:lnTo>
                  <a:pt x="855016" y="585520"/>
                </a:lnTo>
                <a:close/>
                <a:lnTo>
                  <a:pt x="857996" y="627849"/>
                </a:lnTo>
                <a:close/>
                <a:lnTo>
                  <a:pt x="859485" y="524295"/>
                </a:lnTo>
                <a:close/>
                <a:lnTo>
                  <a:pt x="860975" y="544641"/>
                </a:lnTo>
                <a:close/>
                <a:lnTo>
                  <a:pt x="862464" y="778891"/>
                </a:lnTo>
                <a:close/>
                <a:lnTo>
                  <a:pt x="863954" y="737952"/>
                </a:lnTo>
                <a:close/>
                <a:lnTo>
                  <a:pt x="865443" y="739543"/>
                </a:lnTo>
                <a:close/>
                <a:lnTo>
                  <a:pt x="866933" y="687012"/>
                </a:lnTo>
                <a:close/>
                <a:lnTo>
                  <a:pt x="868423" y="774940"/>
                </a:lnTo>
                <a:close/>
                <a:lnTo>
                  <a:pt x="871402" y="733642"/>
                </a:lnTo>
                <a:close/>
                <a:lnTo>
                  <a:pt x="872891" y="780439"/>
                </a:lnTo>
                <a:close/>
                <a:lnTo>
                  <a:pt x="874381" y="764194"/>
                </a:lnTo>
                <a:close/>
                <a:lnTo>
                  <a:pt x="875870" y="790357"/>
                </a:lnTo>
                <a:close/>
                <a:lnTo>
                  <a:pt x="880339" y="524803"/>
                </a:lnTo>
                <a:close/>
                <a:lnTo>
                  <a:pt x="881829" y="569588"/>
                </a:lnTo>
                <a:close/>
                <a:lnTo>
                  <a:pt x="883318" y="587795"/>
                </a:lnTo>
                <a:close/>
                <a:lnTo>
                  <a:pt x="884808" y="460916"/>
                </a:lnTo>
                <a:close/>
                <a:lnTo>
                  <a:pt x="886297" y="479632"/>
                </a:lnTo>
                <a:close/>
                <a:lnTo>
                  <a:pt x="887787" y="537891"/>
                </a:lnTo>
                <a:close/>
                <a:lnTo>
                  <a:pt x="889277" y="537891"/>
                </a:lnTo>
                <a:close/>
                <a:lnTo>
                  <a:pt x="892256" y="334479"/>
                </a:lnTo>
                <a:close/>
                <a:lnTo>
                  <a:pt x="893745" y="362287"/>
                </a:lnTo>
                <a:close/>
                <a:lnTo>
                  <a:pt x="895235" y="323178"/>
                </a:lnTo>
                <a:close/>
                <a:lnTo>
                  <a:pt x="896724" y="324334"/>
                </a:lnTo>
                <a:close/>
                <a:lnTo>
                  <a:pt x="899704" y="246364"/>
                </a:lnTo>
                <a:close/>
                <a:lnTo>
                  <a:pt x="901193" y="279382"/>
                </a:lnTo>
                <a:close/>
                <a:lnTo>
                  <a:pt x="902683" y="280174"/>
                </a:lnTo>
                <a:close/>
                <a:lnTo>
                  <a:pt x="904172" y="315224"/>
                </a:lnTo>
                <a:close/>
                <a:lnTo>
                  <a:pt x="905662" y="307519"/>
                </a:lnTo>
                <a:close/>
                <a:lnTo>
                  <a:pt x="907152" y="312493"/>
                </a:lnTo>
                <a:close/>
                <a:lnTo>
                  <a:pt x="908641" y="289420"/>
                </a:lnTo>
                <a:close/>
                <a:lnTo>
                  <a:pt x="910131" y="289157"/>
                </a:lnTo>
                <a:close/>
                <a:lnTo>
                  <a:pt x="913110" y="377621"/>
                </a:lnTo>
                <a:close/>
                <a:lnTo>
                  <a:pt x="914599" y="251225"/>
                </a:lnTo>
                <a:close/>
                <a:lnTo>
                  <a:pt x="916089" y="444722"/>
                </a:lnTo>
                <a:close/>
                <a:lnTo>
                  <a:pt x="917579" y="450815"/>
                </a:lnTo>
                <a:close/>
                <a:lnTo>
                  <a:pt x="919068" y="359413"/>
                </a:lnTo>
                <a:close/>
                <a:lnTo>
                  <a:pt x="920558" y="391293"/>
                </a:lnTo>
                <a:close/>
                <a:lnTo>
                  <a:pt x="922047" y="456428"/>
                </a:lnTo>
                <a:close/>
                <a:lnTo>
                  <a:pt x="923537" y="336584"/>
                </a:lnTo>
                <a:close/>
                <a:lnTo>
                  <a:pt x="925026" y="453781"/>
                </a:lnTo>
                <a:close/>
                <a:lnTo>
                  <a:pt x="926516" y="415229"/>
                </a:lnTo>
                <a:close/>
                <a:lnTo>
                  <a:pt x="928006" y="441464"/>
                </a:lnTo>
                <a:close/>
                <a:lnTo>
                  <a:pt x="929495" y="519408"/>
                </a:lnTo>
                <a:close/>
                <a:lnTo>
                  <a:pt x="930985" y="498714"/>
                </a:lnTo>
                <a:close/>
                <a:lnTo>
                  <a:pt x="932474" y="451798"/>
                </a:lnTo>
                <a:close/>
                <a:lnTo>
                  <a:pt x="933964" y="511231"/>
                </a:lnTo>
                <a:close/>
                <a:lnTo>
                  <a:pt x="935453" y="424529"/>
                </a:lnTo>
                <a:close/>
                <a:lnTo>
                  <a:pt x="936943" y="452700"/>
                </a:lnTo>
                <a:close/>
                <a:lnTo>
                  <a:pt x="938433" y="450600"/>
                </a:lnTo>
                <a:close/>
                <a:lnTo>
                  <a:pt x="941412" y="346190"/>
                </a:lnTo>
                <a:close/>
                <a:lnTo>
                  <a:pt x="945881" y="418892"/>
                </a:lnTo>
                <a:close/>
                <a:lnTo>
                  <a:pt x="948860" y="413787"/>
                </a:lnTo>
                <a:close/>
                <a:lnTo>
                  <a:pt x="950349" y="536138"/>
                </a:lnTo>
                <a:close/>
                <a:lnTo>
                  <a:pt x="953328" y="495737"/>
                </a:lnTo>
                <a:close/>
                <a:lnTo>
                  <a:pt x="954818" y="545422"/>
                </a:lnTo>
                <a:close/>
                <a:lnTo>
                  <a:pt x="956308" y="533674"/>
                </a:lnTo>
                <a:close/>
                <a:lnTo>
                  <a:pt x="957797" y="510573"/>
                </a:lnTo>
                <a:close/>
                <a:lnTo>
                  <a:pt x="959287" y="519440"/>
                </a:lnTo>
                <a:close/>
                <a:lnTo>
                  <a:pt x="960776" y="566832"/>
                </a:lnTo>
                <a:close/>
                <a:lnTo>
                  <a:pt x="962266" y="564408"/>
                </a:lnTo>
                <a:close/>
                <a:lnTo>
                  <a:pt x="963755" y="502032"/>
                </a:lnTo>
                <a:close/>
                <a:lnTo>
                  <a:pt x="965245" y="563347"/>
                </a:lnTo>
                <a:close/>
                <a:lnTo>
                  <a:pt x="966735" y="499486"/>
                </a:lnTo>
                <a:close/>
                <a:lnTo>
                  <a:pt x="968224" y="496428"/>
                </a:lnTo>
                <a:close/>
                <a:lnTo>
                  <a:pt x="969714" y="549683"/>
                </a:lnTo>
                <a:close/>
                <a:lnTo>
                  <a:pt x="971203" y="423879"/>
                </a:lnTo>
                <a:close/>
                <a:lnTo>
                  <a:pt x="972693" y="540662"/>
                </a:lnTo>
                <a:close/>
                <a:lnTo>
                  <a:pt x="974182" y="454068"/>
                </a:lnTo>
                <a:close/>
                <a:lnTo>
                  <a:pt x="975672" y="557123"/>
                </a:lnTo>
                <a:close/>
                <a:lnTo>
                  <a:pt x="977162" y="363208"/>
                </a:lnTo>
                <a:close/>
                <a:lnTo>
                  <a:pt x="978651" y="358528"/>
                </a:lnTo>
                <a:close/>
                <a:lnTo>
                  <a:pt x="981630" y="279338"/>
                </a:lnTo>
                <a:close/>
                <a:lnTo>
                  <a:pt x="983120" y="409319"/>
                </a:lnTo>
                <a:close/>
                <a:lnTo>
                  <a:pt x="987589" y="168464"/>
                </a:lnTo>
                <a:close/>
                <a:lnTo>
                  <a:pt x="989078" y="166953"/>
                </a:lnTo>
                <a:close/>
                <a:lnTo>
                  <a:pt x="990568" y="172172"/>
                </a:lnTo>
                <a:close/>
                <a:lnTo>
                  <a:pt x="992057" y="145843"/>
                </a:lnTo>
                <a:close/>
                <a:lnTo>
                  <a:pt x="993547" y="37470"/>
                </a:lnTo>
                <a:close/>
                <a:lnTo>
                  <a:pt x="995037" y="93954"/>
                </a:lnTo>
                <a:close/>
                <a:lnTo>
                  <a:pt x="996526" y="0"/>
                </a:lnTo>
                <a:close/>
                <a:lnTo>
                  <a:pt x="999505" y="166390"/>
                </a:lnTo>
                <a:close/>
                <a:lnTo>
                  <a:pt x="1000995" y="59899"/>
                </a:lnTo>
                <a:close/>
                <a:lnTo>
                  <a:pt x="1002484" y="109300"/>
                </a:lnTo>
                <a:close/>
                <a:lnTo>
                  <a:pt x="1003974" y="56389"/>
                </a:lnTo>
                <a:close/>
                <a:lnTo>
                  <a:pt x="1005464" y="169083"/>
                </a:lnTo>
                <a:close/>
                <a:lnTo>
                  <a:pt x="1006953" y="130430"/>
                </a:lnTo>
                <a:close/>
                <a:lnTo>
                  <a:pt x="1009932" y="369130"/>
                </a:lnTo>
                <a:close/>
                <a:lnTo>
                  <a:pt x="1012911" y="259755"/>
                </a:lnTo>
                <a:close/>
                <a:lnTo>
                  <a:pt x="1017380" y="433658"/>
                </a:lnTo>
                <a:close/>
                <a:lnTo>
                  <a:pt x="1018870" y="419425"/>
                </a:lnTo>
                <a:close/>
                <a:lnTo>
                  <a:pt x="1021849" y="474759"/>
                </a:lnTo>
                <a:close/>
                <a:lnTo>
                  <a:pt x="1023338" y="430536"/>
                </a:lnTo>
                <a:close/>
                <a:lnTo>
                  <a:pt x="1024828" y="453244"/>
                </a:lnTo>
                <a:close/>
                <a:lnTo>
                  <a:pt x="1026318" y="506445"/>
                </a:lnTo>
                <a:close/>
                <a:lnTo>
                  <a:pt x="1033766" y="232037"/>
                </a:lnTo>
                <a:close/>
                <a:lnTo>
                  <a:pt x="1035255" y="207891"/>
                </a:lnTo>
                <a:close/>
                <a:lnTo>
                  <a:pt x="1036745" y="340153"/>
                </a:lnTo>
                <a:close/>
                <a:lnTo>
                  <a:pt x="1038234" y="327337"/>
                </a:lnTo>
                <a:close/>
                <a:lnTo>
                  <a:pt x="1039724" y="327337"/>
                </a:lnTo>
                <a:close/>
                <a:lnTo>
                  <a:pt x="1042703" y="287106"/>
                </a:lnTo>
                <a:close/>
                <a:lnTo>
                  <a:pt x="1044193" y="315584"/>
                </a:lnTo>
                <a:close/>
                <a:lnTo>
                  <a:pt x="1047172" y="443460"/>
                </a:lnTo>
                <a:close/>
                <a:lnTo>
                  <a:pt x="1048661" y="460604"/>
                </a:lnTo>
                <a:close/>
                <a:lnTo>
                  <a:pt x="1050151" y="436804"/>
                </a:lnTo>
                <a:close/>
                <a:lnTo>
                  <a:pt x="1051640" y="377089"/>
                </a:lnTo>
                <a:close/>
                <a:lnTo>
                  <a:pt x="1053130" y="380373"/>
                </a:lnTo>
                <a:close/>
                <a:lnTo>
                  <a:pt x="1054620" y="508977"/>
                </a:lnTo>
                <a:close/>
                <a:lnTo>
                  <a:pt x="1056109" y="494049"/>
                </a:lnTo>
                <a:close/>
                <a:lnTo>
                  <a:pt x="1059088" y="444133"/>
                </a:lnTo>
                <a:close/>
                <a:lnTo>
                  <a:pt x="1062067" y="462437"/>
                </a:lnTo>
                <a:close/>
                <a:lnTo>
                  <a:pt x="1063557" y="450221"/>
                </a:lnTo>
                <a:close/>
                <a:lnTo>
                  <a:pt x="1065047" y="378302"/>
                </a:lnTo>
                <a:close/>
                <a:lnTo>
                  <a:pt x="1066536" y="540957"/>
                </a:lnTo>
                <a:close/>
                <a:lnTo>
                  <a:pt x="1068026" y="490653"/>
                </a:lnTo>
                <a:close/>
                <a:lnTo>
                  <a:pt x="1069515" y="580702"/>
                </a:lnTo>
                <a:close/>
                <a:lnTo>
                  <a:pt x="1071005" y="524340"/>
                </a:lnTo>
                <a:close/>
                <a:lnTo>
                  <a:pt x="1072494" y="550869"/>
                </a:lnTo>
                <a:close/>
                <a:lnTo>
                  <a:pt x="1073984" y="618417"/>
                </a:lnTo>
                <a:close/>
                <a:lnTo>
                  <a:pt x="1076963" y="550836"/>
                </a:lnTo>
                <a:close/>
                <a:lnTo>
                  <a:pt x="1078453" y="582112"/>
                </a:lnTo>
                <a:close/>
                <a:lnTo>
                  <a:pt x="1079942" y="563877"/>
                </a:lnTo>
                <a:close/>
                <a:lnTo>
                  <a:pt x="1084411" y="664750"/>
                </a:lnTo>
                <a:close/>
                <a:lnTo>
                  <a:pt x="1085901" y="508632"/>
                </a:lnTo>
                <a:close/>
                <a:lnTo>
                  <a:pt x="1087390" y="528157"/>
                </a:lnTo>
                <a:close/>
                <a:lnTo>
                  <a:pt x="1088880" y="610526"/>
                </a:lnTo>
                <a:close/>
                <a:lnTo>
                  <a:pt x="1090369" y="606353"/>
                </a:lnTo>
                <a:close/>
                <a:lnTo>
                  <a:pt x="1091859" y="590719"/>
                </a:lnTo>
                <a:close/>
                <a:lnTo>
                  <a:pt x="1096328" y="344174"/>
                </a:lnTo>
                <a:close/>
                <a:lnTo>
                  <a:pt x="1097817" y="404478"/>
                </a:lnTo>
                <a:close/>
                <a:lnTo>
                  <a:pt x="1099307" y="331824"/>
                </a:lnTo>
                <a:close/>
                <a:lnTo>
                  <a:pt x="1100796" y="359337"/>
                </a:lnTo>
                <a:close/>
                <a:lnTo>
                  <a:pt x="1102286" y="357412"/>
                </a:lnTo>
                <a:close/>
                <a:lnTo>
                  <a:pt x="1103776" y="361147"/>
                </a:lnTo>
                <a:close/>
                <a:lnTo>
                  <a:pt x="1112713" y="610042"/>
                </a:lnTo>
                <a:close/>
                <a:lnTo>
                  <a:pt x="1115692" y="425762"/>
                </a:lnTo>
                <a:close/>
                <a:lnTo>
                  <a:pt x="1117182" y="467106"/>
                </a:lnTo>
                <a:close/>
                <a:lnTo>
                  <a:pt x="1118671" y="411146"/>
                </a:lnTo>
                <a:close/>
                <a:lnTo>
                  <a:pt x="1120161" y="459213"/>
                </a:lnTo>
                <a:close/>
                <a:lnTo>
                  <a:pt x="1123140" y="342035"/>
                </a:lnTo>
                <a:close/>
                <a:lnTo>
                  <a:pt x="1124630" y="406646"/>
                </a:lnTo>
                <a:close/>
                <a:lnTo>
                  <a:pt x="1127609" y="367444"/>
                </a:lnTo>
                <a:close/>
                <a:lnTo>
                  <a:pt x="1130588" y="598712"/>
                </a:lnTo>
                <a:close/>
                <a:lnTo>
                  <a:pt x="1132078" y="517949"/>
                </a:lnTo>
                <a:close/>
                <a:lnTo>
                  <a:pt x="1133567" y="569096"/>
                </a:lnTo>
                <a:close/>
                <a:lnTo>
                  <a:pt x="1139525" y="464026"/>
                </a:lnTo>
                <a:close/>
                <a:lnTo>
                  <a:pt x="1141015" y="626031"/>
                </a:lnTo>
                <a:close/>
                <a:lnTo>
                  <a:pt x="1143994" y="599581"/>
                </a:lnTo>
                <a:close/>
                <a:lnTo>
                  <a:pt x="1145484" y="619118"/>
                </a:lnTo>
                <a:close/>
                <a:lnTo>
                  <a:pt x="1149952" y="384625"/>
                </a:lnTo>
                <a:close/>
                <a:lnTo>
                  <a:pt x="1155911" y="241074"/>
                </a:lnTo>
                <a:close/>
                <a:lnTo>
                  <a:pt x="1157400" y="240864"/>
                </a:lnTo>
                <a:close/>
                <a:lnTo>
                  <a:pt x="1158890" y="264191"/>
                </a:lnTo>
                <a:close/>
                <a:lnTo>
                  <a:pt x="1160379" y="257009"/>
                </a:lnTo>
                <a:close/>
                <a:lnTo>
                  <a:pt x="1161869" y="297789"/>
                </a:lnTo>
                <a:close/>
                <a:lnTo>
                  <a:pt x="1163359" y="288885"/>
                </a:lnTo>
                <a:close/>
                <a:lnTo>
                  <a:pt x="1164848" y="291882"/>
                </a:lnTo>
                <a:close/>
                <a:lnTo>
                  <a:pt x="1166338" y="241688"/>
                </a:lnTo>
                <a:close/>
                <a:lnTo>
                  <a:pt x="1169317" y="362707"/>
                </a:lnTo>
                <a:close/>
                <a:lnTo>
                  <a:pt x="1170807" y="365945"/>
                </a:lnTo>
                <a:close/>
                <a:lnTo>
                  <a:pt x="1172296" y="241749"/>
                </a:lnTo>
                <a:close/>
                <a:lnTo>
                  <a:pt x="1175275" y="402180"/>
                </a:lnTo>
                <a:close/>
                <a:lnTo>
                  <a:pt x="1176765" y="357863"/>
                </a:lnTo>
                <a:close/>
                <a:lnTo>
                  <a:pt x="1178254" y="446687"/>
                </a:lnTo>
                <a:close/>
                <a:lnTo>
                  <a:pt x="1184213" y="325655"/>
                </a:lnTo>
                <a:close/>
                <a:lnTo>
                  <a:pt x="1185702" y="392630"/>
                </a:lnTo>
                <a:close/>
                <a:lnTo>
                  <a:pt x="1187192" y="341312"/>
                </a:lnTo>
                <a:close/>
                <a:lnTo>
                  <a:pt x="1188681" y="218847"/>
                </a:lnTo>
                <a:close/>
                <a:lnTo>
                  <a:pt x="1191661" y="392428"/>
                </a:lnTo>
                <a:close/>
                <a:lnTo>
                  <a:pt x="1194640" y="324703"/>
                </a:lnTo>
                <a:close/>
                <a:lnTo>
                  <a:pt x="1197619" y="390472"/>
                </a:lnTo>
                <a:close/>
                <a:lnTo>
                  <a:pt x="1199108" y="359309"/>
                </a:lnTo>
                <a:close/>
                <a:lnTo>
                  <a:pt x="1200598" y="426847"/>
                </a:lnTo>
                <a:close/>
                <a:lnTo>
                  <a:pt x="1202088" y="383285"/>
                </a:lnTo>
                <a:close/>
                <a:lnTo>
                  <a:pt x="1205067" y="528654"/>
                </a:lnTo>
                <a:close/>
                <a:lnTo>
                  <a:pt x="1206556" y="506782"/>
                </a:lnTo>
                <a:close/>
                <a:lnTo>
                  <a:pt x="1209535" y="530457"/>
                </a:lnTo>
                <a:close/>
                <a:lnTo>
                  <a:pt x="1211025" y="598294"/>
                </a:lnTo>
                <a:close/>
                <a:lnTo>
                  <a:pt x="1212515" y="550712"/>
                </a:lnTo>
                <a:close/>
                <a:lnTo>
                  <a:pt x="1214004" y="590180"/>
                </a:lnTo>
                <a:close/>
                <a:lnTo>
                  <a:pt x="1216983" y="714003"/>
                </a:lnTo>
                <a:close/>
                <a:lnTo>
                  <a:pt x="1218473" y="677678"/>
                </a:lnTo>
                <a:close/>
                <a:lnTo>
                  <a:pt x="1219963" y="685818"/>
                </a:lnTo>
                <a:close/>
                <a:lnTo>
                  <a:pt x="1222942" y="747527"/>
                </a:lnTo>
                <a:close/>
                <a:lnTo>
                  <a:pt x="1225921" y="672834"/>
                </a:lnTo>
                <a:close/>
                <a:lnTo>
                  <a:pt x="1228900" y="732560"/>
                </a:lnTo>
                <a:close/>
                <a:lnTo>
                  <a:pt x="1230390" y="739262"/>
                </a:lnTo>
                <a:close/>
                <a:lnTo>
                  <a:pt x="1231879" y="631503"/>
                </a:lnTo>
                <a:close/>
                <a:lnTo>
                  <a:pt x="1236348" y="812810"/>
                </a:lnTo>
                <a:close/>
                <a:lnTo>
                  <a:pt x="1237837" y="678921"/>
                </a:lnTo>
                <a:close/>
                <a:lnTo>
                  <a:pt x="1243796" y="776900"/>
                </a:lnTo>
                <a:close/>
                <a:lnTo>
                  <a:pt x="1245285" y="752586"/>
                </a:lnTo>
                <a:close/>
                <a:lnTo>
                  <a:pt x="1246775" y="763384"/>
                </a:lnTo>
                <a:close/>
                <a:lnTo>
                  <a:pt x="1248264" y="729896"/>
                </a:lnTo>
                <a:close/>
                <a:lnTo>
                  <a:pt x="1249754" y="657574"/>
                </a:lnTo>
                <a:close/>
                <a:lnTo>
                  <a:pt x="1251244" y="654665"/>
                </a:lnTo>
                <a:close/>
                <a:lnTo>
                  <a:pt x="1254223" y="705215"/>
                </a:lnTo>
                <a:close/>
                <a:lnTo>
                  <a:pt x="1255712" y="724734"/>
                </a:lnTo>
                <a:close/>
                <a:lnTo>
                  <a:pt x="1258691" y="606721"/>
                </a:lnTo>
                <a:close/>
                <a:lnTo>
                  <a:pt x="1260181" y="557555"/>
                </a:lnTo>
                <a:close/>
                <a:lnTo>
                  <a:pt x="1263160" y="746676"/>
                </a:lnTo>
                <a:close/>
                <a:lnTo>
                  <a:pt x="1264650" y="744896"/>
                </a:lnTo>
                <a:close/>
                <a:lnTo>
                  <a:pt x="1267629" y="662928"/>
                </a:lnTo>
                <a:close/>
                <a:lnTo>
                  <a:pt x="1270608" y="782923"/>
                </a:lnTo>
                <a:close/>
                <a:lnTo>
                  <a:pt x="1273587" y="715227"/>
                </a:lnTo>
                <a:close/>
                <a:lnTo>
                  <a:pt x="1276566" y="789418"/>
                </a:lnTo>
                <a:close/>
                <a:lnTo>
                  <a:pt x="1278056" y="753596"/>
                </a:lnTo>
                <a:close/>
                <a:lnTo>
                  <a:pt x="1279546" y="818340"/>
                </a:lnTo>
                <a:close/>
                <a:lnTo>
                  <a:pt x="1284014" y="701365"/>
                </a:lnTo>
                <a:close/>
                <a:lnTo>
                  <a:pt x="1285504" y="719767"/>
                </a:lnTo>
                <a:close/>
                <a:lnTo>
                  <a:pt x="1286993" y="631415"/>
                </a:lnTo>
                <a:close/>
                <a:lnTo>
                  <a:pt x="1291462" y="727131"/>
                </a:lnTo>
                <a:close/>
                <a:lnTo>
                  <a:pt x="1292952" y="837802"/>
                </a:lnTo>
                <a:close/>
                <a:lnTo>
                  <a:pt x="1294441" y="821039"/>
                </a:lnTo>
                <a:close/>
                <a:lnTo>
                  <a:pt x="1297420" y="712731"/>
                </a:lnTo>
                <a:close/>
                <a:lnTo>
                  <a:pt x="1298910" y="726310"/>
                </a:lnTo>
                <a:close/>
                <a:lnTo>
                  <a:pt x="1301889" y="842972"/>
                </a:lnTo>
                <a:close/>
                <a:lnTo>
                  <a:pt x="1304868" y="893545"/>
                </a:lnTo>
                <a:close/>
                <a:lnTo>
                  <a:pt x="1306358" y="833972"/>
                </a:lnTo>
                <a:close/>
                <a:lnTo>
                  <a:pt x="1307848" y="863016"/>
                </a:lnTo>
                <a:close/>
                <a:lnTo>
                  <a:pt x="1309337" y="837111"/>
                </a:lnTo>
                <a:close/>
                <a:lnTo>
                  <a:pt x="1312316" y="907306"/>
                </a:lnTo>
                <a:close/>
                <a:lnTo>
                  <a:pt x="1318275" y="657177"/>
                </a:lnTo>
                <a:close/>
                <a:lnTo>
                  <a:pt x="1319764" y="636699"/>
                </a:lnTo>
                <a:close/>
                <a:lnTo>
                  <a:pt x="1322743" y="674241"/>
                </a:lnTo>
                <a:close/>
                <a:lnTo>
                  <a:pt x="1324233" y="795245"/>
                </a:lnTo>
                <a:close/>
                <a:lnTo>
                  <a:pt x="1328702" y="578683"/>
                </a:lnTo>
                <a:close/>
                <a:lnTo>
                  <a:pt x="1330191" y="698970"/>
                </a:lnTo>
                <a:close/>
                <a:lnTo>
                  <a:pt x="1331681" y="595054"/>
                </a:lnTo>
                <a:close/>
                <a:lnTo>
                  <a:pt x="1333170" y="643925"/>
                </a:lnTo>
                <a:close/>
                <a:lnTo>
                  <a:pt x="1336149" y="557348"/>
                </a:lnTo>
                <a:close/>
                <a:lnTo>
                  <a:pt x="1339129" y="648748"/>
                </a:lnTo>
                <a:close/>
                <a:lnTo>
                  <a:pt x="1342108" y="594099"/>
                </a:lnTo>
                <a:close/>
                <a:lnTo>
                  <a:pt x="1345087" y="670184"/>
                </a:lnTo>
                <a:close/>
                <a:lnTo>
                  <a:pt x="1349556" y="529640"/>
                </a:lnTo>
                <a:close/>
                <a:lnTo>
                  <a:pt x="1352535" y="306579"/>
                </a:lnTo>
                <a:close/>
                <a:lnTo>
                  <a:pt x="1354024" y="304155"/>
                </a:lnTo>
                <a:close/>
                <a:lnTo>
                  <a:pt x="1355514" y="338094"/>
                </a:lnTo>
                <a:close/>
                <a:lnTo>
                  <a:pt x="1357004" y="258711"/>
                </a:lnTo>
                <a:close/>
                <a:lnTo>
                  <a:pt x="1358493" y="392745"/>
                </a:lnTo>
                <a:close/>
                <a:lnTo>
                  <a:pt x="1359983" y="369567"/>
                </a:lnTo>
                <a:close/>
                <a:lnTo>
                  <a:pt x="1361472" y="371672"/>
                </a:lnTo>
                <a:close/>
                <a:lnTo>
                  <a:pt x="1367431" y="206343"/>
                </a:lnTo>
                <a:close/>
                <a:lnTo>
                  <a:pt x="1368920" y="206343"/>
                </a:lnTo>
                <a:close/>
                <a:lnTo>
                  <a:pt x="1370410" y="293913"/>
                </a:lnTo>
                <a:close/>
                <a:lnTo>
                  <a:pt x="1373389" y="183076"/>
                </a:lnTo>
                <a:close/>
                <a:lnTo>
                  <a:pt x="1374878" y="213426"/>
                </a:lnTo>
                <a:close/>
                <a:lnTo>
                  <a:pt x="1377858" y="159892"/>
                </a:lnTo>
                <a:close/>
                <a:lnTo>
                  <a:pt x="1379347" y="237213"/>
                </a:lnTo>
                <a:close/>
                <a:lnTo>
                  <a:pt x="1380837" y="238642"/>
                </a:lnTo>
                <a:close/>
                <a:lnTo>
                  <a:pt x="1382326" y="264408"/>
                </a:lnTo>
                <a:close/>
                <a:lnTo>
                  <a:pt x="1383816" y="220068"/>
                </a:lnTo>
                <a:close/>
                <a:lnTo>
                  <a:pt x="1385305" y="282257"/>
                </a:lnTo>
                <a:close/>
                <a:lnTo>
                  <a:pt x="1386795" y="206762"/>
                </a:lnTo>
                <a:close/>
                <a:lnTo>
                  <a:pt x="1388285" y="222218"/>
                </a:lnTo>
                <a:close/>
                <a:lnTo>
                  <a:pt x="1391264" y="401246"/>
                </a:lnTo>
                <a:close/>
                <a:lnTo>
                  <a:pt x="1392753" y="361897"/>
                </a:lnTo>
                <a:close/>
                <a:lnTo>
                  <a:pt x="1394243" y="367889"/>
                </a:lnTo>
                <a:close/>
                <a:lnTo>
                  <a:pt x="1395733" y="312249"/>
                </a:lnTo>
                <a:close/>
                <a:lnTo>
                  <a:pt x="1397222" y="310015"/>
                </a:lnTo>
                <a:close/>
                <a:lnTo>
                  <a:pt x="1400201" y="246786"/>
                </a:lnTo>
                <a:close/>
                <a:lnTo>
                  <a:pt x="1401691" y="294253"/>
                </a:lnTo>
                <a:close/>
                <a:lnTo>
                  <a:pt x="1404670" y="197302"/>
                </a:lnTo>
                <a:close/>
                <a:lnTo>
                  <a:pt x="1406160" y="208728"/>
                </a:lnTo>
                <a:close/>
                <a:lnTo>
                  <a:pt x="1407649" y="321968"/>
                </a:lnTo>
                <a:close/>
                <a:lnTo>
                  <a:pt x="1410628" y="242706"/>
                </a:lnTo>
                <a:close/>
                <a:lnTo>
                  <a:pt x="1416587" y="445539"/>
                </a:lnTo>
                <a:close/>
                <a:lnTo>
                  <a:pt x="1418076" y="520912"/>
                </a:lnTo>
                <a:close/>
                <a:lnTo>
                  <a:pt x="1419566" y="503235"/>
                </a:lnTo>
                <a:close/>
                <a:lnTo>
                  <a:pt x="1421055" y="524930"/>
                </a:lnTo>
                <a:close/>
                <a:lnTo>
                  <a:pt x="1422545" y="490720"/>
                </a:lnTo>
                <a:close/>
                <a:lnTo>
                  <a:pt x="1424034" y="584068"/>
                </a:lnTo>
                <a:close/>
                <a:lnTo>
                  <a:pt x="1428503" y="535941"/>
                </a:lnTo>
                <a:close/>
                <a:lnTo>
                  <a:pt x="1429993" y="616633"/>
                </a:lnTo>
                <a:close/>
                <a:lnTo>
                  <a:pt x="1432972" y="435176"/>
                </a:lnTo>
                <a:close/>
                <a:lnTo>
                  <a:pt x="1434461" y="473658"/>
                </a:lnTo>
                <a:close/>
                <a:lnTo>
                  <a:pt x="1435951" y="558178"/>
                </a:lnTo>
                <a:close/>
                <a:lnTo>
                  <a:pt x="1437441" y="552971"/>
                </a:lnTo>
                <a:close/>
                <a:lnTo>
                  <a:pt x="1438930" y="532282"/>
                </a:lnTo>
                <a:close/>
                <a:lnTo>
                  <a:pt x="1441909" y="463647"/>
                </a:lnTo>
                <a:close/>
                <a:lnTo>
                  <a:pt x="1443399" y="510094"/>
                </a:lnTo>
                <a:close/>
                <a:lnTo>
                  <a:pt x="1444889" y="485479"/>
                </a:lnTo>
                <a:close/>
                <a:lnTo>
                  <a:pt x="1446378" y="488489"/>
                </a:lnTo>
                <a:close/>
                <a:lnTo>
                  <a:pt x="1447868" y="596339"/>
                </a:lnTo>
                <a:close/>
                <a:lnTo>
                  <a:pt x="1450847" y="469791"/>
                </a:lnTo>
                <a:close/>
                <a:lnTo>
                  <a:pt x="1455316" y="644359"/>
                </a:lnTo>
                <a:close/>
                <a:lnTo>
                  <a:pt x="1456805" y="537019"/>
                </a:lnTo>
                <a:close/>
                <a:lnTo>
                  <a:pt x="1458295" y="639326"/>
                </a:lnTo>
                <a:close/>
                <a:lnTo>
                  <a:pt x="1461274" y="584642"/>
                </a:lnTo>
                <a:close/>
                <a:lnTo>
                  <a:pt x="1464253" y="709525"/>
                </a:lnTo>
                <a:close/>
                <a:lnTo>
                  <a:pt x="1465743" y="607910"/>
                </a:lnTo>
                <a:close/>
                <a:lnTo>
                  <a:pt x="1467232" y="618222"/>
                </a:lnTo>
                <a:close/>
                <a:lnTo>
                  <a:pt x="1468722" y="644667"/>
                </a:lnTo>
                <a:close/>
                <a:lnTo>
                  <a:pt x="1470211" y="521326"/>
                </a:lnTo>
                <a:close/>
                <a:lnTo>
                  <a:pt x="1471701" y="583949"/>
                </a:lnTo>
                <a:close/>
                <a:lnTo>
                  <a:pt x="1476170" y="373745"/>
                </a:lnTo>
                <a:close/>
                <a:lnTo>
                  <a:pt x="1477659" y="361126"/>
                </a:lnTo>
                <a:close/>
                <a:lnTo>
                  <a:pt x="1483618" y="215462"/>
                </a:lnTo>
                <a:close/>
                <a:lnTo>
                  <a:pt x="1485107" y="285055"/>
                </a:lnTo>
                <a:close/>
                <a:lnTo>
                  <a:pt x="1486597" y="231263"/>
                </a:lnTo>
                <a:close/>
                <a:lnTo>
                  <a:pt x="1488086" y="258387"/>
                </a:lnTo>
                <a:close/>
                <a:lnTo>
                  <a:pt x="1489576" y="208944"/>
                </a:lnTo>
                <a:close/>
                <a:lnTo>
                  <a:pt x="1491065" y="244092"/>
                </a:lnTo>
                <a:close/>
                <a:lnTo>
                  <a:pt x="1492555" y="241979"/>
                </a:lnTo>
                <a:close/>
                <a:lnTo>
                  <a:pt x="1494045" y="340717"/>
                </a:lnTo>
                <a:close/>
                <a:lnTo>
                  <a:pt x="1497024" y="276197"/>
                </a:lnTo>
                <a:close/>
                <a:lnTo>
                  <a:pt x="1498513" y="255493"/>
                </a:lnTo>
                <a:close/>
                <a:lnTo>
                  <a:pt x="1500003" y="143651"/>
                </a:lnTo>
                <a:close/>
                <a:lnTo>
                  <a:pt x="1501492" y="182398"/>
                </a:lnTo>
                <a:close/>
                <a:lnTo>
                  <a:pt x="1502982" y="106006"/>
                </a:lnTo>
                <a:close/>
                <a:lnTo>
                  <a:pt x="1504472" y="113394"/>
                </a:lnTo>
                <a:close/>
                <a:lnTo>
                  <a:pt x="1505961" y="285210"/>
                </a:lnTo>
                <a:close/>
                <a:lnTo>
                  <a:pt x="1507451" y="197771"/>
                </a:lnTo>
                <a:close/>
                <a:lnTo>
                  <a:pt x="1510430" y="300530"/>
                </a:lnTo>
                <a:close/>
                <a:lnTo>
                  <a:pt x="1513409" y="373300"/>
                </a:lnTo>
                <a:close/>
                <a:lnTo>
                  <a:pt x="1516388" y="271840"/>
                </a:lnTo>
                <a:close/>
                <a:lnTo>
                  <a:pt x="1517878" y="298761"/>
                </a:lnTo>
                <a:close/>
                <a:lnTo>
                  <a:pt x="1519367" y="251275"/>
                </a:lnTo>
                <a:close/>
                <a:lnTo>
                  <a:pt x="1520857" y="251275"/>
                </a:lnTo>
                <a:close/>
                <a:lnTo>
                  <a:pt x="1522346" y="323972"/>
                </a:lnTo>
                <a:close/>
                <a:lnTo>
                  <a:pt x="1523836" y="178074"/>
                </a:lnTo>
                <a:close/>
                <a:lnTo>
                  <a:pt x="1525326" y="226894"/>
                </a:lnTo>
                <a:close/>
                <a:lnTo>
                  <a:pt x="1526815" y="137542"/>
                </a:lnTo>
                <a:close/>
                <a:lnTo>
                  <a:pt x="1528305" y="234896"/>
                </a:lnTo>
                <a:close/>
                <a:lnTo>
                  <a:pt x="1529794" y="206396"/>
                </a:lnTo>
                <a:close/>
                <a:lnTo>
                  <a:pt x="1531284" y="226088"/>
                </a:lnTo>
                <a:close/>
                <a:lnTo>
                  <a:pt x="1535753" y="180642"/>
                </a:lnTo>
                <a:close/>
                <a:lnTo>
                  <a:pt x="1538732" y="353185"/>
                </a:lnTo>
                <a:close/>
                <a:lnTo>
                  <a:pt x="1541711" y="410981"/>
                </a:lnTo>
                <a:close/>
                <a:lnTo>
                  <a:pt x="1544690" y="351163"/>
                </a:lnTo>
                <a:close/>
                <a:lnTo>
                  <a:pt x="1546180" y="357671"/>
                </a:lnTo>
                <a:close/>
                <a:lnTo>
                  <a:pt x="1547669" y="309343"/>
                </a:lnTo>
                <a:close/>
                <a:lnTo>
                  <a:pt x="1550648" y="369228"/>
                </a:lnTo>
                <a:close/>
                <a:lnTo>
                  <a:pt x="1552138" y="348970"/>
                </a:lnTo>
                <a:close/>
                <a:lnTo>
                  <a:pt x="1553628" y="410501"/>
                </a:lnTo>
                <a:close/>
                <a:lnTo>
                  <a:pt x="1556607" y="291332"/>
                </a:lnTo>
                <a:close/>
                <a:lnTo>
                  <a:pt x="1558096" y="320655"/>
                </a:lnTo>
                <a:close/>
                <a:lnTo>
                  <a:pt x="1559586" y="448802"/>
                </a:lnTo>
                <a:close/>
                <a:lnTo>
                  <a:pt x="1561075" y="451265"/>
                </a:lnTo>
                <a:close/>
                <a:lnTo>
                  <a:pt x="1562565" y="446998"/>
                </a:lnTo>
                <a:close/>
                <a:lnTo>
                  <a:pt x="1564055" y="486699"/>
                </a:lnTo>
                <a:close/>
                <a:lnTo>
                  <a:pt x="1565544" y="436961"/>
                </a:lnTo>
                <a:close/>
                <a:lnTo>
                  <a:pt x="1567034" y="315093"/>
                </a:lnTo>
                <a:close/>
                <a:lnTo>
                  <a:pt x="1574482" y="520252"/>
                </a:lnTo>
                <a:close/>
                <a:lnTo>
                  <a:pt x="1575971" y="529317"/>
                </a:lnTo>
                <a:close/>
                <a:lnTo>
                  <a:pt x="1577461" y="507968"/>
                </a:lnTo>
                <a:close/>
                <a:lnTo>
                  <a:pt x="1581930" y="586231"/>
                </a:lnTo>
                <a:close/>
                <a:lnTo>
                  <a:pt x="1586398" y="474161"/>
                </a:lnTo>
                <a:close/>
                <a:lnTo>
                  <a:pt x="1587888" y="587597"/>
                </a:lnTo>
                <a:close/>
                <a:lnTo>
                  <a:pt x="1589377" y="429545"/>
                </a:lnTo>
                <a:close/>
                <a:lnTo>
                  <a:pt x="1590867" y="441564"/>
                </a:lnTo>
                <a:close/>
                <a:lnTo>
                  <a:pt x="1593846" y="399675"/>
                </a:lnTo>
                <a:close/>
                <a:lnTo>
                  <a:pt x="1595336" y="488704"/>
                </a:lnTo>
                <a:close/>
                <a:lnTo>
                  <a:pt x="1596825" y="422221"/>
                </a:lnTo>
                <a:close/>
                <a:lnTo>
                  <a:pt x="1598315" y="532660"/>
                </a:lnTo>
                <a:close/>
                <a:lnTo>
                  <a:pt x="1599804" y="532660"/>
                </a:lnTo>
                <a:close/>
                <a:lnTo>
                  <a:pt x="1605763" y="395232"/>
                </a:lnTo>
                <a:close/>
                <a:lnTo>
                  <a:pt x="1608742" y="493845"/>
                </a:lnTo>
                <a:close/>
                <a:lnTo>
                  <a:pt x="1610231" y="447769"/>
                </a:lnTo>
                <a:close/>
                <a:lnTo>
                  <a:pt x="1611721" y="505433"/>
                </a:lnTo>
                <a:close/>
                <a:lnTo>
                  <a:pt x="1616190" y="420647"/>
                </a:lnTo>
                <a:close/>
                <a:lnTo>
                  <a:pt x="1617679" y="457517"/>
                </a:lnTo>
                <a:close/>
                <a:lnTo>
                  <a:pt x="1619169" y="457517"/>
                </a:lnTo>
                <a:close/>
                <a:lnTo>
                  <a:pt x="1620659" y="461210"/>
                </a:lnTo>
                <a:close/>
                <a:lnTo>
                  <a:pt x="1622148" y="389003"/>
                </a:lnTo>
                <a:close/>
                <a:lnTo>
                  <a:pt x="1623638" y="411270"/>
                </a:lnTo>
                <a:close/>
                <a:lnTo>
                  <a:pt x="1626617" y="319630"/>
                </a:lnTo>
                <a:close/>
                <a:lnTo>
                  <a:pt x="1628106" y="265547"/>
                </a:lnTo>
                <a:close/>
                <a:lnTo>
                  <a:pt x="1631086" y="421810"/>
                </a:lnTo>
                <a:close/>
                <a:lnTo>
                  <a:pt x="1632575" y="433110"/>
                </a:lnTo>
                <a:close/>
                <a:lnTo>
                  <a:pt x="1638533" y="294974"/>
                </a:lnTo>
                <a:close/>
                <a:lnTo>
                  <a:pt x="1640023" y="465531"/>
                </a:lnTo>
                <a:close/>
                <a:lnTo>
                  <a:pt x="1641513" y="437076"/>
                </a:lnTo>
                <a:close/>
                <a:lnTo>
                  <a:pt x="1644492" y="305450"/>
                </a:lnTo>
                <a:close/>
                <a:lnTo>
                  <a:pt x="1645981" y="344114"/>
                </a:lnTo>
                <a:close/>
                <a:lnTo>
                  <a:pt x="1647471" y="331536"/>
                </a:lnTo>
                <a:close/>
                <a:lnTo>
                  <a:pt x="1648960" y="295765"/>
                </a:lnTo>
                <a:close/>
                <a:lnTo>
                  <a:pt x="1651940" y="327519"/>
                </a:lnTo>
                <a:close/>
                <a:lnTo>
                  <a:pt x="1653429" y="301055"/>
                </a:lnTo>
                <a:close/>
                <a:lnTo>
                  <a:pt x="1654919" y="362384"/>
                </a:lnTo>
                <a:close/>
                <a:lnTo>
                  <a:pt x="1656408" y="307125"/>
                </a:lnTo>
                <a:close/>
                <a:lnTo>
                  <a:pt x="1657898" y="350224"/>
                </a:lnTo>
                <a:close/>
                <a:lnTo>
                  <a:pt x="1659387" y="510155"/>
                </a:lnTo>
                <a:close/>
                <a:lnTo>
                  <a:pt x="1660877" y="491579"/>
                </a:lnTo>
                <a:close/>
                <a:lnTo>
                  <a:pt x="1662367" y="352530"/>
                </a:lnTo>
                <a:close/>
                <a:lnTo>
                  <a:pt x="1668325" y="550578"/>
                </a:lnTo>
                <a:close/>
                <a:lnTo>
                  <a:pt x="1669815" y="484892"/>
                </a:lnTo>
                <a:close/>
                <a:lnTo>
                  <a:pt x="1671304" y="530430"/>
                </a:lnTo>
                <a:close/>
                <a:lnTo>
                  <a:pt x="1672794" y="521557"/>
                </a:lnTo>
                <a:close/>
                <a:lnTo>
                  <a:pt x="1674283" y="528449"/>
                </a:lnTo>
                <a:close/>
                <a:lnTo>
                  <a:pt x="1675773" y="567737"/>
                </a:lnTo>
                <a:close/>
                <a:lnTo>
                  <a:pt x="1677262" y="431733"/>
                </a:lnTo>
                <a:close/>
                <a:lnTo>
                  <a:pt x="1680242" y="468584"/>
                </a:lnTo>
                <a:close/>
                <a:lnTo>
                  <a:pt x="1681731" y="415373"/>
                </a:lnTo>
                <a:close/>
                <a:lnTo>
                  <a:pt x="1683221" y="481690"/>
                </a:lnTo>
                <a:close/>
                <a:lnTo>
                  <a:pt x="1689179" y="415386"/>
                </a:lnTo>
                <a:close/>
                <a:lnTo>
                  <a:pt x="1690669" y="374762"/>
                </a:lnTo>
                <a:close/>
                <a:lnTo>
                  <a:pt x="1692158" y="487607"/>
                </a:lnTo>
                <a:close/>
                <a:lnTo>
                  <a:pt x="1693648" y="487681"/>
                </a:lnTo>
                <a:close/>
                <a:lnTo>
                  <a:pt x="1695137" y="545313"/>
                </a:lnTo>
                <a:close/>
                <a:lnTo>
                  <a:pt x="1696627" y="512447"/>
                </a:lnTo>
                <a:close/>
                <a:lnTo>
                  <a:pt x="1698116" y="526635"/>
                </a:lnTo>
                <a:close/>
                <a:lnTo>
                  <a:pt x="1699606" y="556723"/>
                </a:lnTo>
                <a:close/>
                <a:lnTo>
                  <a:pt x="1702585" y="448780"/>
                </a:lnTo>
                <a:close/>
                <a:lnTo>
                  <a:pt x="1705564" y="580744"/>
                </a:lnTo>
                <a:close/>
                <a:lnTo>
                  <a:pt x="1707054" y="580744"/>
                </a:lnTo>
                <a:close/>
                <a:lnTo>
                  <a:pt x="1708543" y="516340"/>
                </a:lnTo>
                <a:close/>
                <a:lnTo>
                  <a:pt x="1711523" y="663896"/>
                </a:lnTo>
                <a:close/>
                <a:lnTo>
                  <a:pt x="1713012" y="657868"/>
                </a:lnTo>
                <a:close/>
                <a:lnTo>
                  <a:pt x="1714502" y="653555"/>
                </a:lnTo>
                <a:close/>
                <a:lnTo>
                  <a:pt x="1717481" y="426714"/>
                </a:lnTo>
                <a:close/>
                <a:lnTo>
                  <a:pt x="1720460" y="528408"/>
                </a:lnTo>
                <a:close/>
                <a:lnTo>
                  <a:pt x="1721950" y="414627"/>
                </a:lnTo>
                <a:close/>
                <a:lnTo>
                  <a:pt x="1723439" y="497382"/>
                </a:lnTo>
                <a:close/>
                <a:lnTo>
                  <a:pt x="1724929" y="468859"/>
                </a:lnTo>
                <a:close/>
                <a:lnTo>
                  <a:pt x="1727908" y="290163"/>
                </a:lnTo>
                <a:close/>
                <a:lnTo>
                  <a:pt x="1729398" y="346939"/>
                </a:lnTo>
                <a:close/>
                <a:lnTo>
                  <a:pt x="1730887" y="482327"/>
                </a:lnTo>
                <a:close/>
                <a:lnTo>
                  <a:pt x="1732377" y="358294"/>
                </a:lnTo>
                <a:close/>
                <a:lnTo>
                  <a:pt x="1733866" y="426436"/>
                </a:lnTo>
                <a:close/>
                <a:lnTo>
                  <a:pt x="1741314" y="225733"/>
                </a:lnTo>
                <a:close/>
                <a:lnTo>
                  <a:pt x="1742804" y="259141"/>
                </a:lnTo>
                <a:close/>
                <a:lnTo>
                  <a:pt x="1744293" y="221635"/>
                </a:lnTo>
                <a:close/>
                <a:lnTo>
                  <a:pt x="1745783" y="272127"/>
                </a:lnTo>
                <a:close/>
                <a:lnTo>
                  <a:pt x="1748762" y="431404"/>
                </a:lnTo>
                <a:close/>
                <a:lnTo>
                  <a:pt x="1750252" y="315010"/>
                </a:lnTo>
                <a:close/>
                <a:lnTo>
                  <a:pt x="1753231" y="337811"/>
                </a:lnTo>
                <a:close/>
                <a:lnTo>
                  <a:pt x="1754720" y="286816"/>
                </a:lnTo>
                <a:close/>
                <a:lnTo>
                  <a:pt x="1756210" y="309527"/>
                </a:lnTo>
                <a:close/>
                <a:lnTo>
                  <a:pt x="1757700" y="408207"/>
                </a:lnTo>
                <a:close/>
                <a:lnTo>
                  <a:pt x="1762168" y="266091"/>
                </a:lnTo>
                <a:close/>
                <a:lnTo>
                  <a:pt x="1763658" y="319318"/>
                </a:lnTo>
                <a:close/>
                <a:lnTo>
                  <a:pt x="1765147" y="310450"/>
                </a:lnTo>
                <a:close/>
                <a:lnTo>
                  <a:pt x="1768127" y="238464"/>
                </a:lnTo>
                <a:close/>
                <a:lnTo>
                  <a:pt x="1769616" y="311273"/>
                </a:lnTo>
                <a:close/>
                <a:lnTo>
                  <a:pt x="1771106" y="307740"/>
                </a:lnTo>
                <a:close/>
                <a:lnTo>
                  <a:pt x="1772595" y="344442"/>
                </a:lnTo>
                <a:close/>
                <a:lnTo>
                  <a:pt x="1774085" y="258108"/>
                </a:lnTo>
                <a:close/>
                <a:lnTo>
                  <a:pt x="1778554" y="404143"/>
                </a:lnTo>
                <a:close/>
                <a:lnTo>
                  <a:pt x="1780043" y="387401"/>
                </a:lnTo>
                <a:close/>
                <a:lnTo>
                  <a:pt x="1781533" y="473023"/>
                </a:lnTo>
                <a:close/>
                <a:lnTo>
                  <a:pt x="1783022" y="429186"/>
                </a:lnTo>
                <a:close/>
                <a:lnTo>
                  <a:pt x="1784512" y="442915"/>
                </a:lnTo>
                <a:close/>
                <a:lnTo>
                  <a:pt x="1786001" y="415788"/>
                </a:lnTo>
                <a:close/>
                <a:lnTo>
                  <a:pt x="1786001" y="415788"/>
                </a:lnTo>
                <a:close/>
              </a:path>
            </a:pathLst>
          </a:custGeom>
          <a:noFill/>
          <a:ln w="7620">
            <a:solidFill>
              <a:srgbClr val="E76F51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8477904" y="2578608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8477904" y="3602736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8477904" y="4114800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8567204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8538922" y="5206478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78" name="Freeform 377"/>
          <p:cNvSpPr/>
          <p:nvPr/>
        </p:nvSpPr>
        <p:spPr>
          <a:xfrm>
            <a:off x="8865119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TextBox 378"/>
          <p:cNvSpPr txBox="1"/>
          <p:nvPr/>
        </p:nvSpPr>
        <p:spPr>
          <a:xfrm>
            <a:off x="8780275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380" name="Freeform 379"/>
          <p:cNvSpPr/>
          <p:nvPr/>
        </p:nvSpPr>
        <p:spPr>
          <a:xfrm>
            <a:off x="9163034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9078190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382" name="Freeform 381"/>
          <p:cNvSpPr/>
          <p:nvPr/>
        </p:nvSpPr>
        <p:spPr>
          <a:xfrm>
            <a:off x="9460949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TextBox 382"/>
          <p:cNvSpPr txBox="1"/>
          <p:nvPr/>
        </p:nvSpPr>
        <p:spPr>
          <a:xfrm>
            <a:off x="9376105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384" name="Freeform 383"/>
          <p:cNvSpPr/>
          <p:nvPr/>
        </p:nvSpPr>
        <p:spPr>
          <a:xfrm>
            <a:off x="9758865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9674021" y="5206478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386" name="Freeform 385"/>
          <p:cNvSpPr/>
          <p:nvPr/>
        </p:nvSpPr>
        <p:spPr>
          <a:xfrm>
            <a:off x="10056780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TextBox 386"/>
          <p:cNvSpPr txBox="1"/>
          <p:nvPr/>
        </p:nvSpPr>
        <p:spPr>
          <a:xfrm>
            <a:off x="9943655" y="5206478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388" name="Freeform 387"/>
          <p:cNvSpPr/>
          <p:nvPr/>
        </p:nvSpPr>
        <p:spPr>
          <a:xfrm>
            <a:off x="10354695" y="513892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10241570" y="5206478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390" name="Freeform 389"/>
          <p:cNvSpPr/>
          <p:nvPr/>
        </p:nvSpPr>
        <p:spPr>
          <a:xfrm>
            <a:off x="8433454" y="493991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TextBox 390"/>
          <p:cNvSpPr txBox="1"/>
          <p:nvPr/>
        </p:nvSpPr>
        <p:spPr>
          <a:xfrm>
            <a:off x="8332441" y="4884793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392" name="Freeform 391"/>
          <p:cNvSpPr/>
          <p:nvPr/>
        </p:nvSpPr>
        <p:spPr>
          <a:xfrm>
            <a:off x="8433454" y="455266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TextBox 392"/>
          <p:cNvSpPr txBox="1"/>
          <p:nvPr/>
        </p:nvSpPr>
        <p:spPr>
          <a:xfrm>
            <a:off x="8332441" y="4497536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394" name="Freeform 393"/>
          <p:cNvSpPr/>
          <p:nvPr/>
        </p:nvSpPr>
        <p:spPr>
          <a:xfrm>
            <a:off x="8433454" y="416540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TextBox 394"/>
          <p:cNvSpPr txBox="1"/>
          <p:nvPr/>
        </p:nvSpPr>
        <p:spPr>
          <a:xfrm>
            <a:off x="8332441" y="4110279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8477904" y="394970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1e−9</a:t>
            </a:r>
          </a:p>
        </p:txBody>
      </p:sp>
      <p:sp>
        <p:nvSpPr>
          <p:cNvPr id="397" name="Freeform 396"/>
          <p:cNvSpPr/>
          <p:nvPr/>
        </p:nvSpPr>
        <p:spPr>
          <a:xfrm>
            <a:off x="8567204" y="4161351"/>
            <a:ext cx="1786001" cy="931026"/>
          </a:xfrm>
          <a:custGeom>
            <a:avLst/>
            <a:gdLst/>
            <a:ahLst/>
            <a:cxnLst/>
            <a:rect l="l" t="t" r="r" b="b"/>
            <a:pathLst>
              <a:path w="1786001" h="931026">
                <a:moveTo>
                  <a:pt x="0" y="176711"/>
                </a:moveTo>
                <a:lnTo>
                  <a:pt x="1489" y="102046"/>
                </a:lnTo>
                <a:close/>
                <a:lnTo>
                  <a:pt x="4468" y="188275"/>
                </a:lnTo>
                <a:close/>
                <a:lnTo>
                  <a:pt x="5958" y="280102"/>
                </a:lnTo>
                <a:close/>
                <a:lnTo>
                  <a:pt x="7448" y="258921"/>
                </a:lnTo>
                <a:close/>
                <a:lnTo>
                  <a:pt x="8937" y="162877"/>
                </a:lnTo>
                <a:close/>
                <a:lnTo>
                  <a:pt x="10427" y="186829"/>
                </a:lnTo>
                <a:close/>
                <a:lnTo>
                  <a:pt x="13406" y="248633"/>
                </a:lnTo>
                <a:close/>
                <a:lnTo>
                  <a:pt x="14895" y="252340"/>
                </a:lnTo>
                <a:close/>
                <a:lnTo>
                  <a:pt x="16385" y="233824"/>
                </a:lnTo>
                <a:close/>
                <a:lnTo>
                  <a:pt x="17875" y="179753"/>
                </a:lnTo>
                <a:close/>
                <a:lnTo>
                  <a:pt x="19364" y="211170"/>
                </a:lnTo>
                <a:close/>
                <a:lnTo>
                  <a:pt x="20854" y="157116"/>
                </a:lnTo>
                <a:close/>
                <a:lnTo>
                  <a:pt x="22343" y="159444"/>
                </a:lnTo>
                <a:close/>
                <a:lnTo>
                  <a:pt x="23833" y="132060"/>
                </a:lnTo>
                <a:close/>
                <a:lnTo>
                  <a:pt x="25322" y="201721"/>
                </a:lnTo>
                <a:close/>
                <a:lnTo>
                  <a:pt x="26812" y="163057"/>
                </a:lnTo>
                <a:close/>
                <a:lnTo>
                  <a:pt x="29791" y="288567"/>
                </a:lnTo>
                <a:close/>
                <a:lnTo>
                  <a:pt x="31281" y="264502"/>
                </a:lnTo>
                <a:close/>
                <a:lnTo>
                  <a:pt x="38729" y="388341"/>
                </a:lnTo>
                <a:close/>
                <a:lnTo>
                  <a:pt x="40218" y="368812"/>
                </a:lnTo>
                <a:close/>
                <a:lnTo>
                  <a:pt x="41708" y="380665"/>
                </a:lnTo>
                <a:close/>
                <a:lnTo>
                  <a:pt x="43197" y="296819"/>
                </a:lnTo>
                <a:close/>
                <a:lnTo>
                  <a:pt x="46177" y="383965"/>
                </a:lnTo>
                <a:close/>
                <a:lnTo>
                  <a:pt x="47666" y="392260"/>
                </a:lnTo>
                <a:close/>
                <a:lnTo>
                  <a:pt x="50645" y="284233"/>
                </a:lnTo>
                <a:close/>
                <a:lnTo>
                  <a:pt x="53624" y="331879"/>
                </a:lnTo>
                <a:close/>
                <a:lnTo>
                  <a:pt x="56604" y="294543"/>
                </a:lnTo>
                <a:close/>
                <a:lnTo>
                  <a:pt x="61072" y="469685"/>
                </a:lnTo>
                <a:close/>
                <a:lnTo>
                  <a:pt x="62562" y="397476"/>
                </a:lnTo>
                <a:close/>
                <a:lnTo>
                  <a:pt x="67031" y="486339"/>
                </a:lnTo>
                <a:close/>
                <a:lnTo>
                  <a:pt x="70010" y="432715"/>
                </a:lnTo>
                <a:close/>
                <a:lnTo>
                  <a:pt x="72989" y="494918"/>
                </a:lnTo>
                <a:close/>
                <a:lnTo>
                  <a:pt x="75968" y="341606"/>
                </a:lnTo>
                <a:close/>
                <a:lnTo>
                  <a:pt x="77458" y="298811"/>
                </a:lnTo>
                <a:close/>
                <a:lnTo>
                  <a:pt x="81926" y="475228"/>
                </a:lnTo>
                <a:close/>
                <a:lnTo>
                  <a:pt x="83416" y="472104"/>
                </a:lnTo>
                <a:close/>
                <a:lnTo>
                  <a:pt x="84905" y="517259"/>
                </a:lnTo>
                <a:close/>
                <a:lnTo>
                  <a:pt x="87885" y="397662"/>
                </a:lnTo>
                <a:close/>
                <a:lnTo>
                  <a:pt x="89374" y="389427"/>
                </a:lnTo>
                <a:close/>
                <a:lnTo>
                  <a:pt x="90864" y="356982"/>
                </a:lnTo>
                <a:close/>
                <a:lnTo>
                  <a:pt x="95333" y="545482"/>
                </a:lnTo>
                <a:close/>
                <a:lnTo>
                  <a:pt x="96822" y="540734"/>
                </a:lnTo>
                <a:close/>
                <a:lnTo>
                  <a:pt x="98312" y="515125"/>
                </a:lnTo>
                <a:close/>
                <a:lnTo>
                  <a:pt x="99801" y="541444"/>
                </a:lnTo>
                <a:close/>
                <a:lnTo>
                  <a:pt x="101291" y="542684"/>
                </a:lnTo>
                <a:close/>
                <a:lnTo>
                  <a:pt x="104270" y="489729"/>
                </a:lnTo>
                <a:close/>
                <a:lnTo>
                  <a:pt x="107249" y="545933"/>
                </a:lnTo>
                <a:close/>
                <a:lnTo>
                  <a:pt x="108739" y="556726"/>
                </a:lnTo>
                <a:close/>
                <a:lnTo>
                  <a:pt x="110228" y="535180"/>
                </a:lnTo>
                <a:close/>
                <a:lnTo>
                  <a:pt x="113207" y="348513"/>
                </a:lnTo>
                <a:close/>
                <a:lnTo>
                  <a:pt x="114697" y="395628"/>
                </a:lnTo>
                <a:close/>
                <a:lnTo>
                  <a:pt x="116187" y="372908"/>
                </a:lnTo>
                <a:close/>
                <a:lnTo>
                  <a:pt x="117676" y="435518"/>
                </a:lnTo>
                <a:close/>
                <a:lnTo>
                  <a:pt x="119166" y="369399"/>
                </a:lnTo>
                <a:close/>
                <a:lnTo>
                  <a:pt x="120655" y="376207"/>
                </a:lnTo>
                <a:close/>
                <a:lnTo>
                  <a:pt x="123634" y="310702"/>
                </a:lnTo>
                <a:close/>
                <a:lnTo>
                  <a:pt x="125124" y="292585"/>
                </a:lnTo>
                <a:close/>
                <a:lnTo>
                  <a:pt x="126614" y="214271"/>
                </a:lnTo>
                <a:close/>
                <a:lnTo>
                  <a:pt x="128103" y="246771"/>
                </a:lnTo>
                <a:close/>
                <a:lnTo>
                  <a:pt x="129593" y="214799"/>
                </a:lnTo>
                <a:close/>
                <a:lnTo>
                  <a:pt x="131082" y="230251"/>
                </a:lnTo>
                <a:close/>
                <a:lnTo>
                  <a:pt x="132572" y="210459"/>
                </a:lnTo>
                <a:close/>
                <a:lnTo>
                  <a:pt x="134062" y="232102"/>
                </a:lnTo>
                <a:close/>
                <a:lnTo>
                  <a:pt x="137041" y="94566"/>
                </a:lnTo>
                <a:close/>
                <a:lnTo>
                  <a:pt x="138530" y="169812"/>
                </a:lnTo>
                <a:close/>
                <a:lnTo>
                  <a:pt x="140020" y="135326"/>
                </a:lnTo>
                <a:close/>
                <a:lnTo>
                  <a:pt x="145978" y="460373"/>
                </a:lnTo>
                <a:close/>
                <a:lnTo>
                  <a:pt x="147468" y="457887"/>
                </a:lnTo>
                <a:close/>
                <a:lnTo>
                  <a:pt x="148957" y="398978"/>
                </a:lnTo>
                <a:close/>
                <a:lnTo>
                  <a:pt x="150447" y="425559"/>
                </a:lnTo>
                <a:close/>
                <a:lnTo>
                  <a:pt x="151936" y="405052"/>
                </a:lnTo>
                <a:close/>
                <a:lnTo>
                  <a:pt x="153426" y="432426"/>
                </a:lnTo>
                <a:close/>
                <a:lnTo>
                  <a:pt x="154916" y="404227"/>
                </a:lnTo>
                <a:close/>
                <a:lnTo>
                  <a:pt x="156405" y="414348"/>
                </a:lnTo>
                <a:close/>
                <a:lnTo>
                  <a:pt x="157895" y="376886"/>
                </a:lnTo>
                <a:close/>
                <a:lnTo>
                  <a:pt x="159384" y="404991"/>
                </a:lnTo>
                <a:close/>
                <a:lnTo>
                  <a:pt x="160874" y="384972"/>
                </a:lnTo>
                <a:close/>
                <a:lnTo>
                  <a:pt x="163853" y="304835"/>
                </a:lnTo>
                <a:close/>
                <a:lnTo>
                  <a:pt x="165343" y="304835"/>
                </a:lnTo>
                <a:close/>
                <a:lnTo>
                  <a:pt x="166832" y="283586"/>
                </a:lnTo>
                <a:close/>
                <a:lnTo>
                  <a:pt x="169811" y="329144"/>
                </a:lnTo>
                <a:close/>
                <a:lnTo>
                  <a:pt x="174280" y="518153"/>
                </a:lnTo>
                <a:close/>
                <a:lnTo>
                  <a:pt x="175770" y="492400"/>
                </a:lnTo>
                <a:close/>
                <a:lnTo>
                  <a:pt x="178749" y="631010"/>
                </a:lnTo>
                <a:close/>
                <a:lnTo>
                  <a:pt x="180238" y="551009"/>
                </a:lnTo>
                <a:close/>
                <a:lnTo>
                  <a:pt x="181728" y="555329"/>
                </a:lnTo>
                <a:close/>
                <a:lnTo>
                  <a:pt x="184707" y="609952"/>
                </a:lnTo>
                <a:close/>
                <a:lnTo>
                  <a:pt x="186197" y="619904"/>
                </a:lnTo>
                <a:close/>
                <a:lnTo>
                  <a:pt x="187686" y="563243"/>
                </a:lnTo>
                <a:close/>
                <a:lnTo>
                  <a:pt x="189176" y="562889"/>
                </a:lnTo>
                <a:close/>
                <a:lnTo>
                  <a:pt x="192155" y="647503"/>
                </a:lnTo>
                <a:close/>
                <a:lnTo>
                  <a:pt x="193645" y="591117"/>
                </a:lnTo>
                <a:close/>
                <a:lnTo>
                  <a:pt x="195134" y="589386"/>
                </a:lnTo>
                <a:close/>
                <a:lnTo>
                  <a:pt x="196624" y="526508"/>
                </a:lnTo>
                <a:close/>
                <a:lnTo>
                  <a:pt x="198113" y="583830"/>
                </a:lnTo>
                <a:close/>
                <a:lnTo>
                  <a:pt x="202582" y="333129"/>
                </a:lnTo>
                <a:close/>
                <a:lnTo>
                  <a:pt x="204072" y="395121"/>
                </a:lnTo>
                <a:close/>
                <a:lnTo>
                  <a:pt x="205561" y="375350"/>
                </a:lnTo>
                <a:close/>
                <a:lnTo>
                  <a:pt x="207051" y="374415"/>
                </a:lnTo>
                <a:close/>
                <a:lnTo>
                  <a:pt x="208540" y="391494"/>
                </a:lnTo>
                <a:close/>
                <a:lnTo>
                  <a:pt x="210030" y="332614"/>
                </a:lnTo>
                <a:close/>
                <a:lnTo>
                  <a:pt x="211519" y="336007"/>
                </a:lnTo>
                <a:close/>
                <a:lnTo>
                  <a:pt x="213009" y="406412"/>
                </a:lnTo>
                <a:close/>
                <a:lnTo>
                  <a:pt x="215988" y="324343"/>
                </a:lnTo>
                <a:close/>
                <a:lnTo>
                  <a:pt x="217478" y="386220"/>
                </a:lnTo>
                <a:close/>
                <a:lnTo>
                  <a:pt x="218967" y="346461"/>
                </a:lnTo>
                <a:close/>
                <a:lnTo>
                  <a:pt x="220457" y="344881"/>
                </a:lnTo>
                <a:close/>
                <a:lnTo>
                  <a:pt x="221947" y="337165"/>
                </a:lnTo>
                <a:close/>
                <a:lnTo>
                  <a:pt x="226415" y="492313"/>
                </a:lnTo>
                <a:close/>
                <a:lnTo>
                  <a:pt x="235353" y="238973"/>
                </a:lnTo>
                <a:close/>
                <a:lnTo>
                  <a:pt x="236842" y="217152"/>
                </a:lnTo>
                <a:close/>
                <a:lnTo>
                  <a:pt x="238332" y="271257"/>
                </a:lnTo>
                <a:close/>
                <a:lnTo>
                  <a:pt x="239821" y="265242"/>
                </a:lnTo>
                <a:close/>
                <a:lnTo>
                  <a:pt x="241311" y="275346"/>
                </a:lnTo>
                <a:close/>
                <a:lnTo>
                  <a:pt x="242801" y="351559"/>
                </a:lnTo>
                <a:close/>
                <a:lnTo>
                  <a:pt x="244290" y="353137"/>
                </a:lnTo>
                <a:close/>
                <a:lnTo>
                  <a:pt x="247269" y="311977"/>
                </a:lnTo>
                <a:close/>
                <a:lnTo>
                  <a:pt x="248759" y="243650"/>
                </a:lnTo>
                <a:close/>
                <a:lnTo>
                  <a:pt x="250248" y="283635"/>
                </a:lnTo>
                <a:close/>
                <a:lnTo>
                  <a:pt x="253228" y="207450"/>
                </a:lnTo>
                <a:close/>
                <a:lnTo>
                  <a:pt x="254717" y="196486"/>
                </a:lnTo>
                <a:close/>
                <a:lnTo>
                  <a:pt x="256207" y="174424"/>
                </a:lnTo>
                <a:close/>
                <a:lnTo>
                  <a:pt x="257696" y="180049"/>
                </a:lnTo>
                <a:close/>
                <a:lnTo>
                  <a:pt x="259186" y="112676"/>
                </a:lnTo>
                <a:close/>
                <a:lnTo>
                  <a:pt x="260675" y="157809"/>
                </a:lnTo>
                <a:close/>
                <a:lnTo>
                  <a:pt x="262165" y="154947"/>
                </a:lnTo>
                <a:close/>
                <a:lnTo>
                  <a:pt x="263655" y="135943"/>
                </a:lnTo>
                <a:close/>
                <a:lnTo>
                  <a:pt x="266634" y="85656"/>
                </a:lnTo>
                <a:close/>
                <a:lnTo>
                  <a:pt x="269613" y="175699"/>
                </a:lnTo>
                <a:close/>
                <a:lnTo>
                  <a:pt x="271103" y="118305"/>
                </a:lnTo>
                <a:close/>
                <a:lnTo>
                  <a:pt x="272592" y="175868"/>
                </a:lnTo>
                <a:close/>
                <a:lnTo>
                  <a:pt x="274082" y="162774"/>
                </a:lnTo>
                <a:close/>
                <a:lnTo>
                  <a:pt x="275571" y="257550"/>
                </a:lnTo>
                <a:close/>
                <a:lnTo>
                  <a:pt x="277061" y="260647"/>
                </a:lnTo>
                <a:close/>
                <a:lnTo>
                  <a:pt x="278550" y="348959"/>
                </a:lnTo>
                <a:close/>
                <a:lnTo>
                  <a:pt x="280040" y="312173"/>
                </a:lnTo>
                <a:close/>
                <a:lnTo>
                  <a:pt x="283019" y="367100"/>
                </a:lnTo>
                <a:close/>
                <a:lnTo>
                  <a:pt x="284509" y="468034"/>
                </a:lnTo>
                <a:close/>
                <a:lnTo>
                  <a:pt x="287488" y="406846"/>
                </a:lnTo>
                <a:close/>
                <a:lnTo>
                  <a:pt x="288977" y="417740"/>
                </a:lnTo>
                <a:close/>
                <a:lnTo>
                  <a:pt x="291957" y="329757"/>
                </a:lnTo>
                <a:close/>
                <a:lnTo>
                  <a:pt x="293446" y="330639"/>
                </a:lnTo>
                <a:close/>
                <a:lnTo>
                  <a:pt x="294936" y="333379"/>
                </a:lnTo>
                <a:close/>
                <a:lnTo>
                  <a:pt x="296425" y="366557"/>
                </a:lnTo>
                <a:close/>
                <a:lnTo>
                  <a:pt x="297915" y="339559"/>
                </a:lnTo>
                <a:close/>
                <a:lnTo>
                  <a:pt x="299404" y="256474"/>
                </a:lnTo>
                <a:close/>
                <a:lnTo>
                  <a:pt x="300894" y="284403"/>
                </a:lnTo>
                <a:close/>
                <a:lnTo>
                  <a:pt x="302384" y="284403"/>
                </a:lnTo>
                <a:close/>
                <a:lnTo>
                  <a:pt x="305363" y="361772"/>
                </a:lnTo>
                <a:close/>
                <a:lnTo>
                  <a:pt x="306852" y="330219"/>
                </a:lnTo>
                <a:close/>
                <a:lnTo>
                  <a:pt x="309831" y="378893"/>
                </a:lnTo>
                <a:close/>
                <a:lnTo>
                  <a:pt x="311321" y="383652"/>
                </a:lnTo>
                <a:close/>
                <a:lnTo>
                  <a:pt x="314300" y="242239"/>
                </a:lnTo>
                <a:close/>
                <a:lnTo>
                  <a:pt x="315790" y="253727"/>
                </a:lnTo>
                <a:close/>
                <a:lnTo>
                  <a:pt x="317279" y="210355"/>
                </a:lnTo>
                <a:close/>
                <a:lnTo>
                  <a:pt x="318769" y="209597"/>
                </a:lnTo>
                <a:close/>
                <a:lnTo>
                  <a:pt x="320259" y="245074"/>
                </a:lnTo>
                <a:close/>
                <a:lnTo>
                  <a:pt x="321748" y="244592"/>
                </a:lnTo>
                <a:close/>
                <a:lnTo>
                  <a:pt x="323238" y="258609"/>
                </a:lnTo>
                <a:close/>
                <a:lnTo>
                  <a:pt x="326217" y="354815"/>
                </a:lnTo>
                <a:close/>
                <a:lnTo>
                  <a:pt x="327706" y="339287"/>
                </a:lnTo>
                <a:close/>
                <a:lnTo>
                  <a:pt x="329196" y="279386"/>
                </a:lnTo>
                <a:close/>
                <a:lnTo>
                  <a:pt x="332175" y="299504"/>
                </a:lnTo>
                <a:close/>
                <a:lnTo>
                  <a:pt x="333665" y="292634"/>
                </a:lnTo>
                <a:close/>
                <a:lnTo>
                  <a:pt x="335154" y="311461"/>
                </a:lnTo>
                <a:close/>
                <a:lnTo>
                  <a:pt x="338133" y="262023"/>
                </a:lnTo>
                <a:close/>
                <a:lnTo>
                  <a:pt x="339623" y="342400"/>
                </a:lnTo>
                <a:close/>
                <a:lnTo>
                  <a:pt x="341113" y="341179"/>
                </a:lnTo>
                <a:close/>
                <a:lnTo>
                  <a:pt x="344092" y="251730"/>
                </a:lnTo>
                <a:close/>
                <a:lnTo>
                  <a:pt x="345581" y="322368"/>
                </a:lnTo>
                <a:close/>
                <a:lnTo>
                  <a:pt x="348560" y="174650"/>
                </a:lnTo>
                <a:close/>
                <a:lnTo>
                  <a:pt x="353029" y="343567"/>
                </a:lnTo>
                <a:close/>
                <a:lnTo>
                  <a:pt x="354519" y="326603"/>
                </a:lnTo>
                <a:close/>
                <a:lnTo>
                  <a:pt x="356008" y="310524"/>
                </a:lnTo>
                <a:close/>
                <a:lnTo>
                  <a:pt x="357498" y="252092"/>
                </a:lnTo>
                <a:close/>
                <a:lnTo>
                  <a:pt x="358988" y="301835"/>
                </a:lnTo>
                <a:close/>
                <a:lnTo>
                  <a:pt x="360477" y="285164"/>
                </a:lnTo>
                <a:close/>
                <a:lnTo>
                  <a:pt x="364946" y="157219"/>
                </a:lnTo>
                <a:close/>
                <a:lnTo>
                  <a:pt x="367925" y="216394"/>
                </a:lnTo>
                <a:close/>
                <a:lnTo>
                  <a:pt x="369415" y="203419"/>
                </a:lnTo>
                <a:close/>
                <a:lnTo>
                  <a:pt x="372394" y="336908"/>
                </a:lnTo>
                <a:close/>
                <a:lnTo>
                  <a:pt x="373883" y="359438"/>
                </a:lnTo>
                <a:close/>
                <a:lnTo>
                  <a:pt x="376862" y="499812"/>
                </a:lnTo>
                <a:close/>
                <a:lnTo>
                  <a:pt x="378352" y="485049"/>
                </a:lnTo>
                <a:close/>
                <a:lnTo>
                  <a:pt x="379842" y="496526"/>
                </a:lnTo>
                <a:close/>
                <a:lnTo>
                  <a:pt x="385800" y="713543"/>
                </a:lnTo>
                <a:close/>
                <a:lnTo>
                  <a:pt x="388779" y="611532"/>
                </a:lnTo>
                <a:close/>
                <a:lnTo>
                  <a:pt x="390269" y="644501"/>
                </a:lnTo>
                <a:close/>
                <a:lnTo>
                  <a:pt x="391758" y="552450"/>
                </a:lnTo>
                <a:close/>
                <a:lnTo>
                  <a:pt x="393248" y="569678"/>
                </a:lnTo>
                <a:close/>
                <a:lnTo>
                  <a:pt x="394737" y="518462"/>
                </a:lnTo>
                <a:close/>
                <a:lnTo>
                  <a:pt x="396227" y="529772"/>
                </a:lnTo>
                <a:close/>
                <a:lnTo>
                  <a:pt x="399206" y="461081"/>
                </a:lnTo>
                <a:close/>
                <a:lnTo>
                  <a:pt x="402185" y="646513"/>
                </a:lnTo>
                <a:close/>
                <a:lnTo>
                  <a:pt x="405164" y="549657"/>
                </a:lnTo>
                <a:close/>
                <a:lnTo>
                  <a:pt x="406654" y="624304"/>
                </a:lnTo>
                <a:close/>
                <a:lnTo>
                  <a:pt x="408144" y="540922"/>
                </a:lnTo>
                <a:close/>
                <a:lnTo>
                  <a:pt x="409633" y="540526"/>
                </a:lnTo>
                <a:close/>
                <a:lnTo>
                  <a:pt x="411123" y="595188"/>
                </a:lnTo>
                <a:close/>
                <a:lnTo>
                  <a:pt x="418571" y="382721"/>
                </a:lnTo>
                <a:close/>
                <a:lnTo>
                  <a:pt x="420060" y="401627"/>
                </a:lnTo>
                <a:close/>
                <a:lnTo>
                  <a:pt x="421550" y="351370"/>
                </a:lnTo>
                <a:close/>
                <a:lnTo>
                  <a:pt x="424529" y="419983"/>
                </a:lnTo>
                <a:close/>
                <a:lnTo>
                  <a:pt x="427508" y="333697"/>
                </a:lnTo>
                <a:close/>
                <a:lnTo>
                  <a:pt x="430487" y="535367"/>
                </a:lnTo>
                <a:close/>
                <a:lnTo>
                  <a:pt x="431977" y="556832"/>
                </a:lnTo>
                <a:close/>
                <a:lnTo>
                  <a:pt x="433466" y="536460"/>
                </a:lnTo>
                <a:close/>
                <a:lnTo>
                  <a:pt x="434956" y="494578"/>
                </a:lnTo>
                <a:close/>
                <a:lnTo>
                  <a:pt x="436445" y="508668"/>
                </a:lnTo>
                <a:close/>
                <a:lnTo>
                  <a:pt x="437935" y="452084"/>
                </a:lnTo>
                <a:close/>
                <a:lnTo>
                  <a:pt x="439425" y="506905"/>
                </a:lnTo>
                <a:close/>
                <a:lnTo>
                  <a:pt x="440914" y="487415"/>
                </a:lnTo>
                <a:close/>
                <a:lnTo>
                  <a:pt x="442404" y="549169"/>
                </a:lnTo>
                <a:close/>
                <a:lnTo>
                  <a:pt x="443893" y="502675"/>
                </a:lnTo>
                <a:close/>
                <a:lnTo>
                  <a:pt x="445383" y="519413"/>
                </a:lnTo>
                <a:close/>
                <a:lnTo>
                  <a:pt x="448362" y="315599"/>
                </a:lnTo>
                <a:close/>
                <a:lnTo>
                  <a:pt x="449852" y="361397"/>
                </a:lnTo>
                <a:close/>
                <a:lnTo>
                  <a:pt x="451341" y="326239"/>
                </a:lnTo>
                <a:close/>
                <a:lnTo>
                  <a:pt x="454320" y="368684"/>
                </a:lnTo>
                <a:close/>
                <a:lnTo>
                  <a:pt x="457300" y="485336"/>
                </a:lnTo>
                <a:close/>
                <a:lnTo>
                  <a:pt x="463258" y="357009"/>
                </a:lnTo>
                <a:close/>
                <a:lnTo>
                  <a:pt x="464747" y="356365"/>
                </a:lnTo>
                <a:close/>
                <a:lnTo>
                  <a:pt x="472195" y="219744"/>
                </a:lnTo>
                <a:close/>
                <a:lnTo>
                  <a:pt x="473685" y="263049"/>
                </a:lnTo>
                <a:close/>
                <a:lnTo>
                  <a:pt x="475174" y="119892"/>
                </a:lnTo>
                <a:close/>
                <a:lnTo>
                  <a:pt x="476664" y="135906"/>
                </a:lnTo>
                <a:close/>
                <a:lnTo>
                  <a:pt x="478154" y="125052"/>
                </a:lnTo>
                <a:close/>
                <a:lnTo>
                  <a:pt x="481133" y="186770"/>
                </a:lnTo>
                <a:close/>
                <a:lnTo>
                  <a:pt x="482622" y="91277"/>
                </a:lnTo>
                <a:close/>
                <a:lnTo>
                  <a:pt x="484112" y="113406"/>
                </a:lnTo>
                <a:close/>
                <a:lnTo>
                  <a:pt x="485601" y="208208"/>
                </a:lnTo>
                <a:close/>
                <a:lnTo>
                  <a:pt x="487091" y="192445"/>
                </a:lnTo>
                <a:close/>
                <a:lnTo>
                  <a:pt x="488581" y="222338"/>
                </a:lnTo>
                <a:close/>
                <a:lnTo>
                  <a:pt x="491560" y="196633"/>
                </a:lnTo>
                <a:close/>
                <a:lnTo>
                  <a:pt x="493049" y="279058"/>
                </a:lnTo>
                <a:close/>
                <a:lnTo>
                  <a:pt x="496029" y="139172"/>
                </a:lnTo>
                <a:close/>
                <a:lnTo>
                  <a:pt x="497518" y="173306"/>
                </a:lnTo>
                <a:close/>
                <a:lnTo>
                  <a:pt x="499008" y="158752"/>
                </a:lnTo>
                <a:close/>
                <a:lnTo>
                  <a:pt x="501987" y="216331"/>
                </a:lnTo>
                <a:close/>
                <a:lnTo>
                  <a:pt x="503476" y="219927"/>
                </a:lnTo>
                <a:close/>
                <a:lnTo>
                  <a:pt x="506456" y="272953"/>
                </a:lnTo>
                <a:close/>
                <a:lnTo>
                  <a:pt x="507945" y="250952"/>
                </a:lnTo>
                <a:close/>
                <a:lnTo>
                  <a:pt x="510924" y="321362"/>
                </a:lnTo>
                <a:close/>
                <a:lnTo>
                  <a:pt x="513903" y="226428"/>
                </a:lnTo>
                <a:close/>
                <a:lnTo>
                  <a:pt x="515393" y="255481"/>
                </a:lnTo>
                <a:close/>
                <a:lnTo>
                  <a:pt x="516883" y="198178"/>
                </a:lnTo>
                <a:close/>
                <a:lnTo>
                  <a:pt x="518372" y="231070"/>
                </a:lnTo>
                <a:close/>
                <a:lnTo>
                  <a:pt x="519862" y="204914"/>
                </a:lnTo>
                <a:close/>
                <a:lnTo>
                  <a:pt x="521351" y="229704"/>
                </a:lnTo>
                <a:close/>
                <a:lnTo>
                  <a:pt x="522841" y="223278"/>
                </a:lnTo>
                <a:close/>
                <a:lnTo>
                  <a:pt x="524330" y="199969"/>
                </a:lnTo>
                <a:close/>
                <a:lnTo>
                  <a:pt x="527310" y="73442"/>
                </a:lnTo>
                <a:close/>
                <a:lnTo>
                  <a:pt x="528799" y="90326"/>
                </a:lnTo>
                <a:close/>
                <a:lnTo>
                  <a:pt x="531778" y="170749"/>
                </a:lnTo>
                <a:close/>
                <a:lnTo>
                  <a:pt x="533268" y="169870"/>
                </a:lnTo>
                <a:close/>
                <a:lnTo>
                  <a:pt x="534757" y="158058"/>
                </a:lnTo>
                <a:close/>
                <a:lnTo>
                  <a:pt x="536247" y="229930"/>
                </a:lnTo>
                <a:close/>
                <a:lnTo>
                  <a:pt x="539226" y="161225"/>
                </a:lnTo>
                <a:close/>
                <a:lnTo>
                  <a:pt x="542205" y="238278"/>
                </a:lnTo>
                <a:close/>
                <a:lnTo>
                  <a:pt x="543695" y="223728"/>
                </a:lnTo>
                <a:close/>
                <a:lnTo>
                  <a:pt x="545185" y="261731"/>
                </a:lnTo>
                <a:close/>
                <a:lnTo>
                  <a:pt x="548164" y="199028"/>
                </a:lnTo>
                <a:close/>
                <a:lnTo>
                  <a:pt x="551143" y="321531"/>
                </a:lnTo>
                <a:close/>
                <a:lnTo>
                  <a:pt x="552632" y="305629"/>
                </a:lnTo>
                <a:close/>
                <a:lnTo>
                  <a:pt x="557101" y="410277"/>
                </a:lnTo>
                <a:close/>
                <a:lnTo>
                  <a:pt x="558591" y="416582"/>
                </a:lnTo>
                <a:close/>
                <a:lnTo>
                  <a:pt x="561570" y="465957"/>
                </a:lnTo>
                <a:close/>
                <a:lnTo>
                  <a:pt x="566039" y="362109"/>
                </a:lnTo>
                <a:close/>
                <a:lnTo>
                  <a:pt x="567528" y="280284"/>
                </a:lnTo>
                <a:close/>
                <a:lnTo>
                  <a:pt x="569018" y="282028"/>
                </a:lnTo>
                <a:close/>
                <a:lnTo>
                  <a:pt x="570507" y="206577"/>
                </a:lnTo>
                <a:close/>
                <a:lnTo>
                  <a:pt x="571997" y="216954"/>
                </a:lnTo>
                <a:close/>
                <a:lnTo>
                  <a:pt x="573486" y="75885"/>
                </a:lnTo>
                <a:close/>
                <a:lnTo>
                  <a:pt x="574976" y="75885"/>
                </a:lnTo>
                <a:close/>
                <a:lnTo>
                  <a:pt x="577955" y="17107"/>
                </a:lnTo>
                <a:close/>
                <a:lnTo>
                  <a:pt x="579445" y="60122"/>
                </a:lnTo>
                <a:close/>
                <a:lnTo>
                  <a:pt x="580934" y="47765"/>
                </a:lnTo>
                <a:close/>
                <a:lnTo>
                  <a:pt x="582424" y="100713"/>
                </a:lnTo>
                <a:close/>
                <a:lnTo>
                  <a:pt x="583914" y="93122"/>
                </a:lnTo>
                <a:close/>
                <a:lnTo>
                  <a:pt x="585403" y="67374"/>
                </a:lnTo>
                <a:close/>
                <a:lnTo>
                  <a:pt x="586893" y="99922"/>
                </a:lnTo>
                <a:close/>
                <a:lnTo>
                  <a:pt x="588382" y="67408"/>
                </a:lnTo>
                <a:close/>
                <a:lnTo>
                  <a:pt x="589872" y="0"/>
                </a:lnTo>
                <a:close/>
                <a:lnTo>
                  <a:pt x="594341" y="198543"/>
                </a:lnTo>
                <a:close/>
                <a:lnTo>
                  <a:pt x="595830" y="192109"/>
                </a:lnTo>
                <a:close/>
                <a:lnTo>
                  <a:pt x="597320" y="195335"/>
                </a:lnTo>
                <a:close/>
                <a:lnTo>
                  <a:pt x="598809" y="186051"/>
                </a:lnTo>
                <a:close/>
                <a:lnTo>
                  <a:pt x="600299" y="232759"/>
                </a:lnTo>
                <a:close/>
                <a:lnTo>
                  <a:pt x="601788" y="179613"/>
                </a:lnTo>
                <a:close/>
                <a:lnTo>
                  <a:pt x="603278" y="241959"/>
                </a:lnTo>
                <a:close/>
                <a:lnTo>
                  <a:pt x="604768" y="220148"/>
                </a:lnTo>
                <a:close/>
                <a:lnTo>
                  <a:pt x="606257" y="233510"/>
                </a:lnTo>
                <a:close/>
                <a:lnTo>
                  <a:pt x="607747" y="198953"/>
                </a:lnTo>
                <a:close/>
                <a:lnTo>
                  <a:pt x="610726" y="210213"/>
                </a:lnTo>
                <a:close/>
                <a:lnTo>
                  <a:pt x="612215" y="171136"/>
                </a:lnTo>
                <a:close/>
                <a:lnTo>
                  <a:pt x="613705" y="196656"/>
                </a:lnTo>
                <a:close/>
                <a:lnTo>
                  <a:pt x="615195" y="85754"/>
                </a:lnTo>
                <a:close/>
                <a:lnTo>
                  <a:pt x="619663" y="184904"/>
                </a:lnTo>
                <a:close/>
                <a:lnTo>
                  <a:pt x="621153" y="175449"/>
                </a:lnTo>
                <a:close/>
                <a:lnTo>
                  <a:pt x="622642" y="259315"/>
                </a:lnTo>
                <a:close/>
                <a:lnTo>
                  <a:pt x="624132" y="252595"/>
                </a:lnTo>
                <a:close/>
                <a:lnTo>
                  <a:pt x="625622" y="204601"/>
                </a:lnTo>
                <a:close/>
                <a:lnTo>
                  <a:pt x="628601" y="252037"/>
                </a:lnTo>
                <a:close/>
                <a:lnTo>
                  <a:pt x="630090" y="322943"/>
                </a:lnTo>
                <a:close/>
                <a:lnTo>
                  <a:pt x="633070" y="241594"/>
                </a:lnTo>
                <a:close/>
                <a:lnTo>
                  <a:pt x="634559" y="274410"/>
                </a:lnTo>
                <a:close/>
                <a:lnTo>
                  <a:pt x="636049" y="244289"/>
                </a:lnTo>
                <a:close/>
                <a:lnTo>
                  <a:pt x="637538" y="286517"/>
                </a:lnTo>
                <a:close/>
                <a:lnTo>
                  <a:pt x="639028" y="256684"/>
                </a:lnTo>
                <a:close/>
                <a:lnTo>
                  <a:pt x="640517" y="256684"/>
                </a:lnTo>
                <a:close/>
                <a:lnTo>
                  <a:pt x="642007" y="300945"/>
                </a:lnTo>
                <a:close/>
                <a:lnTo>
                  <a:pt x="643497" y="391106"/>
                </a:lnTo>
                <a:close/>
                <a:lnTo>
                  <a:pt x="644986" y="384195"/>
                </a:lnTo>
                <a:close/>
                <a:lnTo>
                  <a:pt x="646476" y="370312"/>
                </a:lnTo>
                <a:close/>
                <a:lnTo>
                  <a:pt x="650944" y="418844"/>
                </a:lnTo>
                <a:close/>
                <a:lnTo>
                  <a:pt x="652434" y="357725"/>
                </a:lnTo>
                <a:close/>
                <a:lnTo>
                  <a:pt x="653924" y="438803"/>
                </a:lnTo>
                <a:close/>
                <a:lnTo>
                  <a:pt x="655413" y="411692"/>
                </a:lnTo>
                <a:close/>
                <a:lnTo>
                  <a:pt x="656903" y="424447"/>
                </a:lnTo>
                <a:close/>
                <a:lnTo>
                  <a:pt x="658392" y="405085"/>
                </a:lnTo>
                <a:close/>
                <a:lnTo>
                  <a:pt x="659882" y="316728"/>
                </a:lnTo>
                <a:close/>
                <a:lnTo>
                  <a:pt x="661371" y="339661"/>
                </a:lnTo>
                <a:close/>
                <a:lnTo>
                  <a:pt x="662861" y="335832"/>
                </a:lnTo>
                <a:close/>
                <a:lnTo>
                  <a:pt x="664351" y="327157"/>
                </a:lnTo>
                <a:close/>
                <a:lnTo>
                  <a:pt x="671799" y="622629"/>
                </a:lnTo>
                <a:close/>
                <a:lnTo>
                  <a:pt x="673288" y="639953"/>
                </a:lnTo>
                <a:close/>
                <a:lnTo>
                  <a:pt x="674778" y="692441"/>
                </a:lnTo>
                <a:close/>
                <a:lnTo>
                  <a:pt x="677757" y="621093"/>
                </a:lnTo>
                <a:close/>
                <a:lnTo>
                  <a:pt x="679246" y="641214"/>
                </a:lnTo>
                <a:close/>
                <a:lnTo>
                  <a:pt x="680736" y="625260"/>
                </a:lnTo>
                <a:close/>
                <a:lnTo>
                  <a:pt x="683715" y="689031"/>
                </a:lnTo>
                <a:close/>
                <a:lnTo>
                  <a:pt x="685205" y="684267"/>
                </a:lnTo>
                <a:close/>
                <a:lnTo>
                  <a:pt x="688184" y="778192"/>
                </a:lnTo>
                <a:close/>
                <a:lnTo>
                  <a:pt x="689673" y="720455"/>
                </a:lnTo>
                <a:close/>
                <a:lnTo>
                  <a:pt x="691163" y="722065"/>
                </a:lnTo>
                <a:close/>
                <a:lnTo>
                  <a:pt x="692653" y="687202"/>
                </a:lnTo>
                <a:close/>
                <a:lnTo>
                  <a:pt x="695632" y="747395"/>
                </a:lnTo>
                <a:close/>
                <a:lnTo>
                  <a:pt x="698611" y="670977"/>
                </a:lnTo>
                <a:close/>
                <a:lnTo>
                  <a:pt x="701590" y="721699"/>
                </a:lnTo>
                <a:close/>
                <a:lnTo>
                  <a:pt x="703080" y="768254"/>
                </a:lnTo>
                <a:close/>
                <a:lnTo>
                  <a:pt x="704569" y="744623"/>
                </a:lnTo>
                <a:close/>
                <a:lnTo>
                  <a:pt x="707548" y="754424"/>
                </a:lnTo>
                <a:close/>
                <a:lnTo>
                  <a:pt x="709038" y="758210"/>
                </a:lnTo>
                <a:close/>
                <a:lnTo>
                  <a:pt x="710527" y="750859"/>
                </a:lnTo>
                <a:close/>
                <a:lnTo>
                  <a:pt x="712017" y="828512"/>
                </a:lnTo>
                <a:close/>
                <a:lnTo>
                  <a:pt x="713507" y="778417"/>
                </a:lnTo>
                <a:close/>
                <a:lnTo>
                  <a:pt x="716486" y="874954"/>
                </a:lnTo>
                <a:close/>
                <a:lnTo>
                  <a:pt x="717975" y="864170"/>
                </a:lnTo>
                <a:close/>
                <a:lnTo>
                  <a:pt x="720955" y="782713"/>
                </a:lnTo>
                <a:close/>
                <a:lnTo>
                  <a:pt x="722444" y="841711"/>
                </a:lnTo>
                <a:close/>
                <a:lnTo>
                  <a:pt x="723934" y="774295"/>
                </a:lnTo>
                <a:close/>
                <a:lnTo>
                  <a:pt x="725423" y="835014"/>
                </a:lnTo>
                <a:close/>
                <a:lnTo>
                  <a:pt x="726913" y="799577"/>
                </a:lnTo>
                <a:close/>
                <a:lnTo>
                  <a:pt x="728402" y="799211"/>
                </a:lnTo>
                <a:close/>
                <a:lnTo>
                  <a:pt x="729892" y="758712"/>
                </a:lnTo>
                <a:close/>
                <a:lnTo>
                  <a:pt x="731382" y="877966"/>
                </a:lnTo>
                <a:close/>
                <a:lnTo>
                  <a:pt x="732871" y="881136"/>
                </a:lnTo>
                <a:close/>
                <a:lnTo>
                  <a:pt x="735850" y="839982"/>
                </a:lnTo>
                <a:close/>
                <a:lnTo>
                  <a:pt x="737340" y="862823"/>
                </a:lnTo>
                <a:close/>
                <a:lnTo>
                  <a:pt x="738829" y="931026"/>
                </a:lnTo>
                <a:close/>
                <a:lnTo>
                  <a:pt x="740319" y="886509"/>
                </a:lnTo>
                <a:close/>
                <a:lnTo>
                  <a:pt x="741809" y="893724"/>
                </a:lnTo>
                <a:close/>
                <a:lnTo>
                  <a:pt x="743298" y="920893"/>
                </a:lnTo>
                <a:close/>
                <a:lnTo>
                  <a:pt x="744788" y="850931"/>
                </a:lnTo>
                <a:close/>
                <a:lnTo>
                  <a:pt x="746277" y="891323"/>
                </a:lnTo>
                <a:close/>
                <a:lnTo>
                  <a:pt x="747767" y="859368"/>
                </a:lnTo>
                <a:close/>
                <a:lnTo>
                  <a:pt x="749256" y="786322"/>
                </a:lnTo>
                <a:close/>
                <a:lnTo>
                  <a:pt x="752236" y="785976"/>
                </a:lnTo>
                <a:close/>
                <a:lnTo>
                  <a:pt x="753725" y="785931"/>
                </a:lnTo>
                <a:close/>
                <a:lnTo>
                  <a:pt x="755215" y="723429"/>
                </a:lnTo>
                <a:close/>
                <a:lnTo>
                  <a:pt x="756704" y="744299"/>
                </a:lnTo>
                <a:close/>
                <a:lnTo>
                  <a:pt x="758194" y="702022"/>
                </a:lnTo>
                <a:close/>
                <a:lnTo>
                  <a:pt x="759683" y="717590"/>
                </a:lnTo>
                <a:close/>
                <a:lnTo>
                  <a:pt x="761173" y="717590"/>
                </a:lnTo>
                <a:close/>
                <a:lnTo>
                  <a:pt x="764152" y="635536"/>
                </a:lnTo>
                <a:close/>
                <a:lnTo>
                  <a:pt x="767131" y="754375"/>
                </a:lnTo>
                <a:close/>
                <a:lnTo>
                  <a:pt x="768621" y="785780"/>
                </a:lnTo>
                <a:close/>
                <a:lnTo>
                  <a:pt x="771600" y="633967"/>
                </a:lnTo>
                <a:close/>
                <a:lnTo>
                  <a:pt x="773090" y="699630"/>
                </a:lnTo>
                <a:close/>
                <a:lnTo>
                  <a:pt x="774579" y="701689"/>
                </a:lnTo>
                <a:close/>
                <a:lnTo>
                  <a:pt x="776069" y="675506"/>
                </a:lnTo>
                <a:close/>
                <a:lnTo>
                  <a:pt x="779048" y="570224"/>
                </a:lnTo>
                <a:close/>
                <a:lnTo>
                  <a:pt x="780538" y="598471"/>
                </a:lnTo>
                <a:close/>
                <a:lnTo>
                  <a:pt x="782027" y="520553"/>
                </a:lnTo>
                <a:close/>
                <a:lnTo>
                  <a:pt x="783517" y="543451"/>
                </a:lnTo>
                <a:close/>
                <a:lnTo>
                  <a:pt x="785006" y="541211"/>
                </a:lnTo>
                <a:close/>
                <a:lnTo>
                  <a:pt x="786496" y="563739"/>
                </a:lnTo>
                <a:close/>
                <a:lnTo>
                  <a:pt x="789475" y="517671"/>
                </a:lnTo>
                <a:close/>
                <a:lnTo>
                  <a:pt x="790965" y="540721"/>
                </a:lnTo>
                <a:close/>
                <a:lnTo>
                  <a:pt x="792454" y="534494"/>
                </a:lnTo>
                <a:close/>
                <a:lnTo>
                  <a:pt x="793944" y="513268"/>
                </a:lnTo>
                <a:close/>
                <a:lnTo>
                  <a:pt x="795433" y="529615"/>
                </a:lnTo>
                <a:close/>
                <a:lnTo>
                  <a:pt x="796923" y="418245"/>
                </a:lnTo>
                <a:close/>
                <a:lnTo>
                  <a:pt x="798412" y="444158"/>
                </a:lnTo>
                <a:close/>
                <a:lnTo>
                  <a:pt x="799902" y="512743"/>
                </a:lnTo>
                <a:close/>
                <a:lnTo>
                  <a:pt x="801392" y="511196"/>
                </a:lnTo>
                <a:close/>
                <a:lnTo>
                  <a:pt x="802881" y="496615"/>
                </a:lnTo>
                <a:close/>
                <a:lnTo>
                  <a:pt x="805860" y="335093"/>
                </a:lnTo>
                <a:close/>
                <a:lnTo>
                  <a:pt x="807350" y="470740"/>
                </a:lnTo>
                <a:close/>
                <a:lnTo>
                  <a:pt x="808840" y="450341"/>
                </a:lnTo>
                <a:close/>
                <a:lnTo>
                  <a:pt x="810329" y="488327"/>
                </a:lnTo>
                <a:close/>
                <a:lnTo>
                  <a:pt x="811819" y="430525"/>
                </a:lnTo>
                <a:close/>
                <a:lnTo>
                  <a:pt x="814798" y="485253"/>
                </a:lnTo>
                <a:close/>
                <a:lnTo>
                  <a:pt x="817777" y="570683"/>
                </a:lnTo>
                <a:close/>
                <a:lnTo>
                  <a:pt x="819267" y="557929"/>
                </a:lnTo>
                <a:close/>
                <a:lnTo>
                  <a:pt x="820756" y="529105"/>
                </a:lnTo>
                <a:close/>
                <a:lnTo>
                  <a:pt x="822246" y="570499"/>
                </a:lnTo>
                <a:close/>
                <a:lnTo>
                  <a:pt x="825225" y="525718"/>
                </a:lnTo>
                <a:close/>
                <a:lnTo>
                  <a:pt x="828204" y="567043"/>
                </a:lnTo>
                <a:close/>
                <a:lnTo>
                  <a:pt x="829694" y="491092"/>
                </a:lnTo>
                <a:close/>
                <a:lnTo>
                  <a:pt x="831183" y="530117"/>
                </a:lnTo>
                <a:close/>
                <a:lnTo>
                  <a:pt x="832673" y="497806"/>
                </a:lnTo>
                <a:close/>
                <a:lnTo>
                  <a:pt x="834162" y="419864"/>
                </a:lnTo>
                <a:close/>
                <a:lnTo>
                  <a:pt x="835652" y="446086"/>
                </a:lnTo>
                <a:close/>
                <a:lnTo>
                  <a:pt x="840121" y="332673"/>
                </a:lnTo>
                <a:close/>
                <a:lnTo>
                  <a:pt x="843100" y="444499"/>
                </a:lnTo>
                <a:close/>
                <a:lnTo>
                  <a:pt x="844589" y="515279"/>
                </a:lnTo>
                <a:close/>
                <a:lnTo>
                  <a:pt x="846079" y="490204"/>
                </a:lnTo>
                <a:close/>
                <a:lnTo>
                  <a:pt x="850548" y="313221"/>
                </a:lnTo>
                <a:close/>
                <a:lnTo>
                  <a:pt x="852037" y="337742"/>
                </a:lnTo>
                <a:close/>
                <a:lnTo>
                  <a:pt x="853527" y="282094"/>
                </a:lnTo>
                <a:close/>
                <a:lnTo>
                  <a:pt x="855016" y="303760"/>
                </a:lnTo>
                <a:close/>
                <a:lnTo>
                  <a:pt x="857996" y="258517"/>
                </a:lnTo>
                <a:close/>
                <a:lnTo>
                  <a:pt x="860975" y="293543"/>
                </a:lnTo>
                <a:close/>
                <a:lnTo>
                  <a:pt x="862464" y="230306"/>
                </a:lnTo>
                <a:close/>
                <a:lnTo>
                  <a:pt x="863954" y="249884"/>
                </a:lnTo>
                <a:close/>
                <a:lnTo>
                  <a:pt x="865443" y="221446"/>
                </a:lnTo>
                <a:close/>
                <a:lnTo>
                  <a:pt x="866933" y="245077"/>
                </a:lnTo>
                <a:close/>
                <a:lnTo>
                  <a:pt x="868423" y="204091"/>
                </a:lnTo>
                <a:close/>
                <a:lnTo>
                  <a:pt x="869912" y="216275"/>
                </a:lnTo>
                <a:close/>
                <a:lnTo>
                  <a:pt x="871402" y="215381"/>
                </a:lnTo>
                <a:close/>
                <a:lnTo>
                  <a:pt x="872891" y="226462"/>
                </a:lnTo>
                <a:close/>
                <a:lnTo>
                  <a:pt x="875870" y="192785"/>
                </a:lnTo>
                <a:close/>
                <a:lnTo>
                  <a:pt x="877360" y="308562"/>
                </a:lnTo>
                <a:close/>
                <a:lnTo>
                  <a:pt x="878850" y="292186"/>
                </a:lnTo>
                <a:close/>
                <a:lnTo>
                  <a:pt x="884808" y="432798"/>
                </a:lnTo>
                <a:close/>
                <a:lnTo>
                  <a:pt x="886297" y="465262"/>
                </a:lnTo>
                <a:close/>
                <a:lnTo>
                  <a:pt x="887787" y="432956"/>
                </a:lnTo>
                <a:close/>
                <a:lnTo>
                  <a:pt x="889277" y="432956"/>
                </a:lnTo>
                <a:close/>
                <a:lnTo>
                  <a:pt x="892256" y="508538"/>
                </a:lnTo>
                <a:close/>
                <a:lnTo>
                  <a:pt x="893745" y="451214"/>
                </a:lnTo>
                <a:close/>
                <a:lnTo>
                  <a:pt x="895235" y="477083"/>
                </a:lnTo>
                <a:close/>
                <a:lnTo>
                  <a:pt x="896724" y="469328"/>
                </a:lnTo>
                <a:close/>
                <a:lnTo>
                  <a:pt x="899704" y="568144"/>
                </a:lnTo>
                <a:close/>
                <a:lnTo>
                  <a:pt x="902683" y="511439"/>
                </a:lnTo>
                <a:close/>
                <a:lnTo>
                  <a:pt x="904172" y="533760"/>
                </a:lnTo>
                <a:close/>
                <a:lnTo>
                  <a:pt x="905662" y="523404"/>
                </a:lnTo>
                <a:close/>
                <a:lnTo>
                  <a:pt x="908641" y="421931"/>
                </a:lnTo>
                <a:close/>
                <a:lnTo>
                  <a:pt x="911620" y="493097"/>
                </a:lnTo>
                <a:close/>
                <a:lnTo>
                  <a:pt x="913110" y="433546"/>
                </a:lnTo>
                <a:close/>
                <a:lnTo>
                  <a:pt x="914599" y="495093"/>
                </a:lnTo>
                <a:close/>
                <a:lnTo>
                  <a:pt x="916089" y="429602"/>
                </a:lnTo>
                <a:close/>
                <a:lnTo>
                  <a:pt x="919068" y="482984"/>
                </a:lnTo>
                <a:close/>
                <a:lnTo>
                  <a:pt x="920558" y="429557"/>
                </a:lnTo>
                <a:close/>
                <a:lnTo>
                  <a:pt x="923537" y="460870"/>
                </a:lnTo>
                <a:close/>
                <a:lnTo>
                  <a:pt x="925026" y="399154"/>
                </a:lnTo>
                <a:close/>
                <a:lnTo>
                  <a:pt x="928006" y="485376"/>
                </a:lnTo>
                <a:close/>
                <a:lnTo>
                  <a:pt x="929495" y="461244"/>
                </a:lnTo>
                <a:close/>
                <a:lnTo>
                  <a:pt x="930985" y="497252"/>
                </a:lnTo>
                <a:close/>
                <a:lnTo>
                  <a:pt x="933964" y="416211"/>
                </a:lnTo>
                <a:close/>
                <a:lnTo>
                  <a:pt x="935453" y="471571"/>
                </a:lnTo>
                <a:close/>
                <a:lnTo>
                  <a:pt x="936943" y="468977"/>
                </a:lnTo>
                <a:close/>
                <a:lnTo>
                  <a:pt x="938433" y="492005"/>
                </a:lnTo>
                <a:close/>
                <a:lnTo>
                  <a:pt x="939922" y="471509"/>
                </a:lnTo>
                <a:close/>
                <a:lnTo>
                  <a:pt x="941412" y="491430"/>
                </a:lnTo>
                <a:close/>
                <a:lnTo>
                  <a:pt x="944391" y="594332"/>
                </a:lnTo>
                <a:close/>
                <a:lnTo>
                  <a:pt x="945881" y="603434"/>
                </a:lnTo>
                <a:close/>
                <a:lnTo>
                  <a:pt x="947370" y="586359"/>
                </a:lnTo>
                <a:close/>
                <a:lnTo>
                  <a:pt x="948860" y="551427"/>
                </a:lnTo>
                <a:close/>
                <a:lnTo>
                  <a:pt x="951839" y="435508"/>
                </a:lnTo>
                <a:close/>
                <a:lnTo>
                  <a:pt x="953328" y="484608"/>
                </a:lnTo>
                <a:close/>
                <a:lnTo>
                  <a:pt x="954818" y="448077"/>
                </a:lnTo>
                <a:close/>
                <a:lnTo>
                  <a:pt x="956308" y="456139"/>
                </a:lnTo>
                <a:close/>
                <a:lnTo>
                  <a:pt x="959287" y="392341"/>
                </a:lnTo>
                <a:close/>
                <a:lnTo>
                  <a:pt x="960776" y="372917"/>
                </a:lnTo>
                <a:close/>
                <a:lnTo>
                  <a:pt x="962266" y="388874"/>
                </a:lnTo>
                <a:close/>
                <a:lnTo>
                  <a:pt x="963755" y="385992"/>
                </a:lnTo>
                <a:close/>
                <a:lnTo>
                  <a:pt x="965245" y="420578"/>
                </a:lnTo>
                <a:close/>
                <a:lnTo>
                  <a:pt x="966735" y="349304"/>
                </a:lnTo>
                <a:close/>
                <a:lnTo>
                  <a:pt x="971203" y="487441"/>
                </a:lnTo>
                <a:close/>
                <a:lnTo>
                  <a:pt x="972693" y="448152"/>
                </a:lnTo>
                <a:close/>
                <a:lnTo>
                  <a:pt x="974182" y="565911"/>
                </a:lnTo>
                <a:close/>
                <a:lnTo>
                  <a:pt x="975672" y="546755"/>
                </a:lnTo>
                <a:close/>
                <a:lnTo>
                  <a:pt x="977162" y="551179"/>
                </a:lnTo>
                <a:close/>
                <a:lnTo>
                  <a:pt x="980141" y="622205"/>
                </a:lnTo>
                <a:close/>
                <a:lnTo>
                  <a:pt x="981630" y="595732"/>
                </a:lnTo>
                <a:close/>
                <a:lnTo>
                  <a:pt x="983120" y="654848"/>
                </a:lnTo>
                <a:close/>
                <a:lnTo>
                  <a:pt x="984609" y="639845"/>
                </a:lnTo>
                <a:close/>
                <a:lnTo>
                  <a:pt x="986099" y="659469"/>
                </a:lnTo>
                <a:close/>
                <a:lnTo>
                  <a:pt x="989078" y="714902"/>
                </a:lnTo>
                <a:close/>
                <a:lnTo>
                  <a:pt x="990568" y="707599"/>
                </a:lnTo>
                <a:close/>
                <a:lnTo>
                  <a:pt x="992057" y="717870"/>
                </a:lnTo>
                <a:close/>
                <a:lnTo>
                  <a:pt x="993547" y="796042"/>
                </a:lnTo>
                <a:close/>
                <a:lnTo>
                  <a:pt x="996526" y="726302"/>
                </a:lnTo>
                <a:close/>
                <a:lnTo>
                  <a:pt x="998016" y="757976"/>
                </a:lnTo>
                <a:close/>
                <a:lnTo>
                  <a:pt x="999505" y="748157"/>
                </a:lnTo>
                <a:close/>
                <a:lnTo>
                  <a:pt x="1002484" y="700659"/>
                </a:lnTo>
                <a:close/>
                <a:lnTo>
                  <a:pt x="1003974" y="737494"/>
                </a:lnTo>
                <a:close/>
                <a:lnTo>
                  <a:pt x="1005464" y="713579"/>
                </a:lnTo>
                <a:close/>
                <a:lnTo>
                  <a:pt x="1006953" y="736605"/>
                </a:lnTo>
                <a:close/>
                <a:lnTo>
                  <a:pt x="1009932" y="628766"/>
                </a:lnTo>
                <a:close/>
                <a:lnTo>
                  <a:pt x="1011422" y="637729"/>
                </a:lnTo>
                <a:close/>
                <a:lnTo>
                  <a:pt x="1012911" y="625431"/>
                </a:lnTo>
                <a:close/>
                <a:lnTo>
                  <a:pt x="1015891" y="546771"/>
                </a:lnTo>
                <a:close/>
                <a:lnTo>
                  <a:pt x="1018870" y="572968"/>
                </a:lnTo>
                <a:close/>
                <a:lnTo>
                  <a:pt x="1021849" y="369613"/>
                </a:lnTo>
                <a:close/>
                <a:lnTo>
                  <a:pt x="1023338" y="410981"/>
                </a:lnTo>
                <a:close/>
                <a:lnTo>
                  <a:pt x="1024828" y="391518"/>
                </a:lnTo>
                <a:close/>
                <a:lnTo>
                  <a:pt x="1026318" y="415324"/>
                </a:lnTo>
                <a:close/>
                <a:lnTo>
                  <a:pt x="1027807" y="414118"/>
                </a:lnTo>
                <a:close/>
                <a:lnTo>
                  <a:pt x="1035255" y="641834"/>
                </a:lnTo>
                <a:close/>
                <a:lnTo>
                  <a:pt x="1036745" y="570257"/>
                </a:lnTo>
                <a:close/>
                <a:lnTo>
                  <a:pt x="1038234" y="585916"/>
                </a:lnTo>
                <a:close/>
                <a:lnTo>
                  <a:pt x="1039724" y="585916"/>
                </a:lnTo>
                <a:close/>
                <a:lnTo>
                  <a:pt x="1041213" y="562729"/>
                </a:lnTo>
                <a:close/>
                <a:lnTo>
                  <a:pt x="1042703" y="577901"/>
                </a:lnTo>
                <a:close/>
                <a:lnTo>
                  <a:pt x="1047172" y="293154"/>
                </a:lnTo>
                <a:close/>
                <a:lnTo>
                  <a:pt x="1051640" y="473037"/>
                </a:lnTo>
                <a:close/>
                <a:lnTo>
                  <a:pt x="1053130" y="471326"/>
                </a:lnTo>
                <a:close/>
                <a:lnTo>
                  <a:pt x="1056109" y="423313"/>
                </a:lnTo>
                <a:close/>
                <a:lnTo>
                  <a:pt x="1057599" y="497984"/>
                </a:lnTo>
                <a:close/>
                <a:lnTo>
                  <a:pt x="1059088" y="482877"/>
                </a:lnTo>
                <a:close/>
                <a:lnTo>
                  <a:pt x="1062067" y="357093"/>
                </a:lnTo>
                <a:close/>
                <a:lnTo>
                  <a:pt x="1063557" y="332614"/>
                </a:lnTo>
                <a:close/>
                <a:lnTo>
                  <a:pt x="1068026" y="470806"/>
                </a:lnTo>
                <a:close/>
                <a:lnTo>
                  <a:pt x="1072494" y="341966"/>
                </a:lnTo>
                <a:close/>
                <a:lnTo>
                  <a:pt x="1073984" y="388738"/>
                </a:lnTo>
                <a:close/>
                <a:lnTo>
                  <a:pt x="1075474" y="388744"/>
                </a:lnTo>
                <a:close/>
                <a:lnTo>
                  <a:pt x="1076963" y="380462"/>
                </a:lnTo>
                <a:close/>
                <a:lnTo>
                  <a:pt x="1078453" y="357193"/>
                </a:lnTo>
                <a:close/>
                <a:lnTo>
                  <a:pt x="1079942" y="371094"/>
                </a:lnTo>
                <a:close/>
                <a:lnTo>
                  <a:pt x="1082922" y="276942"/>
                </a:lnTo>
                <a:close/>
                <a:lnTo>
                  <a:pt x="1084411" y="323462"/>
                </a:lnTo>
                <a:close/>
                <a:lnTo>
                  <a:pt x="1085901" y="436266"/>
                </a:lnTo>
                <a:close/>
                <a:lnTo>
                  <a:pt x="1087390" y="420970"/>
                </a:lnTo>
                <a:close/>
                <a:lnTo>
                  <a:pt x="1088880" y="373344"/>
                </a:lnTo>
                <a:close/>
                <a:lnTo>
                  <a:pt x="1091859" y="481470"/>
                </a:lnTo>
                <a:close/>
                <a:lnTo>
                  <a:pt x="1093349" y="545552"/>
                </a:lnTo>
                <a:close/>
                <a:lnTo>
                  <a:pt x="1096328" y="548779"/>
                </a:lnTo>
                <a:close/>
                <a:lnTo>
                  <a:pt x="1097817" y="561202"/>
                </a:lnTo>
                <a:close/>
                <a:lnTo>
                  <a:pt x="1099307" y="611874"/>
                </a:lnTo>
                <a:close/>
                <a:lnTo>
                  <a:pt x="1100796" y="590651"/>
                </a:lnTo>
                <a:close/>
                <a:lnTo>
                  <a:pt x="1103776" y="501097"/>
                </a:lnTo>
                <a:close/>
                <a:lnTo>
                  <a:pt x="1106755" y="388144"/>
                </a:lnTo>
                <a:close/>
                <a:lnTo>
                  <a:pt x="1108244" y="417375"/>
                </a:lnTo>
                <a:close/>
                <a:lnTo>
                  <a:pt x="1111223" y="275647"/>
                </a:lnTo>
                <a:close/>
                <a:lnTo>
                  <a:pt x="1114203" y="331600"/>
                </a:lnTo>
                <a:close/>
                <a:lnTo>
                  <a:pt x="1117182" y="410738"/>
                </a:lnTo>
                <a:close/>
                <a:lnTo>
                  <a:pt x="1123140" y="589614"/>
                </a:lnTo>
                <a:close/>
                <a:lnTo>
                  <a:pt x="1126119" y="647816"/>
                </a:lnTo>
                <a:close/>
                <a:lnTo>
                  <a:pt x="1127609" y="646618"/>
                </a:lnTo>
                <a:close/>
                <a:lnTo>
                  <a:pt x="1129098" y="583621"/>
                </a:lnTo>
                <a:close/>
                <a:lnTo>
                  <a:pt x="1130588" y="593582"/>
                </a:lnTo>
                <a:close/>
                <a:lnTo>
                  <a:pt x="1132078" y="685875"/>
                </a:lnTo>
                <a:close/>
                <a:lnTo>
                  <a:pt x="1136546" y="541949"/>
                </a:lnTo>
                <a:close/>
                <a:lnTo>
                  <a:pt x="1138036" y="557567"/>
                </a:lnTo>
                <a:close/>
                <a:lnTo>
                  <a:pt x="1139525" y="599035"/>
                </a:lnTo>
                <a:close/>
                <a:lnTo>
                  <a:pt x="1141015" y="589576"/>
                </a:lnTo>
                <a:close/>
                <a:lnTo>
                  <a:pt x="1142505" y="601292"/>
                </a:lnTo>
                <a:close/>
                <a:lnTo>
                  <a:pt x="1143994" y="640150"/>
                </a:lnTo>
                <a:close/>
                <a:lnTo>
                  <a:pt x="1146973" y="525597"/>
                </a:lnTo>
                <a:close/>
                <a:lnTo>
                  <a:pt x="1149952" y="699229"/>
                </a:lnTo>
                <a:close/>
                <a:lnTo>
                  <a:pt x="1151442" y="683128"/>
                </a:lnTo>
                <a:close/>
                <a:lnTo>
                  <a:pt x="1154421" y="849870"/>
                </a:lnTo>
                <a:close/>
                <a:lnTo>
                  <a:pt x="1157400" y="785728"/>
                </a:lnTo>
                <a:close/>
                <a:lnTo>
                  <a:pt x="1158890" y="826274"/>
                </a:lnTo>
                <a:close/>
                <a:lnTo>
                  <a:pt x="1160379" y="794624"/>
                </a:lnTo>
                <a:close/>
                <a:lnTo>
                  <a:pt x="1163359" y="902149"/>
                </a:lnTo>
                <a:close/>
                <a:lnTo>
                  <a:pt x="1166338" y="843957"/>
                </a:lnTo>
                <a:close/>
                <a:lnTo>
                  <a:pt x="1169317" y="908644"/>
                </a:lnTo>
                <a:close/>
                <a:lnTo>
                  <a:pt x="1170807" y="923210"/>
                </a:lnTo>
                <a:close/>
                <a:lnTo>
                  <a:pt x="1173786" y="883062"/>
                </a:lnTo>
                <a:close/>
                <a:lnTo>
                  <a:pt x="1175275" y="880976"/>
                </a:lnTo>
                <a:close/>
                <a:lnTo>
                  <a:pt x="1176765" y="845076"/>
                </a:lnTo>
                <a:close/>
                <a:lnTo>
                  <a:pt x="1178254" y="757265"/>
                </a:lnTo>
                <a:close/>
                <a:lnTo>
                  <a:pt x="1179744" y="757487"/>
                </a:lnTo>
                <a:close/>
                <a:lnTo>
                  <a:pt x="1181234" y="686401"/>
                </a:lnTo>
                <a:close/>
                <a:lnTo>
                  <a:pt x="1184213" y="809502"/>
                </a:lnTo>
                <a:close/>
                <a:lnTo>
                  <a:pt x="1187192" y="859680"/>
                </a:lnTo>
                <a:close/>
                <a:lnTo>
                  <a:pt x="1188681" y="871910"/>
                </a:lnTo>
                <a:close/>
                <a:lnTo>
                  <a:pt x="1191661" y="753378"/>
                </a:lnTo>
                <a:close/>
                <a:lnTo>
                  <a:pt x="1193150" y="754956"/>
                </a:lnTo>
                <a:close/>
                <a:lnTo>
                  <a:pt x="1199108" y="861109"/>
                </a:lnTo>
                <a:close/>
                <a:lnTo>
                  <a:pt x="1205067" y="716392"/>
                </a:lnTo>
                <a:close/>
                <a:lnTo>
                  <a:pt x="1206556" y="714491"/>
                </a:lnTo>
                <a:close/>
                <a:lnTo>
                  <a:pt x="1208046" y="703807"/>
                </a:lnTo>
                <a:close/>
                <a:lnTo>
                  <a:pt x="1211025" y="614507"/>
                </a:lnTo>
                <a:close/>
                <a:lnTo>
                  <a:pt x="1215494" y="538763"/>
                </a:lnTo>
                <a:close/>
                <a:lnTo>
                  <a:pt x="1216983" y="479413"/>
                </a:lnTo>
                <a:close/>
                <a:lnTo>
                  <a:pt x="1218473" y="481613"/>
                </a:lnTo>
                <a:close/>
                <a:lnTo>
                  <a:pt x="1219963" y="522089"/>
                </a:lnTo>
                <a:close/>
                <a:lnTo>
                  <a:pt x="1222942" y="406132"/>
                </a:lnTo>
                <a:close/>
                <a:lnTo>
                  <a:pt x="1228900" y="283077"/>
                </a:lnTo>
                <a:close/>
                <a:lnTo>
                  <a:pt x="1230390" y="309299"/>
                </a:lnTo>
                <a:close/>
                <a:lnTo>
                  <a:pt x="1231879" y="302494"/>
                </a:lnTo>
                <a:close/>
                <a:lnTo>
                  <a:pt x="1233369" y="268806"/>
                </a:lnTo>
                <a:close/>
                <a:lnTo>
                  <a:pt x="1234858" y="315628"/>
                </a:lnTo>
                <a:close/>
                <a:lnTo>
                  <a:pt x="1236348" y="305741"/>
                </a:lnTo>
                <a:close/>
                <a:lnTo>
                  <a:pt x="1237837" y="308082"/>
                </a:lnTo>
                <a:close/>
                <a:lnTo>
                  <a:pt x="1240817" y="292038"/>
                </a:lnTo>
                <a:close/>
                <a:lnTo>
                  <a:pt x="1242306" y="229649"/>
                </a:lnTo>
                <a:close/>
                <a:lnTo>
                  <a:pt x="1243796" y="228176"/>
                </a:lnTo>
                <a:close/>
                <a:lnTo>
                  <a:pt x="1245285" y="171368"/>
                </a:lnTo>
                <a:close/>
                <a:lnTo>
                  <a:pt x="1246775" y="281403"/>
                </a:lnTo>
                <a:close/>
                <a:lnTo>
                  <a:pt x="1248264" y="202477"/>
                </a:lnTo>
                <a:close/>
                <a:lnTo>
                  <a:pt x="1249754" y="273063"/>
                </a:lnTo>
                <a:close/>
                <a:lnTo>
                  <a:pt x="1252733" y="251639"/>
                </a:lnTo>
                <a:close/>
                <a:lnTo>
                  <a:pt x="1254223" y="279456"/>
                </a:lnTo>
                <a:close/>
                <a:lnTo>
                  <a:pt x="1255712" y="276268"/>
                </a:lnTo>
                <a:close/>
                <a:lnTo>
                  <a:pt x="1257202" y="382873"/>
                </a:lnTo>
                <a:close/>
                <a:lnTo>
                  <a:pt x="1258691" y="386987"/>
                </a:lnTo>
                <a:close/>
                <a:lnTo>
                  <a:pt x="1263160" y="328758"/>
                </a:lnTo>
                <a:close/>
                <a:lnTo>
                  <a:pt x="1264650" y="344130"/>
                </a:lnTo>
                <a:close/>
                <a:lnTo>
                  <a:pt x="1267629" y="392052"/>
                </a:lnTo>
                <a:close/>
                <a:lnTo>
                  <a:pt x="1269119" y="347800"/>
                </a:lnTo>
                <a:close/>
                <a:lnTo>
                  <a:pt x="1270608" y="424960"/>
                </a:lnTo>
                <a:close/>
                <a:lnTo>
                  <a:pt x="1272098" y="413922"/>
                </a:lnTo>
                <a:close/>
                <a:lnTo>
                  <a:pt x="1273587" y="420693"/>
                </a:lnTo>
                <a:close/>
                <a:lnTo>
                  <a:pt x="1276566" y="477426"/>
                </a:lnTo>
                <a:close/>
                <a:lnTo>
                  <a:pt x="1278056" y="454651"/>
                </a:lnTo>
                <a:close/>
                <a:lnTo>
                  <a:pt x="1279546" y="382925"/>
                </a:lnTo>
                <a:close/>
                <a:lnTo>
                  <a:pt x="1284014" y="521187"/>
                </a:lnTo>
                <a:close/>
                <a:lnTo>
                  <a:pt x="1285504" y="517209"/>
                </a:lnTo>
                <a:close/>
                <a:lnTo>
                  <a:pt x="1286993" y="545379"/>
                </a:lnTo>
                <a:close/>
                <a:lnTo>
                  <a:pt x="1288483" y="609912"/>
                </a:lnTo>
                <a:close/>
                <a:lnTo>
                  <a:pt x="1289973" y="446301"/>
                </a:lnTo>
                <a:close/>
                <a:lnTo>
                  <a:pt x="1297420" y="404472"/>
                </a:lnTo>
                <a:close/>
                <a:lnTo>
                  <a:pt x="1298910" y="464881"/>
                </a:lnTo>
                <a:close/>
                <a:lnTo>
                  <a:pt x="1300400" y="454912"/>
                </a:lnTo>
                <a:close/>
                <a:lnTo>
                  <a:pt x="1303379" y="362521"/>
                </a:lnTo>
                <a:close/>
                <a:lnTo>
                  <a:pt x="1304868" y="308355"/>
                </a:lnTo>
                <a:close/>
                <a:lnTo>
                  <a:pt x="1306358" y="352341"/>
                </a:lnTo>
                <a:close/>
                <a:lnTo>
                  <a:pt x="1307848" y="286976"/>
                </a:lnTo>
                <a:close/>
                <a:lnTo>
                  <a:pt x="1310827" y="395736"/>
                </a:lnTo>
                <a:close/>
                <a:lnTo>
                  <a:pt x="1312316" y="296125"/>
                </a:lnTo>
                <a:close/>
                <a:lnTo>
                  <a:pt x="1313806" y="363091"/>
                </a:lnTo>
                <a:close/>
                <a:lnTo>
                  <a:pt x="1315295" y="363626"/>
                </a:lnTo>
                <a:close/>
                <a:lnTo>
                  <a:pt x="1318275" y="346234"/>
                </a:lnTo>
                <a:close/>
                <a:lnTo>
                  <a:pt x="1319764" y="353044"/>
                </a:lnTo>
                <a:close/>
                <a:lnTo>
                  <a:pt x="1321254" y="342749"/>
                </a:lnTo>
                <a:close/>
                <a:lnTo>
                  <a:pt x="1322743" y="359755"/>
                </a:lnTo>
                <a:close/>
                <a:lnTo>
                  <a:pt x="1324233" y="303053"/>
                </a:lnTo>
                <a:close/>
                <a:lnTo>
                  <a:pt x="1328702" y="491042"/>
                </a:lnTo>
                <a:close/>
                <a:lnTo>
                  <a:pt x="1330191" y="442559"/>
                </a:lnTo>
                <a:close/>
                <a:lnTo>
                  <a:pt x="1333170" y="491599"/>
                </a:lnTo>
                <a:close/>
                <a:lnTo>
                  <a:pt x="1334660" y="454649"/>
                </a:lnTo>
                <a:close/>
                <a:lnTo>
                  <a:pt x="1336149" y="499851"/>
                </a:lnTo>
                <a:close/>
                <a:lnTo>
                  <a:pt x="1339129" y="453848"/>
                </a:lnTo>
                <a:close/>
                <a:lnTo>
                  <a:pt x="1340618" y="450713"/>
                </a:lnTo>
                <a:close/>
                <a:lnTo>
                  <a:pt x="1342108" y="411663"/>
                </a:lnTo>
                <a:close/>
                <a:lnTo>
                  <a:pt x="1343597" y="464852"/>
                </a:lnTo>
                <a:close/>
                <a:lnTo>
                  <a:pt x="1346576" y="412143"/>
                </a:lnTo>
                <a:close/>
                <a:lnTo>
                  <a:pt x="1348066" y="418890"/>
                </a:lnTo>
                <a:close/>
                <a:lnTo>
                  <a:pt x="1349556" y="464284"/>
                </a:lnTo>
                <a:close/>
                <a:lnTo>
                  <a:pt x="1351045" y="429215"/>
                </a:lnTo>
                <a:close/>
                <a:lnTo>
                  <a:pt x="1355514" y="575570"/>
                </a:lnTo>
                <a:close/>
                <a:lnTo>
                  <a:pt x="1357004" y="590236"/>
                </a:lnTo>
                <a:close/>
                <a:lnTo>
                  <a:pt x="1359983" y="526536"/>
                </a:lnTo>
                <a:close/>
                <a:lnTo>
                  <a:pt x="1361472" y="526040"/>
                </a:lnTo>
                <a:close/>
                <a:lnTo>
                  <a:pt x="1362962" y="535484"/>
                </a:lnTo>
                <a:close/>
                <a:lnTo>
                  <a:pt x="1365941" y="595471"/>
                </a:lnTo>
                <a:close/>
                <a:lnTo>
                  <a:pt x="1367431" y="546651"/>
                </a:lnTo>
                <a:close/>
                <a:lnTo>
                  <a:pt x="1368920" y="546651"/>
                </a:lnTo>
                <a:close/>
                <a:lnTo>
                  <a:pt x="1370410" y="536443"/>
                </a:lnTo>
                <a:close/>
                <a:lnTo>
                  <a:pt x="1371899" y="553856"/>
                </a:lnTo>
                <a:close/>
                <a:lnTo>
                  <a:pt x="1373389" y="615566"/>
                </a:lnTo>
                <a:close/>
                <a:lnTo>
                  <a:pt x="1374878" y="506895"/>
                </a:lnTo>
                <a:close/>
                <a:lnTo>
                  <a:pt x="1376368" y="524624"/>
                </a:lnTo>
                <a:close/>
                <a:lnTo>
                  <a:pt x="1377858" y="453286"/>
                </a:lnTo>
                <a:close/>
                <a:lnTo>
                  <a:pt x="1379347" y="484532"/>
                </a:lnTo>
                <a:close/>
                <a:lnTo>
                  <a:pt x="1380837" y="395221"/>
                </a:lnTo>
                <a:close/>
                <a:lnTo>
                  <a:pt x="1382326" y="426165"/>
                </a:lnTo>
                <a:close/>
                <a:lnTo>
                  <a:pt x="1383816" y="411934"/>
                </a:lnTo>
                <a:close/>
                <a:lnTo>
                  <a:pt x="1386795" y="352067"/>
                </a:lnTo>
                <a:close/>
                <a:lnTo>
                  <a:pt x="1388285" y="398832"/>
                </a:lnTo>
                <a:close/>
                <a:lnTo>
                  <a:pt x="1389774" y="300774"/>
                </a:lnTo>
                <a:close/>
                <a:lnTo>
                  <a:pt x="1391264" y="296785"/>
                </a:lnTo>
                <a:close/>
                <a:lnTo>
                  <a:pt x="1394243" y="332381"/>
                </a:lnTo>
                <a:close/>
                <a:lnTo>
                  <a:pt x="1397222" y="270217"/>
                </a:lnTo>
                <a:close/>
                <a:lnTo>
                  <a:pt x="1400201" y="330195"/>
                </a:lnTo>
                <a:close/>
                <a:lnTo>
                  <a:pt x="1401691" y="326299"/>
                </a:lnTo>
                <a:close/>
                <a:lnTo>
                  <a:pt x="1404670" y="342065"/>
                </a:lnTo>
                <a:close/>
                <a:lnTo>
                  <a:pt x="1406160" y="427347"/>
                </a:lnTo>
                <a:close/>
                <a:lnTo>
                  <a:pt x="1407649" y="394119"/>
                </a:lnTo>
                <a:close/>
                <a:lnTo>
                  <a:pt x="1409139" y="436979"/>
                </a:lnTo>
                <a:close/>
                <a:lnTo>
                  <a:pt x="1412118" y="395473"/>
                </a:lnTo>
                <a:close/>
                <a:lnTo>
                  <a:pt x="1413607" y="409167"/>
                </a:lnTo>
                <a:close/>
                <a:lnTo>
                  <a:pt x="1415097" y="474959"/>
                </a:lnTo>
                <a:close/>
                <a:lnTo>
                  <a:pt x="1418076" y="333273"/>
                </a:lnTo>
                <a:close/>
                <a:lnTo>
                  <a:pt x="1421055" y="107083"/>
                </a:lnTo>
                <a:close/>
                <a:lnTo>
                  <a:pt x="1422545" y="124967"/>
                </a:lnTo>
                <a:close/>
                <a:lnTo>
                  <a:pt x="1424034" y="111009"/>
                </a:lnTo>
                <a:close/>
                <a:lnTo>
                  <a:pt x="1425524" y="146756"/>
                </a:lnTo>
                <a:close/>
                <a:lnTo>
                  <a:pt x="1427014" y="106832"/>
                </a:lnTo>
                <a:close/>
                <a:lnTo>
                  <a:pt x="1428503" y="108965"/>
                </a:lnTo>
                <a:close/>
                <a:lnTo>
                  <a:pt x="1431482" y="165812"/>
                </a:lnTo>
                <a:close/>
                <a:lnTo>
                  <a:pt x="1432972" y="113716"/>
                </a:lnTo>
                <a:close/>
                <a:lnTo>
                  <a:pt x="1435951" y="244534"/>
                </a:lnTo>
                <a:close/>
                <a:lnTo>
                  <a:pt x="1437441" y="176585"/>
                </a:lnTo>
                <a:close/>
                <a:lnTo>
                  <a:pt x="1438930" y="200730"/>
                </a:lnTo>
                <a:close/>
                <a:lnTo>
                  <a:pt x="1440420" y="259920"/>
                </a:lnTo>
                <a:close/>
                <a:lnTo>
                  <a:pt x="1441909" y="226947"/>
                </a:lnTo>
                <a:close/>
                <a:lnTo>
                  <a:pt x="1443399" y="151557"/>
                </a:lnTo>
                <a:close/>
                <a:lnTo>
                  <a:pt x="1447868" y="263628"/>
                </a:lnTo>
                <a:close/>
                <a:lnTo>
                  <a:pt x="1450847" y="187426"/>
                </a:lnTo>
                <a:close/>
                <a:lnTo>
                  <a:pt x="1453826" y="161536"/>
                </a:lnTo>
                <a:close/>
                <a:lnTo>
                  <a:pt x="1455316" y="188445"/>
                </a:lnTo>
                <a:close/>
                <a:lnTo>
                  <a:pt x="1456805" y="187232"/>
                </a:lnTo>
                <a:close/>
                <a:lnTo>
                  <a:pt x="1458295" y="164197"/>
                </a:lnTo>
                <a:close/>
                <a:lnTo>
                  <a:pt x="1459784" y="117417"/>
                </a:lnTo>
                <a:close/>
                <a:lnTo>
                  <a:pt x="1462763" y="207190"/>
                </a:lnTo>
                <a:close/>
                <a:lnTo>
                  <a:pt x="1465743" y="141829"/>
                </a:lnTo>
                <a:close/>
                <a:lnTo>
                  <a:pt x="1467232" y="147999"/>
                </a:lnTo>
                <a:close/>
                <a:lnTo>
                  <a:pt x="1470211" y="216895"/>
                </a:lnTo>
                <a:close/>
                <a:lnTo>
                  <a:pt x="1471701" y="192850"/>
                </a:lnTo>
                <a:close/>
                <a:lnTo>
                  <a:pt x="1476170" y="295905"/>
                </a:lnTo>
                <a:close/>
                <a:lnTo>
                  <a:pt x="1477659" y="301627"/>
                </a:lnTo>
                <a:close/>
                <a:lnTo>
                  <a:pt x="1479149" y="341706"/>
                </a:lnTo>
                <a:close/>
                <a:lnTo>
                  <a:pt x="1482128" y="482629"/>
                </a:lnTo>
                <a:close/>
                <a:lnTo>
                  <a:pt x="1483618" y="544061"/>
                </a:lnTo>
                <a:close/>
                <a:lnTo>
                  <a:pt x="1485107" y="526437"/>
                </a:lnTo>
                <a:close/>
                <a:lnTo>
                  <a:pt x="1488086" y="623350"/>
                </a:lnTo>
                <a:close/>
                <a:lnTo>
                  <a:pt x="1489576" y="602554"/>
                </a:lnTo>
                <a:close/>
                <a:lnTo>
                  <a:pt x="1494045" y="427506"/>
                </a:lnTo>
                <a:close/>
                <a:lnTo>
                  <a:pt x="1495534" y="503852"/>
                </a:lnTo>
                <a:close/>
                <a:lnTo>
                  <a:pt x="1497024" y="497725"/>
                </a:lnTo>
                <a:close/>
                <a:lnTo>
                  <a:pt x="1500003" y="660809"/>
                </a:lnTo>
                <a:close/>
                <a:lnTo>
                  <a:pt x="1501492" y="636280"/>
                </a:lnTo>
                <a:close/>
                <a:lnTo>
                  <a:pt x="1504472" y="681676"/>
                </a:lnTo>
                <a:close/>
                <a:lnTo>
                  <a:pt x="1505961" y="644749"/>
                </a:lnTo>
                <a:close/>
                <a:lnTo>
                  <a:pt x="1507451" y="709912"/>
                </a:lnTo>
                <a:close/>
                <a:lnTo>
                  <a:pt x="1510430" y="567000"/>
                </a:lnTo>
                <a:close/>
                <a:lnTo>
                  <a:pt x="1511919" y="546700"/>
                </a:lnTo>
                <a:close/>
                <a:lnTo>
                  <a:pt x="1514899" y="628598"/>
                </a:lnTo>
                <a:close/>
                <a:lnTo>
                  <a:pt x="1516388" y="601330"/>
                </a:lnTo>
                <a:close/>
                <a:lnTo>
                  <a:pt x="1520857" y="730581"/>
                </a:lnTo>
                <a:close/>
                <a:lnTo>
                  <a:pt x="1522346" y="704779"/>
                </a:lnTo>
                <a:close/>
                <a:lnTo>
                  <a:pt x="1523836" y="708621"/>
                </a:lnTo>
                <a:close/>
                <a:lnTo>
                  <a:pt x="1525326" y="732280"/>
                </a:lnTo>
                <a:close/>
                <a:lnTo>
                  <a:pt x="1526815" y="732560"/>
                </a:lnTo>
                <a:close/>
                <a:lnTo>
                  <a:pt x="1531284" y="654542"/>
                </a:lnTo>
                <a:close/>
                <a:lnTo>
                  <a:pt x="1534263" y="740493"/>
                </a:lnTo>
                <a:close/>
                <a:lnTo>
                  <a:pt x="1535753" y="742796"/>
                </a:lnTo>
                <a:close/>
                <a:lnTo>
                  <a:pt x="1540221" y="551818"/>
                </a:lnTo>
                <a:close/>
                <a:lnTo>
                  <a:pt x="1543201" y="603339"/>
                </a:lnTo>
                <a:close/>
                <a:lnTo>
                  <a:pt x="1544690" y="593422"/>
                </a:lnTo>
                <a:close/>
                <a:lnTo>
                  <a:pt x="1546180" y="602462"/>
                </a:lnTo>
                <a:close/>
                <a:lnTo>
                  <a:pt x="1547669" y="538332"/>
                </a:lnTo>
                <a:close/>
                <a:lnTo>
                  <a:pt x="1549159" y="567624"/>
                </a:lnTo>
                <a:close/>
                <a:lnTo>
                  <a:pt x="1550648" y="553187"/>
                </a:lnTo>
                <a:close/>
                <a:lnTo>
                  <a:pt x="1552138" y="571227"/>
                </a:lnTo>
                <a:close/>
                <a:lnTo>
                  <a:pt x="1553628" y="501398"/>
                </a:lnTo>
                <a:close/>
                <a:lnTo>
                  <a:pt x="1556607" y="590050"/>
                </a:lnTo>
                <a:close/>
                <a:lnTo>
                  <a:pt x="1558096" y="597301"/>
                </a:lnTo>
                <a:close/>
                <a:lnTo>
                  <a:pt x="1561075" y="510601"/>
                </a:lnTo>
                <a:close/>
                <a:lnTo>
                  <a:pt x="1562565" y="515080"/>
                </a:lnTo>
                <a:close/>
                <a:lnTo>
                  <a:pt x="1564055" y="539550"/>
                </a:lnTo>
                <a:close/>
                <a:lnTo>
                  <a:pt x="1565544" y="623570"/>
                </a:lnTo>
                <a:close/>
                <a:lnTo>
                  <a:pt x="1567034" y="602263"/>
                </a:lnTo>
                <a:close/>
                <a:lnTo>
                  <a:pt x="1568523" y="553430"/>
                </a:lnTo>
                <a:close/>
                <a:lnTo>
                  <a:pt x="1570013" y="559685"/>
                </a:lnTo>
                <a:close/>
                <a:lnTo>
                  <a:pt x="1571502" y="558159"/>
                </a:lnTo>
                <a:close/>
                <a:lnTo>
                  <a:pt x="1572992" y="610430"/>
                </a:lnTo>
                <a:close/>
                <a:lnTo>
                  <a:pt x="1574482" y="539358"/>
                </a:lnTo>
                <a:close/>
                <a:lnTo>
                  <a:pt x="1575971" y="544653"/>
                </a:lnTo>
                <a:close/>
                <a:lnTo>
                  <a:pt x="1577461" y="496760"/>
                </a:lnTo>
                <a:close/>
                <a:lnTo>
                  <a:pt x="1578950" y="523549"/>
                </a:lnTo>
                <a:close/>
                <a:lnTo>
                  <a:pt x="1580440" y="500353"/>
                </a:lnTo>
                <a:close/>
                <a:lnTo>
                  <a:pt x="1581930" y="500742"/>
                </a:lnTo>
                <a:close/>
                <a:lnTo>
                  <a:pt x="1583419" y="535992"/>
                </a:lnTo>
                <a:close/>
                <a:lnTo>
                  <a:pt x="1586398" y="500994"/>
                </a:lnTo>
                <a:close/>
                <a:lnTo>
                  <a:pt x="1589377" y="442295"/>
                </a:lnTo>
                <a:close/>
                <a:lnTo>
                  <a:pt x="1592357" y="582955"/>
                </a:lnTo>
                <a:close/>
                <a:lnTo>
                  <a:pt x="1595336" y="671689"/>
                </a:lnTo>
                <a:close/>
                <a:lnTo>
                  <a:pt x="1596825" y="661159"/>
                </a:lnTo>
                <a:close/>
                <a:lnTo>
                  <a:pt x="1598315" y="673646"/>
                </a:lnTo>
                <a:close/>
                <a:lnTo>
                  <a:pt x="1601294" y="673344"/>
                </a:lnTo>
                <a:close/>
                <a:lnTo>
                  <a:pt x="1602784" y="721550"/>
                </a:lnTo>
                <a:close/>
                <a:lnTo>
                  <a:pt x="1604273" y="672997"/>
                </a:lnTo>
                <a:close/>
                <a:lnTo>
                  <a:pt x="1605763" y="711554"/>
                </a:lnTo>
                <a:close/>
                <a:lnTo>
                  <a:pt x="1607252" y="695734"/>
                </a:lnTo>
                <a:close/>
                <a:lnTo>
                  <a:pt x="1608742" y="643252"/>
                </a:lnTo>
                <a:close/>
                <a:lnTo>
                  <a:pt x="1610231" y="641802"/>
                </a:lnTo>
                <a:close/>
                <a:lnTo>
                  <a:pt x="1611721" y="595821"/>
                </a:lnTo>
                <a:close/>
                <a:lnTo>
                  <a:pt x="1613211" y="630217"/>
                </a:lnTo>
                <a:close/>
                <a:lnTo>
                  <a:pt x="1616190" y="581115"/>
                </a:lnTo>
                <a:close/>
                <a:lnTo>
                  <a:pt x="1617679" y="605150"/>
                </a:lnTo>
                <a:close/>
                <a:lnTo>
                  <a:pt x="1619169" y="605150"/>
                </a:lnTo>
                <a:close/>
                <a:lnTo>
                  <a:pt x="1620659" y="598162"/>
                </a:lnTo>
                <a:close/>
                <a:lnTo>
                  <a:pt x="1622148" y="533291"/>
                </a:lnTo>
                <a:close/>
                <a:lnTo>
                  <a:pt x="1623638" y="562325"/>
                </a:lnTo>
                <a:close/>
                <a:lnTo>
                  <a:pt x="1625127" y="648218"/>
                </a:lnTo>
                <a:close/>
                <a:lnTo>
                  <a:pt x="1626617" y="572586"/>
                </a:lnTo>
                <a:close/>
                <a:lnTo>
                  <a:pt x="1628106" y="584252"/>
                </a:lnTo>
                <a:close/>
                <a:lnTo>
                  <a:pt x="1629596" y="582100"/>
                </a:lnTo>
                <a:close/>
                <a:lnTo>
                  <a:pt x="1632575" y="394923"/>
                </a:lnTo>
                <a:close/>
                <a:lnTo>
                  <a:pt x="1634065" y="594124"/>
                </a:lnTo>
                <a:close/>
                <a:lnTo>
                  <a:pt x="1635554" y="558968"/>
                </a:lnTo>
                <a:close/>
                <a:lnTo>
                  <a:pt x="1637044" y="481727"/>
                </a:lnTo>
                <a:close/>
                <a:lnTo>
                  <a:pt x="1638533" y="482699"/>
                </a:lnTo>
                <a:close/>
                <a:lnTo>
                  <a:pt x="1640023" y="491302"/>
                </a:lnTo>
                <a:close/>
                <a:lnTo>
                  <a:pt x="1644492" y="412175"/>
                </a:lnTo>
                <a:close/>
                <a:lnTo>
                  <a:pt x="1645981" y="444153"/>
                </a:lnTo>
                <a:close/>
                <a:lnTo>
                  <a:pt x="1647471" y="437272"/>
                </a:lnTo>
                <a:close/>
                <a:lnTo>
                  <a:pt x="1650450" y="481062"/>
                </a:lnTo>
                <a:close/>
                <a:lnTo>
                  <a:pt x="1651940" y="466988"/>
                </a:lnTo>
                <a:close/>
                <a:lnTo>
                  <a:pt x="1653429" y="578296"/>
                </a:lnTo>
                <a:close/>
                <a:lnTo>
                  <a:pt x="1654919" y="477360"/>
                </a:lnTo>
                <a:close/>
                <a:lnTo>
                  <a:pt x="1656408" y="486816"/>
                </a:lnTo>
                <a:close/>
                <a:lnTo>
                  <a:pt x="1657898" y="465705"/>
                </a:lnTo>
                <a:close/>
                <a:lnTo>
                  <a:pt x="1659387" y="492136"/>
                </a:lnTo>
                <a:close/>
                <a:lnTo>
                  <a:pt x="1660877" y="428779"/>
                </a:lnTo>
                <a:close/>
                <a:lnTo>
                  <a:pt x="1662367" y="514871"/>
                </a:lnTo>
                <a:close/>
                <a:lnTo>
                  <a:pt x="1666835" y="400559"/>
                </a:lnTo>
                <a:close/>
                <a:lnTo>
                  <a:pt x="1668325" y="408015"/>
                </a:lnTo>
                <a:close/>
                <a:lnTo>
                  <a:pt x="1669815" y="498569"/>
                </a:lnTo>
                <a:close/>
                <a:lnTo>
                  <a:pt x="1671304" y="463974"/>
                </a:lnTo>
                <a:close/>
                <a:lnTo>
                  <a:pt x="1672794" y="477147"/>
                </a:lnTo>
                <a:close/>
                <a:lnTo>
                  <a:pt x="1674283" y="556604"/>
                </a:lnTo>
                <a:close/>
                <a:lnTo>
                  <a:pt x="1678752" y="426075"/>
                </a:lnTo>
                <a:close/>
                <a:lnTo>
                  <a:pt x="1681731" y="480071"/>
                </a:lnTo>
                <a:close/>
                <a:lnTo>
                  <a:pt x="1683221" y="473142"/>
                </a:lnTo>
                <a:close/>
                <a:lnTo>
                  <a:pt x="1684710" y="521075"/>
                </a:lnTo>
                <a:close/>
                <a:lnTo>
                  <a:pt x="1686200" y="513062"/>
                </a:lnTo>
                <a:close/>
                <a:lnTo>
                  <a:pt x="1687689" y="552989"/>
                </a:lnTo>
                <a:close/>
                <a:lnTo>
                  <a:pt x="1690669" y="461241"/>
                </a:lnTo>
                <a:close/>
                <a:lnTo>
                  <a:pt x="1693648" y="421795"/>
                </a:lnTo>
                <a:close/>
                <a:lnTo>
                  <a:pt x="1696627" y="459113"/>
                </a:lnTo>
                <a:close/>
                <a:lnTo>
                  <a:pt x="1699606" y="567461"/>
                </a:lnTo>
                <a:close/>
                <a:lnTo>
                  <a:pt x="1701096" y="538896"/>
                </a:lnTo>
                <a:close/>
                <a:lnTo>
                  <a:pt x="1702585" y="541293"/>
                </a:lnTo>
                <a:close/>
                <a:lnTo>
                  <a:pt x="1705564" y="409997"/>
                </a:lnTo>
                <a:close/>
                <a:lnTo>
                  <a:pt x="1707054" y="409997"/>
                </a:lnTo>
                <a:close/>
                <a:lnTo>
                  <a:pt x="1708543" y="457028"/>
                </a:lnTo>
                <a:close/>
                <a:lnTo>
                  <a:pt x="1711523" y="401339"/>
                </a:lnTo>
                <a:close/>
                <a:lnTo>
                  <a:pt x="1714502" y="433069"/>
                </a:lnTo>
                <a:close/>
                <a:lnTo>
                  <a:pt x="1717481" y="519651"/>
                </a:lnTo>
                <a:close/>
                <a:lnTo>
                  <a:pt x="1718971" y="481876"/>
                </a:lnTo>
                <a:close/>
                <a:lnTo>
                  <a:pt x="1721950" y="584877"/>
                </a:lnTo>
                <a:close/>
                <a:lnTo>
                  <a:pt x="1723439" y="634611"/>
                </a:lnTo>
                <a:close/>
                <a:lnTo>
                  <a:pt x="1724929" y="630260"/>
                </a:lnTo>
                <a:close/>
                <a:lnTo>
                  <a:pt x="1726418" y="683240"/>
                </a:lnTo>
                <a:close/>
                <a:lnTo>
                  <a:pt x="1727908" y="669717"/>
                </a:lnTo>
                <a:close/>
                <a:lnTo>
                  <a:pt x="1729398" y="686623"/>
                </a:lnTo>
                <a:close/>
                <a:lnTo>
                  <a:pt x="1732377" y="586568"/>
                </a:lnTo>
                <a:close/>
                <a:lnTo>
                  <a:pt x="1733866" y="563150"/>
                </a:lnTo>
                <a:close/>
                <a:lnTo>
                  <a:pt x="1735356" y="577840"/>
                </a:lnTo>
                <a:close/>
                <a:lnTo>
                  <a:pt x="1736845" y="644484"/>
                </a:lnTo>
                <a:close/>
                <a:lnTo>
                  <a:pt x="1738335" y="642630"/>
                </a:lnTo>
                <a:close/>
                <a:lnTo>
                  <a:pt x="1739825" y="675879"/>
                </a:lnTo>
                <a:close/>
                <a:lnTo>
                  <a:pt x="1741314" y="659203"/>
                </a:lnTo>
                <a:close/>
                <a:lnTo>
                  <a:pt x="1742804" y="601352"/>
                </a:lnTo>
                <a:close/>
                <a:lnTo>
                  <a:pt x="1744293" y="696662"/>
                </a:lnTo>
                <a:close/>
                <a:lnTo>
                  <a:pt x="1747272" y="562572"/>
                </a:lnTo>
                <a:close/>
                <a:lnTo>
                  <a:pt x="1750252" y="501385"/>
                </a:lnTo>
                <a:close/>
                <a:lnTo>
                  <a:pt x="1751741" y="504578"/>
                </a:lnTo>
                <a:close/>
                <a:lnTo>
                  <a:pt x="1753231" y="561110"/>
                </a:lnTo>
                <a:close/>
                <a:lnTo>
                  <a:pt x="1754720" y="559499"/>
                </a:lnTo>
                <a:close/>
                <a:lnTo>
                  <a:pt x="1757700" y="601446"/>
                </a:lnTo>
                <a:close/>
                <a:lnTo>
                  <a:pt x="1759189" y="558288"/>
                </a:lnTo>
                <a:close/>
                <a:lnTo>
                  <a:pt x="1760679" y="632886"/>
                </a:lnTo>
                <a:close/>
                <a:lnTo>
                  <a:pt x="1762168" y="600146"/>
                </a:lnTo>
                <a:close/>
                <a:lnTo>
                  <a:pt x="1765147" y="633728"/>
                </a:lnTo>
                <a:close/>
                <a:lnTo>
                  <a:pt x="1769616" y="463144"/>
                </a:lnTo>
                <a:close/>
                <a:lnTo>
                  <a:pt x="1772595" y="526087"/>
                </a:lnTo>
                <a:close/>
                <a:lnTo>
                  <a:pt x="1774085" y="536570"/>
                </a:lnTo>
                <a:close/>
                <a:lnTo>
                  <a:pt x="1775574" y="534729"/>
                </a:lnTo>
                <a:close/>
                <a:lnTo>
                  <a:pt x="1777064" y="561646"/>
                </a:lnTo>
                <a:close/>
                <a:lnTo>
                  <a:pt x="1781533" y="321305"/>
                </a:lnTo>
                <a:close/>
                <a:lnTo>
                  <a:pt x="1784512" y="269409"/>
                </a:lnTo>
                <a:close/>
                <a:lnTo>
                  <a:pt x="1786001" y="199513"/>
                </a:lnTo>
                <a:close/>
                <a:lnTo>
                  <a:pt x="1786001" y="199513"/>
                </a:lnTo>
                <a:close/>
              </a:path>
            </a:pathLst>
          </a:custGeom>
          <a:noFill/>
          <a:ln w="7620">
            <a:solidFill>
              <a:srgbClr val="E76F51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8477904" y="4114800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8477904" y="5138928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8477904" y="5650992"/>
            <a:ext cx="196460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8567204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TextBox 401"/>
          <p:cNvSpPr txBox="1"/>
          <p:nvPr/>
        </p:nvSpPr>
        <p:spPr>
          <a:xfrm>
            <a:off x="8538922" y="6742670"/>
            <a:ext cx="14224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403" name="Freeform 402"/>
          <p:cNvSpPr/>
          <p:nvPr/>
        </p:nvSpPr>
        <p:spPr>
          <a:xfrm>
            <a:off x="8865119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8780275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405" name="Freeform 404"/>
          <p:cNvSpPr/>
          <p:nvPr/>
        </p:nvSpPr>
        <p:spPr>
          <a:xfrm>
            <a:off x="9163034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9078190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sp>
        <p:nvSpPr>
          <p:cNvPr id="407" name="Freeform 406"/>
          <p:cNvSpPr/>
          <p:nvPr/>
        </p:nvSpPr>
        <p:spPr>
          <a:xfrm>
            <a:off x="9460949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9376105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600</a:t>
            </a:r>
          </a:p>
        </p:txBody>
      </p:sp>
      <p:sp>
        <p:nvSpPr>
          <p:cNvPr id="409" name="Freeform 408"/>
          <p:cNvSpPr/>
          <p:nvPr/>
        </p:nvSpPr>
        <p:spPr>
          <a:xfrm>
            <a:off x="9758865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TextBox 409"/>
          <p:cNvSpPr txBox="1"/>
          <p:nvPr/>
        </p:nvSpPr>
        <p:spPr>
          <a:xfrm>
            <a:off x="9674021" y="6742670"/>
            <a:ext cx="24892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411" name="Freeform 410"/>
          <p:cNvSpPr/>
          <p:nvPr/>
        </p:nvSpPr>
        <p:spPr>
          <a:xfrm>
            <a:off x="10056780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9943655" y="6742670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1000</a:t>
            </a:r>
          </a:p>
        </p:txBody>
      </p:sp>
      <p:sp>
        <p:nvSpPr>
          <p:cNvPr id="413" name="Freeform 412"/>
          <p:cNvSpPr/>
          <p:nvPr/>
        </p:nvSpPr>
        <p:spPr>
          <a:xfrm>
            <a:off x="10354695" y="6675120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10241570" y="6742670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1200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9193356" y="6877984"/>
            <a:ext cx="609600" cy="14287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50" b="0" i="0">
                <a:solidFill>
                  <a:srgbClr val="000000"/>
                </a:solidFill>
                <a:latin typeface="Arial"/>
              </a:rPr>
              <a:t>MCMC step</a:t>
            </a:r>
          </a:p>
        </p:txBody>
      </p:sp>
      <p:sp>
        <p:nvSpPr>
          <p:cNvPr id="416" name="Freeform 415"/>
          <p:cNvSpPr/>
          <p:nvPr/>
        </p:nvSpPr>
        <p:spPr>
          <a:xfrm>
            <a:off x="8433454" y="653055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TextBox 416"/>
          <p:cNvSpPr txBox="1"/>
          <p:nvPr/>
        </p:nvSpPr>
        <p:spPr>
          <a:xfrm>
            <a:off x="8191062" y="6475433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418" name="Freeform 417"/>
          <p:cNvSpPr/>
          <p:nvPr/>
        </p:nvSpPr>
        <p:spPr>
          <a:xfrm>
            <a:off x="8433454" y="623631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8191062" y="6181191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0.30</a:t>
            </a:r>
          </a:p>
        </p:txBody>
      </p:sp>
      <p:sp>
        <p:nvSpPr>
          <p:cNvPr id="420" name="Freeform 419"/>
          <p:cNvSpPr/>
          <p:nvPr/>
        </p:nvSpPr>
        <p:spPr>
          <a:xfrm>
            <a:off x="8433454" y="594207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TextBox 420"/>
          <p:cNvSpPr txBox="1"/>
          <p:nvPr/>
        </p:nvSpPr>
        <p:spPr>
          <a:xfrm>
            <a:off x="8191062" y="5886948"/>
            <a:ext cx="302260" cy="1333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0.35</a:t>
            </a:r>
          </a:p>
        </p:txBody>
      </p:sp>
      <p:sp>
        <p:nvSpPr>
          <p:cNvPr id="422" name="Freeform 421"/>
          <p:cNvSpPr/>
          <p:nvPr/>
        </p:nvSpPr>
        <p:spPr>
          <a:xfrm>
            <a:off x="8567204" y="5697543"/>
            <a:ext cx="1786001" cy="931026"/>
          </a:xfrm>
          <a:custGeom>
            <a:avLst/>
            <a:gdLst/>
            <a:ahLst/>
            <a:cxnLst/>
            <a:rect l="l" t="t" r="r" b="b"/>
            <a:pathLst>
              <a:path w="1786001" h="931026">
                <a:moveTo>
                  <a:pt x="0" y="629371"/>
                </a:moveTo>
                <a:lnTo>
                  <a:pt x="2979" y="614607"/>
                </a:lnTo>
                <a:close/>
                <a:lnTo>
                  <a:pt x="5958" y="638021"/>
                </a:lnTo>
                <a:close/>
                <a:lnTo>
                  <a:pt x="7448" y="680774"/>
                </a:lnTo>
                <a:close/>
                <a:lnTo>
                  <a:pt x="8937" y="682565"/>
                </a:lnTo>
                <a:close/>
                <a:lnTo>
                  <a:pt x="10427" y="731032"/>
                </a:lnTo>
                <a:close/>
                <a:lnTo>
                  <a:pt x="11916" y="704289"/>
                </a:lnTo>
                <a:close/>
                <a:lnTo>
                  <a:pt x="14895" y="725142"/>
                </a:lnTo>
                <a:close/>
                <a:lnTo>
                  <a:pt x="16385" y="694848"/>
                </a:lnTo>
                <a:close/>
                <a:lnTo>
                  <a:pt x="17875" y="702111"/>
                </a:lnTo>
                <a:close/>
                <a:lnTo>
                  <a:pt x="20854" y="755131"/>
                </a:lnTo>
                <a:close/>
                <a:lnTo>
                  <a:pt x="22343" y="757464"/>
                </a:lnTo>
                <a:close/>
                <a:lnTo>
                  <a:pt x="23833" y="747562"/>
                </a:lnTo>
                <a:close/>
                <a:lnTo>
                  <a:pt x="26812" y="668633"/>
                </a:lnTo>
                <a:close/>
                <a:lnTo>
                  <a:pt x="29791" y="764985"/>
                </a:lnTo>
                <a:close/>
                <a:lnTo>
                  <a:pt x="31281" y="689893"/>
                </a:lnTo>
                <a:close/>
                <a:lnTo>
                  <a:pt x="32770" y="728939"/>
                </a:lnTo>
                <a:close/>
                <a:lnTo>
                  <a:pt x="34260" y="685498"/>
                </a:lnTo>
                <a:close/>
                <a:lnTo>
                  <a:pt x="35749" y="692807"/>
                </a:lnTo>
                <a:close/>
                <a:lnTo>
                  <a:pt x="37239" y="686927"/>
                </a:lnTo>
                <a:close/>
                <a:lnTo>
                  <a:pt x="38729" y="754761"/>
                </a:lnTo>
                <a:close/>
                <a:lnTo>
                  <a:pt x="40218" y="722847"/>
                </a:lnTo>
                <a:close/>
                <a:lnTo>
                  <a:pt x="41708" y="750821"/>
                </a:lnTo>
                <a:close/>
                <a:lnTo>
                  <a:pt x="43197" y="742065"/>
                </a:lnTo>
                <a:close/>
                <a:lnTo>
                  <a:pt x="44687" y="688244"/>
                </a:lnTo>
                <a:close/>
                <a:lnTo>
                  <a:pt x="46177" y="781614"/>
                </a:lnTo>
                <a:close/>
                <a:lnTo>
                  <a:pt x="47666" y="765649"/>
                </a:lnTo>
                <a:close/>
                <a:lnTo>
                  <a:pt x="50645" y="827298"/>
                </a:lnTo>
                <a:close/>
                <a:lnTo>
                  <a:pt x="55114" y="718733"/>
                </a:lnTo>
                <a:close/>
                <a:lnTo>
                  <a:pt x="56604" y="738544"/>
                </a:lnTo>
                <a:close/>
                <a:lnTo>
                  <a:pt x="58093" y="802971"/>
                </a:lnTo>
                <a:close/>
                <a:lnTo>
                  <a:pt x="61072" y="754647"/>
                </a:lnTo>
                <a:close/>
                <a:lnTo>
                  <a:pt x="62562" y="825785"/>
                </a:lnTo>
                <a:close/>
                <a:lnTo>
                  <a:pt x="67031" y="604580"/>
                </a:lnTo>
                <a:close/>
                <a:lnTo>
                  <a:pt x="68520" y="644043"/>
                </a:lnTo>
                <a:close/>
                <a:lnTo>
                  <a:pt x="70010" y="626928"/>
                </a:lnTo>
                <a:close/>
                <a:lnTo>
                  <a:pt x="74478" y="381603"/>
                </a:lnTo>
                <a:close/>
                <a:lnTo>
                  <a:pt x="77458" y="420596"/>
                </a:lnTo>
                <a:close/>
                <a:lnTo>
                  <a:pt x="78947" y="395258"/>
                </a:lnTo>
                <a:close/>
                <a:lnTo>
                  <a:pt x="80437" y="302885"/>
                </a:lnTo>
                <a:close/>
                <a:lnTo>
                  <a:pt x="83416" y="343618"/>
                </a:lnTo>
                <a:close/>
                <a:lnTo>
                  <a:pt x="84905" y="370193"/>
                </a:lnTo>
                <a:close/>
                <a:lnTo>
                  <a:pt x="89374" y="593649"/>
                </a:lnTo>
                <a:close/>
                <a:lnTo>
                  <a:pt x="92353" y="519184"/>
                </a:lnTo>
                <a:close/>
                <a:lnTo>
                  <a:pt x="93843" y="511083"/>
                </a:lnTo>
                <a:close/>
                <a:lnTo>
                  <a:pt x="95333" y="559590"/>
                </a:lnTo>
                <a:close/>
                <a:lnTo>
                  <a:pt x="96822" y="549559"/>
                </a:lnTo>
                <a:close/>
                <a:lnTo>
                  <a:pt x="101291" y="678439"/>
                </a:lnTo>
                <a:close/>
                <a:lnTo>
                  <a:pt x="102780" y="674272"/>
                </a:lnTo>
                <a:close/>
                <a:lnTo>
                  <a:pt x="107249" y="586362"/>
                </a:lnTo>
                <a:close/>
                <a:lnTo>
                  <a:pt x="108739" y="590591"/>
                </a:lnTo>
                <a:close/>
                <a:lnTo>
                  <a:pt x="110228" y="572403"/>
                </a:lnTo>
                <a:close/>
                <a:lnTo>
                  <a:pt x="111718" y="584361"/>
                </a:lnTo>
                <a:close/>
                <a:lnTo>
                  <a:pt x="113207" y="564580"/>
                </a:lnTo>
                <a:close/>
                <a:lnTo>
                  <a:pt x="116187" y="633568"/>
                </a:lnTo>
                <a:close/>
                <a:lnTo>
                  <a:pt x="117676" y="588455"/>
                </a:lnTo>
                <a:close/>
                <a:lnTo>
                  <a:pt x="119166" y="590939"/>
                </a:lnTo>
                <a:close/>
                <a:lnTo>
                  <a:pt x="122145" y="710756"/>
                </a:lnTo>
                <a:close/>
                <a:lnTo>
                  <a:pt x="123634" y="663197"/>
                </a:lnTo>
                <a:close/>
                <a:lnTo>
                  <a:pt x="125124" y="688156"/>
                </a:lnTo>
                <a:close/>
                <a:lnTo>
                  <a:pt x="126614" y="652026"/>
                </a:lnTo>
                <a:close/>
                <a:lnTo>
                  <a:pt x="128103" y="670974"/>
                </a:lnTo>
                <a:close/>
                <a:lnTo>
                  <a:pt x="129593" y="591097"/>
                </a:lnTo>
                <a:close/>
                <a:lnTo>
                  <a:pt x="131082" y="635437"/>
                </a:lnTo>
                <a:close/>
                <a:lnTo>
                  <a:pt x="134062" y="580571"/>
                </a:lnTo>
                <a:close/>
                <a:lnTo>
                  <a:pt x="135551" y="605482"/>
                </a:lnTo>
                <a:close/>
                <a:lnTo>
                  <a:pt x="140020" y="476081"/>
                </a:lnTo>
                <a:close/>
                <a:lnTo>
                  <a:pt x="144489" y="676987"/>
                </a:lnTo>
                <a:close/>
                <a:lnTo>
                  <a:pt x="145978" y="680475"/>
                </a:lnTo>
                <a:close/>
                <a:lnTo>
                  <a:pt x="147468" y="670582"/>
                </a:lnTo>
                <a:close/>
                <a:lnTo>
                  <a:pt x="150447" y="569936"/>
                </a:lnTo>
                <a:close/>
                <a:lnTo>
                  <a:pt x="151936" y="551502"/>
                </a:lnTo>
                <a:close/>
                <a:lnTo>
                  <a:pt x="153426" y="493649"/>
                </a:lnTo>
                <a:close/>
                <a:lnTo>
                  <a:pt x="154916" y="548902"/>
                </a:lnTo>
                <a:close/>
                <a:lnTo>
                  <a:pt x="156405" y="541588"/>
                </a:lnTo>
                <a:close/>
                <a:lnTo>
                  <a:pt x="157895" y="650373"/>
                </a:lnTo>
                <a:close/>
                <a:lnTo>
                  <a:pt x="159384" y="648695"/>
                </a:lnTo>
                <a:close/>
                <a:lnTo>
                  <a:pt x="160874" y="555426"/>
                </a:lnTo>
                <a:close/>
                <a:lnTo>
                  <a:pt x="162363" y="559590"/>
                </a:lnTo>
                <a:close/>
                <a:lnTo>
                  <a:pt x="163853" y="607483"/>
                </a:lnTo>
                <a:close/>
                <a:lnTo>
                  <a:pt x="165343" y="607483"/>
                </a:lnTo>
                <a:close/>
                <a:lnTo>
                  <a:pt x="168322" y="551819"/>
                </a:lnTo>
                <a:close/>
                <a:lnTo>
                  <a:pt x="169811" y="593224"/>
                </a:lnTo>
                <a:close/>
                <a:lnTo>
                  <a:pt x="171301" y="585965"/>
                </a:lnTo>
                <a:close/>
                <a:lnTo>
                  <a:pt x="172790" y="622600"/>
                </a:lnTo>
                <a:close/>
                <a:lnTo>
                  <a:pt x="175770" y="536355"/>
                </a:lnTo>
                <a:close/>
                <a:lnTo>
                  <a:pt x="177259" y="553371"/>
                </a:lnTo>
                <a:close/>
                <a:lnTo>
                  <a:pt x="178749" y="526768"/>
                </a:lnTo>
                <a:close/>
                <a:lnTo>
                  <a:pt x="180238" y="555682"/>
                </a:lnTo>
                <a:close/>
                <a:lnTo>
                  <a:pt x="181728" y="534979"/>
                </a:lnTo>
                <a:close/>
                <a:lnTo>
                  <a:pt x="183218" y="577843"/>
                </a:lnTo>
                <a:close/>
                <a:lnTo>
                  <a:pt x="184707" y="579772"/>
                </a:lnTo>
                <a:close/>
                <a:lnTo>
                  <a:pt x="186197" y="597251"/>
                </a:lnTo>
                <a:close/>
                <a:lnTo>
                  <a:pt x="189176" y="554311"/>
                </a:lnTo>
                <a:close/>
                <a:lnTo>
                  <a:pt x="190665" y="551238"/>
                </a:lnTo>
                <a:close/>
                <a:lnTo>
                  <a:pt x="192155" y="502358"/>
                </a:lnTo>
                <a:close/>
                <a:lnTo>
                  <a:pt x="193645" y="544756"/>
                </a:lnTo>
                <a:close/>
                <a:lnTo>
                  <a:pt x="196624" y="454854"/>
                </a:lnTo>
                <a:close/>
                <a:lnTo>
                  <a:pt x="198113" y="438965"/>
                </a:lnTo>
                <a:close/>
                <a:lnTo>
                  <a:pt x="201092" y="535143"/>
                </a:lnTo>
                <a:close/>
                <a:lnTo>
                  <a:pt x="202582" y="519826"/>
                </a:lnTo>
                <a:close/>
                <a:lnTo>
                  <a:pt x="204072" y="514171"/>
                </a:lnTo>
                <a:close/>
                <a:lnTo>
                  <a:pt x="207051" y="602056"/>
                </a:lnTo>
                <a:close/>
                <a:lnTo>
                  <a:pt x="208540" y="529482"/>
                </a:lnTo>
                <a:close/>
                <a:lnTo>
                  <a:pt x="210030" y="528281"/>
                </a:lnTo>
                <a:close/>
                <a:lnTo>
                  <a:pt x="213009" y="466154"/>
                </a:lnTo>
                <a:close/>
                <a:lnTo>
                  <a:pt x="215988" y="507762"/>
                </a:lnTo>
                <a:close/>
                <a:lnTo>
                  <a:pt x="217478" y="623141"/>
                </a:lnTo>
                <a:close/>
                <a:lnTo>
                  <a:pt x="218967" y="590803"/>
                </a:lnTo>
                <a:close/>
                <a:lnTo>
                  <a:pt x="221947" y="620890"/>
                </a:lnTo>
                <a:close/>
                <a:lnTo>
                  <a:pt x="223436" y="596832"/>
                </a:lnTo>
                <a:close/>
                <a:lnTo>
                  <a:pt x="226415" y="612543"/>
                </a:lnTo>
                <a:close/>
                <a:lnTo>
                  <a:pt x="227905" y="529422"/>
                </a:lnTo>
                <a:close/>
                <a:lnTo>
                  <a:pt x="229394" y="540788"/>
                </a:lnTo>
                <a:close/>
                <a:lnTo>
                  <a:pt x="232374" y="596023"/>
                </a:lnTo>
                <a:close/>
                <a:lnTo>
                  <a:pt x="235353" y="517130"/>
                </a:lnTo>
                <a:close/>
                <a:lnTo>
                  <a:pt x="236842" y="555628"/>
                </a:lnTo>
                <a:close/>
                <a:lnTo>
                  <a:pt x="238332" y="493941"/>
                </a:lnTo>
                <a:close/>
                <a:lnTo>
                  <a:pt x="239821" y="493785"/>
                </a:lnTo>
                <a:close/>
                <a:lnTo>
                  <a:pt x="241311" y="498148"/>
                </a:lnTo>
                <a:close/>
                <a:lnTo>
                  <a:pt x="242801" y="487941"/>
                </a:lnTo>
                <a:close/>
                <a:lnTo>
                  <a:pt x="244290" y="559135"/>
                </a:lnTo>
                <a:close/>
                <a:lnTo>
                  <a:pt x="245780" y="550228"/>
                </a:lnTo>
                <a:close/>
                <a:lnTo>
                  <a:pt x="247269" y="590187"/>
                </a:lnTo>
                <a:close/>
                <a:lnTo>
                  <a:pt x="248759" y="553175"/>
                </a:lnTo>
                <a:close/>
                <a:lnTo>
                  <a:pt x="250248" y="563836"/>
                </a:lnTo>
                <a:close/>
                <a:lnTo>
                  <a:pt x="251738" y="618213"/>
                </a:lnTo>
                <a:close/>
                <a:lnTo>
                  <a:pt x="253228" y="592411"/>
                </a:lnTo>
                <a:close/>
                <a:lnTo>
                  <a:pt x="254717" y="606750"/>
                </a:lnTo>
                <a:close/>
                <a:lnTo>
                  <a:pt x="257696" y="676324"/>
                </a:lnTo>
                <a:close/>
                <a:lnTo>
                  <a:pt x="259186" y="663061"/>
                </a:lnTo>
                <a:close/>
                <a:lnTo>
                  <a:pt x="260675" y="631765"/>
                </a:lnTo>
                <a:close/>
                <a:lnTo>
                  <a:pt x="262165" y="639989"/>
                </a:lnTo>
                <a:close/>
                <a:lnTo>
                  <a:pt x="265144" y="583884"/>
                </a:lnTo>
                <a:close/>
                <a:lnTo>
                  <a:pt x="266634" y="577611"/>
                </a:lnTo>
                <a:close/>
                <a:lnTo>
                  <a:pt x="268123" y="523239"/>
                </a:lnTo>
                <a:close/>
                <a:lnTo>
                  <a:pt x="271103" y="562857"/>
                </a:lnTo>
                <a:close/>
                <a:lnTo>
                  <a:pt x="272592" y="583778"/>
                </a:lnTo>
                <a:close/>
                <a:lnTo>
                  <a:pt x="274082" y="518855"/>
                </a:lnTo>
                <a:close/>
                <a:lnTo>
                  <a:pt x="275571" y="546597"/>
                </a:lnTo>
                <a:close/>
                <a:lnTo>
                  <a:pt x="278550" y="507800"/>
                </a:lnTo>
                <a:close/>
                <a:lnTo>
                  <a:pt x="280040" y="510495"/>
                </a:lnTo>
                <a:close/>
                <a:lnTo>
                  <a:pt x="283019" y="445463"/>
                </a:lnTo>
                <a:close/>
                <a:lnTo>
                  <a:pt x="284509" y="465668"/>
                </a:lnTo>
                <a:close/>
                <a:lnTo>
                  <a:pt x="287488" y="569779"/>
                </a:lnTo>
                <a:close/>
                <a:lnTo>
                  <a:pt x="290467" y="497776"/>
                </a:lnTo>
                <a:close/>
                <a:lnTo>
                  <a:pt x="294936" y="618699"/>
                </a:lnTo>
                <a:close/>
                <a:lnTo>
                  <a:pt x="299404" y="544126"/>
                </a:lnTo>
                <a:close/>
                <a:lnTo>
                  <a:pt x="300894" y="525473"/>
                </a:lnTo>
                <a:close/>
                <a:lnTo>
                  <a:pt x="302384" y="525473"/>
                </a:lnTo>
                <a:close/>
                <a:lnTo>
                  <a:pt x="303873" y="511842"/>
                </a:lnTo>
                <a:close/>
                <a:lnTo>
                  <a:pt x="306852" y="545171"/>
                </a:lnTo>
                <a:close/>
                <a:lnTo>
                  <a:pt x="309831" y="487140"/>
                </a:lnTo>
                <a:close/>
                <a:lnTo>
                  <a:pt x="314300" y="605234"/>
                </a:lnTo>
                <a:close/>
                <a:lnTo>
                  <a:pt x="315790" y="589229"/>
                </a:lnTo>
                <a:close/>
                <a:lnTo>
                  <a:pt x="317279" y="493498"/>
                </a:lnTo>
                <a:close/>
                <a:lnTo>
                  <a:pt x="321748" y="588506"/>
                </a:lnTo>
                <a:close/>
                <a:lnTo>
                  <a:pt x="326217" y="469290"/>
                </a:lnTo>
                <a:close/>
                <a:lnTo>
                  <a:pt x="329196" y="557523"/>
                </a:lnTo>
                <a:close/>
                <a:lnTo>
                  <a:pt x="330686" y="507387"/>
                </a:lnTo>
                <a:close/>
                <a:lnTo>
                  <a:pt x="332175" y="507023"/>
                </a:lnTo>
                <a:close/>
                <a:lnTo>
                  <a:pt x="338133" y="379522"/>
                </a:lnTo>
                <a:close/>
                <a:lnTo>
                  <a:pt x="339623" y="384998"/>
                </a:lnTo>
                <a:close/>
                <a:lnTo>
                  <a:pt x="341113" y="474913"/>
                </a:lnTo>
                <a:close/>
                <a:lnTo>
                  <a:pt x="345581" y="373643"/>
                </a:lnTo>
                <a:close/>
                <a:lnTo>
                  <a:pt x="347071" y="371448"/>
                </a:lnTo>
                <a:close/>
                <a:lnTo>
                  <a:pt x="348560" y="373301"/>
                </a:lnTo>
                <a:close/>
                <a:lnTo>
                  <a:pt x="351540" y="395101"/>
                </a:lnTo>
                <a:close/>
                <a:lnTo>
                  <a:pt x="353029" y="398906"/>
                </a:lnTo>
                <a:close/>
                <a:lnTo>
                  <a:pt x="356008" y="331463"/>
                </a:lnTo>
                <a:close/>
                <a:lnTo>
                  <a:pt x="357498" y="509672"/>
                </a:lnTo>
                <a:close/>
                <a:lnTo>
                  <a:pt x="358988" y="508836"/>
                </a:lnTo>
                <a:close/>
                <a:lnTo>
                  <a:pt x="360477" y="521315"/>
                </a:lnTo>
                <a:close/>
                <a:lnTo>
                  <a:pt x="364946" y="420970"/>
                </a:lnTo>
                <a:close/>
                <a:lnTo>
                  <a:pt x="367925" y="553824"/>
                </a:lnTo>
                <a:close/>
                <a:lnTo>
                  <a:pt x="369415" y="490344"/>
                </a:lnTo>
                <a:close/>
                <a:lnTo>
                  <a:pt x="370904" y="507666"/>
                </a:lnTo>
                <a:close/>
                <a:lnTo>
                  <a:pt x="372394" y="441954"/>
                </a:lnTo>
                <a:close/>
                <a:lnTo>
                  <a:pt x="373883" y="470276"/>
                </a:lnTo>
                <a:close/>
                <a:lnTo>
                  <a:pt x="375373" y="467605"/>
                </a:lnTo>
                <a:close/>
                <a:lnTo>
                  <a:pt x="376862" y="472285"/>
                </a:lnTo>
                <a:close/>
                <a:lnTo>
                  <a:pt x="378352" y="408743"/>
                </a:lnTo>
                <a:close/>
                <a:lnTo>
                  <a:pt x="379842" y="414728"/>
                </a:lnTo>
                <a:close/>
                <a:lnTo>
                  <a:pt x="381331" y="406638"/>
                </a:lnTo>
                <a:close/>
                <a:lnTo>
                  <a:pt x="384310" y="335295"/>
                </a:lnTo>
                <a:close/>
                <a:lnTo>
                  <a:pt x="387289" y="269414"/>
                </a:lnTo>
                <a:close/>
                <a:lnTo>
                  <a:pt x="391758" y="371158"/>
                </a:lnTo>
                <a:close/>
                <a:lnTo>
                  <a:pt x="393248" y="368819"/>
                </a:lnTo>
                <a:close/>
                <a:lnTo>
                  <a:pt x="394737" y="338727"/>
                </a:lnTo>
                <a:close/>
                <a:lnTo>
                  <a:pt x="396227" y="339408"/>
                </a:lnTo>
                <a:close/>
                <a:lnTo>
                  <a:pt x="402185" y="543692"/>
                </a:lnTo>
                <a:close/>
                <a:lnTo>
                  <a:pt x="403675" y="536684"/>
                </a:lnTo>
                <a:close/>
                <a:lnTo>
                  <a:pt x="406654" y="607055"/>
                </a:lnTo>
                <a:close/>
                <a:lnTo>
                  <a:pt x="409633" y="531525"/>
                </a:lnTo>
                <a:close/>
                <a:lnTo>
                  <a:pt x="411123" y="548015"/>
                </a:lnTo>
                <a:close/>
                <a:lnTo>
                  <a:pt x="412612" y="481749"/>
                </a:lnTo>
                <a:close/>
                <a:lnTo>
                  <a:pt x="414102" y="581746"/>
                </a:lnTo>
                <a:close/>
                <a:lnTo>
                  <a:pt x="417081" y="426675"/>
                </a:lnTo>
                <a:close/>
                <a:lnTo>
                  <a:pt x="418571" y="440207"/>
                </a:lnTo>
                <a:close/>
                <a:lnTo>
                  <a:pt x="421550" y="514047"/>
                </a:lnTo>
                <a:close/>
                <a:lnTo>
                  <a:pt x="423039" y="514774"/>
                </a:lnTo>
                <a:close/>
                <a:lnTo>
                  <a:pt x="424529" y="513784"/>
                </a:lnTo>
                <a:close/>
                <a:lnTo>
                  <a:pt x="427508" y="556877"/>
                </a:lnTo>
                <a:close/>
                <a:lnTo>
                  <a:pt x="430487" y="515656"/>
                </a:lnTo>
                <a:close/>
                <a:lnTo>
                  <a:pt x="431977" y="539265"/>
                </a:lnTo>
                <a:close/>
                <a:lnTo>
                  <a:pt x="433466" y="525046"/>
                </a:lnTo>
                <a:close/>
                <a:lnTo>
                  <a:pt x="434956" y="448631"/>
                </a:lnTo>
                <a:close/>
                <a:lnTo>
                  <a:pt x="436445" y="493924"/>
                </a:lnTo>
                <a:close/>
                <a:lnTo>
                  <a:pt x="437935" y="420916"/>
                </a:lnTo>
                <a:close/>
                <a:lnTo>
                  <a:pt x="439425" y="448626"/>
                </a:lnTo>
                <a:close/>
                <a:lnTo>
                  <a:pt x="440914" y="396647"/>
                </a:lnTo>
                <a:close/>
                <a:lnTo>
                  <a:pt x="442404" y="397121"/>
                </a:lnTo>
                <a:close/>
                <a:lnTo>
                  <a:pt x="445383" y="383306"/>
                </a:lnTo>
                <a:close/>
                <a:lnTo>
                  <a:pt x="448362" y="446227"/>
                </a:lnTo>
                <a:close/>
                <a:lnTo>
                  <a:pt x="449852" y="428478"/>
                </a:lnTo>
                <a:close/>
                <a:lnTo>
                  <a:pt x="451341" y="479136"/>
                </a:lnTo>
                <a:close/>
                <a:lnTo>
                  <a:pt x="452831" y="436516"/>
                </a:lnTo>
                <a:close/>
                <a:lnTo>
                  <a:pt x="455810" y="605018"/>
                </a:lnTo>
                <a:close/>
                <a:lnTo>
                  <a:pt x="457300" y="520039"/>
                </a:lnTo>
                <a:close/>
                <a:lnTo>
                  <a:pt x="460279" y="540482"/>
                </a:lnTo>
                <a:close/>
                <a:lnTo>
                  <a:pt x="464747" y="604235"/>
                </a:lnTo>
                <a:close/>
                <a:lnTo>
                  <a:pt x="466237" y="613092"/>
                </a:lnTo>
                <a:close/>
                <a:lnTo>
                  <a:pt x="469216" y="680381"/>
                </a:lnTo>
                <a:close/>
                <a:lnTo>
                  <a:pt x="472195" y="634008"/>
                </a:lnTo>
                <a:close/>
                <a:lnTo>
                  <a:pt x="473685" y="648180"/>
                </a:lnTo>
                <a:close/>
                <a:lnTo>
                  <a:pt x="476664" y="616768"/>
                </a:lnTo>
                <a:close/>
                <a:lnTo>
                  <a:pt x="478154" y="575736"/>
                </a:lnTo>
                <a:close/>
                <a:lnTo>
                  <a:pt x="479643" y="598474"/>
                </a:lnTo>
                <a:close/>
                <a:lnTo>
                  <a:pt x="481133" y="550622"/>
                </a:lnTo>
                <a:close/>
                <a:lnTo>
                  <a:pt x="482622" y="629159"/>
                </a:lnTo>
                <a:close/>
                <a:lnTo>
                  <a:pt x="484112" y="601233"/>
                </a:lnTo>
                <a:close/>
                <a:lnTo>
                  <a:pt x="485601" y="647785"/>
                </a:lnTo>
                <a:close/>
                <a:lnTo>
                  <a:pt x="488581" y="506518"/>
                </a:lnTo>
                <a:close/>
                <a:lnTo>
                  <a:pt x="491560" y="560431"/>
                </a:lnTo>
                <a:close/>
                <a:lnTo>
                  <a:pt x="494539" y="539247"/>
                </a:lnTo>
                <a:close/>
                <a:lnTo>
                  <a:pt x="497518" y="710881"/>
                </a:lnTo>
                <a:close/>
                <a:lnTo>
                  <a:pt x="499008" y="708153"/>
                </a:lnTo>
                <a:close/>
                <a:lnTo>
                  <a:pt x="500497" y="670375"/>
                </a:lnTo>
                <a:close/>
                <a:lnTo>
                  <a:pt x="501987" y="687109"/>
                </a:lnTo>
                <a:close/>
                <a:lnTo>
                  <a:pt x="503476" y="626181"/>
                </a:lnTo>
                <a:close/>
                <a:lnTo>
                  <a:pt x="506456" y="783119"/>
                </a:lnTo>
                <a:close/>
                <a:lnTo>
                  <a:pt x="509435" y="648606"/>
                </a:lnTo>
                <a:close/>
                <a:lnTo>
                  <a:pt x="510924" y="675997"/>
                </a:lnTo>
                <a:close/>
                <a:lnTo>
                  <a:pt x="512414" y="647425"/>
                </a:lnTo>
                <a:close/>
                <a:lnTo>
                  <a:pt x="513903" y="711208"/>
                </a:lnTo>
                <a:close/>
                <a:lnTo>
                  <a:pt x="515393" y="700896"/>
                </a:lnTo>
                <a:close/>
                <a:lnTo>
                  <a:pt x="518372" y="542867"/>
                </a:lnTo>
                <a:close/>
                <a:lnTo>
                  <a:pt x="519862" y="534473"/>
                </a:lnTo>
                <a:close/>
                <a:lnTo>
                  <a:pt x="522841" y="584571"/>
                </a:lnTo>
                <a:close/>
                <a:lnTo>
                  <a:pt x="524330" y="564751"/>
                </a:lnTo>
                <a:close/>
                <a:lnTo>
                  <a:pt x="525820" y="642707"/>
                </a:lnTo>
                <a:close/>
                <a:lnTo>
                  <a:pt x="527310" y="604667"/>
                </a:lnTo>
                <a:close/>
                <a:lnTo>
                  <a:pt x="530289" y="512080"/>
                </a:lnTo>
                <a:close/>
                <a:lnTo>
                  <a:pt x="531778" y="603509"/>
                </a:lnTo>
                <a:close/>
                <a:lnTo>
                  <a:pt x="533268" y="510713"/>
                </a:lnTo>
                <a:close/>
                <a:lnTo>
                  <a:pt x="534757" y="562783"/>
                </a:lnTo>
                <a:close/>
                <a:lnTo>
                  <a:pt x="536247" y="493831"/>
                </a:lnTo>
                <a:close/>
                <a:lnTo>
                  <a:pt x="537737" y="499486"/>
                </a:lnTo>
                <a:close/>
                <a:lnTo>
                  <a:pt x="539226" y="540331"/>
                </a:lnTo>
                <a:close/>
                <a:lnTo>
                  <a:pt x="543695" y="412215"/>
                </a:lnTo>
                <a:close/>
                <a:lnTo>
                  <a:pt x="546674" y="304119"/>
                </a:lnTo>
                <a:close/>
                <a:lnTo>
                  <a:pt x="548164" y="321710"/>
                </a:lnTo>
                <a:close/>
                <a:lnTo>
                  <a:pt x="549653" y="322273"/>
                </a:lnTo>
                <a:close/>
                <a:lnTo>
                  <a:pt x="551143" y="301276"/>
                </a:lnTo>
                <a:close/>
                <a:lnTo>
                  <a:pt x="552632" y="308251"/>
                </a:lnTo>
                <a:close/>
                <a:lnTo>
                  <a:pt x="554122" y="349818"/>
                </a:lnTo>
                <a:close/>
                <a:lnTo>
                  <a:pt x="555612" y="313992"/>
                </a:lnTo>
                <a:close/>
                <a:lnTo>
                  <a:pt x="557101" y="329591"/>
                </a:lnTo>
                <a:close/>
                <a:lnTo>
                  <a:pt x="558591" y="324882"/>
                </a:lnTo>
                <a:close/>
                <a:lnTo>
                  <a:pt x="561570" y="375633"/>
                </a:lnTo>
                <a:close/>
                <a:lnTo>
                  <a:pt x="563059" y="389668"/>
                </a:lnTo>
                <a:close/>
                <a:lnTo>
                  <a:pt x="564549" y="342092"/>
                </a:lnTo>
                <a:close/>
                <a:lnTo>
                  <a:pt x="569018" y="446718"/>
                </a:lnTo>
                <a:close/>
                <a:lnTo>
                  <a:pt x="570507" y="445625"/>
                </a:lnTo>
                <a:close/>
                <a:lnTo>
                  <a:pt x="571997" y="463160"/>
                </a:lnTo>
                <a:close/>
                <a:lnTo>
                  <a:pt x="573486" y="519343"/>
                </a:lnTo>
                <a:close/>
                <a:lnTo>
                  <a:pt x="574976" y="519343"/>
                </a:lnTo>
                <a:close/>
                <a:lnTo>
                  <a:pt x="577955" y="542771"/>
                </a:lnTo>
                <a:close/>
                <a:lnTo>
                  <a:pt x="579445" y="452980"/>
                </a:lnTo>
                <a:close/>
                <a:lnTo>
                  <a:pt x="580934" y="478649"/>
                </a:lnTo>
                <a:close/>
                <a:lnTo>
                  <a:pt x="582424" y="387733"/>
                </a:lnTo>
                <a:close/>
                <a:lnTo>
                  <a:pt x="591361" y="528174"/>
                </a:lnTo>
                <a:close/>
                <a:lnTo>
                  <a:pt x="592851" y="500720"/>
                </a:lnTo>
                <a:close/>
                <a:lnTo>
                  <a:pt x="594341" y="614105"/>
                </a:lnTo>
                <a:close/>
                <a:lnTo>
                  <a:pt x="595830" y="610630"/>
                </a:lnTo>
                <a:close/>
                <a:lnTo>
                  <a:pt x="597320" y="621192"/>
                </a:lnTo>
                <a:close/>
                <a:lnTo>
                  <a:pt x="600299" y="555164"/>
                </a:lnTo>
                <a:close/>
                <a:lnTo>
                  <a:pt x="601788" y="660263"/>
                </a:lnTo>
                <a:close/>
                <a:lnTo>
                  <a:pt x="604768" y="579007"/>
                </a:lnTo>
                <a:close/>
                <a:lnTo>
                  <a:pt x="606257" y="577192"/>
                </a:lnTo>
                <a:close/>
                <a:lnTo>
                  <a:pt x="609236" y="536375"/>
                </a:lnTo>
                <a:close/>
                <a:lnTo>
                  <a:pt x="610726" y="539466"/>
                </a:lnTo>
                <a:close/>
                <a:lnTo>
                  <a:pt x="612215" y="591226"/>
                </a:lnTo>
                <a:close/>
                <a:lnTo>
                  <a:pt x="613705" y="552731"/>
                </a:lnTo>
                <a:close/>
                <a:lnTo>
                  <a:pt x="616684" y="701612"/>
                </a:lnTo>
                <a:close/>
                <a:lnTo>
                  <a:pt x="618174" y="676869"/>
                </a:lnTo>
                <a:close/>
                <a:lnTo>
                  <a:pt x="619663" y="755085"/>
                </a:lnTo>
                <a:close/>
                <a:lnTo>
                  <a:pt x="624132" y="646972"/>
                </a:lnTo>
                <a:close/>
                <a:lnTo>
                  <a:pt x="625622" y="628109"/>
                </a:lnTo>
                <a:close/>
                <a:lnTo>
                  <a:pt x="628601" y="659103"/>
                </a:lnTo>
                <a:close/>
                <a:lnTo>
                  <a:pt x="630090" y="639881"/>
                </a:lnTo>
                <a:close/>
                <a:lnTo>
                  <a:pt x="633070" y="687685"/>
                </a:lnTo>
                <a:close/>
                <a:lnTo>
                  <a:pt x="634559" y="711452"/>
                </a:lnTo>
                <a:close/>
                <a:lnTo>
                  <a:pt x="637538" y="573364"/>
                </a:lnTo>
                <a:close/>
                <a:lnTo>
                  <a:pt x="639028" y="554663"/>
                </a:lnTo>
                <a:close/>
                <a:lnTo>
                  <a:pt x="640517" y="554663"/>
                </a:lnTo>
                <a:close/>
                <a:lnTo>
                  <a:pt x="642007" y="567245"/>
                </a:lnTo>
                <a:close/>
                <a:lnTo>
                  <a:pt x="644986" y="506372"/>
                </a:lnTo>
                <a:close/>
                <a:lnTo>
                  <a:pt x="646476" y="511659"/>
                </a:lnTo>
                <a:close/>
                <a:lnTo>
                  <a:pt x="647965" y="597585"/>
                </a:lnTo>
                <a:close/>
                <a:lnTo>
                  <a:pt x="649455" y="584611"/>
                </a:lnTo>
                <a:close/>
                <a:lnTo>
                  <a:pt x="650944" y="611712"/>
                </a:lnTo>
                <a:close/>
                <a:lnTo>
                  <a:pt x="652434" y="611193"/>
                </a:lnTo>
                <a:close/>
                <a:lnTo>
                  <a:pt x="653924" y="624189"/>
                </a:lnTo>
                <a:close/>
                <a:lnTo>
                  <a:pt x="655413" y="618328"/>
                </a:lnTo>
                <a:close/>
                <a:lnTo>
                  <a:pt x="658392" y="657113"/>
                </a:lnTo>
                <a:close/>
                <a:lnTo>
                  <a:pt x="659882" y="610574"/>
                </a:lnTo>
                <a:close/>
                <a:lnTo>
                  <a:pt x="661371" y="617990"/>
                </a:lnTo>
                <a:close/>
                <a:lnTo>
                  <a:pt x="662861" y="639516"/>
                </a:lnTo>
                <a:close/>
                <a:lnTo>
                  <a:pt x="664351" y="689897"/>
                </a:lnTo>
                <a:close/>
                <a:lnTo>
                  <a:pt x="665840" y="680431"/>
                </a:lnTo>
                <a:close/>
                <a:lnTo>
                  <a:pt x="667330" y="698505"/>
                </a:lnTo>
                <a:close/>
                <a:lnTo>
                  <a:pt x="668819" y="769554"/>
                </a:lnTo>
                <a:close/>
                <a:lnTo>
                  <a:pt x="674778" y="634608"/>
                </a:lnTo>
                <a:close/>
                <a:lnTo>
                  <a:pt x="676267" y="699492"/>
                </a:lnTo>
                <a:close/>
                <a:lnTo>
                  <a:pt x="679246" y="589033"/>
                </a:lnTo>
                <a:close/>
                <a:lnTo>
                  <a:pt x="680736" y="637349"/>
                </a:lnTo>
                <a:close/>
                <a:lnTo>
                  <a:pt x="683715" y="757669"/>
                </a:lnTo>
                <a:close/>
                <a:lnTo>
                  <a:pt x="685205" y="768226"/>
                </a:lnTo>
                <a:close/>
                <a:lnTo>
                  <a:pt x="686694" y="656762"/>
                </a:lnTo>
                <a:close/>
                <a:lnTo>
                  <a:pt x="688184" y="655584"/>
                </a:lnTo>
                <a:close/>
                <a:lnTo>
                  <a:pt x="689673" y="715458"/>
                </a:lnTo>
                <a:close/>
                <a:lnTo>
                  <a:pt x="694142" y="627715"/>
                </a:lnTo>
                <a:close/>
                <a:lnTo>
                  <a:pt x="698611" y="574879"/>
                </a:lnTo>
                <a:close/>
                <a:lnTo>
                  <a:pt x="703080" y="637677"/>
                </a:lnTo>
                <a:close/>
                <a:lnTo>
                  <a:pt x="704569" y="689638"/>
                </a:lnTo>
                <a:close/>
                <a:lnTo>
                  <a:pt x="706059" y="607664"/>
                </a:lnTo>
                <a:close/>
                <a:lnTo>
                  <a:pt x="707548" y="610383"/>
                </a:lnTo>
                <a:close/>
                <a:lnTo>
                  <a:pt x="710527" y="681582"/>
                </a:lnTo>
                <a:close/>
                <a:lnTo>
                  <a:pt x="712017" y="633121"/>
                </a:lnTo>
                <a:close/>
                <a:lnTo>
                  <a:pt x="713507" y="662261"/>
                </a:lnTo>
                <a:close/>
                <a:lnTo>
                  <a:pt x="714996" y="615298"/>
                </a:lnTo>
                <a:close/>
                <a:lnTo>
                  <a:pt x="716486" y="522574"/>
                </a:lnTo>
                <a:close/>
                <a:lnTo>
                  <a:pt x="717975" y="524190"/>
                </a:lnTo>
                <a:close/>
                <a:lnTo>
                  <a:pt x="719465" y="546075"/>
                </a:lnTo>
                <a:close/>
                <a:lnTo>
                  <a:pt x="722444" y="681627"/>
                </a:lnTo>
                <a:close/>
                <a:lnTo>
                  <a:pt x="723934" y="632513"/>
                </a:lnTo>
                <a:close/>
                <a:lnTo>
                  <a:pt x="725423" y="643176"/>
                </a:lnTo>
                <a:close/>
                <a:lnTo>
                  <a:pt x="726913" y="540905"/>
                </a:lnTo>
                <a:close/>
                <a:lnTo>
                  <a:pt x="728402" y="539134"/>
                </a:lnTo>
                <a:close/>
                <a:lnTo>
                  <a:pt x="729892" y="568322"/>
                </a:lnTo>
                <a:close/>
                <a:lnTo>
                  <a:pt x="731382" y="480716"/>
                </a:lnTo>
                <a:close/>
                <a:lnTo>
                  <a:pt x="732871" y="478906"/>
                </a:lnTo>
                <a:close/>
                <a:lnTo>
                  <a:pt x="735850" y="434492"/>
                </a:lnTo>
                <a:close/>
                <a:lnTo>
                  <a:pt x="737340" y="403768"/>
                </a:lnTo>
                <a:close/>
                <a:lnTo>
                  <a:pt x="738829" y="415653"/>
                </a:lnTo>
                <a:close/>
                <a:lnTo>
                  <a:pt x="740319" y="402650"/>
                </a:lnTo>
                <a:close/>
                <a:lnTo>
                  <a:pt x="741809" y="439002"/>
                </a:lnTo>
                <a:close/>
                <a:lnTo>
                  <a:pt x="743298" y="531175"/>
                </a:lnTo>
                <a:close/>
                <a:lnTo>
                  <a:pt x="744788" y="480231"/>
                </a:lnTo>
                <a:close/>
                <a:lnTo>
                  <a:pt x="746277" y="572182"/>
                </a:lnTo>
                <a:close/>
                <a:lnTo>
                  <a:pt x="747767" y="562587"/>
                </a:lnTo>
                <a:close/>
                <a:lnTo>
                  <a:pt x="749256" y="574376"/>
                </a:lnTo>
                <a:close/>
                <a:lnTo>
                  <a:pt x="750746" y="569168"/>
                </a:lnTo>
                <a:close/>
                <a:lnTo>
                  <a:pt x="752236" y="591812"/>
                </a:lnTo>
                <a:close/>
                <a:lnTo>
                  <a:pt x="756704" y="486190"/>
                </a:lnTo>
                <a:close/>
                <a:lnTo>
                  <a:pt x="762663" y="678991"/>
                </a:lnTo>
                <a:close/>
                <a:lnTo>
                  <a:pt x="767131" y="495786"/>
                </a:lnTo>
                <a:close/>
                <a:lnTo>
                  <a:pt x="771600" y="622978"/>
                </a:lnTo>
                <a:close/>
                <a:lnTo>
                  <a:pt x="774579" y="567796"/>
                </a:lnTo>
                <a:close/>
                <a:lnTo>
                  <a:pt x="777558" y="674540"/>
                </a:lnTo>
                <a:close/>
                <a:lnTo>
                  <a:pt x="779048" y="663079"/>
                </a:lnTo>
                <a:close/>
                <a:lnTo>
                  <a:pt x="780538" y="662989"/>
                </a:lnTo>
                <a:close/>
                <a:lnTo>
                  <a:pt x="782027" y="734959"/>
                </a:lnTo>
                <a:close/>
                <a:lnTo>
                  <a:pt x="786496" y="622002"/>
                </a:lnTo>
                <a:close/>
                <a:lnTo>
                  <a:pt x="789475" y="503862"/>
                </a:lnTo>
                <a:close/>
                <a:lnTo>
                  <a:pt x="790965" y="514867"/>
                </a:lnTo>
                <a:close/>
                <a:lnTo>
                  <a:pt x="792454" y="553979"/>
                </a:lnTo>
                <a:close/>
                <a:lnTo>
                  <a:pt x="793944" y="487767"/>
                </a:lnTo>
                <a:close/>
                <a:lnTo>
                  <a:pt x="795433" y="536317"/>
                </a:lnTo>
                <a:close/>
                <a:lnTo>
                  <a:pt x="796923" y="535181"/>
                </a:lnTo>
                <a:close/>
                <a:lnTo>
                  <a:pt x="798412" y="511059"/>
                </a:lnTo>
                <a:close/>
                <a:lnTo>
                  <a:pt x="799902" y="571993"/>
                </a:lnTo>
                <a:close/>
                <a:lnTo>
                  <a:pt x="801392" y="552277"/>
                </a:lnTo>
                <a:close/>
                <a:lnTo>
                  <a:pt x="804371" y="452435"/>
                </a:lnTo>
                <a:close/>
                <a:lnTo>
                  <a:pt x="805860" y="424741"/>
                </a:lnTo>
                <a:close/>
                <a:lnTo>
                  <a:pt x="807350" y="496466"/>
                </a:lnTo>
                <a:close/>
                <a:lnTo>
                  <a:pt x="808840" y="489243"/>
                </a:lnTo>
                <a:close/>
                <a:lnTo>
                  <a:pt x="813308" y="627981"/>
                </a:lnTo>
                <a:close/>
                <a:lnTo>
                  <a:pt x="814798" y="742765"/>
                </a:lnTo>
                <a:close/>
                <a:lnTo>
                  <a:pt x="820756" y="638785"/>
                </a:lnTo>
                <a:close/>
                <a:lnTo>
                  <a:pt x="823735" y="622922"/>
                </a:lnTo>
                <a:close/>
                <a:lnTo>
                  <a:pt x="825225" y="640779"/>
                </a:lnTo>
                <a:close/>
                <a:lnTo>
                  <a:pt x="828204" y="568098"/>
                </a:lnTo>
                <a:close/>
                <a:lnTo>
                  <a:pt x="829694" y="464439"/>
                </a:lnTo>
                <a:close/>
                <a:lnTo>
                  <a:pt x="832673" y="531765"/>
                </a:lnTo>
                <a:close/>
                <a:lnTo>
                  <a:pt x="834162" y="536702"/>
                </a:lnTo>
                <a:close/>
                <a:lnTo>
                  <a:pt x="835652" y="526537"/>
                </a:lnTo>
                <a:close/>
                <a:lnTo>
                  <a:pt x="837141" y="596802"/>
                </a:lnTo>
                <a:close/>
                <a:lnTo>
                  <a:pt x="838631" y="592711"/>
                </a:lnTo>
                <a:close/>
                <a:lnTo>
                  <a:pt x="840121" y="575409"/>
                </a:lnTo>
                <a:close/>
                <a:lnTo>
                  <a:pt x="843100" y="609138"/>
                </a:lnTo>
                <a:close/>
                <a:lnTo>
                  <a:pt x="844589" y="584780"/>
                </a:lnTo>
                <a:close/>
                <a:lnTo>
                  <a:pt x="846079" y="590494"/>
                </a:lnTo>
                <a:close/>
                <a:lnTo>
                  <a:pt x="847568" y="572371"/>
                </a:lnTo>
                <a:close/>
                <a:lnTo>
                  <a:pt x="850548" y="606314"/>
                </a:lnTo>
                <a:close/>
                <a:lnTo>
                  <a:pt x="853527" y="460017"/>
                </a:lnTo>
                <a:close/>
                <a:lnTo>
                  <a:pt x="856506" y="524539"/>
                </a:lnTo>
                <a:close/>
                <a:lnTo>
                  <a:pt x="857996" y="501936"/>
                </a:lnTo>
                <a:close/>
                <a:lnTo>
                  <a:pt x="859485" y="516030"/>
                </a:lnTo>
                <a:close/>
                <a:lnTo>
                  <a:pt x="862464" y="461502"/>
                </a:lnTo>
                <a:close/>
                <a:lnTo>
                  <a:pt x="865443" y="547627"/>
                </a:lnTo>
                <a:close/>
                <a:lnTo>
                  <a:pt x="866933" y="341719"/>
                </a:lnTo>
                <a:close/>
                <a:lnTo>
                  <a:pt x="869912" y="427509"/>
                </a:lnTo>
                <a:close/>
                <a:lnTo>
                  <a:pt x="872891" y="360629"/>
                </a:lnTo>
                <a:close/>
                <a:lnTo>
                  <a:pt x="874381" y="360961"/>
                </a:lnTo>
                <a:close/>
                <a:lnTo>
                  <a:pt x="875870" y="368070"/>
                </a:lnTo>
                <a:close/>
                <a:lnTo>
                  <a:pt x="880339" y="525879"/>
                </a:lnTo>
                <a:close/>
                <a:lnTo>
                  <a:pt x="883318" y="465617"/>
                </a:lnTo>
                <a:close/>
                <a:lnTo>
                  <a:pt x="887787" y="521896"/>
                </a:lnTo>
                <a:close/>
                <a:lnTo>
                  <a:pt x="889277" y="521896"/>
                </a:lnTo>
                <a:close/>
                <a:lnTo>
                  <a:pt x="890766" y="519383"/>
                </a:lnTo>
                <a:close/>
                <a:lnTo>
                  <a:pt x="893745" y="562199"/>
                </a:lnTo>
                <a:close/>
                <a:lnTo>
                  <a:pt x="895235" y="567706"/>
                </a:lnTo>
                <a:close/>
                <a:lnTo>
                  <a:pt x="898214" y="668537"/>
                </a:lnTo>
                <a:close/>
                <a:lnTo>
                  <a:pt x="899704" y="560276"/>
                </a:lnTo>
                <a:close/>
                <a:lnTo>
                  <a:pt x="901193" y="606461"/>
                </a:lnTo>
                <a:close/>
                <a:lnTo>
                  <a:pt x="902683" y="601060"/>
                </a:lnTo>
                <a:close/>
                <a:lnTo>
                  <a:pt x="904172" y="634606"/>
                </a:lnTo>
                <a:close/>
                <a:lnTo>
                  <a:pt x="908641" y="783185"/>
                </a:lnTo>
                <a:close/>
                <a:lnTo>
                  <a:pt x="910131" y="750510"/>
                </a:lnTo>
                <a:close/>
                <a:lnTo>
                  <a:pt x="911620" y="762396"/>
                </a:lnTo>
                <a:close/>
                <a:lnTo>
                  <a:pt x="916089" y="702263"/>
                </a:lnTo>
                <a:close/>
                <a:lnTo>
                  <a:pt x="919068" y="587485"/>
                </a:lnTo>
                <a:close/>
                <a:lnTo>
                  <a:pt x="922047" y="566685"/>
                </a:lnTo>
                <a:close/>
                <a:lnTo>
                  <a:pt x="923537" y="569908"/>
                </a:lnTo>
                <a:close/>
                <a:lnTo>
                  <a:pt x="925026" y="561262"/>
                </a:lnTo>
                <a:close/>
                <a:lnTo>
                  <a:pt x="929495" y="428981"/>
                </a:lnTo>
                <a:close/>
                <a:lnTo>
                  <a:pt x="930985" y="426737"/>
                </a:lnTo>
                <a:close/>
                <a:lnTo>
                  <a:pt x="932474" y="446660"/>
                </a:lnTo>
                <a:close/>
                <a:lnTo>
                  <a:pt x="933964" y="428723"/>
                </a:lnTo>
                <a:close/>
                <a:lnTo>
                  <a:pt x="935453" y="491379"/>
                </a:lnTo>
                <a:close/>
                <a:lnTo>
                  <a:pt x="936943" y="481453"/>
                </a:lnTo>
                <a:close/>
                <a:lnTo>
                  <a:pt x="938433" y="455142"/>
                </a:lnTo>
                <a:close/>
                <a:lnTo>
                  <a:pt x="941412" y="518357"/>
                </a:lnTo>
                <a:close/>
                <a:lnTo>
                  <a:pt x="944391" y="396893"/>
                </a:lnTo>
                <a:close/>
                <a:lnTo>
                  <a:pt x="945881" y="389659"/>
                </a:lnTo>
                <a:close/>
                <a:lnTo>
                  <a:pt x="947370" y="424258"/>
                </a:lnTo>
                <a:close/>
                <a:lnTo>
                  <a:pt x="948860" y="416281"/>
                </a:lnTo>
                <a:close/>
                <a:lnTo>
                  <a:pt x="950349" y="398411"/>
                </a:lnTo>
                <a:close/>
                <a:lnTo>
                  <a:pt x="951839" y="401020"/>
                </a:lnTo>
                <a:close/>
                <a:lnTo>
                  <a:pt x="953328" y="406955"/>
                </a:lnTo>
                <a:close/>
                <a:lnTo>
                  <a:pt x="956308" y="462275"/>
                </a:lnTo>
                <a:close/>
                <a:lnTo>
                  <a:pt x="957797" y="437935"/>
                </a:lnTo>
                <a:close/>
                <a:lnTo>
                  <a:pt x="959287" y="487990"/>
                </a:lnTo>
                <a:close/>
                <a:lnTo>
                  <a:pt x="960776" y="440306"/>
                </a:lnTo>
                <a:close/>
                <a:lnTo>
                  <a:pt x="962266" y="450354"/>
                </a:lnTo>
                <a:close/>
                <a:lnTo>
                  <a:pt x="965245" y="412924"/>
                </a:lnTo>
                <a:close/>
                <a:lnTo>
                  <a:pt x="966735" y="570000"/>
                </a:lnTo>
                <a:close/>
                <a:lnTo>
                  <a:pt x="969714" y="540546"/>
                </a:lnTo>
                <a:close/>
                <a:lnTo>
                  <a:pt x="971203" y="549009"/>
                </a:lnTo>
                <a:close/>
                <a:lnTo>
                  <a:pt x="972693" y="506722"/>
                </a:lnTo>
                <a:close/>
                <a:lnTo>
                  <a:pt x="974182" y="529817"/>
                </a:lnTo>
                <a:close/>
                <a:lnTo>
                  <a:pt x="977162" y="466060"/>
                </a:lnTo>
                <a:close/>
                <a:lnTo>
                  <a:pt x="978651" y="440969"/>
                </a:lnTo>
                <a:close/>
                <a:lnTo>
                  <a:pt x="983120" y="581238"/>
                </a:lnTo>
                <a:close/>
                <a:lnTo>
                  <a:pt x="984609" y="587854"/>
                </a:lnTo>
                <a:close/>
                <a:lnTo>
                  <a:pt x="986099" y="572755"/>
                </a:lnTo>
                <a:close/>
                <a:lnTo>
                  <a:pt x="989078" y="645672"/>
                </a:lnTo>
                <a:close/>
                <a:lnTo>
                  <a:pt x="990568" y="625381"/>
                </a:lnTo>
                <a:close/>
                <a:lnTo>
                  <a:pt x="992057" y="625068"/>
                </a:lnTo>
                <a:close/>
                <a:lnTo>
                  <a:pt x="993547" y="666465"/>
                </a:lnTo>
                <a:close/>
                <a:lnTo>
                  <a:pt x="995037" y="761308"/>
                </a:lnTo>
                <a:close/>
                <a:lnTo>
                  <a:pt x="999505" y="650587"/>
                </a:lnTo>
                <a:close/>
                <a:lnTo>
                  <a:pt x="1000995" y="694728"/>
                </a:lnTo>
                <a:close/>
                <a:lnTo>
                  <a:pt x="1003974" y="651487"/>
                </a:lnTo>
                <a:close/>
                <a:lnTo>
                  <a:pt x="1005464" y="617916"/>
                </a:lnTo>
                <a:close/>
                <a:lnTo>
                  <a:pt x="1006953" y="656658"/>
                </a:lnTo>
                <a:close/>
                <a:lnTo>
                  <a:pt x="1008443" y="656647"/>
                </a:lnTo>
                <a:close/>
                <a:lnTo>
                  <a:pt x="1009932" y="667547"/>
                </a:lnTo>
                <a:close/>
                <a:lnTo>
                  <a:pt x="1017380" y="441290"/>
                </a:lnTo>
                <a:close/>
                <a:lnTo>
                  <a:pt x="1020359" y="518350"/>
                </a:lnTo>
                <a:close/>
                <a:lnTo>
                  <a:pt x="1023338" y="631804"/>
                </a:lnTo>
                <a:close/>
                <a:lnTo>
                  <a:pt x="1026318" y="545566"/>
                </a:lnTo>
                <a:close/>
                <a:lnTo>
                  <a:pt x="1027807" y="560267"/>
                </a:lnTo>
                <a:close/>
                <a:lnTo>
                  <a:pt x="1029297" y="662718"/>
                </a:lnTo>
                <a:close/>
                <a:lnTo>
                  <a:pt x="1030786" y="514434"/>
                </a:lnTo>
                <a:close/>
                <a:lnTo>
                  <a:pt x="1032276" y="537578"/>
                </a:lnTo>
                <a:close/>
                <a:lnTo>
                  <a:pt x="1035255" y="646835"/>
                </a:lnTo>
                <a:close/>
                <a:lnTo>
                  <a:pt x="1036745" y="663311"/>
                </a:lnTo>
                <a:close/>
                <a:lnTo>
                  <a:pt x="1038234" y="630471"/>
                </a:lnTo>
                <a:close/>
                <a:lnTo>
                  <a:pt x="1039724" y="630471"/>
                </a:lnTo>
                <a:close/>
                <a:lnTo>
                  <a:pt x="1041213" y="616815"/>
                </a:lnTo>
                <a:close/>
                <a:lnTo>
                  <a:pt x="1045682" y="656334"/>
                </a:lnTo>
                <a:close/>
                <a:lnTo>
                  <a:pt x="1047172" y="648641"/>
                </a:lnTo>
                <a:close/>
                <a:lnTo>
                  <a:pt x="1048661" y="697943"/>
                </a:lnTo>
                <a:close/>
                <a:lnTo>
                  <a:pt x="1053130" y="631158"/>
                </a:lnTo>
                <a:close/>
                <a:lnTo>
                  <a:pt x="1056109" y="652112"/>
                </a:lnTo>
                <a:close/>
                <a:lnTo>
                  <a:pt x="1057599" y="619998"/>
                </a:lnTo>
                <a:close/>
                <a:lnTo>
                  <a:pt x="1059088" y="662423"/>
                </a:lnTo>
                <a:close/>
                <a:lnTo>
                  <a:pt x="1060578" y="656873"/>
                </a:lnTo>
                <a:close/>
                <a:lnTo>
                  <a:pt x="1062067" y="699634"/>
                </a:lnTo>
                <a:close/>
                <a:lnTo>
                  <a:pt x="1063557" y="644143"/>
                </a:lnTo>
                <a:close/>
                <a:lnTo>
                  <a:pt x="1065047" y="657868"/>
                </a:lnTo>
                <a:close/>
                <a:lnTo>
                  <a:pt x="1069515" y="459745"/>
                </a:lnTo>
                <a:close/>
                <a:lnTo>
                  <a:pt x="1072494" y="475711"/>
                </a:lnTo>
                <a:close/>
                <a:lnTo>
                  <a:pt x="1073984" y="466392"/>
                </a:lnTo>
                <a:close/>
                <a:lnTo>
                  <a:pt x="1078453" y="542122"/>
                </a:lnTo>
                <a:close/>
                <a:lnTo>
                  <a:pt x="1081432" y="462540"/>
                </a:lnTo>
                <a:close/>
                <a:lnTo>
                  <a:pt x="1082922" y="511420"/>
                </a:lnTo>
                <a:close/>
                <a:lnTo>
                  <a:pt x="1085901" y="385795"/>
                </a:lnTo>
                <a:close/>
                <a:lnTo>
                  <a:pt x="1087390" y="409583"/>
                </a:lnTo>
                <a:close/>
                <a:lnTo>
                  <a:pt x="1088880" y="407540"/>
                </a:lnTo>
                <a:close/>
                <a:lnTo>
                  <a:pt x="1090369" y="368019"/>
                </a:lnTo>
                <a:close/>
                <a:lnTo>
                  <a:pt x="1091859" y="390131"/>
                </a:lnTo>
                <a:close/>
                <a:lnTo>
                  <a:pt x="1094838" y="489030"/>
                </a:lnTo>
                <a:close/>
                <a:lnTo>
                  <a:pt x="1096328" y="500474"/>
                </a:lnTo>
                <a:close/>
                <a:lnTo>
                  <a:pt x="1097817" y="480965"/>
                </a:lnTo>
                <a:close/>
                <a:lnTo>
                  <a:pt x="1099307" y="488281"/>
                </a:lnTo>
                <a:close/>
                <a:lnTo>
                  <a:pt x="1100796" y="487130"/>
                </a:lnTo>
                <a:close/>
                <a:lnTo>
                  <a:pt x="1103776" y="581699"/>
                </a:lnTo>
                <a:close/>
                <a:lnTo>
                  <a:pt x="1109734" y="494781"/>
                </a:lnTo>
                <a:close/>
                <a:lnTo>
                  <a:pt x="1111223" y="570858"/>
                </a:lnTo>
                <a:close/>
                <a:lnTo>
                  <a:pt x="1112713" y="549673"/>
                </a:lnTo>
                <a:close/>
                <a:lnTo>
                  <a:pt x="1114203" y="548995"/>
                </a:lnTo>
                <a:close/>
                <a:lnTo>
                  <a:pt x="1115692" y="551551"/>
                </a:lnTo>
                <a:close/>
                <a:lnTo>
                  <a:pt x="1117182" y="521245"/>
                </a:lnTo>
                <a:close/>
                <a:lnTo>
                  <a:pt x="1118671" y="539400"/>
                </a:lnTo>
                <a:close/>
                <a:lnTo>
                  <a:pt x="1120161" y="525499"/>
                </a:lnTo>
                <a:close/>
                <a:lnTo>
                  <a:pt x="1121650" y="471131"/>
                </a:lnTo>
                <a:close/>
                <a:lnTo>
                  <a:pt x="1123140" y="490521"/>
                </a:lnTo>
                <a:close/>
                <a:lnTo>
                  <a:pt x="1126119" y="375526"/>
                </a:lnTo>
                <a:close/>
                <a:lnTo>
                  <a:pt x="1127609" y="363029"/>
                </a:lnTo>
                <a:close/>
                <a:lnTo>
                  <a:pt x="1129098" y="397498"/>
                </a:lnTo>
                <a:close/>
                <a:lnTo>
                  <a:pt x="1133567" y="191181"/>
                </a:lnTo>
                <a:close/>
                <a:lnTo>
                  <a:pt x="1136546" y="138029"/>
                </a:lnTo>
                <a:close/>
                <a:lnTo>
                  <a:pt x="1138036" y="164115"/>
                </a:lnTo>
                <a:close/>
                <a:lnTo>
                  <a:pt x="1141015" y="250957"/>
                </a:lnTo>
                <a:close/>
                <a:lnTo>
                  <a:pt x="1142505" y="255381"/>
                </a:lnTo>
                <a:close/>
                <a:lnTo>
                  <a:pt x="1143994" y="264581"/>
                </a:lnTo>
                <a:close/>
                <a:lnTo>
                  <a:pt x="1145484" y="253820"/>
                </a:lnTo>
                <a:close/>
                <a:lnTo>
                  <a:pt x="1146973" y="361503"/>
                </a:lnTo>
                <a:close/>
                <a:lnTo>
                  <a:pt x="1148463" y="284988"/>
                </a:lnTo>
                <a:close/>
                <a:lnTo>
                  <a:pt x="1149952" y="381957"/>
                </a:lnTo>
                <a:close/>
                <a:lnTo>
                  <a:pt x="1151442" y="386970"/>
                </a:lnTo>
                <a:close/>
                <a:lnTo>
                  <a:pt x="1152932" y="366368"/>
                </a:lnTo>
                <a:close/>
                <a:lnTo>
                  <a:pt x="1154421" y="394491"/>
                </a:lnTo>
                <a:close/>
                <a:lnTo>
                  <a:pt x="1155911" y="369146"/>
                </a:lnTo>
                <a:close/>
                <a:lnTo>
                  <a:pt x="1157400" y="318537"/>
                </a:lnTo>
                <a:close/>
                <a:lnTo>
                  <a:pt x="1158890" y="362220"/>
                </a:lnTo>
                <a:close/>
                <a:lnTo>
                  <a:pt x="1163359" y="277278"/>
                </a:lnTo>
                <a:close/>
                <a:lnTo>
                  <a:pt x="1164848" y="266869"/>
                </a:lnTo>
                <a:close/>
                <a:lnTo>
                  <a:pt x="1166338" y="316953"/>
                </a:lnTo>
                <a:close/>
                <a:lnTo>
                  <a:pt x="1167827" y="196239"/>
                </a:lnTo>
                <a:close/>
                <a:lnTo>
                  <a:pt x="1170807" y="220469"/>
                </a:lnTo>
                <a:close/>
                <a:lnTo>
                  <a:pt x="1172296" y="211500"/>
                </a:lnTo>
                <a:close/>
                <a:lnTo>
                  <a:pt x="1173786" y="211183"/>
                </a:lnTo>
                <a:close/>
                <a:lnTo>
                  <a:pt x="1175275" y="208679"/>
                </a:lnTo>
                <a:close/>
                <a:lnTo>
                  <a:pt x="1176765" y="224286"/>
                </a:lnTo>
                <a:close/>
                <a:lnTo>
                  <a:pt x="1178254" y="202978"/>
                </a:lnTo>
                <a:close/>
                <a:lnTo>
                  <a:pt x="1181234" y="256801"/>
                </a:lnTo>
                <a:close/>
                <a:lnTo>
                  <a:pt x="1182723" y="284675"/>
                </a:lnTo>
                <a:close/>
                <a:lnTo>
                  <a:pt x="1184213" y="262528"/>
                </a:lnTo>
                <a:close/>
                <a:lnTo>
                  <a:pt x="1187192" y="333856"/>
                </a:lnTo>
                <a:close/>
                <a:lnTo>
                  <a:pt x="1188681" y="315855"/>
                </a:lnTo>
                <a:close/>
                <a:lnTo>
                  <a:pt x="1190171" y="317460"/>
                </a:lnTo>
                <a:close/>
                <a:lnTo>
                  <a:pt x="1191661" y="276918"/>
                </a:lnTo>
                <a:close/>
                <a:lnTo>
                  <a:pt x="1193150" y="325437"/>
                </a:lnTo>
                <a:close/>
                <a:lnTo>
                  <a:pt x="1194640" y="261696"/>
                </a:lnTo>
                <a:close/>
                <a:lnTo>
                  <a:pt x="1196129" y="270233"/>
                </a:lnTo>
                <a:close/>
                <a:lnTo>
                  <a:pt x="1200598" y="130978"/>
                </a:lnTo>
                <a:close/>
                <a:lnTo>
                  <a:pt x="1202088" y="136290"/>
                </a:lnTo>
                <a:close/>
                <a:lnTo>
                  <a:pt x="1203577" y="60689"/>
                </a:lnTo>
                <a:close/>
                <a:lnTo>
                  <a:pt x="1205067" y="81582"/>
                </a:lnTo>
                <a:close/>
                <a:lnTo>
                  <a:pt x="1208046" y="249119"/>
                </a:lnTo>
                <a:close/>
                <a:lnTo>
                  <a:pt x="1209535" y="155900"/>
                </a:lnTo>
                <a:close/>
                <a:lnTo>
                  <a:pt x="1211025" y="208464"/>
                </a:lnTo>
                <a:close/>
                <a:lnTo>
                  <a:pt x="1212515" y="106054"/>
                </a:lnTo>
                <a:close/>
                <a:lnTo>
                  <a:pt x="1214004" y="137589"/>
                </a:lnTo>
                <a:close/>
                <a:lnTo>
                  <a:pt x="1215494" y="117508"/>
                </a:lnTo>
                <a:close/>
                <a:lnTo>
                  <a:pt x="1218473" y="175537"/>
                </a:lnTo>
                <a:close/>
                <a:lnTo>
                  <a:pt x="1219963" y="264712"/>
                </a:lnTo>
                <a:close/>
                <a:lnTo>
                  <a:pt x="1221452" y="210904"/>
                </a:lnTo>
                <a:close/>
                <a:lnTo>
                  <a:pt x="1222942" y="234281"/>
                </a:lnTo>
                <a:close/>
                <a:lnTo>
                  <a:pt x="1224431" y="156353"/>
                </a:lnTo>
                <a:close/>
                <a:lnTo>
                  <a:pt x="1225921" y="219566"/>
                </a:lnTo>
                <a:close/>
                <a:lnTo>
                  <a:pt x="1227410" y="179322"/>
                </a:lnTo>
                <a:close/>
                <a:lnTo>
                  <a:pt x="1228900" y="291495"/>
                </a:lnTo>
                <a:close/>
                <a:lnTo>
                  <a:pt x="1230390" y="287162"/>
                </a:lnTo>
                <a:close/>
                <a:lnTo>
                  <a:pt x="1233369" y="335671"/>
                </a:lnTo>
                <a:close/>
                <a:lnTo>
                  <a:pt x="1234858" y="297761"/>
                </a:lnTo>
                <a:close/>
                <a:lnTo>
                  <a:pt x="1236348" y="211554"/>
                </a:lnTo>
                <a:close/>
                <a:lnTo>
                  <a:pt x="1242306" y="362485"/>
                </a:lnTo>
                <a:close/>
                <a:lnTo>
                  <a:pt x="1243796" y="428191"/>
                </a:lnTo>
                <a:close/>
                <a:lnTo>
                  <a:pt x="1245285" y="409047"/>
                </a:lnTo>
                <a:close/>
                <a:lnTo>
                  <a:pt x="1246775" y="427283"/>
                </a:lnTo>
                <a:close/>
                <a:lnTo>
                  <a:pt x="1248264" y="466865"/>
                </a:lnTo>
                <a:close/>
                <a:lnTo>
                  <a:pt x="1255712" y="276069"/>
                </a:lnTo>
                <a:close/>
                <a:lnTo>
                  <a:pt x="1258691" y="438660"/>
                </a:lnTo>
                <a:close/>
                <a:lnTo>
                  <a:pt x="1260181" y="429879"/>
                </a:lnTo>
                <a:close/>
                <a:lnTo>
                  <a:pt x="1261671" y="431029"/>
                </a:lnTo>
                <a:close/>
                <a:lnTo>
                  <a:pt x="1264650" y="168847"/>
                </a:lnTo>
                <a:close/>
                <a:lnTo>
                  <a:pt x="1266139" y="221342"/>
                </a:lnTo>
                <a:close/>
                <a:lnTo>
                  <a:pt x="1269119" y="116189"/>
                </a:lnTo>
                <a:close/>
                <a:lnTo>
                  <a:pt x="1270608" y="116144"/>
                </a:lnTo>
                <a:close/>
                <a:lnTo>
                  <a:pt x="1272098" y="125601"/>
                </a:lnTo>
                <a:close/>
                <a:lnTo>
                  <a:pt x="1273587" y="117098"/>
                </a:lnTo>
                <a:close/>
                <a:lnTo>
                  <a:pt x="1276566" y="74964"/>
                </a:lnTo>
                <a:close/>
                <a:lnTo>
                  <a:pt x="1281035" y="177477"/>
                </a:lnTo>
                <a:close/>
                <a:lnTo>
                  <a:pt x="1282525" y="176445"/>
                </a:lnTo>
                <a:close/>
                <a:lnTo>
                  <a:pt x="1285504" y="136220"/>
                </a:lnTo>
                <a:close/>
                <a:lnTo>
                  <a:pt x="1286993" y="171006"/>
                </a:lnTo>
                <a:close/>
                <a:lnTo>
                  <a:pt x="1289973" y="149996"/>
                </a:lnTo>
                <a:close/>
                <a:lnTo>
                  <a:pt x="1291462" y="187063"/>
                </a:lnTo>
                <a:close/>
                <a:lnTo>
                  <a:pt x="1292952" y="160235"/>
                </a:lnTo>
                <a:close/>
                <a:lnTo>
                  <a:pt x="1294441" y="163143"/>
                </a:lnTo>
                <a:close/>
                <a:lnTo>
                  <a:pt x="1297420" y="210898"/>
                </a:lnTo>
                <a:close/>
                <a:lnTo>
                  <a:pt x="1298910" y="137427"/>
                </a:lnTo>
                <a:close/>
                <a:lnTo>
                  <a:pt x="1300400" y="134968"/>
                </a:lnTo>
                <a:close/>
                <a:lnTo>
                  <a:pt x="1304868" y="92676"/>
                </a:lnTo>
                <a:close/>
                <a:lnTo>
                  <a:pt x="1306358" y="114039"/>
                </a:lnTo>
                <a:close/>
                <a:lnTo>
                  <a:pt x="1307848" y="54030"/>
                </a:lnTo>
                <a:close/>
                <a:lnTo>
                  <a:pt x="1309337" y="54422"/>
                </a:lnTo>
                <a:close/>
                <a:lnTo>
                  <a:pt x="1310827" y="0"/>
                </a:lnTo>
                <a:close/>
                <a:lnTo>
                  <a:pt x="1312316" y="42943"/>
                </a:lnTo>
                <a:close/>
                <a:lnTo>
                  <a:pt x="1313806" y="35650"/>
                </a:lnTo>
                <a:close/>
                <a:lnTo>
                  <a:pt x="1321254" y="310933"/>
                </a:lnTo>
                <a:close/>
                <a:lnTo>
                  <a:pt x="1322743" y="350044"/>
                </a:lnTo>
                <a:close/>
                <a:lnTo>
                  <a:pt x="1325722" y="232558"/>
                </a:lnTo>
                <a:close/>
                <a:lnTo>
                  <a:pt x="1328702" y="273917"/>
                </a:lnTo>
                <a:close/>
                <a:lnTo>
                  <a:pt x="1330191" y="225797"/>
                </a:lnTo>
                <a:close/>
                <a:lnTo>
                  <a:pt x="1333170" y="298261"/>
                </a:lnTo>
                <a:close/>
                <a:lnTo>
                  <a:pt x="1334660" y="344430"/>
                </a:lnTo>
                <a:close/>
                <a:lnTo>
                  <a:pt x="1336149" y="320580"/>
                </a:lnTo>
                <a:close/>
                <a:lnTo>
                  <a:pt x="1337639" y="345981"/>
                </a:lnTo>
                <a:close/>
                <a:lnTo>
                  <a:pt x="1339129" y="316041"/>
                </a:lnTo>
                <a:close/>
                <a:lnTo>
                  <a:pt x="1340618" y="346765"/>
                </a:lnTo>
                <a:close/>
                <a:lnTo>
                  <a:pt x="1342108" y="332836"/>
                </a:lnTo>
                <a:close/>
                <a:lnTo>
                  <a:pt x="1343597" y="344725"/>
                </a:lnTo>
                <a:close/>
                <a:lnTo>
                  <a:pt x="1345087" y="344393"/>
                </a:lnTo>
                <a:close/>
                <a:lnTo>
                  <a:pt x="1346576" y="332438"/>
                </a:lnTo>
                <a:close/>
                <a:lnTo>
                  <a:pt x="1352535" y="661967"/>
                </a:lnTo>
                <a:close/>
                <a:lnTo>
                  <a:pt x="1354024" y="632337"/>
                </a:lnTo>
                <a:close/>
                <a:lnTo>
                  <a:pt x="1355514" y="540796"/>
                </a:lnTo>
                <a:close/>
                <a:lnTo>
                  <a:pt x="1358493" y="561394"/>
                </a:lnTo>
                <a:close/>
                <a:lnTo>
                  <a:pt x="1359983" y="624084"/>
                </a:lnTo>
                <a:close/>
                <a:lnTo>
                  <a:pt x="1361472" y="615853"/>
                </a:lnTo>
                <a:close/>
                <a:lnTo>
                  <a:pt x="1364451" y="746184"/>
                </a:lnTo>
                <a:close/>
                <a:lnTo>
                  <a:pt x="1367431" y="728504"/>
                </a:lnTo>
                <a:close/>
                <a:lnTo>
                  <a:pt x="1368920" y="728504"/>
                </a:lnTo>
                <a:close/>
                <a:lnTo>
                  <a:pt x="1371899" y="811444"/>
                </a:lnTo>
                <a:close/>
                <a:lnTo>
                  <a:pt x="1373389" y="868434"/>
                </a:lnTo>
                <a:close/>
                <a:lnTo>
                  <a:pt x="1374878" y="835541"/>
                </a:lnTo>
                <a:close/>
                <a:lnTo>
                  <a:pt x="1377858" y="869684"/>
                </a:lnTo>
                <a:close/>
                <a:lnTo>
                  <a:pt x="1379347" y="876937"/>
                </a:lnTo>
                <a:close/>
                <a:lnTo>
                  <a:pt x="1382326" y="918665"/>
                </a:lnTo>
                <a:close/>
                <a:lnTo>
                  <a:pt x="1383816" y="927573"/>
                </a:lnTo>
                <a:close/>
                <a:lnTo>
                  <a:pt x="1385305" y="904393"/>
                </a:lnTo>
                <a:close/>
                <a:lnTo>
                  <a:pt x="1386795" y="931026"/>
                </a:lnTo>
                <a:close/>
                <a:lnTo>
                  <a:pt x="1389774" y="854584"/>
                </a:lnTo>
                <a:close/>
                <a:lnTo>
                  <a:pt x="1391264" y="822650"/>
                </a:lnTo>
                <a:close/>
                <a:lnTo>
                  <a:pt x="1392753" y="839849"/>
                </a:lnTo>
                <a:close/>
                <a:lnTo>
                  <a:pt x="1394243" y="809579"/>
                </a:lnTo>
                <a:close/>
                <a:lnTo>
                  <a:pt x="1395733" y="906551"/>
                </a:lnTo>
                <a:close/>
                <a:lnTo>
                  <a:pt x="1398712" y="848708"/>
                </a:lnTo>
                <a:close/>
                <a:lnTo>
                  <a:pt x="1400201" y="872753"/>
                </a:lnTo>
                <a:close/>
                <a:lnTo>
                  <a:pt x="1401691" y="920266"/>
                </a:lnTo>
                <a:close/>
                <a:lnTo>
                  <a:pt x="1403180" y="860549"/>
                </a:lnTo>
                <a:close/>
                <a:lnTo>
                  <a:pt x="1404670" y="924953"/>
                </a:lnTo>
                <a:close/>
                <a:lnTo>
                  <a:pt x="1406160" y="874275"/>
                </a:lnTo>
                <a:close/>
                <a:lnTo>
                  <a:pt x="1407649" y="885861"/>
                </a:lnTo>
                <a:close/>
                <a:lnTo>
                  <a:pt x="1415097" y="756868"/>
                </a:lnTo>
                <a:close/>
                <a:lnTo>
                  <a:pt x="1416587" y="797163"/>
                </a:lnTo>
                <a:close/>
                <a:lnTo>
                  <a:pt x="1418076" y="720463"/>
                </a:lnTo>
                <a:close/>
                <a:lnTo>
                  <a:pt x="1421055" y="753709"/>
                </a:lnTo>
                <a:close/>
                <a:lnTo>
                  <a:pt x="1422545" y="844190"/>
                </a:lnTo>
                <a:close/>
                <a:lnTo>
                  <a:pt x="1428503" y="697055"/>
                </a:lnTo>
                <a:close/>
                <a:lnTo>
                  <a:pt x="1431482" y="773819"/>
                </a:lnTo>
                <a:close/>
                <a:lnTo>
                  <a:pt x="1432972" y="772784"/>
                </a:lnTo>
                <a:close/>
                <a:lnTo>
                  <a:pt x="1434461" y="780920"/>
                </a:lnTo>
                <a:close/>
                <a:lnTo>
                  <a:pt x="1435951" y="756679"/>
                </a:lnTo>
                <a:close/>
                <a:lnTo>
                  <a:pt x="1438930" y="778797"/>
                </a:lnTo>
                <a:close/>
                <a:lnTo>
                  <a:pt x="1440420" y="715934"/>
                </a:lnTo>
                <a:close/>
                <a:lnTo>
                  <a:pt x="1441909" y="772213"/>
                </a:lnTo>
                <a:close/>
                <a:lnTo>
                  <a:pt x="1444889" y="690024"/>
                </a:lnTo>
                <a:close/>
                <a:lnTo>
                  <a:pt x="1446378" y="740388"/>
                </a:lnTo>
                <a:close/>
                <a:lnTo>
                  <a:pt x="1447868" y="730929"/>
                </a:lnTo>
                <a:close/>
                <a:lnTo>
                  <a:pt x="1450847" y="699734"/>
                </a:lnTo>
                <a:close/>
                <a:lnTo>
                  <a:pt x="1452336" y="742766"/>
                </a:lnTo>
                <a:close/>
                <a:lnTo>
                  <a:pt x="1456805" y="629155"/>
                </a:lnTo>
                <a:close/>
                <a:lnTo>
                  <a:pt x="1458295" y="638787"/>
                </a:lnTo>
                <a:close/>
                <a:lnTo>
                  <a:pt x="1461274" y="582946"/>
                </a:lnTo>
                <a:close/>
                <a:lnTo>
                  <a:pt x="1462763" y="607531"/>
                </a:lnTo>
                <a:close/>
                <a:lnTo>
                  <a:pt x="1464253" y="584648"/>
                </a:lnTo>
                <a:close/>
                <a:lnTo>
                  <a:pt x="1473190" y="824411"/>
                </a:lnTo>
                <a:close/>
                <a:lnTo>
                  <a:pt x="1474680" y="788642"/>
                </a:lnTo>
                <a:close/>
                <a:lnTo>
                  <a:pt x="1477659" y="822289"/>
                </a:lnTo>
                <a:close/>
                <a:lnTo>
                  <a:pt x="1480638" y="714761"/>
                </a:lnTo>
                <a:close/>
                <a:lnTo>
                  <a:pt x="1482128" y="770652"/>
                </a:lnTo>
                <a:close/>
                <a:lnTo>
                  <a:pt x="1483618" y="742463"/>
                </a:lnTo>
                <a:close/>
                <a:lnTo>
                  <a:pt x="1485107" y="754260"/>
                </a:lnTo>
                <a:close/>
                <a:lnTo>
                  <a:pt x="1486597" y="706551"/>
                </a:lnTo>
                <a:close/>
                <a:lnTo>
                  <a:pt x="1489576" y="708071"/>
                </a:lnTo>
                <a:close/>
                <a:lnTo>
                  <a:pt x="1491065" y="738105"/>
                </a:lnTo>
                <a:close/>
                <a:lnTo>
                  <a:pt x="1494045" y="683632"/>
                </a:lnTo>
                <a:close/>
                <a:lnTo>
                  <a:pt x="1497024" y="785854"/>
                </a:lnTo>
                <a:close/>
                <a:lnTo>
                  <a:pt x="1498513" y="714917"/>
                </a:lnTo>
                <a:close/>
                <a:lnTo>
                  <a:pt x="1500003" y="760662"/>
                </a:lnTo>
                <a:close/>
                <a:lnTo>
                  <a:pt x="1501492" y="721346"/>
                </a:lnTo>
                <a:close/>
                <a:lnTo>
                  <a:pt x="1502982" y="783132"/>
                </a:lnTo>
                <a:close/>
                <a:lnTo>
                  <a:pt x="1505961" y="672226"/>
                </a:lnTo>
                <a:close/>
                <a:lnTo>
                  <a:pt x="1507451" y="734963"/>
                </a:lnTo>
                <a:close/>
                <a:lnTo>
                  <a:pt x="1510430" y="557216"/>
                </a:lnTo>
                <a:close/>
                <a:lnTo>
                  <a:pt x="1511919" y="502340"/>
                </a:lnTo>
                <a:close/>
                <a:lnTo>
                  <a:pt x="1514899" y="559005"/>
                </a:lnTo>
                <a:close/>
                <a:lnTo>
                  <a:pt x="1516388" y="587004"/>
                </a:lnTo>
                <a:close/>
                <a:lnTo>
                  <a:pt x="1519367" y="533327"/>
                </a:lnTo>
                <a:close/>
                <a:lnTo>
                  <a:pt x="1520857" y="533327"/>
                </a:lnTo>
                <a:close/>
                <a:lnTo>
                  <a:pt x="1522346" y="521792"/>
                </a:lnTo>
                <a:close/>
                <a:lnTo>
                  <a:pt x="1523836" y="530143"/>
                </a:lnTo>
                <a:close/>
                <a:lnTo>
                  <a:pt x="1525326" y="518960"/>
                </a:lnTo>
                <a:close/>
                <a:lnTo>
                  <a:pt x="1526815" y="576524"/>
                </a:lnTo>
                <a:close/>
                <a:lnTo>
                  <a:pt x="1529794" y="532753"/>
                </a:lnTo>
                <a:close/>
                <a:lnTo>
                  <a:pt x="1531284" y="589337"/>
                </a:lnTo>
                <a:close/>
                <a:lnTo>
                  <a:pt x="1532774" y="557210"/>
                </a:lnTo>
                <a:close/>
                <a:lnTo>
                  <a:pt x="1534263" y="586500"/>
                </a:lnTo>
                <a:close/>
                <a:lnTo>
                  <a:pt x="1535753" y="557019"/>
                </a:lnTo>
                <a:close/>
                <a:lnTo>
                  <a:pt x="1537242" y="470064"/>
                </a:lnTo>
                <a:close/>
                <a:lnTo>
                  <a:pt x="1540221" y="606379"/>
                </a:lnTo>
                <a:close/>
                <a:lnTo>
                  <a:pt x="1541711" y="600147"/>
                </a:lnTo>
                <a:close/>
                <a:lnTo>
                  <a:pt x="1543201" y="552720"/>
                </a:lnTo>
                <a:close/>
                <a:lnTo>
                  <a:pt x="1544690" y="566770"/>
                </a:lnTo>
                <a:close/>
                <a:lnTo>
                  <a:pt x="1546180" y="532906"/>
                </a:lnTo>
                <a:close/>
                <a:lnTo>
                  <a:pt x="1547669" y="536694"/>
                </a:lnTo>
                <a:close/>
                <a:lnTo>
                  <a:pt x="1553628" y="623212"/>
                </a:lnTo>
                <a:close/>
                <a:lnTo>
                  <a:pt x="1555117" y="584793"/>
                </a:lnTo>
                <a:close/>
                <a:lnTo>
                  <a:pt x="1556607" y="592938"/>
                </a:lnTo>
                <a:close/>
                <a:lnTo>
                  <a:pt x="1558096" y="586236"/>
                </a:lnTo>
                <a:close/>
                <a:lnTo>
                  <a:pt x="1561075" y="503170"/>
                </a:lnTo>
                <a:close/>
                <a:lnTo>
                  <a:pt x="1562565" y="582209"/>
                </a:lnTo>
                <a:close/>
                <a:lnTo>
                  <a:pt x="1564055" y="550508"/>
                </a:lnTo>
                <a:close/>
                <a:lnTo>
                  <a:pt x="1565544" y="458791"/>
                </a:lnTo>
                <a:close/>
                <a:lnTo>
                  <a:pt x="1567034" y="460670"/>
                </a:lnTo>
                <a:close/>
                <a:lnTo>
                  <a:pt x="1568523" y="500285"/>
                </a:lnTo>
                <a:close/>
                <a:lnTo>
                  <a:pt x="1571502" y="392349"/>
                </a:lnTo>
                <a:close/>
                <a:lnTo>
                  <a:pt x="1572992" y="400283"/>
                </a:lnTo>
                <a:close/>
                <a:lnTo>
                  <a:pt x="1574482" y="357222"/>
                </a:lnTo>
                <a:close/>
                <a:lnTo>
                  <a:pt x="1575971" y="361538"/>
                </a:lnTo>
                <a:close/>
                <a:lnTo>
                  <a:pt x="1577461" y="419434"/>
                </a:lnTo>
                <a:close/>
                <a:lnTo>
                  <a:pt x="1578950" y="420341"/>
                </a:lnTo>
                <a:close/>
                <a:lnTo>
                  <a:pt x="1581930" y="281578"/>
                </a:lnTo>
                <a:close/>
                <a:lnTo>
                  <a:pt x="1583419" y="286259"/>
                </a:lnTo>
                <a:close/>
                <a:lnTo>
                  <a:pt x="1584909" y="389335"/>
                </a:lnTo>
                <a:close/>
                <a:lnTo>
                  <a:pt x="1586398" y="390869"/>
                </a:lnTo>
                <a:close/>
                <a:lnTo>
                  <a:pt x="1587888" y="382736"/>
                </a:lnTo>
                <a:close/>
                <a:lnTo>
                  <a:pt x="1589377" y="408893"/>
                </a:lnTo>
                <a:close/>
                <a:lnTo>
                  <a:pt x="1590867" y="389785"/>
                </a:lnTo>
                <a:close/>
                <a:lnTo>
                  <a:pt x="1592357" y="410761"/>
                </a:lnTo>
                <a:close/>
                <a:lnTo>
                  <a:pt x="1593846" y="404517"/>
                </a:lnTo>
                <a:close/>
                <a:lnTo>
                  <a:pt x="1595336" y="371021"/>
                </a:lnTo>
                <a:close/>
                <a:lnTo>
                  <a:pt x="1596825" y="404827"/>
                </a:lnTo>
                <a:close/>
                <a:lnTo>
                  <a:pt x="1598315" y="387430"/>
                </a:lnTo>
                <a:close/>
                <a:lnTo>
                  <a:pt x="1599804" y="387430"/>
                </a:lnTo>
                <a:close/>
                <a:lnTo>
                  <a:pt x="1601294" y="371427"/>
                </a:lnTo>
                <a:close/>
                <a:lnTo>
                  <a:pt x="1605763" y="222367"/>
                </a:lnTo>
                <a:close/>
                <a:lnTo>
                  <a:pt x="1607252" y="251809"/>
                </a:lnTo>
                <a:close/>
                <a:lnTo>
                  <a:pt x="1608742" y="246092"/>
                </a:lnTo>
                <a:close/>
                <a:lnTo>
                  <a:pt x="1614700" y="351139"/>
                </a:lnTo>
                <a:close/>
                <a:lnTo>
                  <a:pt x="1617679" y="298842"/>
                </a:lnTo>
                <a:close/>
                <a:lnTo>
                  <a:pt x="1619169" y="298842"/>
                </a:lnTo>
                <a:close/>
                <a:lnTo>
                  <a:pt x="1620659" y="328838"/>
                </a:lnTo>
                <a:close/>
                <a:lnTo>
                  <a:pt x="1622148" y="406435"/>
                </a:lnTo>
                <a:close/>
                <a:lnTo>
                  <a:pt x="1623638" y="378376"/>
                </a:lnTo>
                <a:close/>
                <a:lnTo>
                  <a:pt x="1626617" y="472680"/>
                </a:lnTo>
                <a:close/>
                <a:lnTo>
                  <a:pt x="1628106" y="536210"/>
                </a:lnTo>
                <a:close/>
                <a:lnTo>
                  <a:pt x="1629596" y="533208"/>
                </a:lnTo>
                <a:close/>
                <a:lnTo>
                  <a:pt x="1631086" y="596354"/>
                </a:lnTo>
                <a:close/>
                <a:lnTo>
                  <a:pt x="1632575" y="596435"/>
                </a:lnTo>
                <a:close/>
                <a:lnTo>
                  <a:pt x="1634065" y="546491"/>
                </a:lnTo>
                <a:close/>
                <a:lnTo>
                  <a:pt x="1637044" y="666627"/>
                </a:lnTo>
                <a:close/>
                <a:lnTo>
                  <a:pt x="1640023" y="657935"/>
                </a:lnTo>
                <a:close/>
                <a:lnTo>
                  <a:pt x="1641513" y="677178"/>
                </a:lnTo>
                <a:close/>
                <a:lnTo>
                  <a:pt x="1643002" y="764523"/>
                </a:lnTo>
                <a:close/>
                <a:lnTo>
                  <a:pt x="1644492" y="757161"/>
                </a:lnTo>
                <a:close/>
                <a:lnTo>
                  <a:pt x="1647471" y="673418"/>
                </a:lnTo>
                <a:close/>
                <a:lnTo>
                  <a:pt x="1650450" y="708660"/>
                </a:lnTo>
                <a:close/>
                <a:lnTo>
                  <a:pt x="1653429" y="647893"/>
                </a:lnTo>
                <a:close/>
                <a:lnTo>
                  <a:pt x="1654919" y="656494"/>
                </a:lnTo>
                <a:close/>
                <a:lnTo>
                  <a:pt x="1656408" y="649816"/>
                </a:lnTo>
                <a:close/>
                <a:lnTo>
                  <a:pt x="1657898" y="622361"/>
                </a:lnTo>
                <a:close/>
                <a:lnTo>
                  <a:pt x="1659387" y="516390"/>
                </a:lnTo>
                <a:close/>
                <a:lnTo>
                  <a:pt x="1660877" y="625924"/>
                </a:lnTo>
                <a:close/>
                <a:lnTo>
                  <a:pt x="1662367" y="518512"/>
                </a:lnTo>
                <a:close/>
                <a:lnTo>
                  <a:pt x="1665346" y="570348"/>
                </a:lnTo>
                <a:close/>
                <a:lnTo>
                  <a:pt x="1669815" y="434451"/>
                </a:lnTo>
                <a:close/>
                <a:lnTo>
                  <a:pt x="1671304" y="418170"/>
                </a:lnTo>
                <a:close/>
                <a:lnTo>
                  <a:pt x="1672794" y="421800"/>
                </a:lnTo>
                <a:close/>
                <a:lnTo>
                  <a:pt x="1674283" y="444994"/>
                </a:lnTo>
                <a:close/>
                <a:lnTo>
                  <a:pt x="1675773" y="436041"/>
                </a:lnTo>
                <a:close/>
                <a:lnTo>
                  <a:pt x="1677262" y="462788"/>
                </a:lnTo>
                <a:close/>
                <a:lnTo>
                  <a:pt x="1678752" y="412209"/>
                </a:lnTo>
                <a:close/>
                <a:lnTo>
                  <a:pt x="1680242" y="435899"/>
                </a:lnTo>
                <a:close/>
                <a:lnTo>
                  <a:pt x="1681731" y="425894"/>
                </a:lnTo>
                <a:close/>
                <a:lnTo>
                  <a:pt x="1683221" y="459245"/>
                </a:lnTo>
                <a:close/>
                <a:lnTo>
                  <a:pt x="1684710" y="361998"/>
                </a:lnTo>
                <a:close/>
                <a:lnTo>
                  <a:pt x="1687689" y="508566"/>
                </a:lnTo>
                <a:close/>
                <a:lnTo>
                  <a:pt x="1690669" y="476929"/>
                </a:lnTo>
                <a:close/>
                <a:lnTo>
                  <a:pt x="1692158" y="469570"/>
                </a:lnTo>
                <a:close/>
                <a:lnTo>
                  <a:pt x="1695137" y="363070"/>
                </a:lnTo>
                <a:close/>
                <a:lnTo>
                  <a:pt x="1696627" y="393456"/>
                </a:lnTo>
                <a:close/>
                <a:lnTo>
                  <a:pt x="1698116" y="383663"/>
                </a:lnTo>
                <a:close/>
                <a:lnTo>
                  <a:pt x="1699606" y="449294"/>
                </a:lnTo>
                <a:close/>
                <a:lnTo>
                  <a:pt x="1701096" y="433977"/>
                </a:lnTo>
                <a:close/>
                <a:lnTo>
                  <a:pt x="1702585" y="389545"/>
                </a:lnTo>
                <a:close/>
                <a:lnTo>
                  <a:pt x="1704075" y="299786"/>
                </a:lnTo>
                <a:close/>
                <a:lnTo>
                  <a:pt x="1705564" y="318384"/>
                </a:lnTo>
                <a:close/>
                <a:lnTo>
                  <a:pt x="1707054" y="318384"/>
                </a:lnTo>
                <a:close/>
                <a:lnTo>
                  <a:pt x="1708543" y="311489"/>
                </a:lnTo>
                <a:close/>
                <a:lnTo>
                  <a:pt x="1710033" y="331488"/>
                </a:lnTo>
                <a:close/>
                <a:lnTo>
                  <a:pt x="1713012" y="273507"/>
                </a:lnTo>
                <a:close/>
                <a:lnTo>
                  <a:pt x="1717481" y="404458"/>
                </a:lnTo>
                <a:close/>
                <a:lnTo>
                  <a:pt x="1718971" y="400077"/>
                </a:lnTo>
                <a:close/>
                <a:lnTo>
                  <a:pt x="1720460" y="430230"/>
                </a:lnTo>
                <a:close/>
                <a:lnTo>
                  <a:pt x="1721950" y="430555"/>
                </a:lnTo>
                <a:close/>
                <a:lnTo>
                  <a:pt x="1723439" y="414857"/>
                </a:lnTo>
                <a:close/>
                <a:lnTo>
                  <a:pt x="1729398" y="544918"/>
                </a:lnTo>
                <a:close/>
                <a:lnTo>
                  <a:pt x="1732377" y="452210"/>
                </a:lnTo>
                <a:close/>
                <a:lnTo>
                  <a:pt x="1733866" y="489355"/>
                </a:lnTo>
                <a:close/>
                <a:lnTo>
                  <a:pt x="1735356" y="439720"/>
                </a:lnTo>
                <a:close/>
                <a:lnTo>
                  <a:pt x="1736845" y="567415"/>
                </a:lnTo>
                <a:close/>
                <a:lnTo>
                  <a:pt x="1738335" y="573231"/>
                </a:lnTo>
                <a:close/>
                <a:lnTo>
                  <a:pt x="1739825" y="548573"/>
                </a:lnTo>
                <a:close/>
                <a:lnTo>
                  <a:pt x="1742804" y="593192"/>
                </a:lnTo>
                <a:close/>
                <a:lnTo>
                  <a:pt x="1745783" y="650175"/>
                </a:lnTo>
                <a:close/>
                <a:lnTo>
                  <a:pt x="1747272" y="566580"/>
                </a:lnTo>
                <a:close/>
                <a:lnTo>
                  <a:pt x="1748762" y="573973"/>
                </a:lnTo>
                <a:close/>
                <a:lnTo>
                  <a:pt x="1750252" y="605321"/>
                </a:lnTo>
                <a:close/>
                <a:lnTo>
                  <a:pt x="1751741" y="537059"/>
                </a:lnTo>
                <a:close/>
                <a:lnTo>
                  <a:pt x="1754720" y="594943"/>
                </a:lnTo>
                <a:close/>
                <a:lnTo>
                  <a:pt x="1759189" y="497156"/>
                </a:lnTo>
                <a:close/>
                <a:lnTo>
                  <a:pt x="1762168" y="613677"/>
                </a:lnTo>
                <a:close/>
                <a:lnTo>
                  <a:pt x="1763658" y="549864"/>
                </a:lnTo>
                <a:close/>
                <a:lnTo>
                  <a:pt x="1768127" y="740313"/>
                </a:lnTo>
                <a:close/>
                <a:lnTo>
                  <a:pt x="1774085" y="692539"/>
                </a:lnTo>
                <a:close/>
                <a:lnTo>
                  <a:pt x="1775574" y="722900"/>
                </a:lnTo>
                <a:close/>
                <a:lnTo>
                  <a:pt x="1777064" y="626993"/>
                </a:lnTo>
                <a:close/>
                <a:lnTo>
                  <a:pt x="1778554" y="651352"/>
                </a:lnTo>
                <a:close/>
                <a:lnTo>
                  <a:pt x="1780043" y="625725"/>
                </a:lnTo>
                <a:close/>
                <a:lnTo>
                  <a:pt x="1781533" y="648009"/>
                </a:lnTo>
                <a:close/>
                <a:lnTo>
                  <a:pt x="1783022" y="732601"/>
                </a:lnTo>
                <a:close/>
                <a:lnTo>
                  <a:pt x="1784512" y="736198"/>
                </a:lnTo>
                <a:close/>
                <a:lnTo>
                  <a:pt x="1786001" y="768376"/>
                </a:lnTo>
                <a:close/>
                <a:lnTo>
                  <a:pt x="1786001" y="768376"/>
                </a:lnTo>
                <a:close/>
              </a:path>
            </a:pathLst>
          </a:custGeom>
          <a:noFill/>
          <a:ln w="7620">
            <a:solidFill>
              <a:srgbClr val="E76F51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8477904" y="5650992"/>
            <a:ext cx="0" cy="1024128"/>
          </a:xfrm>
          <a:custGeom>
            <a:avLst/>
            <a:gdLst/>
            <a:ahLst/>
            <a:cxnLst/>
            <a:rect l="l" t="t" r="r" b="b"/>
            <a:pathLst>
              <a:path w="0" h="1024128">
                <a:moveTo>
                  <a:pt x="0" y="1024128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8477904" y="6675120"/>
            <a:ext cx="1964602" cy="0"/>
          </a:xfrm>
          <a:custGeom>
            <a:avLst/>
            <a:gdLst/>
            <a:ahLst/>
            <a:cxnLst/>
            <a:rect l="l" t="t" r="r" b="b"/>
            <a:pathLst>
              <a:path w="1964602" h="0">
                <a:moveTo>
                  <a:pt x="0" y="0"/>
                </a:moveTo>
                <a:lnTo>
                  <a:pt x="1964602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TextBox 424"/>
          <p:cNvSpPr txBox="1"/>
          <p:nvPr/>
        </p:nvSpPr>
        <p:spPr>
          <a:xfrm>
            <a:off x="2770737" y="55507"/>
            <a:ext cx="545592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A1 | MCMC posterior traces (4 representative cases)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