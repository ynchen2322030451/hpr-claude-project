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594184" cy="43498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94184" cy="43498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826" y="598018"/>
            <a:ext cx="3747208" cy="31326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17606" y="2987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355034" y="1034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504379" y="118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137872" y="713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980818" y="1662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135534" y="1873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663062" y="2102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079881" y="9703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520472" y="1951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142396" y="1867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584715" y="1564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539946" y="1987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805768" y="997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699908" y="1393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126438" y="26006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64206" y="2548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496992" y="2897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41695" y="309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432348" y="2076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912477" y="2136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149776" y="1325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555127" y="27030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54289" y="23671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373298" y="1122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570517" y="1172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928576" y="2957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018094" y="2163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049598" y="26066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177540" y="1602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523968" y="222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570246" y="3435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651437" y="2257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00664" y="2199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16320" y="2006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18084" y="780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303396" y="274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447633" y="96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860341" y="1756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870564" y="1675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44042" y="2416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978755" y="1867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198605" y="1137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58772" y="133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008810" y="1392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206100" y="3237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33032" y="2107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189796" y="2295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504603" y="3835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412000" y="2963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60419" y="2109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53429" y="19309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554394" y="27014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253173" y="360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86900" y="2593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912503" y="1609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245608" y="314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72021" y="1872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22642" y="211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251372" y="1493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650744" y="18359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016320" y="1658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046891" y="1047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268806" y="3332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494820" y="2253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015825" y="2448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450812" y="2630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741797" y="2174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097141" y="2924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142206" y="2440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697626" y="265496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15475" y="2017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06525" y="2963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72943" y="2744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594336" y="231576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428143" y="2274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837387" y="2275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206962" y="2247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377885" y="3250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405747" y="2767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775346" y="1946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174504" y="1549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840944" y="1209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04520" y="1701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189096" y="1908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908210" y="1777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895934" y="17783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87225" y="22879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91105" y="2453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30524" y="1383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232254" y="2338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241249" y="1527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264219" y="1642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617635" y="2699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567157" y="2448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102925" y="1984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766013" y="1223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3593271" y="280346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765696" y="2112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3117012" y="2026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988308" y="1603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367091" y="2047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389111" y="1989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932755" y="218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3254732" y="1864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130982" y="2062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4708157" y="1991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8325" y="2543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4065138" y="2245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86087" y="1671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49546" y="2439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186170" y="2371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808451" y="205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950857" y="1739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202554" y="2151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808368" y="2065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364959" y="1272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94091" y="1799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58774" y="2731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844539" y="1657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86434" y="3445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289634" y="2124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120645" y="1758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659148" y="204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006657" y="2190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3713658" y="1060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735788" y="2490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112807" y="1269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761763" y="2463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3083986" y="2395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932402" y="1390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336859" y="2864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971098" y="20675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960450" y="1488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15654" y="1481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510641" y="142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171706" y="2892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183586" y="1538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273291" y="1442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920862" y="1451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103967" y="2587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3043019" y="2163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983385" y="2577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785946" y="284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887228" y="2193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3299468" y="2014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782782" y="319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370048" y="291042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717901" y="2918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793259" y="2301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350675" y="2108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396109" y="1284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117764" y="2217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2363539" y="2246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637075" y="3338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240100" y="3138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23014" y="1777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2732811" y="1769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2239290" y="228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2949411" y="186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785086" y="431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3320092" y="2891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531442" y="244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91049" y="2805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73118" y="2850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892829" y="2257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512885" y="1841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036336" y="2414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420907" y="184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673263" y="21380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810045" y="2871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099810" y="2079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45686" y="247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3083523" y="2257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626642" y="1422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019188" y="2269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597939" y="2354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921976" y="232417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718170" y="192286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657382" y="254060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071592" y="2569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723593" y="2497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233798" y="2217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74300" y="1857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299580" y="2924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349962" y="2068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112830" y="2613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227034" y="2542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444614" y="2227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802011" y="173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426549" y="1525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3078095" y="1885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056304" y="1899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431626" y="1899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899642" y="200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3993999" y="3076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243776" y="1591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3939447" y="1126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900191" y="2024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061419" y="2531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274099" y="828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475469" y="1698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468412" y="168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556891" y="2274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956125" y="1615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860634" y="2302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57981" y="2363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3160991" y="2430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448173" y="2325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306325" y="2706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997400" y="1483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398994" y="3810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192081" y="823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3055757" y="2537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504759" y="2960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151320" y="2987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915672" y="277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439175" y="2314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24364" y="2188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2431558" y="305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562629" y="267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217784" y="1726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714196" y="2248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760547" y="926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3146589" y="3546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3502543" y="1431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3143183" y="23109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327011" y="2127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309098" y="216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2757600" y="2344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160943" y="2758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871119" y="1911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867400" y="1760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41945" y="1737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252527" y="2556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3372346" y="2194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4120522" y="238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121348" y="2307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576866" y="1948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484846" y="1947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59611" y="293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2205305" y="1861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996920" y="1809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138538" y="3654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962006" y="1939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324003" y="1477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3666532" y="2729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3279275" y="14363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2538198" y="2901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243789" y="2649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3121285" y="3032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2065405" y="2260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657772" y="28935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648478" y="233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183815" y="14030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743267" y="2409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13596" y="2530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245885" y="2404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2309524" y="2046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2166978" y="178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2252921" y="3155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230045" y="2002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576567" y="2519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2788278" y="2855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2229605" y="1554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3041098" y="2500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66530" y="3259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2976220" y="2593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269673" y="2467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822955" y="2180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827423" y="1817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615535" y="983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480938" y="2248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779055" y="15748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2206414" y="1936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2409905" y="2052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3370665" y="2658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2392007" y="1200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813113" y="2467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316070" y="1334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310110" y="1887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165933" y="1758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587050" y="270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658136" y="2666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449151" y="9120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963240" y="2435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111792" y="3150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353709" y="2520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777889" y="183994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4325704" y="3012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2921409" y="19258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938477" y="3081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544848" y="21845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2098990" y="2417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379602" y="1473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2597191" y="2100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994235" y="2350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2437546" y="2306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2155946" y="2124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3525700" y="30438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315857" y="1503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605251" y="14256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418262" y="2143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3705045" y="2323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996917" y="231845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592720" y="1895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2205242" y="1767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66921" y="1767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477449" y="2172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696757" y="1710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2130813" y="2857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2620351" y="1267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636630" y="2108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585534" y="2543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626826" y="162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751538" y="210075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904148" y="2039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415413" y="1236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022782" y="2886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681918" y="1651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042683" y="2779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2460387" y="1809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30057" y="1635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2200134" y="823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235957" y="2684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2821886" y="17562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156471" y="3167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2093605" y="2654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305425" y="2355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3103979" y="18366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2892399" y="2497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694675" y="2476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204478" y="239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229109" y="2306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969395" y="968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3353172" y="2663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2154000" y="2364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524996" y="14509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638183" y="1499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745127" y="2211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468053" y="1871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2499403" y="1844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748220" y="263585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3275018" y="312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839073" y="32692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3214750" y="1637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2560789" y="2366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821476" y="1707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686542" y="2575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254341" y="1931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2598484" y="1333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381624" y="33043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779433" y="2175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2725031" y="245121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695092" y="1361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3642364" y="2867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290650" y="2442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3103293" y="2342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593270" y="2902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2620555" y="2380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2142321" y="1663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3068365" y="3161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348161" y="3053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3269047" y="2062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569807" y="2739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617525" y="1939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3390188" y="2983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980876" y="2316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184892" y="2788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331446" y="19390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2877926" y="173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3241818" y="889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235705" y="159866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3339115" y="2492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338275" y="14853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23857" y="3153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2455197" y="206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4047525" y="2452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2130297" y="2720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2791720" y="1326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064440" y="3063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32327" y="29562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528764" y="2495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382537" y="2489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916258" y="1990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548553" y="2528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492127" y="2609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19015" y="29428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676592" y="2427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942579" y="1060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777171" y="21122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2805280" y="2872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2869057" y="2152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3783101" y="1634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3320962" y="1989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4166460" y="1802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213405" y="1385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2488974" y="1160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3012836" y="2915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425254" y="1622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2793731" y="1576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3038398" y="2090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3823338" y="2526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510848" y="2478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982458" y="1642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3025835" y="284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3170428" y="1332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157714" y="2212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991301" y="1853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3270369" y="1406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79531" y="234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714707" y="1576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361643" y="2444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3244300" y="1763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1962346" y="860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491585" y="2578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2977381" y="2472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2163526" y="1718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764577" y="1985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093130" y="2950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3495808" y="198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3033732" y="227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2006522" y="1677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711421" y="207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3436414" y="1728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2699037" y="2175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3575441" y="1784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4223867" y="1314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2675353" y="2835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2818091" y="1859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547594" y="1528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579145" y="210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200497" y="2646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186312" y="3591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1475322" y="2625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3019101" y="316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1264383" y="2113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2833381" y="167622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2208078" y="14334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1954848" y="163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3452373" y="2579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2872670" y="212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1006669" y="233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2462566" y="3079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2312386" y="159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3079389" y="1473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2132140" y="239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3387253" y="2225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3591534" y="2359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2538049" y="292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2497725" y="1652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2832835" y="21290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238018" y="2818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700380" y="2451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4220277" y="1346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2573680" y="2347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3192072" y="3171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2917175" y="1111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2192590" y="2184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2739589" y="255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3268668" y="1828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1863172" y="1885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516403" y="2610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3895803" y="137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3589136" y="202459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3286345" y="2181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2667066" y="1479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2524774" y="888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2995652" y="1484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1992072" y="2058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2792514" y="2230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1320989" y="2411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2581843" y="24548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1698932" y="1834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2393062" y="1905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1988356" y="2546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2659459" y="101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3578725" y="1844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4340576" y="1806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2662428" y="2333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2108227" y="2858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2409572" y="1590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2652513" y="1342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3716218" y="191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2976495" y="1129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3145815" y="825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2686935" y="246159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3345659" y="30248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3279306" y="1097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990151" y="2568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542878" y="2757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3570462" y="171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3945491" y="2052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4050085" y="2902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1566236" y="20466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3204150" y="1303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481238" y="1759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2541972" y="2485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2967809" y="2938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707765" y="2052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2881544" y="139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1867444" y="195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2673449" y="2809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2801331" y="2264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2827535" y="30621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2206946" y="2037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3801751" y="206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3109423" y="1962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2324039" y="1845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197720" y="2684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2959995" y="170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4119270" y="2096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2452310" y="2075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2894674" y="2029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446731" y="1812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2008123" y="225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2822198" y="2627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2519914" y="21908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095625" y="2829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296881" y="1511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3388952" y="1347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3989735" y="1914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3096121" y="2303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649315" y="1349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720031" y="3467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127598" y="1712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2215755" y="278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2813803" y="2384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2843177" y="1811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2448841" y="2217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190966" y="2237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2516336" y="2368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250034" y="2430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1696894" y="192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2098212" y="2421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1870342" y="2723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944270" y="1603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743042" y="2610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3340764" y="2908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3493053" y="2350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3441891" y="2022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3121491" y="1709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2619936" y="2878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3395934" y="2776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3207148" y="2687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866997" y="2679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2121101" y="2365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2429075" y="1716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302376" y="23389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1845848" y="2023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589176" y="3163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935552" y="2296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2700918" y="34979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115205" y="1564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2653140" y="2154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470502" y="2526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2907494" y="215294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2594053" y="1501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2574358" y="162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2917482" y="2027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472553" y="32119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2656904" y="2001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1951103" y="1529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2468598" y="1780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832231" y="1347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2912690" y="1756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2695953" y="1890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2750714" y="2417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3243653" y="2038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2958735" y="1248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3471503" y="3030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2114218" y="1695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2581049" y="2139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2962435" y="2356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4021218" y="33055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2096626" y="1457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2760360" y="1308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202606" y="16039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537130" y="2963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1766543" y="1391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473726" y="209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2665056" y="2013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2126974" y="2450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105254" y="2322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1957239" y="2246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2700902" y="1604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2336220" y="198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2502911" y="2536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2355977" y="1659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814282" y="2743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719618" y="3208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2491127" y="1609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1199797" y="192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2404535" y="2795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3267758" y="15113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3278256" y="2862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911598" y="207584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4222576" y="2269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233903" y="2535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2627296" y="2465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2794220" y="2302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2842741" y="2555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2509811" y="1655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961481" y="15364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428672" y="1252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2747267" y="1786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782038" y="2367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3608226" y="184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1953024" y="86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687022" y="2940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1767048" y="2188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2825480" y="12707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2990611" y="2319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2684127" y="2161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626490" y="2433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2211634" y="2200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1602556" y="2684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2551496" y="2159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2020724" y="1765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1839419" y="2194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418018" y="21779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4169472" y="2158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2569996" y="1831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2249360" y="2791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2922259" y="2392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2144625" y="317296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3061576" y="2393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2543647" y="1279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2945439" y="2200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2589488" y="131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3235804" y="2494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2591125" y="2551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2152485" y="1881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3074443" y="2332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2760771" y="1598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460966" y="1522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3886471" y="3138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1745491" y="2516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895818" y="1935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334548" y="114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2528699" y="26989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2649181" y="297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2158723" y="192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209218" y="2120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2153735" y="17671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028621" y="895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2452145" y="1639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2457000" y="2870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2856785" y="1176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231214" y="290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2322039" y="1332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2588659" y="144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2033859" y="1372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2767350" y="1321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3697572" y="1513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2084008" y="760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2289638" y="2014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2860293" y="2219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3593028" y="2587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2115337" y="217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2580632" y="2003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769764" y="224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045057" y="2044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2677491" y="763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2518773" y="1771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556361" y="1780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429207" y="292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3247942" y="2233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171961" y="2368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4608974" y="2627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979346" y="1684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056041" y="2141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124621" y="1715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711937" y="2810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2101718" y="2801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2623432" y="1986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1714787" y="1414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230219" y="753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2602050" y="28715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2873032" y="2749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129080" y="2377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2472526" y="1801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3104114" y="1699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2238992" y="1835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2922988" y="15596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2107304" y="2494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2909048" y="1249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809500" y="1620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2455272" y="1540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2526107" y="273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2723926" y="2387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3305522" y="2574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2820266" y="26822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2912700" y="227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717624" y="2880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850031" y="169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3014801" y="2237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873738" y="3545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1859526" y="1957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1510924" y="203024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289839" y="2274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677397" y="2610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2290487" y="3064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857153" y="2324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2603752" y="2211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2125222" y="1811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2312667" y="1543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2712278" y="1983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041875" y="272459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2806382" y="2234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3072764" y="1854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3009548" y="2306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2353454" y="163388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2577727" y="2482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1655187" y="1855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3285786" y="321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3312995" y="2489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2922990" y="2525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3036759" y="2072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2816160" y="2562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3046521" y="241410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2539390" y="2038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2838110" y="249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3288010" y="2274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3025993" y="21396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1629012" y="2627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4024782" y="243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3023676" y="1716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3132648" y="2550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1598634" y="2416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321556" y="16761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552007" y="1914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4414898" y="1493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1960216" y="1746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816320" y="16300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3157971" y="2341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791847" y="2667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1937358" y="2948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2392877" y="2588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2557662" y="35336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506041" y="17559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3333434" y="182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2707962" y="3058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2531425" y="2345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642423" y="1489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2178651" y="1842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3217433" y="2333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3290277" y="1163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2929660" y="248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2104371" y="3134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3153940" y="2899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1203134" y="1954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465086" y="255575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3291977" y="2064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3788722" y="2146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577801" y="223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1444097" y="1266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3392261" y="2514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2597401" y="27690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3353620" y="164258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3588332" y="1648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2607580" y="3386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3099981" y="2785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2193964" y="1282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4065500" y="2535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3710017" y="1846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2715537" y="1161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2479686" y="1752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3337780" y="1282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3205789" y="2509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2855230" y="235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1867670" y="2109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3220361" y="2654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2250065" y="2570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2902977" y="2830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2859597" y="25853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2032594" y="1862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4100669" y="20509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2675863" y="34549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2385726" y="2179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563994" y="23095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3394510" y="2873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2818454" y="25905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451599" y="3056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845047" y="2009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3162298" y="18885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3699299" y="1984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3142893" y="20681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2935811" y="2745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2735605" y="1811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1378522" y="198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2486363" y="2274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2338494" y="21381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3255447" y="2903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2958869" y="20208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2825716" y="1569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3104299" y="2512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993996" y="1526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2603188" y="3298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2975026" y="1678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2180757" y="1531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4392850" y="14818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2517338" y="2577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2288120" y="3095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608749" y="273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4310466" y="1885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2576971" y="1944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981304" y="2399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2325353" y="2326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2586800" y="3272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3315845" y="2361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993507" y="2968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627042" y="2768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764208" y="2395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3824453" y="3193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1381902" y="2116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1507369" y="2106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2854676" y="1422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3087581" y="3206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2589772" y="1460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2856999" y="1848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4025575" y="30922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2372469" y="1749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3949907" y="2544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3417493" y="1404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2729608" y="2283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2227247" y="221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2171722" y="27736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2936542" y="25361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3215150" y="2781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2755723" y="1686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2411930" y="214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3526953" y="185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3017709" y="2820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3159518" y="3036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3153829" y="133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2332453" y="2003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3631210" y="2959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3274001" y="17555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2487372" y="1199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2210595" y="1220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3449343" y="2341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3223315" y="2851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1585003" y="21800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627834" y="3451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738479" y="2281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3332366" y="980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2439209" y="231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3098084" y="259476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3155264" y="3218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308465" y="2301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071029" y="1898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2258317" y="1323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2109889" y="286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1632156" y="1771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3124910" y="1665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2885441" y="1920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2743409" y="199694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1616124" y="1431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2131242" y="24287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939145" y="707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2891136" y="1802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2837764" y="2236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3041762" y="2552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723436" y="32318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968891" y="2569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2317447" y="2031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2350180" y="835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3441158" y="2110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2028561" y="2418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2648745" y="1761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127547" y="1651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3600624" y="2169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750826" y="1394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3208345" y="20532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2239551" y="2034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1924939" y="2597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656582" y="2261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2982121" y="713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2186994" y="2190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3522227" y="2273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2137910" y="2303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2602079" y="2170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1553946" y="1121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3481042" y="864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909021" y="1350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3123141" y="219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556451" y="17997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594492" y="1156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2915869" y="24228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2588203" y="187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3391820" y="2271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444411" y="2949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3069183" y="2681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790194" y="1915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2610433" y="1428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3547124" y="2078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2615421" y="26245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2995257" y="2662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2100326" y="1169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565737" y="1755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380989" y="1326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924261" y="1895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822344" y="1052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2152120" y="2299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2429068" y="2174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254585" y="1883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2879858" y="1368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2642199" y="2608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438405" y="1083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2991106" y="2385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3017417" y="1875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3033259" y="1488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2977289" y="1346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3147378" y="1756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977084" y="1892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2267621" y="1898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2939665" y="2259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2641859" y="2050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3512812" y="3706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2615658" y="1662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4280996" y="2678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2703340" y="2225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2815262" y="2081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3029551" y="1000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689765" y="2502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2083576" y="3006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3053497" y="1670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2296049" y="1119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434923" y="1977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3058148" y="1097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488312" y="2967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545225" y="1567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215233" y="2562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2090639" y="253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2521368" y="2245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2842443" y="2507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179868" y="2263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810764" y="3373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670626" y="1275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585748" y="758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338276" y="2141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970081" y="2584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2012162" y="1421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3612022" y="1475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2578276" y="2205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422028" y="2202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2865269" y="197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3677883" y="3578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2896621" y="2434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2364159" y="2212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2905580" y="208796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938264" y="1991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2041048" y="1764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2023466" y="190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3709976" y="1826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821028" y="3125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3210762" y="2501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2909960" y="2850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1892568" y="2317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513994" y="2383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605752" y="1826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206520" y="3691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2544843" y="135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2811164" y="247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2535455" y="2312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4078845" y="323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056079" y="2412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2449392" y="274884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2958915" y="243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2668501" y="35736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2672869" y="1911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1403955" y="2023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3202372" y="1357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2656767" y="31664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2328970" y="2461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2962291" y="2288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2691034" y="1676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2840905" y="1745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2344982" y="2622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2098510" y="1786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2395463" y="2241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3178586" y="2988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3111397" y="1517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2965181" y="2725353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2017873" y="2488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2074144" y="2923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2955843" y="2330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2642795" y="2279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2122422" y="1924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2608168" y="3269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2967199" y="1959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2849205" y="292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2762180" y="2091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2809643" y="1637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3631897" y="6455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3412031" y="2324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2554441" y="53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2485577" y="22626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2145854" y="2045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2527376" y="1516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1883082" y="3356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2686117" y="1952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2915603" y="1423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3261601" y="1531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2188540" y="2869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3160184" y="153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3323919" y="154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2040098" y="20692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2325138" y="2994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1914606" y="3784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2303722" y="2269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1698476" y="1689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3334709" y="639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1960697" y="2982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2904676" y="2342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2380007" y="28652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3010799" y="259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2885070" y="2051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2857172" y="3031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2172802" y="184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1939811" y="1934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2842714" y="1578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2231262" y="2374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2352751" y="1921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1556330" y="2194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2307758" y="2116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2484117" y="2057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3152602" y="2380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2280866" y="192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2897578" y="30301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2251507" y="2884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2501011" y="2118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2015751" y="2226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2439298" y="1448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2951920" y="2107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3075992" y="3402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3094853" y="28493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3123942" y="2379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3133837" y="22540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1773348" y="3326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3302309" y="1468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2005768" y="23823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2119048" y="1415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2882572" y="2712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2889237" y="1928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2902370" y="2361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2150753" y="2458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2575679" y="2065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2253303" y="1457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2268792" y="295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3177575" y="2667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2199204" y="2514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1497741" y="1315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3918080" y="1846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3733193" y="1481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2630603" y="2903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2840555" y="23092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1999915" y="196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2384082" y="2101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2911062" y="1886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2668851" y="2631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2563227" y="1603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2113167" y="1038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2957929" y="2760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2697992" y="1908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2063863" y="1299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2748818" y="2904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2150868" y="2009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1472205" y="1536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2492972" y="2613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1798173" y="1836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2854099" y="1898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1336711" y="3145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2609302" y="2061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1470052" y="2617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2934249" y="1834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3227348" y="11015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1701783" y="1762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3180806" y="2331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3128524" y="2403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2894838" y="1840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3251360" y="1538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2710044" y="35213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2521927" y="2080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3374653" y="3052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1730354" y="2828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2941830" y="11815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1671883" y="1926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1735440" y="207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2352325" y="1214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2801516" y="242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3203848" y="3443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2584320" y="1505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2181832" y="1342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3190492" y="2382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2352968" y="1898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3683126" y="1783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2676169" y="2476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2749139" y="2955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3759478" y="153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2033129" y="1753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3566264" y="1528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3538875" y="1592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2031698" y="1401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2213956" y="1713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3377131" y="3750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2296134" y="2473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2086355" y="1237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1792261" y="27075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3091590" y="1935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3424641" y="27088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1229321" y="2133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3366866" y="1393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2035464" y="2231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3077038" y="2893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3599851" y="2627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2332256" y="2120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2858625" y="14981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3041740" y="2088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2856886" y="2672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2222627" y="2549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2432785" y="1507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2072584" y="1846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3360492" y="1458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2477361" y="1739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2944932" y="2379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2330337" y="801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2626660" y="2287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3852469" y="23965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3607922" y="2740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2944820" y="2341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2723934" y="1203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2669712" y="1507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2510026" y="2835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2598895" y="1841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2593526" y="2178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2177601" y="1809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2745368" y="23027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1907481" y="2138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2324503" y="2548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2422562" y="2228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1827965" y="2556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1701915" y="2481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2709702" y="2105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1767770" y="242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2052926" y="164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2180396" y="2612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3323441" y="1584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2332732" y="1973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994845" y="2015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3046076" y="1910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2582380" y="2855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3359883" y="2332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2294613" y="1913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3084538" y="2382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2581384" y="28938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2582612" y="1737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2058985" y="1525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2700968" y="16109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914730" y="2155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3090281" y="1132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2686754" y="2564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1981792" y="2216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2869601" y="1266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1730725" y="1704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1959526" y="1980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2122583" y="2411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3791742" y="1895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2648837" y="1413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3450579" y="3152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2603950" y="21257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2516073" y="13554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2798822" y="2033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2871497" y="23722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2704005" y="2343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1963003" y="2069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3037602" y="2546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2310692" y="2146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2236994" y="2010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2723591" y="3096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2614149" y="2512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2817619" y="15154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3311571" y="2232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3651422" y="2835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2991556" y="2218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3053302" y="1697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3141741" y="2064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2952801" y="11734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2864689" y="2737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2220418" y="16366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2495777" y="23734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2277617" y="223679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2601676" y="28903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4135323" y="2878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2623095" y="2194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2597914" y="1807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2360892" y="2773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2365809" y="86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3990733" y="2145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1875029" y="3167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3153795" y="2258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2338393" y="3198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2985577" y="2174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2479630" y="2664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2744766" y="200831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2429303" y="2646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3061074" y="2055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3017508" y="2740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2975071" y="1912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2697760" y="2293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2356687" y="2025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2416220" y="2250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2344204" y="3078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1919611" y="237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2958895" y="2179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2256863" y="13914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2143719" y="2405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2747514" y="23081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2673911" y="2406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2137336" y="2158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2007815" y="2147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2349449" y="2081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1205711" y="2198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2820336" y="884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2987417" y="2594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1771581" y="2685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2954285" y="2940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2815139" y="2246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3379244" y="232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2491646" y="1502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2432843" y="2793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3429893" y="219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2338218" y="2112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2410963" y="1897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2488247" y="1638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3288594" y="1899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2463420" y="2005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3310633" y="2471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3168337" y="2627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2589661" y="275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2540648" y="25869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3030345" y="3186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2319103" y="3554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1313979" y="168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2619227" y="269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2262741" y="2361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2287545" y="1878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2434782" y="2438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2783561" y="2814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2933368" y="169227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2522898" y="2170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3441085" y="1854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4095683" y="2177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2559270" y="1516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2216239" y="199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4494430" y="1486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2972161" y="1932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2183424" y="1683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3981227" y="3347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2399325" y="1695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2866635" y="2810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2280467" y="1543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3148054" y="2231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2500755" y="2517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1261823" y="3147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3500325" y="2585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2144004" y="1919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2567372" y="2310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3369720" y="2329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2093963" y="2106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1907667" y="2967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2629356" y="23801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2246251" y="2675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2194108" y="2707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3448292" y="2055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1790184" y="269341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3104450" y="1955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2298089" y="20035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2684003" y="20861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2620528" y="2015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2054295" y="12405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2343566" y="1991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2926990" y="2344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3324201" y="178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2127685" y="2720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3236794" y="8539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2766197" y="2198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2373250" y="2690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2350205" y="1934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777551" y="2616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3109412" y="339002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1524562" y="15891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2815620" y="2298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2971635" y="260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3894890" y="1938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3501715" y="1953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2434715" y="2462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3602208" y="24517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2886276" y="220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3618353" y="26853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2335534" y="1752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2463892" y="1418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1494496" y="3046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2293366" y="1097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2048252" y="263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3286596" y="2296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2647830" y="328987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1792881" y="2004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2780005" y="13527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3200270" y="2491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2997965" y="2318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3080501" y="111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3032726" y="1412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2793603" y="1725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2116484" y="2680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3001256" y="2746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1715263" y="3056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1893264" y="2453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2224460" y="1864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2668790" y="2383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3569585" y="80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2310619" y="28996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2072093" y="1722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2635449" y="1371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2620149" y="1475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1544974" y="2723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2912080" y="264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4143442" y="92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3225687" y="3332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2605436" y="61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3147026" y="1903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2514386" y="240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1619693" y="2424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3331915" y="2006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3167787" y="2098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2780336" y="2330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4108576" y="2653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2584594" y="3231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3950514" y="2207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2769176" y="19455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2728853" y="308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2051503" y="2790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3357191" y="2137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1248669" y="1905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2329521" y="1560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2000456" y="161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3524533" y="1643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2297972" y="158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2627216" y="383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2181001" y="981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2563787" y="2319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3406722" y="1568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3260411" y="2148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1467346" y="21185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3100301" y="2515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1138866" y="1837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2153773" y="1826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2681457" y="2100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2041816" y="199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2972891" y="1152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3191349" y="2024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2077498" y="2677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2247627" y="2536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2860105" y="2293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2365170" y="130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3078940" y="292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2531185" y="9296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2679387" y="22619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1848812" y="179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3232050" y="263926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2202715" y="2717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3164248" y="2537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2234831" y="13878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4027609" y="162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2464055" y="163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2793067" y="1843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1995928" y="1669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3399288" y="2879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2044616" y="2165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2766900" y="2893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2368017" y="2046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2371808" y="1944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2982318" y="2149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3025601" y="14377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2984368" y="2410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2082553" y="2094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3807514" y="1794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2777124" y="336343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3225435" y="33333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2284644" y="1185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665774" y="2043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2041428" y="2800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3239772" y="1027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3403237" y="784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2896944" y="12347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2377202" y="2116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4052012" y="1369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2581008" y="3294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3474505" y="32222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2741814" y="2404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1600702" y="1848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3331865" y="2078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2846595" y="2663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2498950" y="1264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3091788" y="2282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2057353" y="2580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2312435" y="232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2444091" y="24055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2056312" y="2077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4129123" y="1274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3872083" y="11764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2051016" y="240914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2546893" y="2701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3446297" y="2572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4104835" y="2061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2288033" y="1825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1514466" y="1580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3328196" y="2125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3085529" y="2112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3275560" y="2571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2883013" y="1393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4169807" y="1502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2387844" y="2681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2644732" y="3494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2685413" y="2908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2438765" y="2783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1424173" y="881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2401600" y="177479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3617713" y="2194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171871" y="2105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1410416" y="2886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2504856" y="2427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1965385" y="127763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1941023" y="3125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2381834" y="1759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2700174" y="218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2286948" y="990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2265754" y="2184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2649654" y="1595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1188812" y="3170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2696251" y="2713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631726" y="1774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3468042" y="2891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2320542" y="128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2696347" y="23458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2751267" y="3263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2797929" y="2628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3131549" y="228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2348713" y="2923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2767984" y="186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3168647" y="315875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3554436" y="2293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2550984" y="2629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2120485" y="2099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3380465" y="1538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2784838" y="2907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2921629" y="2205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2661283" y="238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2286588" y="1816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2718442" y="286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2898755" y="2212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3146561" y="20571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1971345" y="1431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2383141" y="2082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2958723" y="1200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3598975" y="2517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2960557" y="248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4114155" y="289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2570913" y="2950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1474368" y="3659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3500005" y="1661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2595244" y="1940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1178187" y="1399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3853726" y="1165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2156274" y="2075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1894678" y="220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2473314" y="2464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2935441" y="2458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2181002" y="1790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1650069" y="1612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1816066" y="19347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1805537" y="1332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3193816" y="2797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2417810" y="1907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1624112" y="1948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2229684" y="1693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3044741" y="2972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2667315" y="2490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1916061" y="29113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3064041" y="2420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1987412" y="2140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2714978" y="2616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2232299" y="149726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2996820" y="2534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1577340" y="1327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3284423" y="2526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2568211" y="1582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1487276" y="1948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3239442" y="1280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1791382" y="3193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3974608" y="2404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2908681" y="1531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2096961" y="1845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2281338" y="2471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1714511" y="2550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2827602" y="1393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2641589" y="238552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4232827" y="1877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3695703" y="988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2479759" y="1636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3150935" y="2490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2279292" y="13021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3716042" y="2983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2768225" y="2473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1455022" y="202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3512047" y="1706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2836128" y="2906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3072425" y="2201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2705052" y="30805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2841661" y="1942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4069921" y="2478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2356640" y="2147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2444447" y="25450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2860760" y="2070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2020176" y="1979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3622616" y="2447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2975608" y="1609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2185120" y="2507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2926170" y="28312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2335046" y="2198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3256133" y="26028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2363385" y="2343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2501844" y="1945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2308221" y="3556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3026737" y="2625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1776212" y="957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2356722" y="240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3421461" y="2516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2284329" y="2819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1810108" y="1777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1913907" y="23044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1332053" y="1984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2844842" y="2501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2763711" y="33664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3226058" y="1876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2436761" y="2114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3235386" y="1480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1988011" y="2138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1591290" y="1164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2619601" y="89813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3551897" y="1758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2293837" y="2866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2663464" y="1428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2933128" y="956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1526211" y="1733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2889371" y="2577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2399648" y="2031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2902295" y="316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2336371" y="2843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3281813" y="3559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2830539" y="2024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3499652" y="2283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3011132" y="1804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3667108" y="2283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3235246" y="2132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2880362" y="1443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1816228" y="1662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3552000" y="2880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2083197" y="2244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2886907" y="1899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2785463" y="3205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3617873" y="2507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2711128" y="145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3396364" y="2053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2971784" y="2947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2523867" y="22137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2523374" y="2139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3166551" y="2906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2883501" y="1719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3104522" y="2000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2840376" y="119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2301961" y="2232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2968895" y="2348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2493458" y="2018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3383465" y="248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1878276" y="2522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3677998" y="2158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2133849" y="3128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2842215" y="2499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3148641" y="1549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2907834" y="3113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2478933" y="3309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1914922" y="251537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2219140" y="264576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3189262" y="1053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1610628" y="281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2843818" y="1532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2211193" y="2505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2297617" y="316995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2986781" y="2079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2258156" y="168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2394629" y="1460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3777500" y="252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3298245" y="1713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3511611" y="142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2862199" y="17349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2351635" y="1130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832360" y="173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3045015" y="1782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3852265" y="2746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1795212" y="2308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2765107" y="2441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2752299" y="30820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1616020" y="226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4190274" y="3343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3054720" y="2484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1750723" y="2848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3613604" y="2100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2443998" y="2248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3835714" y="26511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2771260" y="3066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2988238" y="2309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2836664" y="2262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2009937" y="27447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2495037" y="1578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1758152" y="1953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2548605" y="1419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2727941" y="1689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3166593" y="196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2341410" y="2269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3474744" y="2290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2695576" y="208867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2879738" y="1724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2822244" y="1147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1732177" y="26134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1448507" y="2327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2998543" y="2919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2638548" y="2169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3304629" y="2142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3607174" y="2458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2405908" y="2456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2691288" y="2522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2028137" y="1834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3809299" y="1700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3065806" y="2489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2095429" y="1270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2068845" y="2068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4649418" y="1473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3290927" y="2722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3124727" y="1704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2691729" y="208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3531763" y="2474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1597613" y="2061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2417739" y="250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2358985" y="265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3070307" y="13820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2395629" y="1673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2491352" y="237028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3825924" y="3096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3309855" y="2112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2705289" y="207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3925364" y="1551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3519567" y="1874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2913568" y="23328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3661825" y="2309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3033617" y="24121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2828600" y="2917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1999054" y="2677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1762373" y="2029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2309254" y="1367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2637174" y="225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2202718" y="1817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2133317" y="2268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2703711" y="176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3018484" y="2672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2921307" y="190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1408773" y="2523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3113443" y="2424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3055280" y="2778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2364628" y="1785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3000725" y="2221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3196296" y="34030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2983747" y="1171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2140446" y="2417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2325367" y="2661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2092484" y="15933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3749529" y="16231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1982433" y="22626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2532824" y="1673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2791105" y="2599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4059250" y="2519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3521063" y="280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3087758" y="1590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3551485" y="2012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4182119" y="16563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2470228" y="2121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2859433" y="2324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3113830" y="2462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3091612" y="1945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2391593" y="991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2146423" y="2313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2431199" y="19538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3634937" y="16056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2465811" y="3151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2217350" y="2069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2644648" y="1683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3309375" y="245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2874281" y="1536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3167372" y="1918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2870752" y="1432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2733157" y="2821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2321329" y="2160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2768691" y="1680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2918489" y="186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2635704" y="1357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3155045" y="3536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1857252" y="2134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2876112" y="2156054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3324297" y="3063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2713215" y="2602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2692979" y="2581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3982192" y="191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3321534" y="2322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2370228" y="2027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2089858" y="2638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2437235" y="2926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3634421" y="1855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1337529" y="1838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3057836" y="2766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3204298" y="1855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2435347" y="2058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2941504" y="16496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1263508" y="196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2263090" y="1665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2002597" y="2362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3016674" y="137895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2634162" y="167355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3000268" y="3255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1450582" y="2077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2572973" y="2199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2172303" y="2469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3061990" y="2745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1829173" y="254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3850711" y="2816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2268753" y="2151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3084912" y="2408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2330507" y="2638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2935256" y="332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2100570" y="2316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2781864" y="24030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2096154" y="1770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2534064" y="16203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1945659" y="1604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1432226" y="1493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2737049" y="2311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2399617" y="2418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2013195" y="2388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2167491" y="117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2605176" y="1758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3303623" y="179847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3051997" y="1835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2557790" y="25198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2830019" y="1838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3940084" y="2609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2139166" y="18741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2906720" y="11663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3470226" y="2211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2884803" y="2184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1290126" y="2199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2895800" y="2482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2763183" y="99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2525340" y="25323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2923148" y="199728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2970329" y="2486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2853033" y="17420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3158547" y="2456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2917264" y="2538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2459331" y="1283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2314762" y="213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1068007" y="2614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1174861" y="1881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3396277" y="1211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2431750" y="2523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3195282" y="19263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3154643" y="3017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2162887" y="676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1820426" y="2846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2463354" y="2241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1914655" y="239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1881945" y="2419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1804618" y="2222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2860722" y="3412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3177685" y="1216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2665330" y="2475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2370424" y="2824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4382973" y="2199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2544574" y="3325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2953311" y="1652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2724790" y="2204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2140032" y="1509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3114921" y="1118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939917" y="93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3158604" y="2577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2572238" y="2683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3343664" y="2031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2730792" y="1394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2141812" y="1964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2392490" y="3011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4002930" y="1547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1209626" y="27862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3157810" y="2581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1920156" y="2256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1806295" y="1803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1616326" y="1768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2330951" y="2237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2924153" y="1908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3164456" y="2922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2578367" y="1625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2214944" y="30823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2355038" y="14941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2964018" y="276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3422232" y="2223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3125304" y="1601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2846582" y="2122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2715121" y="516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3277837" y="1740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3655669" y="1990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2297952" y="2279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3469137" y="2497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901510" y="2357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3525832" y="2270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2138983" y="2418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3157208" y="1776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2865341" y="1238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2258330" y="2785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2077839" y="1148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4356115" y="1511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3277008" y="2149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2213565" y="1863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3368082" y="139169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3284106" y="24872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1925146" y="2311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2427634" y="2204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1666169" y="706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3299202" y="2462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1568794" y="1276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3031164" y="720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3882900" y="1447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2953070" y="1283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2635079" y="2161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1953349" y="1693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3132151" y="2205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2090618" y="2671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1957702" y="2641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2635008" y="1982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1939983" y="2397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1867877" y="216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4417387" y="3168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2901262" y="1684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2273700" y="3293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2589754" y="2902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2731100" y="2395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3264476" y="3229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2894899" y="1374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3514867" y="24613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3868429" y="1212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2038163" y="2178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2445408" y="2809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1865920" y="2304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2423784" y="2643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2474064" y="2284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2951945" y="2095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2189347" y="2019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3769132" y="2704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1968016" y="3675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2463950" y="1640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2829923" y="192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2595319" y="328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3179189" y="266762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2420625" y="2614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1393533" y="2569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2889588" y="309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2882825" y="2028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3150529" y="2650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1763194" y="1913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2761080" y="2148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1690543" y="1551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3437790" y="2494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2137606" y="2602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2867609" y="1542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3359273" y="2117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4302673" y="1609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1689123" y="1981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3717146" y="1269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2084108" y="2228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1647608" y="172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3760432" y="2466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3238215" y="2996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330985" y="1913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2252251" y="2468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2821007" y="2476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2483606" y="2253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3836422" y="1781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2518122" y="2586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3526553" y="130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3721098" y="2311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3180248" y="19007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2742929" y="1376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Freeform 1911"/>
          <p:cNvSpPr/>
          <p:nvPr/>
        </p:nvSpPr>
        <p:spPr>
          <a:xfrm>
            <a:off x="1870010" y="2836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Freeform 1912"/>
          <p:cNvSpPr/>
          <p:nvPr/>
        </p:nvSpPr>
        <p:spPr>
          <a:xfrm>
            <a:off x="2425131" y="1618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Freeform 1913"/>
          <p:cNvSpPr/>
          <p:nvPr/>
        </p:nvSpPr>
        <p:spPr>
          <a:xfrm>
            <a:off x="3399112" y="1632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Freeform 1914"/>
          <p:cNvSpPr/>
          <p:nvPr/>
        </p:nvSpPr>
        <p:spPr>
          <a:xfrm>
            <a:off x="4695763" y="2246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Freeform 1915"/>
          <p:cNvSpPr/>
          <p:nvPr/>
        </p:nvSpPr>
        <p:spPr>
          <a:xfrm>
            <a:off x="2673079" y="1536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Freeform 1916"/>
          <p:cNvSpPr/>
          <p:nvPr/>
        </p:nvSpPr>
        <p:spPr>
          <a:xfrm>
            <a:off x="2000445" y="2640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Freeform 1917"/>
          <p:cNvSpPr/>
          <p:nvPr/>
        </p:nvSpPr>
        <p:spPr>
          <a:xfrm>
            <a:off x="2399758" y="19993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Freeform 1918"/>
          <p:cNvSpPr/>
          <p:nvPr/>
        </p:nvSpPr>
        <p:spPr>
          <a:xfrm>
            <a:off x="3104960" y="2236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Freeform 1919"/>
          <p:cNvSpPr/>
          <p:nvPr/>
        </p:nvSpPr>
        <p:spPr>
          <a:xfrm>
            <a:off x="3457839" y="2372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Freeform 1920"/>
          <p:cNvSpPr/>
          <p:nvPr/>
        </p:nvSpPr>
        <p:spPr>
          <a:xfrm>
            <a:off x="3856919" y="1918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Freeform 1921"/>
          <p:cNvSpPr/>
          <p:nvPr/>
        </p:nvSpPr>
        <p:spPr>
          <a:xfrm>
            <a:off x="2318181" y="1619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Freeform 1922"/>
          <p:cNvSpPr/>
          <p:nvPr/>
        </p:nvSpPr>
        <p:spPr>
          <a:xfrm>
            <a:off x="2371086" y="2733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Freeform 1923"/>
          <p:cNvSpPr/>
          <p:nvPr/>
        </p:nvSpPr>
        <p:spPr>
          <a:xfrm>
            <a:off x="3260357" y="1970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Freeform 1924"/>
          <p:cNvSpPr/>
          <p:nvPr/>
        </p:nvSpPr>
        <p:spPr>
          <a:xfrm>
            <a:off x="3251905" y="2691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Freeform 1925"/>
          <p:cNvSpPr/>
          <p:nvPr/>
        </p:nvSpPr>
        <p:spPr>
          <a:xfrm>
            <a:off x="4271256" y="2560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Freeform 1926"/>
          <p:cNvSpPr/>
          <p:nvPr/>
        </p:nvSpPr>
        <p:spPr>
          <a:xfrm>
            <a:off x="2353213" y="2437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Freeform 1927"/>
          <p:cNvSpPr/>
          <p:nvPr/>
        </p:nvSpPr>
        <p:spPr>
          <a:xfrm>
            <a:off x="1333452" y="1720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Freeform 1928"/>
          <p:cNvSpPr/>
          <p:nvPr/>
        </p:nvSpPr>
        <p:spPr>
          <a:xfrm>
            <a:off x="3013028" y="2977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Freeform 1929"/>
          <p:cNvSpPr/>
          <p:nvPr/>
        </p:nvSpPr>
        <p:spPr>
          <a:xfrm>
            <a:off x="2892547" y="21163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Freeform 1930"/>
          <p:cNvSpPr/>
          <p:nvPr/>
        </p:nvSpPr>
        <p:spPr>
          <a:xfrm>
            <a:off x="2663759" y="2083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Freeform 1931"/>
          <p:cNvSpPr/>
          <p:nvPr/>
        </p:nvSpPr>
        <p:spPr>
          <a:xfrm>
            <a:off x="869887" y="1856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Freeform 1932"/>
          <p:cNvSpPr/>
          <p:nvPr/>
        </p:nvSpPr>
        <p:spPr>
          <a:xfrm>
            <a:off x="2325400" y="217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Freeform 1933"/>
          <p:cNvSpPr/>
          <p:nvPr/>
        </p:nvSpPr>
        <p:spPr>
          <a:xfrm>
            <a:off x="3610404" y="2057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Freeform 1934"/>
          <p:cNvSpPr/>
          <p:nvPr/>
        </p:nvSpPr>
        <p:spPr>
          <a:xfrm>
            <a:off x="2990928" y="3246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Freeform 1935"/>
          <p:cNvSpPr/>
          <p:nvPr/>
        </p:nvSpPr>
        <p:spPr>
          <a:xfrm>
            <a:off x="1938905" y="10250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Freeform 1936"/>
          <p:cNvSpPr/>
          <p:nvPr/>
        </p:nvSpPr>
        <p:spPr>
          <a:xfrm>
            <a:off x="2621198" y="2090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Freeform 1937"/>
          <p:cNvSpPr/>
          <p:nvPr/>
        </p:nvSpPr>
        <p:spPr>
          <a:xfrm>
            <a:off x="3556844" y="3347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Freeform 1938"/>
          <p:cNvSpPr/>
          <p:nvPr/>
        </p:nvSpPr>
        <p:spPr>
          <a:xfrm>
            <a:off x="2038431" y="1654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Freeform 1939"/>
          <p:cNvSpPr/>
          <p:nvPr/>
        </p:nvSpPr>
        <p:spPr>
          <a:xfrm>
            <a:off x="3238284" y="1636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Freeform 1940"/>
          <p:cNvSpPr/>
          <p:nvPr/>
        </p:nvSpPr>
        <p:spPr>
          <a:xfrm>
            <a:off x="3104958" y="2673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Freeform 1941"/>
          <p:cNvSpPr/>
          <p:nvPr/>
        </p:nvSpPr>
        <p:spPr>
          <a:xfrm>
            <a:off x="3802519" y="23929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Freeform 1942"/>
          <p:cNvSpPr/>
          <p:nvPr/>
        </p:nvSpPr>
        <p:spPr>
          <a:xfrm>
            <a:off x="2256293" y="18900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Freeform 1943"/>
          <p:cNvSpPr/>
          <p:nvPr/>
        </p:nvSpPr>
        <p:spPr>
          <a:xfrm>
            <a:off x="3333482" y="1675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Freeform 1944"/>
          <p:cNvSpPr/>
          <p:nvPr/>
        </p:nvSpPr>
        <p:spPr>
          <a:xfrm>
            <a:off x="3905656" y="2582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Freeform 1945"/>
          <p:cNvSpPr/>
          <p:nvPr/>
        </p:nvSpPr>
        <p:spPr>
          <a:xfrm>
            <a:off x="2846995" y="1981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Freeform 1946"/>
          <p:cNvSpPr/>
          <p:nvPr/>
        </p:nvSpPr>
        <p:spPr>
          <a:xfrm>
            <a:off x="2132903" y="2477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Freeform 1947"/>
          <p:cNvSpPr/>
          <p:nvPr/>
        </p:nvSpPr>
        <p:spPr>
          <a:xfrm>
            <a:off x="2240282" y="2161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Freeform 1948"/>
          <p:cNvSpPr/>
          <p:nvPr/>
        </p:nvSpPr>
        <p:spPr>
          <a:xfrm>
            <a:off x="2814198" y="647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Freeform 1949"/>
          <p:cNvSpPr/>
          <p:nvPr/>
        </p:nvSpPr>
        <p:spPr>
          <a:xfrm>
            <a:off x="2787249" y="254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Freeform 1950"/>
          <p:cNvSpPr/>
          <p:nvPr/>
        </p:nvSpPr>
        <p:spPr>
          <a:xfrm>
            <a:off x="2741121" y="2319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Freeform 1951"/>
          <p:cNvSpPr/>
          <p:nvPr/>
        </p:nvSpPr>
        <p:spPr>
          <a:xfrm>
            <a:off x="3943569" y="287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Freeform 1952"/>
          <p:cNvSpPr/>
          <p:nvPr/>
        </p:nvSpPr>
        <p:spPr>
          <a:xfrm>
            <a:off x="1648028" y="2142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Freeform 1953"/>
          <p:cNvSpPr/>
          <p:nvPr/>
        </p:nvSpPr>
        <p:spPr>
          <a:xfrm>
            <a:off x="3224547" y="1995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Freeform 1954"/>
          <p:cNvSpPr/>
          <p:nvPr/>
        </p:nvSpPr>
        <p:spPr>
          <a:xfrm>
            <a:off x="1194981" y="1934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Freeform 1955"/>
          <p:cNvSpPr/>
          <p:nvPr/>
        </p:nvSpPr>
        <p:spPr>
          <a:xfrm>
            <a:off x="3224561" y="27321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Freeform 1956"/>
          <p:cNvSpPr/>
          <p:nvPr/>
        </p:nvSpPr>
        <p:spPr>
          <a:xfrm>
            <a:off x="2144517" y="2337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Freeform 1957"/>
          <p:cNvSpPr/>
          <p:nvPr/>
        </p:nvSpPr>
        <p:spPr>
          <a:xfrm>
            <a:off x="2174466" y="2584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Freeform 1958"/>
          <p:cNvSpPr/>
          <p:nvPr/>
        </p:nvSpPr>
        <p:spPr>
          <a:xfrm>
            <a:off x="1961259" y="32265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Freeform 1959"/>
          <p:cNvSpPr/>
          <p:nvPr/>
        </p:nvSpPr>
        <p:spPr>
          <a:xfrm>
            <a:off x="2011781" y="1709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Freeform 1960"/>
          <p:cNvSpPr/>
          <p:nvPr/>
        </p:nvSpPr>
        <p:spPr>
          <a:xfrm>
            <a:off x="2664336" y="1250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Freeform 1961"/>
          <p:cNvSpPr/>
          <p:nvPr/>
        </p:nvSpPr>
        <p:spPr>
          <a:xfrm>
            <a:off x="1827076" y="1586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Freeform 1962"/>
          <p:cNvSpPr/>
          <p:nvPr/>
        </p:nvSpPr>
        <p:spPr>
          <a:xfrm>
            <a:off x="2946662" y="223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Freeform 1963"/>
          <p:cNvSpPr/>
          <p:nvPr/>
        </p:nvSpPr>
        <p:spPr>
          <a:xfrm>
            <a:off x="2460478" y="14776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Freeform 1964"/>
          <p:cNvSpPr/>
          <p:nvPr/>
        </p:nvSpPr>
        <p:spPr>
          <a:xfrm>
            <a:off x="2925830" y="20559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Freeform 1965"/>
          <p:cNvSpPr/>
          <p:nvPr/>
        </p:nvSpPr>
        <p:spPr>
          <a:xfrm>
            <a:off x="2019273" y="2584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Freeform 1966"/>
          <p:cNvSpPr/>
          <p:nvPr/>
        </p:nvSpPr>
        <p:spPr>
          <a:xfrm>
            <a:off x="3048014" y="307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Freeform 1967"/>
          <p:cNvSpPr/>
          <p:nvPr/>
        </p:nvSpPr>
        <p:spPr>
          <a:xfrm>
            <a:off x="2296398" y="1465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Freeform 1968"/>
          <p:cNvSpPr/>
          <p:nvPr/>
        </p:nvSpPr>
        <p:spPr>
          <a:xfrm>
            <a:off x="2450403" y="179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Freeform 1969"/>
          <p:cNvSpPr/>
          <p:nvPr/>
        </p:nvSpPr>
        <p:spPr>
          <a:xfrm>
            <a:off x="2318582" y="47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Freeform 1970"/>
          <p:cNvSpPr/>
          <p:nvPr/>
        </p:nvSpPr>
        <p:spPr>
          <a:xfrm>
            <a:off x="2688792" y="24756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Freeform 1971"/>
          <p:cNvSpPr/>
          <p:nvPr/>
        </p:nvSpPr>
        <p:spPr>
          <a:xfrm>
            <a:off x="3285606" y="231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Freeform 1972"/>
          <p:cNvSpPr/>
          <p:nvPr/>
        </p:nvSpPr>
        <p:spPr>
          <a:xfrm>
            <a:off x="898364" y="2168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Freeform 1973"/>
          <p:cNvSpPr/>
          <p:nvPr/>
        </p:nvSpPr>
        <p:spPr>
          <a:xfrm>
            <a:off x="2395347" y="1708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Freeform 1974"/>
          <p:cNvSpPr/>
          <p:nvPr/>
        </p:nvSpPr>
        <p:spPr>
          <a:xfrm>
            <a:off x="2881190" y="2215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Freeform 1975"/>
          <p:cNvSpPr/>
          <p:nvPr/>
        </p:nvSpPr>
        <p:spPr>
          <a:xfrm>
            <a:off x="1954400" y="2585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Freeform 1976"/>
          <p:cNvSpPr/>
          <p:nvPr/>
        </p:nvSpPr>
        <p:spPr>
          <a:xfrm>
            <a:off x="2761923" y="210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Freeform 1977"/>
          <p:cNvSpPr/>
          <p:nvPr/>
        </p:nvSpPr>
        <p:spPr>
          <a:xfrm>
            <a:off x="2190497" y="1764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Freeform 1978"/>
          <p:cNvSpPr/>
          <p:nvPr/>
        </p:nvSpPr>
        <p:spPr>
          <a:xfrm>
            <a:off x="2372386" y="2320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Freeform 1979"/>
          <p:cNvSpPr/>
          <p:nvPr/>
        </p:nvSpPr>
        <p:spPr>
          <a:xfrm>
            <a:off x="938399" y="20002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Freeform 1980"/>
          <p:cNvSpPr/>
          <p:nvPr/>
        </p:nvSpPr>
        <p:spPr>
          <a:xfrm>
            <a:off x="2475269" y="1721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Freeform 1981"/>
          <p:cNvSpPr/>
          <p:nvPr/>
        </p:nvSpPr>
        <p:spPr>
          <a:xfrm>
            <a:off x="2388322" y="2183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Freeform 1982"/>
          <p:cNvSpPr/>
          <p:nvPr/>
        </p:nvSpPr>
        <p:spPr>
          <a:xfrm>
            <a:off x="1865413" y="1496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Freeform 1983"/>
          <p:cNvSpPr/>
          <p:nvPr/>
        </p:nvSpPr>
        <p:spPr>
          <a:xfrm>
            <a:off x="2346921" y="2828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Freeform 1984"/>
          <p:cNvSpPr/>
          <p:nvPr/>
        </p:nvSpPr>
        <p:spPr>
          <a:xfrm>
            <a:off x="2582206" y="2216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Freeform 1985"/>
          <p:cNvSpPr/>
          <p:nvPr/>
        </p:nvSpPr>
        <p:spPr>
          <a:xfrm>
            <a:off x="2073195" y="2357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Freeform 1986"/>
          <p:cNvSpPr/>
          <p:nvPr/>
        </p:nvSpPr>
        <p:spPr>
          <a:xfrm>
            <a:off x="2351232" y="3245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Freeform 1987"/>
          <p:cNvSpPr/>
          <p:nvPr/>
        </p:nvSpPr>
        <p:spPr>
          <a:xfrm>
            <a:off x="2038399" y="1845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Freeform 1988"/>
          <p:cNvSpPr/>
          <p:nvPr/>
        </p:nvSpPr>
        <p:spPr>
          <a:xfrm>
            <a:off x="2192567" y="2467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Freeform 1989"/>
          <p:cNvSpPr/>
          <p:nvPr/>
        </p:nvSpPr>
        <p:spPr>
          <a:xfrm>
            <a:off x="2626444" y="2236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Freeform 1990"/>
          <p:cNvSpPr/>
          <p:nvPr/>
        </p:nvSpPr>
        <p:spPr>
          <a:xfrm>
            <a:off x="2190205" y="2223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Freeform 1991"/>
          <p:cNvSpPr/>
          <p:nvPr/>
        </p:nvSpPr>
        <p:spPr>
          <a:xfrm>
            <a:off x="2547230" y="2554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Freeform 1992"/>
          <p:cNvSpPr/>
          <p:nvPr/>
        </p:nvSpPr>
        <p:spPr>
          <a:xfrm>
            <a:off x="2777582" y="20983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Freeform 1993"/>
          <p:cNvSpPr/>
          <p:nvPr/>
        </p:nvSpPr>
        <p:spPr>
          <a:xfrm>
            <a:off x="930166" y="157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Freeform 1994"/>
          <p:cNvSpPr/>
          <p:nvPr/>
        </p:nvSpPr>
        <p:spPr>
          <a:xfrm>
            <a:off x="3529774" y="1757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Freeform 1995"/>
          <p:cNvSpPr/>
          <p:nvPr/>
        </p:nvSpPr>
        <p:spPr>
          <a:xfrm>
            <a:off x="2802240" y="23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Freeform 1996"/>
          <p:cNvSpPr/>
          <p:nvPr/>
        </p:nvSpPr>
        <p:spPr>
          <a:xfrm>
            <a:off x="2536259" y="1823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Freeform 1997"/>
          <p:cNvSpPr/>
          <p:nvPr/>
        </p:nvSpPr>
        <p:spPr>
          <a:xfrm>
            <a:off x="2551721" y="19797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Freeform 1998"/>
          <p:cNvSpPr/>
          <p:nvPr/>
        </p:nvSpPr>
        <p:spPr>
          <a:xfrm>
            <a:off x="2134138" y="1247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Freeform 1999"/>
          <p:cNvSpPr/>
          <p:nvPr/>
        </p:nvSpPr>
        <p:spPr>
          <a:xfrm>
            <a:off x="3443092" y="1992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Freeform 2000"/>
          <p:cNvSpPr/>
          <p:nvPr/>
        </p:nvSpPr>
        <p:spPr>
          <a:xfrm>
            <a:off x="2934852" y="1157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Freeform 2001"/>
          <p:cNvSpPr/>
          <p:nvPr/>
        </p:nvSpPr>
        <p:spPr>
          <a:xfrm>
            <a:off x="2417432" y="1703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Freeform 2002"/>
          <p:cNvSpPr/>
          <p:nvPr/>
        </p:nvSpPr>
        <p:spPr>
          <a:xfrm>
            <a:off x="2840198" y="2624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Freeform 2003"/>
          <p:cNvSpPr/>
          <p:nvPr/>
        </p:nvSpPr>
        <p:spPr>
          <a:xfrm>
            <a:off x="2345015" y="2014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Freeform 2004"/>
          <p:cNvSpPr/>
          <p:nvPr/>
        </p:nvSpPr>
        <p:spPr>
          <a:xfrm>
            <a:off x="2656415" y="2625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Freeform 2005"/>
          <p:cNvSpPr/>
          <p:nvPr/>
        </p:nvSpPr>
        <p:spPr>
          <a:xfrm>
            <a:off x="1775949" y="2566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Freeform 2006"/>
          <p:cNvSpPr/>
          <p:nvPr/>
        </p:nvSpPr>
        <p:spPr>
          <a:xfrm>
            <a:off x="2146978" y="1760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Freeform 2007"/>
          <p:cNvSpPr/>
          <p:nvPr/>
        </p:nvSpPr>
        <p:spPr>
          <a:xfrm>
            <a:off x="1920594" y="2040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Freeform 2008"/>
          <p:cNvSpPr/>
          <p:nvPr/>
        </p:nvSpPr>
        <p:spPr>
          <a:xfrm>
            <a:off x="2265559" y="200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3097887" y="1523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1963490" y="2921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3548173" y="1957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3279928" y="2840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2165967" y="15990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3845571" y="2158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2970346" y="2667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1730144" y="141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2041174" y="1850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3041237" y="223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3256881" y="2540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2505930" y="27687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2768040" y="2179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3526664" y="17698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3538898" y="2020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2296786" y="3010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2458075" y="18826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3072423" y="1691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1745454" y="3023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3220034" y="2051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1687940" y="1768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2823991" y="2264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3615609" y="3066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2880904" y="214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3264563" y="265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2647589" y="2100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2904625" y="2765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1992401" y="29396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2750017" y="2431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3486521" y="-19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2259823" y="2738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1830203" y="2170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2219944" y="11367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2339452" y="1553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3409434" y="21535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3583845" y="3194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2172607" y="273926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3285286" y="1960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4492189" y="1630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2930647" y="2839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2333335" y="2441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3799325" y="2063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2811768" y="2458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2508606" y="275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3837108" y="1942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2670284" y="2538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1879961" y="13871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2506987" y="2555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1434305" y="2279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2732535" y="2059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1723095" y="1018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1905751" y="2750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3524959" y="2366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1870720" y="245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3077545" y="23629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3252098" y="1752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2163367" y="2239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2986823" y="232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2722028" y="1475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3027914" y="2458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3431157" y="2176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4239300" y="1187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3540562" y="2465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2601644" y="3114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2431916" y="3215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3423528" y="2005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3632402" y="1690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3530972" y="2230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3369142" y="2158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3305492" y="2290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3437111" y="2027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2624211" y="1979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2089542" y="819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5001280" y="1647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2076134" y="2209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2350891" y="1129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2563688" y="492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3544473" y="1554017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2806611" y="2480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2700349" y="2122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1827296" y="1884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2494089" y="2521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2315663" y="2772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2860658" y="2203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1516734" y="1946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3986119" y="2581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2388809" y="2820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3064578" y="23246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2240374" y="257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1518261" y="1920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2918704" y="1361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2874002" y="2014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2488076" y="1438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3772349" y="2212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2904659" y="3295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2310692" y="2366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4033263" y="184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1935063" y="1484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2277434" y="1633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3509541" y="2443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3246587" y="1087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2991619" y="279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3089972" y="2184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2314938" y="2366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1437391" y="2210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3064559" y="180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3032674" y="2367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3227699" y="1909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3048821" y="902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1479310" y="1784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3208034" y="22244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2456841" y="1899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3621933" y="295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1025456" y="175729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2656828" y="115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2625076" y="103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2756404" y="1383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2316432" y="2881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833960" y="1383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3346740" y="1895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3306754" y="2433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2779600" y="3151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2950939" y="2123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2125954" y="2037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2870539" y="1987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3186594" y="1888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3253858" y="1795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2783999" y="1673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2411621" y="2497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2547704" y="308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3204604" y="285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1464831" y="2595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2765404" y="1898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2911794" y="1526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2370974" y="2829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1832965" y="1855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3178953" y="1780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1872315" y="270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2391385" y="2852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1688690" y="2154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1477427" y="1919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3312170" y="173428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1796052" y="276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2106103" y="2111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2537157" y="1777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3412837" y="15046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2736509" y="3048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1912349" y="23031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2915994" y="274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2043668" y="2685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3019748" y="1601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2459964" y="850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2214076" y="2822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1576864" y="721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2129678" y="21835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3197931" y="3351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2222818" y="1881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2078512" y="111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2458831" y="2330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2594861" y="3574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2008932" y="2075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2152285" y="1393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3359499" y="1909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2970488" y="1739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3785424" y="2336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1897137" y="2814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2179641" y="3153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3227811" y="1966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2658872" y="1775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2206285" y="15071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2244945" y="1832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3760186" y="2784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2261824" y="208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2554939" y="1866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3558673" y="259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1866527" y="215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2123979" y="1859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2427398" y="34798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2476795" y="1931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3412153" y="178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3369947" y="179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2124039" y="2168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4058356" y="21769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3397937" y="195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2119818" y="2505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1917154" y="3131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3254502" y="2086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1864362" y="3150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2568990" y="2047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1958630" y="167453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2893562" y="1595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4112049" y="2337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3019714" y="2126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2945450" y="2194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2227292" y="2260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3010567" y="2471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2030878" y="25977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3164018" y="23185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2726049" y="2774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1494748" y="2300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2180599" y="1557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3310210" y="1827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3860218" y="1240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3273344" y="3058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2403797" y="1658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3114865" y="2163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2328369" y="2773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3285348" y="2199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2780636" y="1530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3719786" y="296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2900691" y="216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2734255" y="2713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3257313" y="3056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2623903" y="215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2768042" y="3522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2864373" y="2935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3807175" y="257937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3026684" y="1501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3387181" y="17211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2352565" y="2533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2793104" y="3362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3469267" y="2940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3112808" y="3283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1498085" y="1064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3596570" y="2431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3130067" y="205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3050675" y="1837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2092067" y="1636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3394000" y="2173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2299353" y="1202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2277217" y="1058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2738437" y="22992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3060332" y="2858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2741771" y="1248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2034821" y="1789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3044242" y="2937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3293506" y="1960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2665537" y="3144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2896267" y="2598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3153758" y="2999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2771459" y="2634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3273972" y="181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3950258" y="3040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2554594" y="2641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2006961" y="177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3902074" y="2166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2772413" y="622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4105340" y="2158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1897079" y="1048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4111393" y="1465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1652691" y="208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1923774" y="2927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3342676" y="2037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2564977" y="1275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3383058" y="1373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2860958" y="1968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1262387" y="21328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2588786" y="230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2430945" y="3131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2842295" y="1937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2061783" y="2249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4553466" y="1972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2668915" y="200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3172069" y="2063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4167072" y="1734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2272952" y="768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1845350" y="23310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2684255" y="172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2439049" y="2369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1998686" y="2286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3143856" y="2363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2663838" y="1768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2059736" y="2762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2931431" y="1637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2672344" y="1974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789663" y="16758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3471055" y="24561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2446339" y="2900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2764723" y="2610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2372380" y="298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2693577" y="736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2501568" y="2008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2445383" y="261901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3481626" y="2708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4242485" y="20198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2675636" y="2014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3477164" y="307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1783184" y="2435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3137489" y="3024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2969617" y="15727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3157680" y="1268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1953370" y="1984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2989167" y="26928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2449197" y="2507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3482105" y="2836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1836466" y="21786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3403710" y="2023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2671945" y="1874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2516247" y="2370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3509174" y="2355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2283114" y="26103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2797188" y="1911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4203026" y="1784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3154613" y="1238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1486128" y="1338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3153742" y="2177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4342495" y="69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2382241" y="1673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1029137" y="1725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2949827" y="3033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3166152" y="156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2826526" y="2662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2139241" y="2393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2516149" y="2458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4075343" y="1989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1610137" y="3054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1923748" y="248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2663638" y="1950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2085639" y="917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3661490" y="3000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2651507" y="1280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1796076" y="1701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3215614" y="2483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2610938" y="1890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1919831" y="18825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1685584" y="288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2936204" y="1913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1575373" y="173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2189108" y="2035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2460221" y="195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2861038" y="2380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3734193" y="146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2650152" y="2324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2858443" y="244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2708293" y="1458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3433604" y="2020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2375039" y="183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2524385" y="1766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3032223" y="2099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1947171" y="1520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2236518" y="1622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2115308" y="2016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2450070" y="2749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4010896" y="1392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1052211" y="21919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2034192" y="2159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2893889" y="1561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3242583" y="1481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3954546" y="1584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2839912" y="16949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2451880" y="2351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2324970" y="2708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3603641" y="1273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2729861" y="3187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3088330" y="1257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4023619" y="2342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2198803" y="1651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2772716" y="2296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2314995" y="2244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2901916" y="19099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1350856" y="249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2522921" y="1991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2919837" y="1429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3021841" y="1580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2407400" y="2234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2642052" y="2532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2695249" y="2637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2875372" y="2991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2897779" y="2262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1609403" y="2900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2494606" y="322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3202175" y="2135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1568007" y="2540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2705342" y="2708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2407225" y="2306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2055286" y="1419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2765387" y="162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2515480" y="34148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2737560" y="1153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2901049" y="1952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3823795" y="1462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2755709" y="2002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1968289" y="2374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427651" y="15657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2932663" y="2012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1586799" y="21896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2225808" y="20427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2124360" y="1829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2722917" y="1698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2871034" y="773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2985496" y="197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2926938" y="16367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2748147" y="2662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2897895" y="1942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3384556" y="1664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2585566" y="2693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3115621" y="2729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2812533" y="3090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2188891" y="2244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3342676" y="2369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3430162" y="2905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2257572" y="161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3056785" y="1959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2241375" y="307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3452385" y="2702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2018878" y="2224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3423365" y="19040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2130851" y="891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2541954" y="149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3694541" y="2107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2950232" y="165428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2777274" y="1886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2467495" y="2329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1107816" y="1310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2340786" y="2171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2054938" y="1013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3535597" y="1376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1912480" y="2711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2606397" y="2630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2369201" y="17621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2292798" y="3069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3225542" y="2021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3167736" y="186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2591026" y="1290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2414251" y="2224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2848841" y="2335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3192885" y="12781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2555327" y="1428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3487240" y="251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2269500" y="236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2819230" y="2431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2891415" y="27650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3330966" y="2996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3155836" y="266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2895875" y="2736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2027998" y="1075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2618113" y="2306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2213942" y="225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2248446" y="1754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2621933" y="2115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2277666" y="215424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2572177" y="2998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2804715" y="144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2238246" y="1120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4095846" y="3222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1996577" y="2508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2307443" y="2763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2128564" y="2378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1724056" y="2869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2940061" y="2223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2479256" y="3449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3560012" y="1071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2048316" y="1819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1566180" y="2296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1886454" y="28658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2133052" y="3172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2983190" y="1744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2226807" y="1832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3926879" y="2300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2904869" y="1566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3020728" y="2672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2940424" y="82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3701242" y="1467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2925434" y="2252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2369590" y="145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3430983" y="2297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1789720" y="141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3364200" y="495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1795437" y="1206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2548176" y="17625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2506720" y="1806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3144154" y="1004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2329503" y="212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1868283" y="2573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2799710" y="2424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4505871" y="2861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3777989" y="1594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1211912" y="2459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2120442" y="2006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2641462" y="2544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2788737" y="153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2986078" y="238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2147441" y="1983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2547988" y="1785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2903629" y="2195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2228697" y="2026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2941975" y="1846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1998237" y="242018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3305119" y="2264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3540631" y="1394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1456801" y="2507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2174494" y="2462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3155497" y="142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3110599" y="2898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2350702" y="1491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4250500" y="1547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2588789" y="512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1245472" y="30669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3535913" y="1742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1194537" y="2243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2800868" y="1909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2237068" y="1857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3025892" y="27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1855616" y="1566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3758365" y="2547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3493273" y="1826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2568549" y="1912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1586945" y="1012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2129692" y="2416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2010544" y="1258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2992647" y="2500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3005048" y="2583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3333066" y="1627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2408046" y="2735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2223151" y="3178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2833966" y="135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2863028" y="20218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3290840" y="3404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2848674" y="1319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3225276" y="1686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4009265" y="2374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2656553" y="27115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3716288" y="13082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1842392" y="2652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1507392" y="2390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2315300" y="17573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2271912" y="1431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1371726" y="20606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2149840" y="240549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3010376" y="25247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3623254" y="2186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3698822" y="1691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2959893" y="1721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2118345" y="1095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2067988" y="2310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1917191" y="2464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3216220" y="22175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2885734" y="3497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3223372" y="2801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1892608" y="2129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3258601" y="2281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2648136" y="2630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2625921" y="2462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2672054" y="240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3114000" y="2148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2130534" y="1504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3357077" y="254462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3363685" y="2767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1251786" y="1726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2470008" y="2426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3439097" y="3147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3729893" y="2482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2509109" y="18420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4179093" y="2074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3305109" y="2114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3053561" y="1582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2267788" y="1993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2506715" y="2918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3000094" y="2400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2410267" y="2020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3196288" y="2093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2140726" y="2811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2449784" y="131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1774858" y="2206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1852178" y="2855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1404486" y="2367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3034600" y="2678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1804607" y="3034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1944535" y="2621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2405242" y="1642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2538461" y="1971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2571647" y="1483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2761395" y="1899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3203143" y="2668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1649472" y="27936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3207718" y="1937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2862987" y="1713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3032936" y="1668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2965111" y="3298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3628615" y="2146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2821995" y="16018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3335004" y="1222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2259357" y="1422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2810396" y="2060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2049999" y="2703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1409097" y="2899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2221212" y="1922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2084775" y="2390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2404495" y="1620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2727193" y="2527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2540476" y="1942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3295762" y="140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3626100" y="1650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2458001" y="1506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2035087" y="1502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3751912" y="130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3340945" y="187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2124738" y="3627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2066573" y="1555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1927580" y="2451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3420413" y="2340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2644052" y="2171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2707849" y="24973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3849756" y="176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3877992" y="1804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3088440" y="2237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2301749" y="1922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3452312" y="2982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1871721" y="2321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3241922" y="2464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2634688" y="1170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2200855" y="2475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3764791" y="1863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3008340" y="2481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2287101" y="26790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2374516" y="3376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1916078" y="1369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2009738" y="1071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2363547" y="1739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3605163" y="2603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3098974" y="2287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2941557" y="1298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1817049" y="150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2136516" y="4173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3056830" y="2528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3087417" y="1904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2698369" y="1318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2838667" y="2764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1764443" y="2136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770303" y="225921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3925301" y="318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2596270" y="1890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1789112" y="1412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2687480" y="139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2837844" y="3015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2866421" y="2127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3566909" y="3064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2779701" y="165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4002813" y="13879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1833458" y="2347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1825777" y="1881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2771059" y="157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2226591" y="2625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2459211" y="2109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2418690" y="1801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2918709" y="2909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1995015" y="2679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2646862" y="2488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2708251" y="231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1490084" y="2541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1547344" y="1859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2473849" y="1615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2489996" y="24698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2500386" y="820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2850309" y="3028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2079211" y="32317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3507458" y="1712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2611911" y="191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2182860" y="1177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3520944" y="15123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3093307" y="2359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3360109" y="2157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2045041" y="1013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2893821" y="2252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2835653" y="2851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2984715" y="1546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2457428" y="28013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2736236" y="1187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2827494" y="1673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1247951" y="2590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2707543" y="1826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2785339" y="2942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2711444" y="2163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2526081" y="1630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2484497" y="2887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2712813" y="1913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1340758" y="2456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2761090" y="2008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2900688" y="15430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3814511" y="3092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2040789" y="1527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2678819" y="2608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2932491" y="1917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2024667" y="1563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2708718" y="1761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2877600" y="2245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3667331" y="3382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2712957" y="1911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3296838" y="1972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3587109" y="12615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2420784" y="2306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3390729" y="1786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3444613" y="1974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1765859" y="2582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2960808" y="2042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2730656" y="2732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2650521" y="3747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2808745" y="1077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3556941" y="2136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2339665" y="18853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2632945" y="2399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3191570" y="2670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3215787" y="2523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3243581" y="106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1835159" y="1797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2700344" y="2364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2902207" y="21320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1643597" y="2919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3002326" y="3337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4166880" y="876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2833078" y="1223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2766696" y="1675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3625635" y="2659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3173478" y="2262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3304275" y="2537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3992599" y="2997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4374200" y="2599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1795481" y="2097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2057323" y="1658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3117891" y="1887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2078537" y="1863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2187865" y="1985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3980990" y="2329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2676672" y="2203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1637216" y="2167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1786805" y="2405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2282807" y="3187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3694886" y="2145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2362055" y="27762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2289430" y="1130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2443800" y="1799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3505007" y="1944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2219932" y="2528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2388301" y="12417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3327209" y="1303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3116319" y="2417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3938069" y="2680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1964898" y="1980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2359776" y="1860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2853175" y="2978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2722783" y="2078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2175131" y="2798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2994462" y="1806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3345468" y="2139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2370831" y="2021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3073041" y="2037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1962629" y="29810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3155552" y="2445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3041143" y="1802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2847031" y="241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2408884" y="1290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2002176" y="2110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3613953" y="225827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3362549" y="2331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2840895" y="2233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2824123" y="2237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3038878" y="3850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2276515" y="2172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2728568" y="2721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3067572" y="3445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2630512" y="1438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1768668" y="1845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3328542" y="1904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3653019" y="2233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2920427" y="2073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2277142" y="1450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2519649" y="21652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1433819" y="934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3044712" y="1843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2651490" y="2172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2213320" y="2723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1849284" y="1286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2216922" y="2202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3091190" y="169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2531625" y="205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2108270" y="1859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2597155" y="3264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2360713" y="1919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2014997" y="219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3031515" y="1921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1556207" y="2333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3376253" y="23756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1743865" y="23146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3230222" y="248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2914583" y="2474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2722133" y="2261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1514977" y="1516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3799309" y="2493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2173774" y="2315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2683322" y="829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2823396" y="2165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2474522" y="2627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3537843" y="1489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2731051" y="2156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3122116" y="211653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2745770" y="21848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3281667" y="3855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1718996" y="2506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2420482" y="245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1992037" y="2357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2416516" y="341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4285503" y="1802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2775851" y="15244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3447414" y="1968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2343548" y="2226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1009473" y="2807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2783110" y="2370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2379663" y="2614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3384575" y="1446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2310158" y="1787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2494391" y="1556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2885840" y="2670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2734413" y="1977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3420106" y="1761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3681277" y="1361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1231705" y="17399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2569125" y="2406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1634712" y="2502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2160558" y="2169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2858020" y="1075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1257772" y="1965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3031315" y="1095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2715329" y="1350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3756756" y="2616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1993357" y="2057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2203660" y="186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345165" y="21831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2067189" y="1303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2508398" y="1578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1931983" y="2615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2245764" y="3764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2818596" y="22324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2088594" y="2146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2646218" y="2224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2936084" y="2240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3514264" y="1879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2827163" y="1961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4054492" y="724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2565411" y="2726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3158804" y="252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Freeform 2849"/>
          <p:cNvSpPr/>
          <p:nvPr/>
        </p:nvSpPr>
        <p:spPr>
          <a:xfrm>
            <a:off x="1736868" y="2298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Freeform 2850"/>
          <p:cNvSpPr/>
          <p:nvPr/>
        </p:nvSpPr>
        <p:spPr>
          <a:xfrm>
            <a:off x="2747265" y="235951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Freeform 2851"/>
          <p:cNvSpPr/>
          <p:nvPr/>
        </p:nvSpPr>
        <p:spPr>
          <a:xfrm>
            <a:off x="2828653" y="1700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Freeform 2852"/>
          <p:cNvSpPr/>
          <p:nvPr/>
        </p:nvSpPr>
        <p:spPr>
          <a:xfrm>
            <a:off x="3060426" y="131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Freeform 2853"/>
          <p:cNvSpPr/>
          <p:nvPr/>
        </p:nvSpPr>
        <p:spPr>
          <a:xfrm>
            <a:off x="997953" y="11630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Freeform 2854"/>
          <p:cNvSpPr/>
          <p:nvPr/>
        </p:nvSpPr>
        <p:spPr>
          <a:xfrm>
            <a:off x="1413674" y="1755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Freeform 2855"/>
          <p:cNvSpPr/>
          <p:nvPr/>
        </p:nvSpPr>
        <p:spPr>
          <a:xfrm>
            <a:off x="3523134" y="2530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Freeform 2856"/>
          <p:cNvSpPr/>
          <p:nvPr/>
        </p:nvSpPr>
        <p:spPr>
          <a:xfrm>
            <a:off x="3344730" y="2796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Freeform 2857"/>
          <p:cNvSpPr/>
          <p:nvPr/>
        </p:nvSpPr>
        <p:spPr>
          <a:xfrm>
            <a:off x="3165113" y="18539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Freeform 2858"/>
          <p:cNvSpPr/>
          <p:nvPr/>
        </p:nvSpPr>
        <p:spPr>
          <a:xfrm>
            <a:off x="2370488" y="1950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Freeform 2859"/>
          <p:cNvSpPr/>
          <p:nvPr/>
        </p:nvSpPr>
        <p:spPr>
          <a:xfrm>
            <a:off x="2742562" y="2830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Freeform 2860"/>
          <p:cNvSpPr/>
          <p:nvPr/>
        </p:nvSpPr>
        <p:spPr>
          <a:xfrm>
            <a:off x="1805530" y="238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Freeform 2861"/>
          <p:cNvSpPr/>
          <p:nvPr/>
        </p:nvSpPr>
        <p:spPr>
          <a:xfrm>
            <a:off x="1205577" y="2539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Freeform 2862"/>
          <p:cNvSpPr/>
          <p:nvPr/>
        </p:nvSpPr>
        <p:spPr>
          <a:xfrm>
            <a:off x="2816902" y="1723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Freeform 2863"/>
          <p:cNvSpPr/>
          <p:nvPr/>
        </p:nvSpPr>
        <p:spPr>
          <a:xfrm>
            <a:off x="1566663" y="2184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Freeform 2864"/>
          <p:cNvSpPr/>
          <p:nvPr/>
        </p:nvSpPr>
        <p:spPr>
          <a:xfrm>
            <a:off x="3123258" y="2810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Freeform 2865"/>
          <p:cNvSpPr/>
          <p:nvPr/>
        </p:nvSpPr>
        <p:spPr>
          <a:xfrm>
            <a:off x="3075808" y="1230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Freeform 2866"/>
          <p:cNvSpPr/>
          <p:nvPr/>
        </p:nvSpPr>
        <p:spPr>
          <a:xfrm>
            <a:off x="2480698" y="21630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Freeform 2867"/>
          <p:cNvSpPr/>
          <p:nvPr/>
        </p:nvSpPr>
        <p:spPr>
          <a:xfrm>
            <a:off x="1799609" y="2318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Freeform 2868"/>
          <p:cNvSpPr/>
          <p:nvPr/>
        </p:nvSpPr>
        <p:spPr>
          <a:xfrm>
            <a:off x="1550134" y="2259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Freeform 2869"/>
          <p:cNvSpPr/>
          <p:nvPr/>
        </p:nvSpPr>
        <p:spPr>
          <a:xfrm>
            <a:off x="3393916" y="2311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Freeform 2870"/>
          <p:cNvSpPr/>
          <p:nvPr/>
        </p:nvSpPr>
        <p:spPr>
          <a:xfrm>
            <a:off x="2484918" y="1921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Freeform 2871"/>
          <p:cNvSpPr/>
          <p:nvPr/>
        </p:nvSpPr>
        <p:spPr>
          <a:xfrm>
            <a:off x="3038818" y="286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Freeform 2872"/>
          <p:cNvSpPr/>
          <p:nvPr/>
        </p:nvSpPr>
        <p:spPr>
          <a:xfrm>
            <a:off x="3361362" y="24598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Freeform 2873"/>
          <p:cNvSpPr/>
          <p:nvPr/>
        </p:nvSpPr>
        <p:spPr>
          <a:xfrm>
            <a:off x="3337844" y="1621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Freeform 2874"/>
          <p:cNvSpPr/>
          <p:nvPr/>
        </p:nvSpPr>
        <p:spPr>
          <a:xfrm>
            <a:off x="2621890" y="1390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Freeform 2875"/>
          <p:cNvSpPr/>
          <p:nvPr/>
        </p:nvSpPr>
        <p:spPr>
          <a:xfrm>
            <a:off x="3214945" y="1326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Freeform 2876"/>
          <p:cNvSpPr/>
          <p:nvPr/>
        </p:nvSpPr>
        <p:spPr>
          <a:xfrm>
            <a:off x="1910606" y="1719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Freeform 2877"/>
          <p:cNvSpPr/>
          <p:nvPr/>
        </p:nvSpPr>
        <p:spPr>
          <a:xfrm>
            <a:off x="2460796" y="1811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Freeform 2878"/>
          <p:cNvSpPr/>
          <p:nvPr/>
        </p:nvSpPr>
        <p:spPr>
          <a:xfrm>
            <a:off x="1746354" y="256541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Freeform 2879"/>
          <p:cNvSpPr/>
          <p:nvPr/>
        </p:nvSpPr>
        <p:spPr>
          <a:xfrm>
            <a:off x="2669942" y="1564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Freeform 2880"/>
          <p:cNvSpPr/>
          <p:nvPr/>
        </p:nvSpPr>
        <p:spPr>
          <a:xfrm>
            <a:off x="2324052" y="2406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Freeform 2881"/>
          <p:cNvSpPr/>
          <p:nvPr/>
        </p:nvSpPr>
        <p:spPr>
          <a:xfrm>
            <a:off x="1247719" y="266346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Freeform 2882"/>
          <p:cNvSpPr/>
          <p:nvPr/>
        </p:nvSpPr>
        <p:spPr>
          <a:xfrm>
            <a:off x="2936360" y="315699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Freeform 2883"/>
          <p:cNvSpPr/>
          <p:nvPr/>
        </p:nvSpPr>
        <p:spPr>
          <a:xfrm>
            <a:off x="1508437" y="2339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Freeform 2884"/>
          <p:cNvSpPr/>
          <p:nvPr/>
        </p:nvSpPr>
        <p:spPr>
          <a:xfrm>
            <a:off x="3094208" y="2332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Freeform 2885"/>
          <p:cNvSpPr/>
          <p:nvPr/>
        </p:nvSpPr>
        <p:spPr>
          <a:xfrm>
            <a:off x="3199556" y="3144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Freeform 2886"/>
          <p:cNvSpPr/>
          <p:nvPr/>
        </p:nvSpPr>
        <p:spPr>
          <a:xfrm>
            <a:off x="3570734" y="114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Freeform 2887"/>
          <p:cNvSpPr/>
          <p:nvPr/>
        </p:nvSpPr>
        <p:spPr>
          <a:xfrm>
            <a:off x="2425261" y="1958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Freeform 2888"/>
          <p:cNvSpPr/>
          <p:nvPr/>
        </p:nvSpPr>
        <p:spPr>
          <a:xfrm>
            <a:off x="3204426" y="1374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Freeform 2889"/>
          <p:cNvSpPr/>
          <p:nvPr/>
        </p:nvSpPr>
        <p:spPr>
          <a:xfrm>
            <a:off x="3516920" y="2887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Freeform 2890"/>
          <p:cNvSpPr/>
          <p:nvPr/>
        </p:nvSpPr>
        <p:spPr>
          <a:xfrm>
            <a:off x="1545357" y="2319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Freeform 2891"/>
          <p:cNvSpPr/>
          <p:nvPr/>
        </p:nvSpPr>
        <p:spPr>
          <a:xfrm>
            <a:off x="2446122" y="30950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Freeform 2892"/>
          <p:cNvSpPr/>
          <p:nvPr/>
        </p:nvSpPr>
        <p:spPr>
          <a:xfrm>
            <a:off x="2373501" y="2516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Freeform 2893"/>
          <p:cNvSpPr/>
          <p:nvPr/>
        </p:nvSpPr>
        <p:spPr>
          <a:xfrm>
            <a:off x="2141524" y="1561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Freeform 2894"/>
          <p:cNvSpPr/>
          <p:nvPr/>
        </p:nvSpPr>
        <p:spPr>
          <a:xfrm>
            <a:off x="3017155" y="242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Freeform 2895"/>
          <p:cNvSpPr/>
          <p:nvPr/>
        </p:nvSpPr>
        <p:spPr>
          <a:xfrm>
            <a:off x="3547433" y="2415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Freeform 2896"/>
          <p:cNvSpPr/>
          <p:nvPr/>
        </p:nvSpPr>
        <p:spPr>
          <a:xfrm>
            <a:off x="3103745" y="2582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Freeform 2897"/>
          <p:cNvSpPr/>
          <p:nvPr/>
        </p:nvSpPr>
        <p:spPr>
          <a:xfrm>
            <a:off x="3271219" y="24197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Freeform 2898"/>
          <p:cNvSpPr/>
          <p:nvPr/>
        </p:nvSpPr>
        <p:spPr>
          <a:xfrm>
            <a:off x="1744387" y="1462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Freeform 2899"/>
          <p:cNvSpPr/>
          <p:nvPr/>
        </p:nvSpPr>
        <p:spPr>
          <a:xfrm>
            <a:off x="1809668" y="2470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Freeform 2900"/>
          <p:cNvSpPr/>
          <p:nvPr/>
        </p:nvSpPr>
        <p:spPr>
          <a:xfrm>
            <a:off x="2931925" y="2298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Freeform 2901"/>
          <p:cNvSpPr/>
          <p:nvPr/>
        </p:nvSpPr>
        <p:spPr>
          <a:xfrm>
            <a:off x="2031572" y="2372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Freeform 2902"/>
          <p:cNvSpPr/>
          <p:nvPr/>
        </p:nvSpPr>
        <p:spPr>
          <a:xfrm>
            <a:off x="3480280" y="2643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Freeform 2903"/>
          <p:cNvSpPr/>
          <p:nvPr/>
        </p:nvSpPr>
        <p:spPr>
          <a:xfrm>
            <a:off x="1685635" y="2428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Freeform 2904"/>
          <p:cNvSpPr/>
          <p:nvPr/>
        </p:nvSpPr>
        <p:spPr>
          <a:xfrm>
            <a:off x="2228365" y="26541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Freeform 2905"/>
          <p:cNvSpPr/>
          <p:nvPr/>
        </p:nvSpPr>
        <p:spPr>
          <a:xfrm>
            <a:off x="1609301" y="1010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Freeform 2906"/>
          <p:cNvSpPr/>
          <p:nvPr/>
        </p:nvSpPr>
        <p:spPr>
          <a:xfrm>
            <a:off x="1907230" y="1908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Freeform 2907"/>
          <p:cNvSpPr/>
          <p:nvPr/>
        </p:nvSpPr>
        <p:spPr>
          <a:xfrm>
            <a:off x="2221768" y="2172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Freeform 2908"/>
          <p:cNvSpPr/>
          <p:nvPr/>
        </p:nvSpPr>
        <p:spPr>
          <a:xfrm>
            <a:off x="3755976" y="1837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Freeform 2909"/>
          <p:cNvSpPr/>
          <p:nvPr/>
        </p:nvSpPr>
        <p:spPr>
          <a:xfrm>
            <a:off x="3658240" y="2177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Freeform 2910"/>
          <p:cNvSpPr/>
          <p:nvPr/>
        </p:nvSpPr>
        <p:spPr>
          <a:xfrm>
            <a:off x="2461608" y="2017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Freeform 2911"/>
          <p:cNvSpPr/>
          <p:nvPr/>
        </p:nvSpPr>
        <p:spPr>
          <a:xfrm>
            <a:off x="2542929" y="2913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Freeform 2912"/>
          <p:cNvSpPr/>
          <p:nvPr/>
        </p:nvSpPr>
        <p:spPr>
          <a:xfrm>
            <a:off x="1956470" y="2089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Freeform 2913"/>
          <p:cNvSpPr/>
          <p:nvPr/>
        </p:nvSpPr>
        <p:spPr>
          <a:xfrm>
            <a:off x="2234950" y="2308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Freeform 2914"/>
          <p:cNvSpPr/>
          <p:nvPr/>
        </p:nvSpPr>
        <p:spPr>
          <a:xfrm>
            <a:off x="3346121" y="2245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Freeform 2915"/>
          <p:cNvSpPr/>
          <p:nvPr/>
        </p:nvSpPr>
        <p:spPr>
          <a:xfrm>
            <a:off x="900104" y="1059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Freeform 2916"/>
          <p:cNvSpPr/>
          <p:nvPr/>
        </p:nvSpPr>
        <p:spPr>
          <a:xfrm>
            <a:off x="3602397" y="1967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Freeform 2917"/>
          <p:cNvSpPr/>
          <p:nvPr/>
        </p:nvSpPr>
        <p:spPr>
          <a:xfrm>
            <a:off x="2674851" y="2782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Freeform 2918"/>
          <p:cNvSpPr/>
          <p:nvPr/>
        </p:nvSpPr>
        <p:spPr>
          <a:xfrm>
            <a:off x="2787970" y="881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Freeform 2919"/>
          <p:cNvSpPr/>
          <p:nvPr/>
        </p:nvSpPr>
        <p:spPr>
          <a:xfrm>
            <a:off x="3646492" y="3114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Freeform 2920"/>
          <p:cNvSpPr/>
          <p:nvPr/>
        </p:nvSpPr>
        <p:spPr>
          <a:xfrm>
            <a:off x="3766046" y="2131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Freeform 2921"/>
          <p:cNvSpPr/>
          <p:nvPr/>
        </p:nvSpPr>
        <p:spPr>
          <a:xfrm>
            <a:off x="2598479" y="17054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Freeform 2922"/>
          <p:cNvSpPr/>
          <p:nvPr/>
        </p:nvSpPr>
        <p:spPr>
          <a:xfrm>
            <a:off x="1674736" y="2825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Freeform 2923"/>
          <p:cNvSpPr/>
          <p:nvPr/>
        </p:nvSpPr>
        <p:spPr>
          <a:xfrm>
            <a:off x="2934249" y="2351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Freeform 2924"/>
          <p:cNvSpPr/>
          <p:nvPr/>
        </p:nvSpPr>
        <p:spPr>
          <a:xfrm>
            <a:off x="2692599" y="2440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Freeform 2925"/>
          <p:cNvSpPr/>
          <p:nvPr/>
        </p:nvSpPr>
        <p:spPr>
          <a:xfrm>
            <a:off x="1753854" y="1505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Freeform 2926"/>
          <p:cNvSpPr/>
          <p:nvPr/>
        </p:nvSpPr>
        <p:spPr>
          <a:xfrm>
            <a:off x="1800833" y="2005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Freeform 2927"/>
          <p:cNvSpPr/>
          <p:nvPr/>
        </p:nvSpPr>
        <p:spPr>
          <a:xfrm>
            <a:off x="4228085" y="1752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Freeform 2928"/>
          <p:cNvSpPr/>
          <p:nvPr/>
        </p:nvSpPr>
        <p:spPr>
          <a:xfrm>
            <a:off x="3479368" y="2009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Freeform 2929"/>
          <p:cNvSpPr/>
          <p:nvPr/>
        </p:nvSpPr>
        <p:spPr>
          <a:xfrm>
            <a:off x="1817901" y="206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Freeform 2930"/>
          <p:cNvSpPr/>
          <p:nvPr/>
        </p:nvSpPr>
        <p:spPr>
          <a:xfrm>
            <a:off x="2690962" y="2468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Freeform 2931"/>
          <p:cNvSpPr/>
          <p:nvPr/>
        </p:nvSpPr>
        <p:spPr>
          <a:xfrm>
            <a:off x="2301890" y="2237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Freeform 2932"/>
          <p:cNvSpPr/>
          <p:nvPr/>
        </p:nvSpPr>
        <p:spPr>
          <a:xfrm>
            <a:off x="2509068" y="1543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Freeform 2933"/>
          <p:cNvSpPr/>
          <p:nvPr/>
        </p:nvSpPr>
        <p:spPr>
          <a:xfrm>
            <a:off x="2733664" y="1319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Freeform 2934"/>
          <p:cNvSpPr/>
          <p:nvPr/>
        </p:nvSpPr>
        <p:spPr>
          <a:xfrm>
            <a:off x="3444531" y="1998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Freeform 2935"/>
          <p:cNvSpPr/>
          <p:nvPr/>
        </p:nvSpPr>
        <p:spPr>
          <a:xfrm>
            <a:off x="2454653" y="2586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Freeform 2936"/>
          <p:cNvSpPr/>
          <p:nvPr/>
        </p:nvSpPr>
        <p:spPr>
          <a:xfrm>
            <a:off x="2602488" y="1516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Freeform 2937"/>
          <p:cNvSpPr/>
          <p:nvPr/>
        </p:nvSpPr>
        <p:spPr>
          <a:xfrm>
            <a:off x="2756587" y="18826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Freeform 2938"/>
          <p:cNvSpPr/>
          <p:nvPr/>
        </p:nvSpPr>
        <p:spPr>
          <a:xfrm>
            <a:off x="3282305" y="2201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Freeform 2939"/>
          <p:cNvSpPr/>
          <p:nvPr/>
        </p:nvSpPr>
        <p:spPr>
          <a:xfrm>
            <a:off x="2363332" y="2585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Freeform 2940"/>
          <p:cNvSpPr/>
          <p:nvPr/>
        </p:nvSpPr>
        <p:spPr>
          <a:xfrm>
            <a:off x="3040357" y="2400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Freeform 2941"/>
          <p:cNvSpPr/>
          <p:nvPr/>
        </p:nvSpPr>
        <p:spPr>
          <a:xfrm>
            <a:off x="2621064" y="4143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Freeform 2942"/>
          <p:cNvSpPr/>
          <p:nvPr/>
        </p:nvSpPr>
        <p:spPr>
          <a:xfrm>
            <a:off x="2127808" y="211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Freeform 2943"/>
          <p:cNvSpPr/>
          <p:nvPr/>
        </p:nvSpPr>
        <p:spPr>
          <a:xfrm>
            <a:off x="1962411" y="1125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Freeform 2944"/>
          <p:cNvSpPr/>
          <p:nvPr/>
        </p:nvSpPr>
        <p:spPr>
          <a:xfrm>
            <a:off x="2722356" y="2310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Freeform 2945"/>
          <p:cNvSpPr/>
          <p:nvPr/>
        </p:nvSpPr>
        <p:spPr>
          <a:xfrm>
            <a:off x="1586012" y="2482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Freeform 2946"/>
          <p:cNvSpPr/>
          <p:nvPr/>
        </p:nvSpPr>
        <p:spPr>
          <a:xfrm>
            <a:off x="1918949" y="1960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Freeform 2947"/>
          <p:cNvSpPr/>
          <p:nvPr/>
        </p:nvSpPr>
        <p:spPr>
          <a:xfrm>
            <a:off x="3433044" y="38147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Freeform 2948"/>
          <p:cNvSpPr/>
          <p:nvPr/>
        </p:nvSpPr>
        <p:spPr>
          <a:xfrm>
            <a:off x="3673376" y="2012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Freeform 2949"/>
          <p:cNvSpPr/>
          <p:nvPr/>
        </p:nvSpPr>
        <p:spPr>
          <a:xfrm>
            <a:off x="3842955" y="3175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Freeform 2950"/>
          <p:cNvSpPr/>
          <p:nvPr/>
        </p:nvSpPr>
        <p:spPr>
          <a:xfrm>
            <a:off x="2600468" y="21786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Freeform 2951"/>
          <p:cNvSpPr/>
          <p:nvPr/>
        </p:nvSpPr>
        <p:spPr>
          <a:xfrm>
            <a:off x="2930998" y="1470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Freeform 2952"/>
          <p:cNvSpPr/>
          <p:nvPr/>
        </p:nvSpPr>
        <p:spPr>
          <a:xfrm>
            <a:off x="2510161" y="1850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Freeform 2953"/>
          <p:cNvSpPr/>
          <p:nvPr/>
        </p:nvSpPr>
        <p:spPr>
          <a:xfrm>
            <a:off x="3354943" y="2634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Freeform 2954"/>
          <p:cNvSpPr/>
          <p:nvPr/>
        </p:nvSpPr>
        <p:spPr>
          <a:xfrm>
            <a:off x="2939090" y="3080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Freeform 2955"/>
          <p:cNvSpPr/>
          <p:nvPr/>
        </p:nvSpPr>
        <p:spPr>
          <a:xfrm>
            <a:off x="2390227" y="2611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Freeform 2956"/>
          <p:cNvSpPr/>
          <p:nvPr/>
        </p:nvSpPr>
        <p:spPr>
          <a:xfrm>
            <a:off x="3175341" y="2693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Freeform 2957"/>
          <p:cNvSpPr/>
          <p:nvPr/>
        </p:nvSpPr>
        <p:spPr>
          <a:xfrm>
            <a:off x="2052669" y="1630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Freeform 2958"/>
          <p:cNvSpPr/>
          <p:nvPr/>
        </p:nvSpPr>
        <p:spPr>
          <a:xfrm>
            <a:off x="2508225" y="2875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Freeform 2959"/>
          <p:cNvSpPr/>
          <p:nvPr/>
        </p:nvSpPr>
        <p:spPr>
          <a:xfrm>
            <a:off x="3665078" y="1909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Freeform 2960"/>
          <p:cNvSpPr/>
          <p:nvPr/>
        </p:nvSpPr>
        <p:spPr>
          <a:xfrm>
            <a:off x="2211418" y="223381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Freeform 2961"/>
          <p:cNvSpPr/>
          <p:nvPr/>
        </p:nvSpPr>
        <p:spPr>
          <a:xfrm>
            <a:off x="2972882" y="1680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Freeform 2962"/>
          <p:cNvSpPr/>
          <p:nvPr/>
        </p:nvSpPr>
        <p:spPr>
          <a:xfrm>
            <a:off x="3341866" y="176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Freeform 2963"/>
          <p:cNvSpPr/>
          <p:nvPr/>
        </p:nvSpPr>
        <p:spPr>
          <a:xfrm>
            <a:off x="3063942" y="2159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Freeform 2964"/>
          <p:cNvSpPr/>
          <p:nvPr/>
        </p:nvSpPr>
        <p:spPr>
          <a:xfrm>
            <a:off x="2363372" y="2432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Freeform 2965"/>
          <p:cNvSpPr/>
          <p:nvPr/>
        </p:nvSpPr>
        <p:spPr>
          <a:xfrm>
            <a:off x="2785073" y="1258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Freeform 2966"/>
          <p:cNvSpPr/>
          <p:nvPr/>
        </p:nvSpPr>
        <p:spPr>
          <a:xfrm>
            <a:off x="1695470" y="2537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Freeform 2967"/>
          <p:cNvSpPr/>
          <p:nvPr/>
        </p:nvSpPr>
        <p:spPr>
          <a:xfrm>
            <a:off x="2399911" y="178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Freeform 2968"/>
          <p:cNvSpPr/>
          <p:nvPr/>
        </p:nvSpPr>
        <p:spPr>
          <a:xfrm>
            <a:off x="2755659" y="2197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Freeform 2969"/>
          <p:cNvSpPr/>
          <p:nvPr/>
        </p:nvSpPr>
        <p:spPr>
          <a:xfrm>
            <a:off x="3554488" y="2484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Freeform 2970"/>
          <p:cNvSpPr/>
          <p:nvPr/>
        </p:nvSpPr>
        <p:spPr>
          <a:xfrm>
            <a:off x="1606572" y="2691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Freeform 2971"/>
          <p:cNvSpPr/>
          <p:nvPr/>
        </p:nvSpPr>
        <p:spPr>
          <a:xfrm>
            <a:off x="2338557" y="267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Freeform 2972"/>
          <p:cNvSpPr/>
          <p:nvPr/>
        </p:nvSpPr>
        <p:spPr>
          <a:xfrm>
            <a:off x="1480683" y="2579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Freeform 2973"/>
          <p:cNvSpPr/>
          <p:nvPr/>
        </p:nvSpPr>
        <p:spPr>
          <a:xfrm>
            <a:off x="2925288" y="2405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Freeform 2974"/>
          <p:cNvSpPr/>
          <p:nvPr/>
        </p:nvSpPr>
        <p:spPr>
          <a:xfrm>
            <a:off x="2551469" y="2229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Freeform 2975"/>
          <p:cNvSpPr/>
          <p:nvPr/>
        </p:nvSpPr>
        <p:spPr>
          <a:xfrm>
            <a:off x="1627067" y="2261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Freeform 2976"/>
          <p:cNvSpPr/>
          <p:nvPr/>
        </p:nvSpPr>
        <p:spPr>
          <a:xfrm>
            <a:off x="4160383" y="2609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Freeform 2977"/>
          <p:cNvSpPr/>
          <p:nvPr/>
        </p:nvSpPr>
        <p:spPr>
          <a:xfrm>
            <a:off x="3070071" y="2139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Freeform 2978"/>
          <p:cNvSpPr/>
          <p:nvPr/>
        </p:nvSpPr>
        <p:spPr>
          <a:xfrm>
            <a:off x="3116626" y="2486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Freeform 2979"/>
          <p:cNvSpPr/>
          <p:nvPr/>
        </p:nvSpPr>
        <p:spPr>
          <a:xfrm>
            <a:off x="2263069" y="2842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Freeform 2980"/>
          <p:cNvSpPr/>
          <p:nvPr/>
        </p:nvSpPr>
        <p:spPr>
          <a:xfrm>
            <a:off x="1557091" y="2528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Freeform 2981"/>
          <p:cNvSpPr/>
          <p:nvPr/>
        </p:nvSpPr>
        <p:spPr>
          <a:xfrm>
            <a:off x="2107835" y="2798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Freeform 2982"/>
          <p:cNvSpPr/>
          <p:nvPr/>
        </p:nvSpPr>
        <p:spPr>
          <a:xfrm>
            <a:off x="2634367" y="1773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Freeform 2983"/>
          <p:cNvSpPr/>
          <p:nvPr/>
        </p:nvSpPr>
        <p:spPr>
          <a:xfrm>
            <a:off x="2476583" y="2112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Freeform 2984"/>
          <p:cNvSpPr/>
          <p:nvPr/>
        </p:nvSpPr>
        <p:spPr>
          <a:xfrm>
            <a:off x="3251481" y="2154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Freeform 2985"/>
          <p:cNvSpPr/>
          <p:nvPr/>
        </p:nvSpPr>
        <p:spPr>
          <a:xfrm>
            <a:off x="3099414" y="2217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Freeform 2986"/>
          <p:cNvSpPr/>
          <p:nvPr/>
        </p:nvSpPr>
        <p:spPr>
          <a:xfrm>
            <a:off x="2304787" y="163610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Freeform 2987"/>
          <p:cNvSpPr/>
          <p:nvPr/>
        </p:nvSpPr>
        <p:spPr>
          <a:xfrm>
            <a:off x="2253480" y="2641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Freeform 2988"/>
          <p:cNvSpPr/>
          <p:nvPr/>
        </p:nvSpPr>
        <p:spPr>
          <a:xfrm>
            <a:off x="2420185" y="2516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Freeform 2989"/>
          <p:cNvSpPr/>
          <p:nvPr/>
        </p:nvSpPr>
        <p:spPr>
          <a:xfrm>
            <a:off x="3381932" y="1317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Freeform 2990"/>
          <p:cNvSpPr/>
          <p:nvPr/>
        </p:nvSpPr>
        <p:spPr>
          <a:xfrm>
            <a:off x="2869324" y="2613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Freeform 2991"/>
          <p:cNvSpPr/>
          <p:nvPr/>
        </p:nvSpPr>
        <p:spPr>
          <a:xfrm>
            <a:off x="2362480" y="-259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Freeform 2992"/>
          <p:cNvSpPr/>
          <p:nvPr/>
        </p:nvSpPr>
        <p:spPr>
          <a:xfrm>
            <a:off x="2145875" y="2185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Freeform 2993"/>
          <p:cNvSpPr/>
          <p:nvPr/>
        </p:nvSpPr>
        <p:spPr>
          <a:xfrm>
            <a:off x="2240321" y="804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Freeform 2994"/>
          <p:cNvSpPr/>
          <p:nvPr/>
        </p:nvSpPr>
        <p:spPr>
          <a:xfrm>
            <a:off x="4057208" y="831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Freeform 2995"/>
          <p:cNvSpPr/>
          <p:nvPr/>
        </p:nvSpPr>
        <p:spPr>
          <a:xfrm>
            <a:off x="3609211" y="1802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Freeform 2996"/>
          <p:cNvSpPr/>
          <p:nvPr/>
        </p:nvSpPr>
        <p:spPr>
          <a:xfrm>
            <a:off x="3372125" y="1835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Freeform 2997"/>
          <p:cNvSpPr/>
          <p:nvPr/>
        </p:nvSpPr>
        <p:spPr>
          <a:xfrm>
            <a:off x="2714939" y="17753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Freeform 2998"/>
          <p:cNvSpPr/>
          <p:nvPr/>
        </p:nvSpPr>
        <p:spPr>
          <a:xfrm>
            <a:off x="3722594" y="1946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Freeform 2999"/>
          <p:cNvSpPr/>
          <p:nvPr/>
        </p:nvSpPr>
        <p:spPr>
          <a:xfrm>
            <a:off x="2801452" y="1969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Freeform 3000"/>
          <p:cNvSpPr/>
          <p:nvPr/>
        </p:nvSpPr>
        <p:spPr>
          <a:xfrm>
            <a:off x="3357742" y="161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Freeform 3001"/>
          <p:cNvSpPr/>
          <p:nvPr/>
        </p:nvSpPr>
        <p:spPr>
          <a:xfrm>
            <a:off x="3051545" y="235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Freeform 3002"/>
          <p:cNvSpPr/>
          <p:nvPr/>
        </p:nvSpPr>
        <p:spPr>
          <a:xfrm>
            <a:off x="2697345" y="1708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Freeform 3003"/>
          <p:cNvSpPr/>
          <p:nvPr/>
        </p:nvSpPr>
        <p:spPr>
          <a:xfrm>
            <a:off x="1027597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TextBox 3004"/>
          <p:cNvSpPr txBox="1"/>
          <p:nvPr/>
        </p:nvSpPr>
        <p:spPr>
          <a:xfrm>
            <a:off x="906391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006" name="Freeform 3005"/>
          <p:cNvSpPr/>
          <p:nvPr/>
        </p:nvSpPr>
        <p:spPr>
          <a:xfrm>
            <a:off x="1814441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TextBox 3006"/>
          <p:cNvSpPr txBox="1"/>
          <p:nvPr/>
        </p:nvSpPr>
        <p:spPr>
          <a:xfrm>
            <a:off x="1693235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3008" name="Freeform 3007"/>
          <p:cNvSpPr/>
          <p:nvPr/>
        </p:nvSpPr>
        <p:spPr>
          <a:xfrm>
            <a:off x="2601284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TextBox 3008"/>
          <p:cNvSpPr txBox="1"/>
          <p:nvPr/>
        </p:nvSpPr>
        <p:spPr>
          <a:xfrm>
            <a:off x="2480079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010" name="Freeform 3009"/>
          <p:cNvSpPr/>
          <p:nvPr/>
        </p:nvSpPr>
        <p:spPr>
          <a:xfrm>
            <a:off x="3388128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TextBox 3010"/>
          <p:cNvSpPr txBox="1"/>
          <p:nvPr/>
        </p:nvSpPr>
        <p:spPr>
          <a:xfrm>
            <a:off x="3266923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3012" name="Freeform 3011"/>
          <p:cNvSpPr/>
          <p:nvPr/>
        </p:nvSpPr>
        <p:spPr>
          <a:xfrm>
            <a:off x="4174972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TextBox 3012"/>
          <p:cNvSpPr txBox="1"/>
          <p:nvPr/>
        </p:nvSpPr>
        <p:spPr>
          <a:xfrm>
            <a:off x="4053766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3014" name="TextBox 3013"/>
          <p:cNvSpPr txBox="1"/>
          <p:nvPr/>
        </p:nvSpPr>
        <p:spPr>
          <a:xfrm>
            <a:off x="1758361" y="3962763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3015" name="Freeform 3014"/>
          <p:cNvSpPr/>
          <p:nvPr/>
        </p:nvSpPr>
        <p:spPr>
          <a:xfrm>
            <a:off x="592376" y="36344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TextBox 3015"/>
          <p:cNvSpPr txBox="1"/>
          <p:nvPr/>
        </p:nvSpPr>
        <p:spPr>
          <a:xfrm>
            <a:off x="265152" y="355566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3017" name="Freeform 3016"/>
          <p:cNvSpPr/>
          <p:nvPr/>
        </p:nvSpPr>
        <p:spPr>
          <a:xfrm>
            <a:off x="592376" y="31561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TextBox 3017"/>
          <p:cNvSpPr txBox="1"/>
          <p:nvPr/>
        </p:nvSpPr>
        <p:spPr>
          <a:xfrm>
            <a:off x="265152" y="30774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3019" name="Freeform 3018"/>
          <p:cNvSpPr/>
          <p:nvPr/>
        </p:nvSpPr>
        <p:spPr>
          <a:xfrm>
            <a:off x="592376" y="26779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TextBox 3019"/>
          <p:cNvSpPr txBox="1"/>
          <p:nvPr/>
        </p:nvSpPr>
        <p:spPr>
          <a:xfrm>
            <a:off x="265152" y="259915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3021" name="Freeform 3020"/>
          <p:cNvSpPr/>
          <p:nvPr/>
        </p:nvSpPr>
        <p:spPr>
          <a:xfrm>
            <a:off x="592376" y="21996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TextBox 3021"/>
          <p:cNvSpPr txBox="1"/>
          <p:nvPr/>
        </p:nvSpPr>
        <p:spPr>
          <a:xfrm>
            <a:off x="265152" y="2120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1.10</a:t>
            </a:r>
          </a:p>
        </p:txBody>
      </p:sp>
      <p:sp>
        <p:nvSpPr>
          <p:cNvPr id="3023" name="Freeform 3022"/>
          <p:cNvSpPr/>
          <p:nvPr/>
        </p:nvSpPr>
        <p:spPr>
          <a:xfrm>
            <a:off x="592376" y="1721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TextBox 3023"/>
          <p:cNvSpPr txBox="1"/>
          <p:nvPr/>
        </p:nvSpPr>
        <p:spPr>
          <a:xfrm>
            <a:off x="265152" y="1642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1.15</a:t>
            </a:r>
          </a:p>
        </p:txBody>
      </p:sp>
      <p:sp>
        <p:nvSpPr>
          <p:cNvPr id="3025" name="Freeform 3024"/>
          <p:cNvSpPr/>
          <p:nvPr/>
        </p:nvSpPr>
        <p:spPr>
          <a:xfrm>
            <a:off x="592376" y="12431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TextBox 3025"/>
          <p:cNvSpPr txBox="1"/>
          <p:nvPr/>
        </p:nvSpPr>
        <p:spPr>
          <a:xfrm>
            <a:off x="265152" y="11643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3027" name="Freeform 3026"/>
          <p:cNvSpPr/>
          <p:nvPr/>
        </p:nvSpPr>
        <p:spPr>
          <a:xfrm>
            <a:off x="592376" y="7648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TextBox 3027"/>
          <p:cNvSpPr txBox="1"/>
          <p:nvPr/>
        </p:nvSpPr>
        <p:spPr>
          <a:xfrm>
            <a:off x="265152" y="6861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3029" name="TextBox 3028"/>
          <p:cNvSpPr txBox="1"/>
          <p:nvPr/>
        </p:nvSpPr>
        <p:spPr>
          <a:xfrm rot="16200000">
            <a:off x="92690" y="191858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3030" name="Freeform 3029"/>
          <p:cNvSpPr/>
          <p:nvPr/>
        </p:nvSpPr>
        <p:spPr>
          <a:xfrm>
            <a:off x="1515440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Freeform 3030"/>
          <p:cNvSpPr/>
          <p:nvPr/>
        </p:nvSpPr>
        <p:spPr>
          <a:xfrm>
            <a:off x="636826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Freeform 3031"/>
          <p:cNvSpPr/>
          <p:nvPr/>
        </p:nvSpPr>
        <p:spPr>
          <a:xfrm>
            <a:off x="636826" y="3730650"/>
            <a:ext cx="3747207" cy="0"/>
          </a:xfrm>
          <a:custGeom>
            <a:avLst/>
            <a:gdLst/>
            <a:ahLst/>
            <a:cxnLst/>
            <a:rect l="l" t="t" r="r" b="b"/>
            <a:pathLst>
              <a:path w="3747207" h="0">
                <a:moveTo>
                  <a:pt x="0" y="0"/>
                </a:moveTo>
                <a:lnTo>
                  <a:pt x="374720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TextBox 3032"/>
          <p:cNvSpPr txBox="1"/>
          <p:nvPr/>
        </p:nvSpPr>
        <p:spPr>
          <a:xfrm>
            <a:off x="1799481" y="401168"/>
            <a:ext cx="17856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Decoupled (pass 1)</a:t>
            </a:r>
          </a:p>
        </p:txBody>
      </p:sp>
      <p:sp>
        <p:nvSpPr>
          <p:cNvPr id="3034" name="Freeform 3033"/>
          <p:cNvSpPr/>
          <p:nvPr/>
        </p:nvSpPr>
        <p:spPr>
          <a:xfrm>
            <a:off x="687626" y="3500241"/>
            <a:ext cx="1309306" cy="179609"/>
          </a:xfrm>
          <a:custGeom>
            <a:avLst/>
            <a:gdLst/>
            <a:ahLst/>
            <a:cxnLst/>
            <a:rect l="l" t="t" r="r" b="b"/>
            <a:pathLst>
              <a:path w="1309306" h="179609">
                <a:moveTo>
                  <a:pt x="20320" y="179609"/>
                </a:moveTo>
                <a:lnTo>
                  <a:pt x="1288986" y="179609"/>
                </a:lnTo>
                <a:close/>
                <a:lnTo>
                  <a:pt x="1304226" y="174529"/>
                </a:lnTo>
                <a:close/>
                <a:lnTo>
                  <a:pt x="1309306" y="15928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89"/>
                </a:lnTo>
                <a:close/>
                <a:lnTo>
                  <a:pt x="5080" y="174529"/>
                </a:lnTo>
                <a:close/>
                <a:lnTo>
                  <a:pt x="20320" y="179609"/>
                </a:lnTo>
                <a:close/>
                <a:lnTo>
                  <a:pt x="20320" y="1796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Freeform 3034"/>
          <p:cNvSpPr/>
          <p:nvPr/>
        </p:nvSpPr>
        <p:spPr>
          <a:xfrm>
            <a:off x="728266" y="358252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TextBox 3035"/>
          <p:cNvSpPr txBox="1"/>
          <p:nvPr/>
        </p:nvSpPr>
        <p:spPr>
          <a:xfrm>
            <a:off x="1012746" y="3516481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3037" name="Rectangle 3036"/>
          <p:cNvSpPr/>
          <p:nvPr/>
        </p:nvSpPr>
        <p:spPr>
          <a:xfrm>
            <a:off x="6085028" y="598018"/>
            <a:ext cx="3747208" cy="31326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Freeform 3037"/>
          <p:cNvSpPr/>
          <p:nvPr/>
        </p:nvSpPr>
        <p:spPr>
          <a:xfrm>
            <a:off x="8714384" y="2161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Freeform 3038"/>
          <p:cNvSpPr/>
          <p:nvPr/>
        </p:nvSpPr>
        <p:spPr>
          <a:xfrm>
            <a:off x="7859491" y="2152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Freeform 3039"/>
          <p:cNvSpPr/>
          <p:nvPr/>
        </p:nvSpPr>
        <p:spPr>
          <a:xfrm>
            <a:off x="7427160" y="2146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Freeform 3040"/>
          <p:cNvSpPr/>
          <p:nvPr/>
        </p:nvSpPr>
        <p:spPr>
          <a:xfrm>
            <a:off x="7730169" y="2151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Freeform 3041"/>
          <p:cNvSpPr/>
          <p:nvPr/>
        </p:nvSpPr>
        <p:spPr>
          <a:xfrm>
            <a:off x="6696473" y="2148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Freeform 3042"/>
          <p:cNvSpPr/>
          <p:nvPr/>
        </p:nvSpPr>
        <p:spPr>
          <a:xfrm>
            <a:off x="7921179" y="214934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Freeform 3043"/>
          <p:cNvSpPr/>
          <p:nvPr/>
        </p:nvSpPr>
        <p:spPr>
          <a:xfrm>
            <a:off x="7893911" y="2150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Freeform 3044"/>
          <p:cNvSpPr/>
          <p:nvPr/>
        </p:nvSpPr>
        <p:spPr>
          <a:xfrm>
            <a:off x="6315795" y="2146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Freeform 3045"/>
          <p:cNvSpPr/>
          <p:nvPr/>
        </p:nvSpPr>
        <p:spPr>
          <a:xfrm>
            <a:off x="7033724" y="2133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Freeform 3046"/>
          <p:cNvSpPr/>
          <p:nvPr/>
        </p:nvSpPr>
        <p:spPr>
          <a:xfrm>
            <a:off x="7067101" y="2154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Freeform 3047"/>
          <p:cNvSpPr/>
          <p:nvPr/>
        </p:nvSpPr>
        <p:spPr>
          <a:xfrm>
            <a:off x="6768414" y="2154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Freeform 3048"/>
          <p:cNvSpPr/>
          <p:nvPr/>
        </p:nvSpPr>
        <p:spPr>
          <a:xfrm>
            <a:off x="8318966" y="2142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Freeform 3049"/>
          <p:cNvSpPr/>
          <p:nvPr/>
        </p:nvSpPr>
        <p:spPr>
          <a:xfrm>
            <a:off x="6983546" y="21489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Freeform 3050"/>
          <p:cNvSpPr/>
          <p:nvPr/>
        </p:nvSpPr>
        <p:spPr>
          <a:xfrm>
            <a:off x="7403999" y="2128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Freeform 3051"/>
          <p:cNvSpPr/>
          <p:nvPr/>
        </p:nvSpPr>
        <p:spPr>
          <a:xfrm>
            <a:off x="7236034" y="215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Freeform 3052"/>
          <p:cNvSpPr/>
          <p:nvPr/>
        </p:nvSpPr>
        <p:spPr>
          <a:xfrm>
            <a:off x="7482837" y="213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Freeform 3053"/>
          <p:cNvSpPr/>
          <p:nvPr/>
        </p:nvSpPr>
        <p:spPr>
          <a:xfrm>
            <a:off x="7397238" y="2133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Freeform 3054"/>
          <p:cNvSpPr/>
          <p:nvPr/>
        </p:nvSpPr>
        <p:spPr>
          <a:xfrm>
            <a:off x="7784958" y="21341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Freeform 3055"/>
          <p:cNvSpPr/>
          <p:nvPr/>
        </p:nvSpPr>
        <p:spPr>
          <a:xfrm>
            <a:off x="7535410" y="2135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Freeform 3056"/>
          <p:cNvSpPr/>
          <p:nvPr/>
        </p:nvSpPr>
        <p:spPr>
          <a:xfrm>
            <a:off x="7949512" y="21430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Freeform 3057"/>
          <p:cNvSpPr/>
          <p:nvPr/>
        </p:nvSpPr>
        <p:spPr>
          <a:xfrm>
            <a:off x="7396956" y="2145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Freeform 3058"/>
          <p:cNvSpPr/>
          <p:nvPr/>
        </p:nvSpPr>
        <p:spPr>
          <a:xfrm>
            <a:off x="7409522" y="2149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Freeform 3059"/>
          <p:cNvSpPr/>
          <p:nvPr/>
        </p:nvSpPr>
        <p:spPr>
          <a:xfrm>
            <a:off x="6690096" y="2142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Freeform 3060"/>
          <p:cNvSpPr/>
          <p:nvPr/>
        </p:nvSpPr>
        <p:spPr>
          <a:xfrm>
            <a:off x="7424378" y="215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Freeform 3061"/>
          <p:cNvSpPr/>
          <p:nvPr/>
        </p:nvSpPr>
        <p:spPr>
          <a:xfrm>
            <a:off x="6738805" y="21374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Freeform 3062"/>
          <p:cNvSpPr/>
          <p:nvPr/>
        </p:nvSpPr>
        <p:spPr>
          <a:xfrm>
            <a:off x="6648791" y="212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Freeform 3063"/>
          <p:cNvSpPr/>
          <p:nvPr/>
        </p:nvSpPr>
        <p:spPr>
          <a:xfrm>
            <a:off x="7360473" y="2144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Freeform 3064"/>
          <p:cNvSpPr/>
          <p:nvPr/>
        </p:nvSpPr>
        <p:spPr>
          <a:xfrm>
            <a:off x="7603927" y="2125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Freeform 3065"/>
          <p:cNvSpPr/>
          <p:nvPr/>
        </p:nvSpPr>
        <p:spPr>
          <a:xfrm>
            <a:off x="6956486" y="2159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Freeform 3066"/>
          <p:cNvSpPr/>
          <p:nvPr/>
        </p:nvSpPr>
        <p:spPr>
          <a:xfrm>
            <a:off x="7492886" y="2168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Freeform 3067"/>
          <p:cNvSpPr/>
          <p:nvPr/>
        </p:nvSpPr>
        <p:spPr>
          <a:xfrm>
            <a:off x="7569401" y="21474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Freeform 3068"/>
          <p:cNvSpPr/>
          <p:nvPr/>
        </p:nvSpPr>
        <p:spPr>
          <a:xfrm>
            <a:off x="7873751" y="2144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Freeform 3069"/>
          <p:cNvSpPr/>
          <p:nvPr/>
        </p:nvSpPr>
        <p:spPr>
          <a:xfrm>
            <a:off x="7551962" y="2137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Freeform 3070"/>
          <p:cNvSpPr/>
          <p:nvPr/>
        </p:nvSpPr>
        <p:spPr>
          <a:xfrm>
            <a:off x="6834789" y="2143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Freeform 3071"/>
          <p:cNvSpPr/>
          <p:nvPr/>
        </p:nvSpPr>
        <p:spPr>
          <a:xfrm>
            <a:off x="7225228" y="2146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Freeform 3072"/>
          <p:cNvSpPr/>
          <p:nvPr/>
        </p:nvSpPr>
        <p:spPr>
          <a:xfrm>
            <a:off x="7657776" y="2126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Freeform 3073"/>
          <p:cNvSpPr/>
          <p:nvPr/>
        </p:nvSpPr>
        <p:spPr>
          <a:xfrm>
            <a:off x="7506619" y="21456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Freeform 3074"/>
          <p:cNvSpPr/>
          <p:nvPr/>
        </p:nvSpPr>
        <p:spPr>
          <a:xfrm>
            <a:off x="7605488" y="2150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Freeform 3075"/>
          <p:cNvSpPr/>
          <p:nvPr/>
        </p:nvSpPr>
        <p:spPr>
          <a:xfrm>
            <a:off x="7804564" y="21552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Freeform 3076"/>
          <p:cNvSpPr/>
          <p:nvPr/>
        </p:nvSpPr>
        <p:spPr>
          <a:xfrm>
            <a:off x="6619185" y="2144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Freeform 3077"/>
          <p:cNvSpPr/>
          <p:nvPr/>
        </p:nvSpPr>
        <p:spPr>
          <a:xfrm>
            <a:off x="6938340" y="213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Freeform 3078"/>
          <p:cNvSpPr/>
          <p:nvPr/>
        </p:nvSpPr>
        <p:spPr>
          <a:xfrm>
            <a:off x="7638905" y="2145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Freeform 3079"/>
          <p:cNvSpPr/>
          <p:nvPr/>
        </p:nvSpPr>
        <p:spPr>
          <a:xfrm>
            <a:off x="7113337" y="2134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Freeform 3080"/>
          <p:cNvSpPr/>
          <p:nvPr/>
        </p:nvSpPr>
        <p:spPr>
          <a:xfrm>
            <a:off x="7640902" y="2147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Freeform 3081"/>
          <p:cNvSpPr/>
          <p:nvPr/>
        </p:nvSpPr>
        <p:spPr>
          <a:xfrm>
            <a:off x="7709014" y="2159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Freeform 3082"/>
          <p:cNvSpPr/>
          <p:nvPr/>
        </p:nvSpPr>
        <p:spPr>
          <a:xfrm>
            <a:off x="7890295" y="21481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Freeform 3083"/>
          <p:cNvSpPr/>
          <p:nvPr/>
        </p:nvSpPr>
        <p:spPr>
          <a:xfrm>
            <a:off x="7268148" y="2145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Freeform 3084"/>
          <p:cNvSpPr/>
          <p:nvPr/>
        </p:nvSpPr>
        <p:spPr>
          <a:xfrm>
            <a:off x="6788749" y="215011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Freeform 3085"/>
          <p:cNvSpPr/>
          <p:nvPr/>
        </p:nvSpPr>
        <p:spPr>
          <a:xfrm>
            <a:off x="7189429" y="2153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Freeform 3086"/>
          <p:cNvSpPr/>
          <p:nvPr/>
        </p:nvSpPr>
        <p:spPr>
          <a:xfrm>
            <a:off x="7386414" y="2132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Freeform 3087"/>
          <p:cNvSpPr/>
          <p:nvPr/>
        </p:nvSpPr>
        <p:spPr>
          <a:xfrm>
            <a:off x="7779807" y="2147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Freeform 3088"/>
          <p:cNvSpPr/>
          <p:nvPr/>
        </p:nvSpPr>
        <p:spPr>
          <a:xfrm>
            <a:off x="7910718" y="2157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Freeform 3089"/>
          <p:cNvSpPr/>
          <p:nvPr/>
        </p:nvSpPr>
        <p:spPr>
          <a:xfrm>
            <a:off x="6425056" y="2144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Freeform 3090"/>
          <p:cNvSpPr/>
          <p:nvPr/>
        </p:nvSpPr>
        <p:spPr>
          <a:xfrm>
            <a:off x="8153578" y="2147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Freeform 3091"/>
          <p:cNvSpPr/>
          <p:nvPr/>
        </p:nvSpPr>
        <p:spPr>
          <a:xfrm>
            <a:off x="6661796" y="2159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Freeform 3092"/>
          <p:cNvSpPr/>
          <p:nvPr/>
        </p:nvSpPr>
        <p:spPr>
          <a:xfrm>
            <a:off x="7666281" y="2136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Freeform 3093"/>
          <p:cNvSpPr/>
          <p:nvPr/>
        </p:nvSpPr>
        <p:spPr>
          <a:xfrm>
            <a:off x="7821125" y="21500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Freeform 3094"/>
          <p:cNvSpPr/>
          <p:nvPr/>
        </p:nvSpPr>
        <p:spPr>
          <a:xfrm>
            <a:off x="8149542" y="214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Freeform 3095"/>
          <p:cNvSpPr/>
          <p:nvPr/>
        </p:nvSpPr>
        <p:spPr>
          <a:xfrm>
            <a:off x="8032082" y="21495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Freeform 3096"/>
          <p:cNvSpPr/>
          <p:nvPr/>
        </p:nvSpPr>
        <p:spPr>
          <a:xfrm>
            <a:off x="7261648" y="2151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Freeform 3097"/>
          <p:cNvSpPr/>
          <p:nvPr/>
        </p:nvSpPr>
        <p:spPr>
          <a:xfrm>
            <a:off x="6756050" y="21577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Freeform 3098"/>
          <p:cNvSpPr/>
          <p:nvPr/>
        </p:nvSpPr>
        <p:spPr>
          <a:xfrm>
            <a:off x="7589255" y="2139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Freeform 3099"/>
          <p:cNvSpPr/>
          <p:nvPr/>
        </p:nvSpPr>
        <p:spPr>
          <a:xfrm>
            <a:off x="7380755" y="214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Freeform 3100"/>
          <p:cNvSpPr/>
          <p:nvPr/>
        </p:nvSpPr>
        <p:spPr>
          <a:xfrm>
            <a:off x="7225129" y="2155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Freeform 3101"/>
          <p:cNvSpPr/>
          <p:nvPr/>
        </p:nvSpPr>
        <p:spPr>
          <a:xfrm>
            <a:off x="7860402" y="2156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Freeform 3102"/>
          <p:cNvSpPr/>
          <p:nvPr/>
        </p:nvSpPr>
        <p:spPr>
          <a:xfrm>
            <a:off x="7297040" y="2155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Freeform 3103"/>
          <p:cNvSpPr/>
          <p:nvPr/>
        </p:nvSpPr>
        <p:spPr>
          <a:xfrm>
            <a:off x="7692807" y="2150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Freeform 3104"/>
          <p:cNvSpPr/>
          <p:nvPr/>
        </p:nvSpPr>
        <p:spPr>
          <a:xfrm>
            <a:off x="8043510" y="2157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Freeform 3105"/>
          <p:cNvSpPr/>
          <p:nvPr/>
        </p:nvSpPr>
        <p:spPr>
          <a:xfrm>
            <a:off x="7182598" y="21450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Freeform 3106"/>
          <p:cNvSpPr/>
          <p:nvPr/>
        </p:nvSpPr>
        <p:spPr>
          <a:xfrm>
            <a:off x="7648945" y="2159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Freeform 3107"/>
          <p:cNvSpPr/>
          <p:nvPr/>
        </p:nvSpPr>
        <p:spPr>
          <a:xfrm>
            <a:off x="7556049" y="2162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Freeform 3108"/>
          <p:cNvSpPr/>
          <p:nvPr/>
        </p:nvSpPr>
        <p:spPr>
          <a:xfrm>
            <a:off x="8294648" y="2148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Freeform 3109"/>
          <p:cNvSpPr/>
          <p:nvPr/>
        </p:nvSpPr>
        <p:spPr>
          <a:xfrm>
            <a:off x="7506682" y="2131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Freeform 3110"/>
          <p:cNvSpPr/>
          <p:nvPr/>
        </p:nvSpPr>
        <p:spPr>
          <a:xfrm>
            <a:off x="6990182" y="2140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Freeform 3111"/>
          <p:cNvSpPr/>
          <p:nvPr/>
        </p:nvSpPr>
        <p:spPr>
          <a:xfrm>
            <a:off x="7989061" y="2152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Freeform 3112"/>
          <p:cNvSpPr/>
          <p:nvPr/>
        </p:nvSpPr>
        <p:spPr>
          <a:xfrm>
            <a:off x="7628013" y="2143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Freeform 3113"/>
          <p:cNvSpPr/>
          <p:nvPr/>
        </p:nvSpPr>
        <p:spPr>
          <a:xfrm>
            <a:off x="7395832" y="2137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Freeform 3114"/>
          <p:cNvSpPr/>
          <p:nvPr/>
        </p:nvSpPr>
        <p:spPr>
          <a:xfrm>
            <a:off x="7492320" y="2156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Freeform 3115"/>
          <p:cNvSpPr/>
          <p:nvPr/>
        </p:nvSpPr>
        <p:spPr>
          <a:xfrm>
            <a:off x="7528972" y="2151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Freeform 3116"/>
          <p:cNvSpPr/>
          <p:nvPr/>
        </p:nvSpPr>
        <p:spPr>
          <a:xfrm>
            <a:off x="7715665" y="2159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Freeform 3117"/>
          <p:cNvSpPr/>
          <p:nvPr/>
        </p:nvSpPr>
        <p:spPr>
          <a:xfrm>
            <a:off x="7609449" y="21697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Freeform 3118"/>
          <p:cNvSpPr/>
          <p:nvPr/>
        </p:nvSpPr>
        <p:spPr>
          <a:xfrm>
            <a:off x="7657967" y="215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Freeform 3119"/>
          <p:cNvSpPr/>
          <p:nvPr/>
        </p:nvSpPr>
        <p:spPr>
          <a:xfrm>
            <a:off x="7574392" y="2152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Freeform 3120"/>
          <p:cNvSpPr/>
          <p:nvPr/>
        </p:nvSpPr>
        <p:spPr>
          <a:xfrm>
            <a:off x="7322949" y="21611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Freeform 3121"/>
          <p:cNvSpPr/>
          <p:nvPr/>
        </p:nvSpPr>
        <p:spPr>
          <a:xfrm>
            <a:off x="8131297" y="21490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Freeform 3122"/>
          <p:cNvSpPr/>
          <p:nvPr/>
        </p:nvSpPr>
        <p:spPr>
          <a:xfrm>
            <a:off x="6856930" y="2143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Freeform 3123"/>
          <p:cNvSpPr/>
          <p:nvPr/>
        </p:nvSpPr>
        <p:spPr>
          <a:xfrm>
            <a:off x="8254905" y="2150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Freeform 3124"/>
          <p:cNvSpPr/>
          <p:nvPr/>
        </p:nvSpPr>
        <p:spPr>
          <a:xfrm>
            <a:off x="7607818" y="2145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Freeform 3125"/>
          <p:cNvSpPr/>
          <p:nvPr/>
        </p:nvSpPr>
        <p:spPr>
          <a:xfrm>
            <a:off x="7325804" y="2146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Freeform 3126"/>
          <p:cNvSpPr/>
          <p:nvPr/>
        </p:nvSpPr>
        <p:spPr>
          <a:xfrm>
            <a:off x="7725333" y="2129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Freeform 3127"/>
          <p:cNvSpPr/>
          <p:nvPr/>
        </p:nvSpPr>
        <p:spPr>
          <a:xfrm>
            <a:off x="7133659" y="2156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Freeform 3128"/>
          <p:cNvSpPr/>
          <p:nvPr/>
        </p:nvSpPr>
        <p:spPr>
          <a:xfrm>
            <a:off x="7720954" y="2141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Freeform 3129"/>
          <p:cNvSpPr/>
          <p:nvPr/>
        </p:nvSpPr>
        <p:spPr>
          <a:xfrm>
            <a:off x="7452334" y="2157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Freeform 3130"/>
          <p:cNvSpPr/>
          <p:nvPr/>
        </p:nvSpPr>
        <p:spPr>
          <a:xfrm>
            <a:off x="6972010" y="2141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Freeform 3131"/>
          <p:cNvSpPr/>
          <p:nvPr/>
        </p:nvSpPr>
        <p:spPr>
          <a:xfrm>
            <a:off x="6745587" y="2149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Freeform 3132"/>
          <p:cNvSpPr/>
          <p:nvPr/>
        </p:nvSpPr>
        <p:spPr>
          <a:xfrm>
            <a:off x="7124435" y="215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Freeform 3133"/>
          <p:cNvSpPr/>
          <p:nvPr/>
        </p:nvSpPr>
        <p:spPr>
          <a:xfrm>
            <a:off x="7710223" y="21514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Freeform 3134"/>
          <p:cNvSpPr/>
          <p:nvPr/>
        </p:nvSpPr>
        <p:spPr>
          <a:xfrm>
            <a:off x="8233655" y="21422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Freeform 3135"/>
          <p:cNvSpPr/>
          <p:nvPr/>
        </p:nvSpPr>
        <p:spPr>
          <a:xfrm>
            <a:off x="7382039" y="2148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Freeform 3136"/>
          <p:cNvSpPr/>
          <p:nvPr/>
        </p:nvSpPr>
        <p:spPr>
          <a:xfrm>
            <a:off x="7448555" y="2157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Freeform 3137"/>
          <p:cNvSpPr/>
          <p:nvPr/>
        </p:nvSpPr>
        <p:spPr>
          <a:xfrm>
            <a:off x="6959930" y="2138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Freeform 3138"/>
          <p:cNvSpPr/>
          <p:nvPr/>
        </p:nvSpPr>
        <p:spPr>
          <a:xfrm>
            <a:off x="7171777" y="2157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Freeform 3139"/>
          <p:cNvSpPr/>
          <p:nvPr/>
        </p:nvSpPr>
        <p:spPr>
          <a:xfrm>
            <a:off x="7166975" y="2148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Freeform 3140"/>
          <p:cNvSpPr/>
          <p:nvPr/>
        </p:nvSpPr>
        <p:spPr>
          <a:xfrm>
            <a:off x="7050407" y="2144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Freeform 3141"/>
          <p:cNvSpPr/>
          <p:nvPr/>
        </p:nvSpPr>
        <p:spPr>
          <a:xfrm>
            <a:off x="7219387" y="2144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Freeform 3142"/>
          <p:cNvSpPr/>
          <p:nvPr/>
        </p:nvSpPr>
        <p:spPr>
          <a:xfrm>
            <a:off x="7701477" y="2160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Freeform 3143"/>
          <p:cNvSpPr/>
          <p:nvPr/>
        </p:nvSpPr>
        <p:spPr>
          <a:xfrm>
            <a:off x="6915422" y="2138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Freeform 3144"/>
          <p:cNvSpPr/>
          <p:nvPr/>
        </p:nvSpPr>
        <p:spPr>
          <a:xfrm>
            <a:off x="7144624" y="2145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Freeform 3145"/>
          <p:cNvSpPr/>
          <p:nvPr/>
        </p:nvSpPr>
        <p:spPr>
          <a:xfrm>
            <a:off x="7858833" y="2143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Freeform 3146"/>
          <p:cNvSpPr/>
          <p:nvPr/>
        </p:nvSpPr>
        <p:spPr>
          <a:xfrm>
            <a:off x="6969140" y="2150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Freeform 3147"/>
          <p:cNvSpPr/>
          <p:nvPr/>
        </p:nvSpPr>
        <p:spPr>
          <a:xfrm>
            <a:off x="7264048" y="2154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Freeform 3148"/>
          <p:cNvSpPr/>
          <p:nvPr/>
        </p:nvSpPr>
        <p:spPr>
          <a:xfrm>
            <a:off x="6861367" y="2152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Freeform 3149"/>
          <p:cNvSpPr/>
          <p:nvPr/>
        </p:nvSpPr>
        <p:spPr>
          <a:xfrm>
            <a:off x="7973463" y="2149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Freeform 3150"/>
          <p:cNvSpPr/>
          <p:nvPr/>
        </p:nvSpPr>
        <p:spPr>
          <a:xfrm>
            <a:off x="7088337" y="2131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Freeform 3151"/>
          <p:cNvSpPr/>
          <p:nvPr/>
        </p:nvSpPr>
        <p:spPr>
          <a:xfrm>
            <a:off x="6573277" y="2150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Freeform 3152"/>
          <p:cNvSpPr/>
          <p:nvPr/>
        </p:nvSpPr>
        <p:spPr>
          <a:xfrm>
            <a:off x="7594229" y="2147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Freeform 3153"/>
          <p:cNvSpPr/>
          <p:nvPr/>
        </p:nvSpPr>
        <p:spPr>
          <a:xfrm>
            <a:off x="7470680" y="2151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Freeform 3154"/>
          <p:cNvSpPr/>
          <p:nvPr/>
        </p:nvSpPr>
        <p:spPr>
          <a:xfrm>
            <a:off x="7065134" y="2151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Freeform 3155"/>
          <p:cNvSpPr/>
          <p:nvPr/>
        </p:nvSpPr>
        <p:spPr>
          <a:xfrm>
            <a:off x="7320706" y="2150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Freeform 3156"/>
          <p:cNvSpPr/>
          <p:nvPr/>
        </p:nvSpPr>
        <p:spPr>
          <a:xfrm>
            <a:off x="7389987" y="2143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Freeform 3157"/>
          <p:cNvSpPr/>
          <p:nvPr/>
        </p:nvSpPr>
        <p:spPr>
          <a:xfrm>
            <a:off x="6976005" y="2154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Freeform 3158"/>
          <p:cNvSpPr/>
          <p:nvPr/>
        </p:nvSpPr>
        <p:spPr>
          <a:xfrm>
            <a:off x="7718507" y="2153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Freeform 3159"/>
          <p:cNvSpPr/>
          <p:nvPr/>
        </p:nvSpPr>
        <p:spPr>
          <a:xfrm>
            <a:off x="8053194" y="2155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Freeform 3160"/>
          <p:cNvSpPr/>
          <p:nvPr/>
        </p:nvSpPr>
        <p:spPr>
          <a:xfrm>
            <a:off x="7106063" y="2148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Freeform 3161"/>
          <p:cNvSpPr/>
          <p:nvPr/>
        </p:nvSpPr>
        <p:spPr>
          <a:xfrm>
            <a:off x="7471889" y="2150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Freeform 3162"/>
          <p:cNvSpPr/>
          <p:nvPr/>
        </p:nvSpPr>
        <p:spPr>
          <a:xfrm>
            <a:off x="7507892" y="2142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Freeform 3163"/>
          <p:cNvSpPr/>
          <p:nvPr/>
        </p:nvSpPr>
        <p:spPr>
          <a:xfrm>
            <a:off x="7849105" y="21436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Freeform 3164"/>
          <p:cNvSpPr/>
          <p:nvPr/>
        </p:nvSpPr>
        <p:spPr>
          <a:xfrm>
            <a:off x="7459418" y="2148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Freeform 3165"/>
          <p:cNvSpPr/>
          <p:nvPr/>
        </p:nvSpPr>
        <p:spPr>
          <a:xfrm>
            <a:off x="7066778" y="2144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Freeform 3166"/>
          <p:cNvSpPr/>
          <p:nvPr/>
        </p:nvSpPr>
        <p:spPr>
          <a:xfrm>
            <a:off x="8589199" y="2156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Freeform 3167"/>
          <p:cNvSpPr/>
          <p:nvPr/>
        </p:nvSpPr>
        <p:spPr>
          <a:xfrm>
            <a:off x="6856163" y="2151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Freeform 3168"/>
          <p:cNvSpPr/>
          <p:nvPr/>
        </p:nvSpPr>
        <p:spPr>
          <a:xfrm>
            <a:off x="8441775" y="2159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Freeform 3169"/>
          <p:cNvSpPr/>
          <p:nvPr/>
        </p:nvSpPr>
        <p:spPr>
          <a:xfrm>
            <a:off x="7597531" y="2132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Freeform 3170"/>
          <p:cNvSpPr/>
          <p:nvPr/>
        </p:nvSpPr>
        <p:spPr>
          <a:xfrm>
            <a:off x="7121694" y="213634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Freeform 3171"/>
          <p:cNvSpPr/>
          <p:nvPr/>
        </p:nvSpPr>
        <p:spPr>
          <a:xfrm>
            <a:off x="7441873" y="2135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Freeform 3172"/>
          <p:cNvSpPr/>
          <p:nvPr/>
        </p:nvSpPr>
        <p:spPr>
          <a:xfrm>
            <a:off x="6902839" y="2142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Freeform 3173"/>
          <p:cNvSpPr/>
          <p:nvPr/>
        </p:nvSpPr>
        <p:spPr>
          <a:xfrm>
            <a:off x="6360387" y="2139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Freeform 3174"/>
          <p:cNvSpPr/>
          <p:nvPr/>
        </p:nvSpPr>
        <p:spPr>
          <a:xfrm>
            <a:off x="7734330" y="21425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Freeform 3175"/>
          <p:cNvSpPr/>
          <p:nvPr/>
        </p:nvSpPr>
        <p:spPr>
          <a:xfrm>
            <a:off x="6946934" y="2153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Freeform 3176"/>
          <p:cNvSpPr/>
          <p:nvPr/>
        </p:nvSpPr>
        <p:spPr>
          <a:xfrm>
            <a:off x="6893353" y="2139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Freeform 3177"/>
          <p:cNvSpPr/>
          <p:nvPr/>
        </p:nvSpPr>
        <p:spPr>
          <a:xfrm>
            <a:off x="8105732" y="2151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Freeform 3178"/>
          <p:cNvSpPr/>
          <p:nvPr/>
        </p:nvSpPr>
        <p:spPr>
          <a:xfrm>
            <a:off x="7112014" y="21505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Freeform 3179"/>
          <p:cNvSpPr/>
          <p:nvPr/>
        </p:nvSpPr>
        <p:spPr>
          <a:xfrm>
            <a:off x="7508103" y="2147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Freeform 3180"/>
          <p:cNvSpPr/>
          <p:nvPr/>
        </p:nvSpPr>
        <p:spPr>
          <a:xfrm>
            <a:off x="7343763" y="2142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Freeform 3181"/>
          <p:cNvSpPr/>
          <p:nvPr/>
        </p:nvSpPr>
        <p:spPr>
          <a:xfrm>
            <a:off x="8277154" y="2145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Freeform 3182"/>
          <p:cNvSpPr/>
          <p:nvPr/>
        </p:nvSpPr>
        <p:spPr>
          <a:xfrm>
            <a:off x="7140021" y="215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Freeform 3183"/>
          <p:cNvSpPr/>
          <p:nvPr/>
        </p:nvSpPr>
        <p:spPr>
          <a:xfrm>
            <a:off x="7186096" y="2145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Freeform 3184"/>
          <p:cNvSpPr/>
          <p:nvPr/>
        </p:nvSpPr>
        <p:spPr>
          <a:xfrm>
            <a:off x="8615808" y="2156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Freeform 3185"/>
          <p:cNvSpPr/>
          <p:nvPr/>
        </p:nvSpPr>
        <p:spPr>
          <a:xfrm>
            <a:off x="7174928" y="2148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Freeform 3186"/>
          <p:cNvSpPr/>
          <p:nvPr/>
        </p:nvSpPr>
        <p:spPr>
          <a:xfrm>
            <a:off x="6386774" y="2149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Freeform 3187"/>
          <p:cNvSpPr/>
          <p:nvPr/>
        </p:nvSpPr>
        <p:spPr>
          <a:xfrm>
            <a:off x="8045006" y="2164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Freeform 3188"/>
          <p:cNvSpPr/>
          <p:nvPr/>
        </p:nvSpPr>
        <p:spPr>
          <a:xfrm>
            <a:off x="7230641" y="2157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Freeform 3189"/>
          <p:cNvSpPr/>
          <p:nvPr/>
        </p:nvSpPr>
        <p:spPr>
          <a:xfrm>
            <a:off x="8038723" y="2140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Freeform 3190"/>
          <p:cNvSpPr/>
          <p:nvPr/>
        </p:nvSpPr>
        <p:spPr>
          <a:xfrm>
            <a:off x="7717794" y="2139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Freeform 3191"/>
          <p:cNvSpPr/>
          <p:nvPr/>
        </p:nvSpPr>
        <p:spPr>
          <a:xfrm>
            <a:off x="7720878" y="2140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Freeform 3192"/>
          <p:cNvSpPr/>
          <p:nvPr/>
        </p:nvSpPr>
        <p:spPr>
          <a:xfrm>
            <a:off x="7500872" y="2147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Freeform 3193"/>
          <p:cNvSpPr/>
          <p:nvPr/>
        </p:nvSpPr>
        <p:spPr>
          <a:xfrm>
            <a:off x="7185832" y="2152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Freeform 3194"/>
          <p:cNvSpPr/>
          <p:nvPr/>
        </p:nvSpPr>
        <p:spPr>
          <a:xfrm>
            <a:off x="7787360" y="2139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Freeform 3195"/>
          <p:cNvSpPr/>
          <p:nvPr/>
        </p:nvSpPr>
        <p:spPr>
          <a:xfrm>
            <a:off x="7242834" y="2155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Freeform 3196"/>
          <p:cNvSpPr/>
          <p:nvPr/>
        </p:nvSpPr>
        <p:spPr>
          <a:xfrm>
            <a:off x="7731290" y="2161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Freeform 3197"/>
          <p:cNvSpPr/>
          <p:nvPr/>
        </p:nvSpPr>
        <p:spPr>
          <a:xfrm>
            <a:off x="8297698" y="2136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Freeform 3198"/>
          <p:cNvSpPr/>
          <p:nvPr/>
        </p:nvSpPr>
        <p:spPr>
          <a:xfrm>
            <a:off x="7475132" y="2149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Freeform 3199"/>
          <p:cNvSpPr/>
          <p:nvPr/>
        </p:nvSpPr>
        <p:spPr>
          <a:xfrm>
            <a:off x="7369459" y="2152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Freeform 3200"/>
          <p:cNvSpPr/>
          <p:nvPr/>
        </p:nvSpPr>
        <p:spPr>
          <a:xfrm>
            <a:off x="7597090" y="2157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Freeform 3201"/>
          <p:cNvSpPr/>
          <p:nvPr/>
        </p:nvSpPr>
        <p:spPr>
          <a:xfrm>
            <a:off x="6926045" y="2158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Freeform 3202"/>
          <p:cNvSpPr/>
          <p:nvPr/>
        </p:nvSpPr>
        <p:spPr>
          <a:xfrm>
            <a:off x="7447576" y="21541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Freeform 3203"/>
          <p:cNvSpPr/>
          <p:nvPr/>
        </p:nvSpPr>
        <p:spPr>
          <a:xfrm>
            <a:off x="6548415" y="2146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Freeform 3204"/>
          <p:cNvSpPr/>
          <p:nvPr/>
        </p:nvSpPr>
        <p:spPr>
          <a:xfrm>
            <a:off x="7630875" y="2146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Freeform 3205"/>
          <p:cNvSpPr/>
          <p:nvPr/>
        </p:nvSpPr>
        <p:spPr>
          <a:xfrm>
            <a:off x="7112748" y="2154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Freeform 3206"/>
          <p:cNvSpPr/>
          <p:nvPr/>
        </p:nvSpPr>
        <p:spPr>
          <a:xfrm>
            <a:off x="7914611" y="2151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Freeform 3207"/>
          <p:cNvSpPr/>
          <p:nvPr/>
        </p:nvSpPr>
        <p:spPr>
          <a:xfrm>
            <a:off x="7464921" y="2148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Freeform 3208"/>
          <p:cNvSpPr/>
          <p:nvPr/>
        </p:nvSpPr>
        <p:spPr>
          <a:xfrm>
            <a:off x="7500705" y="2148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Freeform 3209"/>
          <p:cNvSpPr/>
          <p:nvPr/>
        </p:nvSpPr>
        <p:spPr>
          <a:xfrm>
            <a:off x="7205961" y="2151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Freeform 3210"/>
          <p:cNvSpPr/>
          <p:nvPr/>
        </p:nvSpPr>
        <p:spPr>
          <a:xfrm>
            <a:off x="7240301" y="2141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Freeform 3211"/>
          <p:cNvSpPr/>
          <p:nvPr/>
        </p:nvSpPr>
        <p:spPr>
          <a:xfrm>
            <a:off x="7090040" y="2150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Freeform 3212"/>
          <p:cNvSpPr/>
          <p:nvPr/>
        </p:nvSpPr>
        <p:spPr>
          <a:xfrm>
            <a:off x="7532232" y="2147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Freeform 3213"/>
          <p:cNvSpPr/>
          <p:nvPr/>
        </p:nvSpPr>
        <p:spPr>
          <a:xfrm>
            <a:off x="6559062" y="214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Freeform 3214"/>
          <p:cNvSpPr/>
          <p:nvPr/>
        </p:nvSpPr>
        <p:spPr>
          <a:xfrm>
            <a:off x="7131317" y="2157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Freeform 3215"/>
          <p:cNvSpPr/>
          <p:nvPr/>
        </p:nvSpPr>
        <p:spPr>
          <a:xfrm>
            <a:off x="7220237" y="2147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Freeform 3216"/>
          <p:cNvSpPr/>
          <p:nvPr/>
        </p:nvSpPr>
        <p:spPr>
          <a:xfrm>
            <a:off x="7988264" y="2166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Freeform 3217"/>
          <p:cNvSpPr/>
          <p:nvPr/>
        </p:nvSpPr>
        <p:spPr>
          <a:xfrm>
            <a:off x="6837880" y="214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Freeform 3218"/>
          <p:cNvSpPr/>
          <p:nvPr/>
        </p:nvSpPr>
        <p:spPr>
          <a:xfrm>
            <a:off x="7373226" y="2152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Freeform 3219"/>
          <p:cNvSpPr/>
          <p:nvPr/>
        </p:nvSpPr>
        <p:spPr>
          <a:xfrm>
            <a:off x="7309637" y="215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Freeform 3220"/>
          <p:cNvSpPr/>
          <p:nvPr/>
        </p:nvSpPr>
        <p:spPr>
          <a:xfrm>
            <a:off x="6427175" y="2138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Freeform 3221"/>
          <p:cNvSpPr/>
          <p:nvPr/>
        </p:nvSpPr>
        <p:spPr>
          <a:xfrm>
            <a:off x="6591980" y="2163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Freeform 3222"/>
          <p:cNvSpPr/>
          <p:nvPr/>
        </p:nvSpPr>
        <p:spPr>
          <a:xfrm>
            <a:off x="7418124" y="2151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Freeform 3223"/>
          <p:cNvSpPr/>
          <p:nvPr/>
        </p:nvSpPr>
        <p:spPr>
          <a:xfrm>
            <a:off x="8149085" y="2153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Freeform 3224"/>
          <p:cNvSpPr/>
          <p:nvPr/>
        </p:nvSpPr>
        <p:spPr>
          <a:xfrm>
            <a:off x="7178739" y="2164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Freeform 3225"/>
          <p:cNvSpPr/>
          <p:nvPr/>
        </p:nvSpPr>
        <p:spPr>
          <a:xfrm>
            <a:off x="7491352" y="2147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Freeform 3226"/>
          <p:cNvSpPr/>
          <p:nvPr/>
        </p:nvSpPr>
        <p:spPr>
          <a:xfrm>
            <a:off x="7438227" y="2157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Freeform 3227"/>
          <p:cNvSpPr/>
          <p:nvPr/>
        </p:nvSpPr>
        <p:spPr>
          <a:xfrm>
            <a:off x="7476544" y="2141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Freeform 3228"/>
          <p:cNvSpPr/>
          <p:nvPr/>
        </p:nvSpPr>
        <p:spPr>
          <a:xfrm>
            <a:off x="7891058" y="2152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Freeform 3229"/>
          <p:cNvSpPr/>
          <p:nvPr/>
        </p:nvSpPr>
        <p:spPr>
          <a:xfrm>
            <a:off x="7435020" y="2149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Freeform 3230"/>
          <p:cNvSpPr/>
          <p:nvPr/>
        </p:nvSpPr>
        <p:spPr>
          <a:xfrm>
            <a:off x="7081553" y="21493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Freeform 3231"/>
          <p:cNvSpPr/>
          <p:nvPr/>
        </p:nvSpPr>
        <p:spPr>
          <a:xfrm>
            <a:off x="7430777" y="2158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Freeform 3232"/>
          <p:cNvSpPr/>
          <p:nvPr/>
        </p:nvSpPr>
        <p:spPr>
          <a:xfrm>
            <a:off x="8278382" y="2136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Freeform 3233"/>
          <p:cNvSpPr/>
          <p:nvPr/>
        </p:nvSpPr>
        <p:spPr>
          <a:xfrm>
            <a:off x="7564005" y="2147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Freeform 3234"/>
          <p:cNvSpPr/>
          <p:nvPr/>
        </p:nvSpPr>
        <p:spPr>
          <a:xfrm>
            <a:off x="7448191" y="2157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Freeform 3235"/>
          <p:cNvSpPr/>
          <p:nvPr/>
        </p:nvSpPr>
        <p:spPr>
          <a:xfrm>
            <a:off x="7460880" y="2154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Freeform 3236"/>
          <p:cNvSpPr/>
          <p:nvPr/>
        </p:nvSpPr>
        <p:spPr>
          <a:xfrm>
            <a:off x="7018220" y="215697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Freeform 3237"/>
          <p:cNvSpPr/>
          <p:nvPr/>
        </p:nvSpPr>
        <p:spPr>
          <a:xfrm>
            <a:off x="7258831" y="2150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Freeform 3238"/>
          <p:cNvSpPr/>
          <p:nvPr/>
        </p:nvSpPr>
        <p:spPr>
          <a:xfrm>
            <a:off x="8039916" y="21630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Freeform 3239"/>
          <p:cNvSpPr/>
          <p:nvPr/>
        </p:nvSpPr>
        <p:spPr>
          <a:xfrm>
            <a:off x="6921339" y="2150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Freeform 3240"/>
          <p:cNvSpPr/>
          <p:nvPr/>
        </p:nvSpPr>
        <p:spPr>
          <a:xfrm>
            <a:off x="6603389" y="21614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Freeform 3241"/>
          <p:cNvSpPr/>
          <p:nvPr/>
        </p:nvSpPr>
        <p:spPr>
          <a:xfrm>
            <a:off x="7199036" y="2133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Freeform 3242"/>
          <p:cNvSpPr/>
          <p:nvPr/>
        </p:nvSpPr>
        <p:spPr>
          <a:xfrm>
            <a:off x="7506631" y="2149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Freeform 3243"/>
          <p:cNvSpPr/>
          <p:nvPr/>
        </p:nvSpPr>
        <p:spPr>
          <a:xfrm>
            <a:off x="7106472" y="2152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Freeform 3244"/>
          <p:cNvSpPr/>
          <p:nvPr/>
        </p:nvSpPr>
        <p:spPr>
          <a:xfrm>
            <a:off x="7474513" y="2148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Freeform 3245"/>
          <p:cNvSpPr/>
          <p:nvPr/>
        </p:nvSpPr>
        <p:spPr>
          <a:xfrm>
            <a:off x="7504642" y="2151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Freeform 3246"/>
          <p:cNvSpPr/>
          <p:nvPr/>
        </p:nvSpPr>
        <p:spPr>
          <a:xfrm>
            <a:off x="7130719" y="214465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Freeform 3247"/>
          <p:cNvSpPr/>
          <p:nvPr/>
        </p:nvSpPr>
        <p:spPr>
          <a:xfrm>
            <a:off x="6688730" y="2156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Freeform 3248"/>
          <p:cNvSpPr/>
          <p:nvPr/>
        </p:nvSpPr>
        <p:spPr>
          <a:xfrm>
            <a:off x="6195511" y="21389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Freeform 3249"/>
          <p:cNvSpPr/>
          <p:nvPr/>
        </p:nvSpPr>
        <p:spPr>
          <a:xfrm>
            <a:off x="8139531" y="2139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Freeform 3250"/>
          <p:cNvSpPr/>
          <p:nvPr/>
        </p:nvSpPr>
        <p:spPr>
          <a:xfrm>
            <a:off x="7248141" y="2146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Freeform 3251"/>
          <p:cNvSpPr/>
          <p:nvPr/>
        </p:nvSpPr>
        <p:spPr>
          <a:xfrm>
            <a:off x="7294750" y="2154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Freeform 3252"/>
          <p:cNvSpPr/>
          <p:nvPr/>
        </p:nvSpPr>
        <p:spPr>
          <a:xfrm>
            <a:off x="7843208" y="2153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Freeform 3253"/>
          <p:cNvSpPr/>
          <p:nvPr/>
        </p:nvSpPr>
        <p:spPr>
          <a:xfrm>
            <a:off x="7425117" y="2149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Freeform 3254"/>
          <p:cNvSpPr/>
          <p:nvPr/>
        </p:nvSpPr>
        <p:spPr>
          <a:xfrm>
            <a:off x="7794045" y="2160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Freeform 3255"/>
          <p:cNvSpPr/>
          <p:nvPr/>
        </p:nvSpPr>
        <p:spPr>
          <a:xfrm>
            <a:off x="7068495" y="2147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Freeform 3256"/>
          <p:cNvSpPr/>
          <p:nvPr/>
        </p:nvSpPr>
        <p:spPr>
          <a:xfrm>
            <a:off x="7523236" y="2150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Freeform 3257"/>
          <p:cNvSpPr/>
          <p:nvPr/>
        </p:nvSpPr>
        <p:spPr>
          <a:xfrm>
            <a:off x="7883123" y="2138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Freeform 3258"/>
          <p:cNvSpPr/>
          <p:nvPr/>
        </p:nvSpPr>
        <p:spPr>
          <a:xfrm>
            <a:off x="6618461" y="2159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Freeform 3259"/>
          <p:cNvSpPr/>
          <p:nvPr/>
        </p:nvSpPr>
        <p:spPr>
          <a:xfrm>
            <a:off x="7056004" y="2145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Freeform 3260"/>
          <p:cNvSpPr/>
          <p:nvPr/>
        </p:nvSpPr>
        <p:spPr>
          <a:xfrm>
            <a:off x="8345951" y="2142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Freeform 3261"/>
          <p:cNvSpPr/>
          <p:nvPr/>
        </p:nvSpPr>
        <p:spPr>
          <a:xfrm>
            <a:off x="7067398" y="2139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Freeform 3262"/>
          <p:cNvSpPr/>
          <p:nvPr/>
        </p:nvSpPr>
        <p:spPr>
          <a:xfrm>
            <a:off x="7727598" y="215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Freeform 3263"/>
          <p:cNvSpPr/>
          <p:nvPr/>
        </p:nvSpPr>
        <p:spPr>
          <a:xfrm>
            <a:off x="8130999" y="2142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Freeform 3264"/>
          <p:cNvSpPr/>
          <p:nvPr/>
        </p:nvSpPr>
        <p:spPr>
          <a:xfrm>
            <a:off x="7036261" y="2155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Freeform 3265"/>
          <p:cNvSpPr/>
          <p:nvPr/>
        </p:nvSpPr>
        <p:spPr>
          <a:xfrm>
            <a:off x="7624784" y="2156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Freeform 3266"/>
          <p:cNvSpPr/>
          <p:nvPr/>
        </p:nvSpPr>
        <p:spPr>
          <a:xfrm>
            <a:off x="7434318" y="2138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Freeform 3267"/>
          <p:cNvSpPr/>
          <p:nvPr/>
        </p:nvSpPr>
        <p:spPr>
          <a:xfrm>
            <a:off x="7131650" y="21495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Freeform 3268"/>
          <p:cNvSpPr/>
          <p:nvPr/>
        </p:nvSpPr>
        <p:spPr>
          <a:xfrm>
            <a:off x="7894816" y="2160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Freeform 3269"/>
          <p:cNvSpPr/>
          <p:nvPr/>
        </p:nvSpPr>
        <p:spPr>
          <a:xfrm>
            <a:off x="7194165" y="2153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Freeform 3270"/>
          <p:cNvSpPr/>
          <p:nvPr/>
        </p:nvSpPr>
        <p:spPr>
          <a:xfrm>
            <a:off x="7449408" y="2153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Freeform 3271"/>
          <p:cNvSpPr/>
          <p:nvPr/>
        </p:nvSpPr>
        <p:spPr>
          <a:xfrm>
            <a:off x="7268378" y="2153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Freeform 3272"/>
          <p:cNvSpPr/>
          <p:nvPr/>
        </p:nvSpPr>
        <p:spPr>
          <a:xfrm>
            <a:off x="6890203" y="2143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Freeform 3273"/>
          <p:cNvSpPr/>
          <p:nvPr/>
        </p:nvSpPr>
        <p:spPr>
          <a:xfrm>
            <a:off x="7940025" y="2151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Freeform 3274"/>
          <p:cNvSpPr/>
          <p:nvPr/>
        </p:nvSpPr>
        <p:spPr>
          <a:xfrm>
            <a:off x="7759691" y="2147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Freeform 3275"/>
          <p:cNvSpPr/>
          <p:nvPr/>
        </p:nvSpPr>
        <p:spPr>
          <a:xfrm>
            <a:off x="7532374" y="2152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Freeform 3276"/>
          <p:cNvSpPr/>
          <p:nvPr/>
        </p:nvSpPr>
        <p:spPr>
          <a:xfrm>
            <a:off x="7069571" y="2158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Freeform 3277"/>
          <p:cNvSpPr/>
          <p:nvPr/>
        </p:nvSpPr>
        <p:spPr>
          <a:xfrm>
            <a:off x="6948048" y="2145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Freeform 3278"/>
          <p:cNvSpPr/>
          <p:nvPr/>
        </p:nvSpPr>
        <p:spPr>
          <a:xfrm>
            <a:off x="6946236" y="2154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Freeform 3279"/>
          <p:cNvSpPr/>
          <p:nvPr/>
        </p:nvSpPr>
        <p:spPr>
          <a:xfrm>
            <a:off x="8187329" y="21401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Freeform 3280"/>
          <p:cNvSpPr/>
          <p:nvPr/>
        </p:nvSpPr>
        <p:spPr>
          <a:xfrm>
            <a:off x="7891212" y="2135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Freeform 3281"/>
          <p:cNvSpPr/>
          <p:nvPr/>
        </p:nvSpPr>
        <p:spPr>
          <a:xfrm>
            <a:off x="7656967" y="2147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Freeform 3282"/>
          <p:cNvSpPr/>
          <p:nvPr/>
        </p:nvSpPr>
        <p:spPr>
          <a:xfrm>
            <a:off x="6892164" y="2149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Freeform 3283"/>
          <p:cNvSpPr/>
          <p:nvPr/>
        </p:nvSpPr>
        <p:spPr>
          <a:xfrm>
            <a:off x="7783191" y="2143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Freeform 3284"/>
          <p:cNvSpPr/>
          <p:nvPr/>
        </p:nvSpPr>
        <p:spPr>
          <a:xfrm>
            <a:off x="7830718" y="2149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Freeform 3285"/>
          <p:cNvSpPr/>
          <p:nvPr/>
        </p:nvSpPr>
        <p:spPr>
          <a:xfrm>
            <a:off x="7314249" y="2154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Freeform 3286"/>
          <p:cNvSpPr/>
          <p:nvPr/>
        </p:nvSpPr>
        <p:spPr>
          <a:xfrm>
            <a:off x="7592964" y="2142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Freeform 3287"/>
          <p:cNvSpPr/>
          <p:nvPr/>
        </p:nvSpPr>
        <p:spPr>
          <a:xfrm>
            <a:off x="7611607" y="214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Freeform 3288"/>
          <p:cNvSpPr/>
          <p:nvPr/>
        </p:nvSpPr>
        <p:spPr>
          <a:xfrm>
            <a:off x="8466366" y="2143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Freeform 3289"/>
          <p:cNvSpPr/>
          <p:nvPr/>
        </p:nvSpPr>
        <p:spPr>
          <a:xfrm>
            <a:off x="7987579" y="2157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Freeform 3290"/>
          <p:cNvSpPr/>
          <p:nvPr/>
        </p:nvSpPr>
        <p:spPr>
          <a:xfrm>
            <a:off x="7031170" y="212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Freeform 3291"/>
          <p:cNvSpPr/>
          <p:nvPr/>
        </p:nvSpPr>
        <p:spPr>
          <a:xfrm>
            <a:off x="7980738" y="21429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Freeform 3292"/>
          <p:cNvSpPr/>
          <p:nvPr/>
        </p:nvSpPr>
        <p:spPr>
          <a:xfrm>
            <a:off x="6913255" y="21481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Freeform 3293"/>
          <p:cNvSpPr/>
          <p:nvPr/>
        </p:nvSpPr>
        <p:spPr>
          <a:xfrm>
            <a:off x="7445413" y="2145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Freeform 3294"/>
          <p:cNvSpPr/>
          <p:nvPr/>
        </p:nvSpPr>
        <p:spPr>
          <a:xfrm>
            <a:off x="7079005" y="21404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Freeform 3295"/>
          <p:cNvSpPr/>
          <p:nvPr/>
        </p:nvSpPr>
        <p:spPr>
          <a:xfrm>
            <a:off x="7731004" y="21685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Freeform 3296"/>
          <p:cNvSpPr/>
          <p:nvPr/>
        </p:nvSpPr>
        <p:spPr>
          <a:xfrm>
            <a:off x="7545763" y="2139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Freeform 3297"/>
          <p:cNvSpPr/>
          <p:nvPr/>
        </p:nvSpPr>
        <p:spPr>
          <a:xfrm>
            <a:off x="6963573" y="2158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Freeform 3298"/>
          <p:cNvSpPr/>
          <p:nvPr/>
        </p:nvSpPr>
        <p:spPr>
          <a:xfrm>
            <a:off x="7269773" y="2146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Freeform 3299"/>
          <p:cNvSpPr/>
          <p:nvPr/>
        </p:nvSpPr>
        <p:spPr>
          <a:xfrm>
            <a:off x="7155943" y="214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Freeform 3300"/>
          <p:cNvSpPr/>
          <p:nvPr/>
        </p:nvSpPr>
        <p:spPr>
          <a:xfrm>
            <a:off x="7949904" y="21445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Freeform 3301"/>
          <p:cNvSpPr/>
          <p:nvPr/>
        </p:nvSpPr>
        <p:spPr>
          <a:xfrm>
            <a:off x="7476600" y="2148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Freeform 3302"/>
          <p:cNvSpPr/>
          <p:nvPr/>
        </p:nvSpPr>
        <p:spPr>
          <a:xfrm>
            <a:off x="7062226" y="2145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Freeform 3303"/>
          <p:cNvSpPr/>
          <p:nvPr/>
        </p:nvSpPr>
        <p:spPr>
          <a:xfrm>
            <a:off x="7318899" y="2150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Freeform 3304"/>
          <p:cNvSpPr/>
          <p:nvPr/>
        </p:nvSpPr>
        <p:spPr>
          <a:xfrm>
            <a:off x="7816472" y="2157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Freeform 3305"/>
          <p:cNvSpPr/>
          <p:nvPr/>
        </p:nvSpPr>
        <p:spPr>
          <a:xfrm>
            <a:off x="7188879" y="21455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Freeform 3306"/>
          <p:cNvSpPr/>
          <p:nvPr/>
        </p:nvSpPr>
        <p:spPr>
          <a:xfrm>
            <a:off x="8082729" y="213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Freeform 3307"/>
          <p:cNvSpPr/>
          <p:nvPr/>
        </p:nvSpPr>
        <p:spPr>
          <a:xfrm>
            <a:off x="7925828" y="2139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Freeform 3308"/>
          <p:cNvSpPr/>
          <p:nvPr/>
        </p:nvSpPr>
        <p:spPr>
          <a:xfrm>
            <a:off x="7666356" y="2141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Freeform 3309"/>
          <p:cNvSpPr/>
          <p:nvPr/>
        </p:nvSpPr>
        <p:spPr>
          <a:xfrm>
            <a:off x="7637684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Freeform 3310"/>
          <p:cNvSpPr/>
          <p:nvPr/>
        </p:nvSpPr>
        <p:spPr>
          <a:xfrm>
            <a:off x="7968150" y="2161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Freeform 3311"/>
          <p:cNvSpPr/>
          <p:nvPr/>
        </p:nvSpPr>
        <p:spPr>
          <a:xfrm>
            <a:off x="6878854" y="2153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Freeform 3312"/>
          <p:cNvSpPr/>
          <p:nvPr/>
        </p:nvSpPr>
        <p:spPr>
          <a:xfrm>
            <a:off x="8062504" y="215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Freeform 3313"/>
          <p:cNvSpPr/>
          <p:nvPr/>
        </p:nvSpPr>
        <p:spPr>
          <a:xfrm>
            <a:off x="7741141" y="2145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Freeform 3314"/>
          <p:cNvSpPr/>
          <p:nvPr/>
        </p:nvSpPr>
        <p:spPr>
          <a:xfrm>
            <a:off x="7568482" y="21547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Freeform 3315"/>
          <p:cNvSpPr/>
          <p:nvPr/>
        </p:nvSpPr>
        <p:spPr>
          <a:xfrm>
            <a:off x="8245268" y="2142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Freeform 3316"/>
          <p:cNvSpPr/>
          <p:nvPr/>
        </p:nvSpPr>
        <p:spPr>
          <a:xfrm>
            <a:off x="8300472" y="2142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Freeform 3317"/>
          <p:cNvSpPr/>
          <p:nvPr/>
        </p:nvSpPr>
        <p:spPr>
          <a:xfrm>
            <a:off x="6828862" y="2144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Freeform 3318"/>
          <p:cNvSpPr/>
          <p:nvPr/>
        </p:nvSpPr>
        <p:spPr>
          <a:xfrm>
            <a:off x="7654998" y="2147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Freeform 3319"/>
          <p:cNvSpPr/>
          <p:nvPr/>
        </p:nvSpPr>
        <p:spPr>
          <a:xfrm>
            <a:off x="7324873" y="216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Freeform 3320"/>
          <p:cNvSpPr/>
          <p:nvPr/>
        </p:nvSpPr>
        <p:spPr>
          <a:xfrm>
            <a:off x="7182377" y="2158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Freeform 3321"/>
          <p:cNvSpPr/>
          <p:nvPr/>
        </p:nvSpPr>
        <p:spPr>
          <a:xfrm>
            <a:off x="7497661" y="2144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Freeform 3322"/>
          <p:cNvSpPr/>
          <p:nvPr/>
        </p:nvSpPr>
        <p:spPr>
          <a:xfrm>
            <a:off x="7943687" y="2138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Freeform 3323"/>
          <p:cNvSpPr/>
          <p:nvPr/>
        </p:nvSpPr>
        <p:spPr>
          <a:xfrm>
            <a:off x="7408970" y="2133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Freeform 3324"/>
          <p:cNvSpPr/>
          <p:nvPr/>
        </p:nvSpPr>
        <p:spPr>
          <a:xfrm>
            <a:off x="8240855" y="2152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Freeform 3325"/>
          <p:cNvSpPr/>
          <p:nvPr/>
        </p:nvSpPr>
        <p:spPr>
          <a:xfrm>
            <a:off x="7561790" y="2154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Freeform 3326"/>
          <p:cNvSpPr/>
          <p:nvPr/>
        </p:nvSpPr>
        <p:spPr>
          <a:xfrm>
            <a:off x="7612106" y="214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Freeform 3327"/>
          <p:cNvSpPr/>
          <p:nvPr/>
        </p:nvSpPr>
        <p:spPr>
          <a:xfrm>
            <a:off x="8111286" y="2164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Freeform 3328"/>
          <p:cNvSpPr/>
          <p:nvPr/>
        </p:nvSpPr>
        <p:spPr>
          <a:xfrm>
            <a:off x="7156491" y="2148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Freeform 3329"/>
          <p:cNvSpPr/>
          <p:nvPr/>
        </p:nvSpPr>
        <p:spPr>
          <a:xfrm>
            <a:off x="7656547" y="2147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Freeform 3330"/>
          <p:cNvSpPr/>
          <p:nvPr/>
        </p:nvSpPr>
        <p:spPr>
          <a:xfrm>
            <a:off x="7994087" y="2153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Freeform 3331"/>
          <p:cNvSpPr/>
          <p:nvPr/>
        </p:nvSpPr>
        <p:spPr>
          <a:xfrm>
            <a:off x="7296784" y="2149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Freeform 3332"/>
          <p:cNvSpPr/>
          <p:nvPr/>
        </p:nvSpPr>
        <p:spPr>
          <a:xfrm>
            <a:off x="7290624" y="2147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Freeform 3333"/>
          <p:cNvSpPr/>
          <p:nvPr/>
        </p:nvSpPr>
        <p:spPr>
          <a:xfrm>
            <a:off x="7137877" y="2144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Freeform 3334"/>
          <p:cNvSpPr/>
          <p:nvPr/>
        </p:nvSpPr>
        <p:spPr>
          <a:xfrm>
            <a:off x="6966080" y="215944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Freeform 3335"/>
          <p:cNvSpPr/>
          <p:nvPr/>
        </p:nvSpPr>
        <p:spPr>
          <a:xfrm>
            <a:off x="7457628" y="21486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Freeform 3336"/>
          <p:cNvSpPr/>
          <p:nvPr/>
        </p:nvSpPr>
        <p:spPr>
          <a:xfrm>
            <a:off x="7814427" y="2149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Freeform 3337"/>
          <p:cNvSpPr/>
          <p:nvPr/>
        </p:nvSpPr>
        <p:spPr>
          <a:xfrm>
            <a:off x="7188648" y="2147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Freeform 3338"/>
          <p:cNvSpPr/>
          <p:nvPr/>
        </p:nvSpPr>
        <p:spPr>
          <a:xfrm>
            <a:off x="7904075" y="214409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Freeform 3339"/>
          <p:cNvSpPr/>
          <p:nvPr/>
        </p:nvSpPr>
        <p:spPr>
          <a:xfrm>
            <a:off x="8062203" y="2149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Freeform 3340"/>
          <p:cNvSpPr/>
          <p:nvPr/>
        </p:nvSpPr>
        <p:spPr>
          <a:xfrm>
            <a:off x="6830710" y="2149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Freeform 3341"/>
          <p:cNvSpPr/>
          <p:nvPr/>
        </p:nvSpPr>
        <p:spPr>
          <a:xfrm>
            <a:off x="6920532" y="2156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Freeform 3342"/>
          <p:cNvSpPr/>
          <p:nvPr/>
        </p:nvSpPr>
        <p:spPr>
          <a:xfrm>
            <a:off x="7315067" y="2150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Freeform 3343"/>
          <p:cNvSpPr/>
          <p:nvPr/>
        </p:nvSpPr>
        <p:spPr>
          <a:xfrm>
            <a:off x="7371136" y="2157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Freeform 3344"/>
          <p:cNvSpPr/>
          <p:nvPr/>
        </p:nvSpPr>
        <p:spPr>
          <a:xfrm>
            <a:off x="8058769" y="2156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Freeform 3345"/>
          <p:cNvSpPr/>
          <p:nvPr/>
        </p:nvSpPr>
        <p:spPr>
          <a:xfrm>
            <a:off x="7490385" y="2145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Freeform 3346"/>
          <p:cNvSpPr/>
          <p:nvPr/>
        </p:nvSpPr>
        <p:spPr>
          <a:xfrm>
            <a:off x="7155971" y="2143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Freeform 3347"/>
          <p:cNvSpPr/>
          <p:nvPr/>
        </p:nvSpPr>
        <p:spPr>
          <a:xfrm>
            <a:off x="8133191" y="2148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Freeform 3348"/>
          <p:cNvSpPr/>
          <p:nvPr/>
        </p:nvSpPr>
        <p:spPr>
          <a:xfrm>
            <a:off x="7620608" y="2157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Freeform 3349"/>
          <p:cNvSpPr/>
          <p:nvPr/>
        </p:nvSpPr>
        <p:spPr>
          <a:xfrm>
            <a:off x="7956916" y="2143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Freeform 3350"/>
          <p:cNvSpPr/>
          <p:nvPr/>
        </p:nvSpPr>
        <p:spPr>
          <a:xfrm>
            <a:off x="7960794" y="2159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Freeform 3351"/>
          <p:cNvSpPr/>
          <p:nvPr/>
        </p:nvSpPr>
        <p:spPr>
          <a:xfrm>
            <a:off x="8050443" y="214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Freeform 3352"/>
          <p:cNvSpPr/>
          <p:nvPr/>
        </p:nvSpPr>
        <p:spPr>
          <a:xfrm>
            <a:off x="7221171" y="2148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Freeform 3353"/>
          <p:cNvSpPr/>
          <p:nvPr/>
        </p:nvSpPr>
        <p:spPr>
          <a:xfrm>
            <a:off x="7040452" y="21500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Freeform 3354"/>
          <p:cNvSpPr/>
          <p:nvPr/>
        </p:nvSpPr>
        <p:spPr>
          <a:xfrm>
            <a:off x="7240220" y="2151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Freeform 3355"/>
          <p:cNvSpPr/>
          <p:nvPr/>
        </p:nvSpPr>
        <p:spPr>
          <a:xfrm>
            <a:off x="7947609" y="2149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Freeform 3356"/>
          <p:cNvSpPr/>
          <p:nvPr/>
        </p:nvSpPr>
        <p:spPr>
          <a:xfrm>
            <a:off x="7820267" y="2138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Freeform 3357"/>
          <p:cNvSpPr/>
          <p:nvPr/>
        </p:nvSpPr>
        <p:spPr>
          <a:xfrm>
            <a:off x="7603907" y="2143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Freeform 3358"/>
          <p:cNvSpPr/>
          <p:nvPr/>
        </p:nvSpPr>
        <p:spPr>
          <a:xfrm>
            <a:off x="7750013" y="2157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Freeform 3359"/>
          <p:cNvSpPr/>
          <p:nvPr/>
        </p:nvSpPr>
        <p:spPr>
          <a:xfrm>
            <a:off x="6958500" y="2143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Freeform 3360"/>
          <p:cNvSpPr/>
          <p:nvPr/>
        </p:nvSpPr>
        <p:spPr>
          <a:xfrm>
            <a:off x="6572441" y="2137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Freeform 3361"/>
          <p:cNvSpPr/>
          <p:nvPr/>
        </p:nvSpPr>
        <p:spPr>
          <a:xfrm>
            <a:off x="7950137" y="21347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Freeform 3362"/>
          <p:cNvSpPr/>
          <p:nvPr/>
        </p:nvSpPr>
        <p:spPr>
          <a:xfrm>
            <a:off x="7595287" y="2158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Freeform 3363"/>
          <p:cNvSpPr/>
          <p:nvPr/>
        </p:nvSpPr>
        <p:spPr>
          <a:xfrm>
            <a:off x="5870495" y="2156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Freeform 3364"/>
          <p:cNvSpPr/>
          <p:nvPr/>
        </p:nvSpPr>
        <p:spPr>
          <a:xfrm>
            <a:off x="7959271" y="2137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Freeform 3365"/>
          <p:cNvSpPr/>
          <p:nvPr/>
        </p:nvSpPr>
        <p:spPr>
          <a:xfrm>
            <a:off x="7638909" y="2146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Freeform 3366"/>
          <p:cNvSpPr/>
          <p:nvPr/>
        </p:nvSpPr>
        <p:spPr>
          <a:xfrm>
            <a:off x="6957912" y="2168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Freeform 3367"/>
          <p:cNvSpPr/>
          <p:nvPr/>
        </p:nvSpPr>
        <p:spPr>
          <a:xfrm>
            <a:off x="7526242" y="2140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Freeform 3368"/>
          <p:cNvSpPr/>
          <p:nvPr/>
        </p:nvSpPr>
        <p:spPr>
          <a:xfrm>
            <a:off x="8657840" y="2162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Freeform 3369"/>
          <p:cNvSpPr/>
          <p:nvPr/>
        </p:nvSpPr>
        <p:spPr>
          <a:xfrm>
            <a:off x="7768345" y="21535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Freeform 3370"/>
          <p:cNvSpPr/>
          <p:nvPr/>
        </p:nvSpPr>
        <p:spPr>
          <a:xfrm>
            <a:off x="7449994" y="214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Freeform 3371"/>
          <p:cNvSpPr/>
          <p:nvPr/>
        </p:nvSpPr>
        <p:spPr>
          <a:xfrm>
            <a:off x="7210034" y="2149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Freeform 3372"/>
          <p:cNvSpPr/>
          <p:nvPr/>
        </p:nvSpPr>
        <p:spPr>
          <a:xfrm>
            <a:off x="7287752" y="2157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Freeform 3373"/>
          <p:cNvSpPr/>
          <p:nvPr/>
        </p:nvSpPr>
        <p:spPr>
          <a:xfrm>
            <a:off x="7947565" y="2142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Freeform 3374"/>
          <p:cNvSpPr/>
          <p:nvPr/>
        </p:nvSpPr>
        <p:spPr>
          <a:xfrm>
            <a:off x="7430972" y="21465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Freeform 3375"/>
          <p:cNvSpPr/>
          <p:nvPr/>
        </p:nvSpPr>
        <p:spPr>
          <a:xfrm>
            <a:off x="7782436" y="2136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Freeform 3376"/>
          <p:cNvSpPr/>
          <p:nvPr/>
        </p:nvSpPr>
        <p:spPr>
          <a:xfrm>
            <a:off x="7317260" y="2143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Freeform 3377"/>
          <p:cNvSpPr/>
          <p:nvPr/>
        </p:nvSpPr>
        <p:spPr>
          <a:xfrm>
            <a:off x="6890506" y="2151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Freeform 3378"/>
          <p:cNvSpPr/>
          <p:nvPr/>
        </p:nvSpPr>
        <p:spPr>
          <a:xfrm>
            <a:off x="7388900" y="21541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Freeform 3379"/>
          <p:cNvSpPr/>
          <p:nvPr/>
        </p:nvSpPr>
        <p:spPr>
          <a:xfrm>
            <a:off x="7098663" y="2147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Freeform 3380"/>
          <p:cNvSpPr/>
          <p:nvPr/>
        </p:nvSpPr>
        <p:spPr>
          <a:xfrm>
            <a:off x="7632125" y="2136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Freeform 3381"/>
          <p:cNvSpPr/>
          <p:nvPr/>
        </p:nvSpPr>
        <p:spPr>
          <a:xfrm>
            <a:off x="666136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Freeform 3382"/>
          <p:cNvSpPr/>
          <p:nvPr/>
        </p:nvSpPr>
        <p:spPr>
          <a:xfrm>
            <a:off x="7260870" y="2148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Freeform 3383"/>
          <p:cNvSpPr/>
          <p:nvPr/>
        </p:nvSpPr>
        <p:spPr>
          <a:xfrm>
            <a:off x="6928723" y="2167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Freeform 3384"/>
          <p:cNvSpPr/>
          <p:nvPr/>
        </p:nvSpPr>
        <p:spPr>
          <a:xfrm>
            <a:off x="7447822" y="2145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Freeform 3385"/>
          <p:cNvSpPr/>
          <p:nvPr/>
        </p:nvSpPr>
        <p:spPr>
          <a:xfrm>
            <a:off x="7302010" y="2143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Freeform 3386"/>
          <p:cNvSpPr/>
          <p:nvPr/>
        </p:nvSpPr>
        <p:spPr>
          <a:xfrm>
            <a:off x="7873102" y="2150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Freeform 3387"/>
          <p:cNvSpPr/>
          <p:nvPr/>
        </p:nvSpPr>
        <p:spPr>
          <a:xfrm>
            <a:off x="6848796" y="215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Freeform 3388"/>
          <p:cNvSpPr/>
          <p:nvPr/>
        </p:nvSpPr>
        <p:spPr>
          <a:xfrm>
            <a:off x="7541754" y="2152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Freeform 3389"/>
          <p:cNvSpPr/>
          <p:nvPr/>
        </p:nvSpPr>
        <p:spPr>
          <a:xfrm>
            <a:off x="7708265" y="2154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Freeform 3390"/>
          <p:cNvSpPr/>
          <p:nvPr/>
        </p:nvSpPr>
        <p:spPr>
          <a:xfrm>
            <a:off x="7831730" y="2146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Freeform 3391"/>
          <p:cNvSpPr/>
          <p:nvPr/>
        </p:nvSpPr>
        <p:spPr>
          <a:xfrm>
            <a:off x="7614960" y="21622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Freeform 3392"/>
          <p:cNvSpPr/>
          <p:nvPr/>
        </p:nvSpPr>
        <p:spPr>
          <a:xfrm>
            <a:off x="8427595" y="21412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Freeform 3393"/>
          <p:cNvSpPr/>
          <p:nvPr/>
        </p:nvSpPr>
        <p:spPr>
          <a:xfrm>
            <a:off x="7509863" y="21457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Freeform 3394"/>
          <p:cNvSpPr/>
          <p:nvPr/>
        </p:nvSpPr>
        <p:spPr>
          <a:xfrm>
            <a:off x="7178765" y="2137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Freeform 3395"/>
          <p:cNvSpPr/>
          <p:nvPr/>
        </p:nvSpPr>
        <p:spPr>
          <a:xfrm>
            <a:off x="7547686" y="2144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Freeform 3396"/>
          <p:cNvSpPr/>
          <p:nvPr/>
        </p:nvSpPr>
        <p:spPr>
          <a:xfrm>
            <a:off x="7380156" y="216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Freeform 3397"/>
          <p:cNvSpPr/>
          <p:nvPr/>
        </p:nvSpPr>
        <p:spPr>
          <a:xfrm>
            <a:off x="6891766" y="216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Freeform 3398"/>
          <p:cNvSpPr/>
          <p:nvPr/>
        </p:nvSpPr>
        <p:spPr>
          <a:xfrm>
            <a:off x="6987021" y="2157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Freeform 3399"/>
          <p:cNvSpPr/>
          <p:nvPr/>
        </p:nvSpPr>
        <p:spPr>
          <a:xfrm>
            <a:off x="7704640" y="2158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Freeform 3400"/>
          <p:cNvSpPr/>
          <p:nvPr/>
        </p:nvSpPr>
        <p:spPr>
          <a:xfrm>
            <a:off x="7285477" y="2142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Freeform 3401"/>
          <p:cNvSpPr/>
          <p:nvPr/>
        </p:nvSpPr>
        <p:spPr>
          <a:xfrm>
            <a:off x="7732211" y="216084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Freeform 3402"/>
          <p:cNvSpPr/>
          <p:nvPr/>
        </p:nvSpPr>
        <p:spPr>
          <a:xfrm>
            <a:off x="7615887" y="214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Freeform 3403"/>
          <p:cNvSpPr/>
          <p:nvPr/>
        </p:nvSpPr>
        <p:spPr>
          <a:xfrm>
            <a:off x="6944915" y="2143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Freeform 3404"/>
          <p:cNvSpPr/>
          <p:nvPr/>
        </p:nvSpPr>
        <p:spPr>
          <a:xfrm>
            <a:off x="7582353" y="2153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Freeform 3405"/>
          <p:cNvSpPr/>
          <p:nvPr/>
        </p:nvSpPr>
        <p:spPr>
          <a:xfrm>
            <a:off x="7266994" y="2150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Freeform 3406"/>
          <p:cNvSpPr/>
          <p:nvPr/>
        </p:nvSpPr>
        <p:spPr>
          <a:xfrm>
            <a:off x="7388641" y="2160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Freeform 3407"/>
          <p:cNvSpPr/>
          <p:nvPr/>
        </p:nvSpPr>
        <p:spPr>
          <a:xfrm>
            <a:off x="7863308" y="2158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Freeform 3408"/>
          <p:cNvSpPr/>
          <p:nvPr/>
        </p:nvSpPr>
        <p:spPr>
          <a:xfrm>
            <a:off x="7173882" y="2154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Freeform 3409"/>
          <p:cNvSpPr/>
          <p:nvPr/>
        </p:nvSpPr>
        <p:spPr>
          <a:xfrm>
            <a:off x="6969484" y="21464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Freeform 3410"/>
          <p:cNvSpPr/>
          <p:nvPr/>
        </p:nvSpPr>
        <p:spPr>
          <a:xfrm>
            <a:off x="7972506" y="21465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Freeform 3411"/>
          <p:cNvSpPr/>
          <p:nvPr/>
        </p:nvSpPr>
        <p:spPr>
          <a:xfrm>
            <a:off x="7497200" y="214794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Freeform 3412"/>
          <p:cNvSpPr/>
          <p:nvPr/>
        </p:nvSpPr>
        <p:spPr>
          <a:xfrm>
            <a:off x="8113821" y="216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Freeform 3413"/>
          <p:cNvSpPr/>
          <p:nvPr/>
        </p:nvSpPr>
        <p:spPr>
          <a:xfrm>
            <a:off x="7638262" y="214546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Freeform 3414"/>
          <p:cNvSpPr/>
          <p:nvPr/>
        </p:nvSpPr>
        <p:spPr>
          <a:xfrm>
            <a:off x="7050388" y="2148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Freeform 3415"/>
          <p:cNvSpPr/>
          <p:nvPr/>
        </p:nvSpPr>
        <p:spPr>
          <a:xfrm>
            <a:off x="7999392" y="2155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Freeform 3416"/>
          <p:cNvSpPr/>
          <p:nvPr/>
        </p:nvSpPr>
        <p:spPr>
          <a:xfrm>
            <a:off x="6948433" y="2154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Freeform 3417"/>
          <p:cNvSpPr/>
          <p:nvPr/>
        </p:nvSpPr>
        <p:spPr>
          <a:xfrm>
            <a:off x="7498307" y="21520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Freeform 3418"/>
          <p:cNvSpPr/>
          <p:nvPr/>
        </p:nvSpPr>
        <p:spPr>
          <a:xfrm>
            <a:off x="7133041" y="213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Freeform 3419"/>
          <p:cNvSpPr/>
          <p:nvPr/>
        </p:nvSpPr>
        <p:spPr>
          <a:xfrm>
            <a:off x="8284706" y="2150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Freeform 3420"/>
          <p:cNvSpPr/>
          <p:nvPr/>
        </p:nvSpPr>
        <p:spPr>
          <a:xfrm>
            <a:off x="6763440" y="2138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Freeform 3421"/>
          <p:cNvSpPr/>
          <p:nvPr/>
        </p:nvSpPr>
        <p:spPr>
          <a:xfrm>
            <a:off x="7172609" y="2156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Freeform 3422"/>
          <p:cNvSpPr/>
          <p:nvPr/>
        </p:nvSpPr>
        <p:spPr>
          <a:xfrm>
            <a:off x="7737343" y="2153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Freeform 3423"/>
          <p:cNvSpPr/>
          <p:nvPr/>
        </p:nvSpPr>
        <p:spPr>
          <a:xfrm>
            <a:off x="7322472" y="2147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Freeform 3424"/>
          <p:cNvSpPr/>
          <p:nvPr/>
        </p:nvSpPr>
        <p:spPr>
          <a:xfrm>
            <a:off x="7526244" y="2160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Freeform 3425"/>
          <p:cNvSpPr/>
          <p:nvPr/>
        </p:nvSpPr>
        <p:spPr>
          <a:xfrm>
            <a:off x="7279300" y="215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Freeform 3426"/>
          <p:cNvSpPr/>
          <p:nvPr/>
        </p:nvSpPr>
        <p:spPr>
          <a:xfrm>
            <a:off x="7418234" y="2143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Freeform 3427"/>
          <p:cNvSpPr/>
          <p:nvPr/>
        </p:nvSpPr>
        <p:spPr>
          <a:xfrm>
            <a:off x="7099015" y="2143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Freeform 3428"/>
          <p:cNvSpPr/>
          <p:nvPr/>
        </p:nvSpPr>
        <p:spPr>
          <a:xfrm>
            <a:off x="7594835" y="2139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Freeform 3429"/>
          <p:cNvSpPr/>
          <p:nvPr/>
        </p:nvSpPr>
        <p:spPr>
          <a:xfrm>
            <a:off x="7277377" y="2149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Freeform 3430"/>
          <p:cNvSpPr/>
          <p:nvPr/>
        </p:nvSpPr>
        <p:spPr>
          <a:xfrm>
            <a:off x="7947877" y="2152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Freeform 3431"/>
          <p:cNvSpPr/>
          <p:nvPr/>
        </p:nvSpPr>
        <p:spPr>
          <a:xfrm>
            <a:off x="7839069" y="215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Freeform 3432"/>
          <p:cNvSpPr/>
          <p:nvPr/>
        </p:nvSpPr>
        <p:spPr>
          <a:xfrm>
            <a:off x="7563608" y="2142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Freeform 3433"/>
          <p:cNvSpPr/>
          <p:nvPr/>
        </p:nvSpPr>
        <p:spPr>
          <a:xfrm>
            <a:off x="7322455" y="2145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Freeform 3434"/>
          <p:cNvSpPr/>
          <p:nvPr/>
        </p:nvSpPr>
        <p:spPr>
          <a:xfrm>
            <a:off x="6894709" y="21469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Freeform 3435"/>
          <p:cNvSpPr/>
          <p:nvPr/>
        </p:nvSpPr>
        <p:spPr>
          <a:xfrm>
            <a:off x="6906786" y="2144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Freeform 3436"/>
          <p:cNvSpPr/>
          <p:nvPr/>
        </p:nvSpPr>
        <p:spPr>
          <a:xfrm>
            <a:off x="7447019" y="21541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Freeform 3437"/>
          <p:cNvSpPr/>
          <p:nvPr/>
        </p:nvSpPr>
        <p:spPr>
          <a:xfrm>
            <a:off x="8220728" y="2170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Freeform 3438"/>
          <p:cNvSpPr/>
          <p:nvPr/>
        </p:nvSpPr>
        <p:spPr>
          <a:xfrm>
            <a:off x="7684827" y="21464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Freeform 3439"/>
          <p:cNvSpPr/>
          <p:nvPr/>
        </p:nvSpPr>
        <p:spPr>
          <a:xfrm>
            <a:off x="7520370" y="2138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Freeform 3440"/>
          <p:cNvSpPr/>
          <p:nvPr/>
        </p:nvSpPr>
        <p:spPr>
          <a:xfrm>
            <a:off x="6910689" y="2142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Freeform 3441"/>
          <p:cNvSpPr/>
          <p:nvPr/>
        </p:nvSpPr>
        <p:spPr>
          <a:xfrm>
            <a:off x="8210502" y="21597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Freeform 3442"/>
          <p:cNvSpPr/>
          <p:nvPr/>
        </p:nvSpPr>
        <p:spPr>
          <a:xfrm>
            <a:off x="6590160" y="2149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Freeform 3443"/>
          <p:cNvSpPr/>
          <p:nvPr/>
        </p:nvSpPr>
        <p:spPr>
          <a:xfrm>
            <a:off x="8135844" y="2152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Freeform 3444"/>
          <p:cNvSpPr/>
          <p:nvPr/>
        </p:nvSpPr>
        <p:spPr>
          <a:xfrm>
            <a:off x="7797703" y="2159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Freeform 3445"/>
          <p:cNvSpPr/>
          <p:nvPr/>
        </p:nvSpPr>
        <p:spPr>
          <a:xfrm>
            <a:off x="7669412" y="21551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Freeform 3446"/>
          <p:cNvSpPr/>
          <p:nvPr/>
        </p:nvSpPr>
        <p:spPr>
          <a:xfrm>
            <a:off x="8014160" y="2146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Freeform 3447"/>
          <p:cNvSpPr/>
          <p:nvPr/>
        </p:nvSpPr>
        <p:spPr>
          <a:xfrm>
            <a:off x="6982446" y="2151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Freeform 3448"/>
          <p:cNvSpPr/>
          <p:nvPr/>
        </p:nvSpPr>
        <p:spPr>
          <a:xfrm>
            <a:off x="7994901" y="2153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Freeform 3449"/>
          <p:cNvSpPr/>
          <p:nvPr/>
        </p:nvSpPr>
        <p:spPr>
          <a:xfrm>
            <a:off x="7189175" y="21477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Freeform 3450"/>
          <p:cNvSpPr/>
          <p:nvPr/>
        </p:nvSpPr>
        <p:spPr>
          <a:xfrm>
            <a:off x="7674759" y="2146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Freeform 3451"/>
          <p:cNvSpPr/>
          <p:nvPr/>
        </p:nvSpPr>
        <p:spPr>
          <a:xfrm>
            <a:off x="6955676" y="2156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Freeform 3452"/>
          <p:cNvSpPr/>
          <p:nvPr/>
        </p:nvSpPr>
        <p:spPr>
          <a:xfrm>
            <a:off x="7278901" y="215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Freeform 3453"/>
          <p:cNvSpPr/>
          <p:nvPr/>
        </p:nvSpPr>
        <p:spPr>
          <a:xfrm>
            <a:off x="6765787" y="2161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Freeform 3454"/>
          <p:cNvSpPr/>
          <p:nvPr/>
        </p:nvSpPr>
        <p:spPr>
          <a:xfrm>
            <a:off x="7223870" y="21399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Freeform 3455"/>
          <p:cNvSpPr/>
          <p:nvPr/>
        </p:nvSpPr>
        <p:spPr>
          <a:xfrm>
            <a:off x="7127462" y="214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Freeform 3456"/>
          <p:cNvSpPr/>
          <p:nvPr/>
        </p:nvSpPr>
        <p:spPr>
          <a:xfrm>
            <a:off x="8049247" y="2149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Freeform 3457"/>
          <p:cNvSpPr/>
          <p:nvPr/>
        </p:nvSpPr>
        <p:spPr>
          <a:xfrm>
            <a:off x="7401914" y="2137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Freeform 3458"/>
          <p:cNvSpPr/>
          <p:nvPr/>
        </p:nvSpPr>
        <p:spPr>
          <a:xfrm>
            <a:off x="7928297" y="215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Freeform 3459"/>
          <p:cNvSpPr/>
          <p:nvPr/>
        </p:nvSpPr>
        <p:spPr>
          <a:xfrm>
            <a:off x="7631165" y="2146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Freeform 3460"/>
          <p:cNvSpPr/>
          <p:nvPr/>
        </p:nvSpPr>
        <p:spPr>
          <a:xfrm>
            <a:off x="7637739" y="2151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Freeform 3461"/>
          <p:cNvSpPr/>
          <p:nvPr/>
        </p:nvSpPr>
        <p:spPr>
          <a:xfrm>
            <a:off x="7142442" y="2151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Freeform 3462"/>
          <p:cNvSpPr/>
          <p:nvPr/>
        </p:nvSpPr>
        <p:spPr>
          <a:xfrm>
            <a:off x="8028567" y="2168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Freeform 3463"/>
          <p:cNvSpPr/>
          <p:nvPr/>
        </p:nvSpPr>
        <p:spPr>
          <a:xfrm>
            <a:off x="7849406" y="21633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Freeform 3464"/>
          <p:cNvSpPr/>
          <p:nvPr/>
        </p:nvSpPr>
        <p:spPr>
          <a:xfrm>
            <a:off x="7746136" y="2150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Freeform 3465"/>
          <p:cNvSpPr/>
          <p:nvPr/>
        </p:nvSpPr>
        <p:spPr>
          <a:xfrm>
            <a:off x="6681497" y="2157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Freeform 3466"/>
          <p:cNvSpPr/>
          <p:nvPr/>
        </p:nvSpPr>
        <p:spPr>
          <a:xfrm>
            <a:off x="6742487" y="21490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Freeform 3467"/>
          <p:cNvSpPr/>
          <p:nvPr/>
        </p:nvSpPr>
        <p:spPr>
          <a:xfrm>
            <a:off x="7420592" y="2139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Freeform 3468"/>
          <p:cNvSpPr/>
          <p:nvPr/>
        </p:nvSpPr>
        <p:spPr>
          <a:xfrm>
            <a:off x="6622291" y="2143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Freeform 3469"/>
          <p:cNvSpPr/>
          <p:nvPr/>
        </p:nvSpPr>
        <p:spPr>
          <a:xfrm>
            <a:off x="8073016" y="2145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Freeform 3470"/>
          <p:cNvSpPr/>
          <p:nvPr/>
        </p:nvSpPr>
        <p:spPr>
          <a:xfrm>
            <a:off x="7461920" y="2151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Freeform 3471"/>
          <p:cNvSpPr/>
          <p:nvPr/>
        </p:nvSpPr>
        <p:spPr>
          <a:xfrm>
            <a:off x="7980159" y="2143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Freeform 3472"/>
          <p:cNvSpPr/>
          <p:nvPr/>
        </p:nvSpPr>
        <p:spPr>
          <a:xfrm>
            <a:off x="8128135" y="2152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Freeform 3473"/>
          <p:cNvSpPr/>
          <p:nvPr/>
        </p:nvSpPr>
        <p:spPr>
          <a:xfrm>
            <a:off x="6622209" y="2131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Freeform 3474"/>
          <p:cNvSpPr/>
          <p:nvPr/>
        </p:nvSpPr>
        <p:spPr>
          <a:xfrm>
            <a:off x="8202299" y="2159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Freeform 3475"/>
          <p:cNvSpPr/>
          <p:nvPr/>
        </p:nvSpPr>
        <p:spPr>
          <a:xfrm>
            <a:off x="7567823" y="2131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Freeform 3476"/>
          <p:cNvSpPr/>
          <p:nvPr/>
        </p:nvSpPr>
        <p:spPr>
          <a:xfrm>
            <a:off x="6801639" y="2145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Freeform 3477"/>
          <p:cNvSpPr/>
          <p:nvPr/>
        </p:nvSpPr>
        <p:spPr>
          <a:xfrm>
            <a:off x="7073205" y="21377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Freeform 3478"/>
          <p:cNvSpPr/>
          <p:nvPr/>
        </p:nvSpPr>
        <p:spPr>
          <a:xfrm>
            <a:off x="6871591" y="2140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Freeform 3479"/>
          <p:cNvSpPr/>
          <p:nvPr/>
        </p:nvSpPr>
        <p:spPr>
          <a:xfrm>
            <a:off x="7716037" y="2153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Freeform 3480"/>
          <p:cNvSpPr/>
          <p:nvPr/>
        </p:nvSpPr>
        <p:spPr>
          <a:xfrm>
            <a:off x="7228034" y="2146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Freeform 3481"/>
          <p:cNvSpPr/>
          <p:nvPr/>
        </p:nvSpPr>
        <p:spPr>
          <a:xfrm>
            <a:off x="6550856" y="2137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Freeform 3482"/>
          <p:cNvSpPr/>
          <p:nvPr/>
        </p:nvSpPr>
        <p:spPr>
          <a:xfrm>
            <a:off x="7659177" y="2150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Freeform 3483"/>
          <p:cNvSpPr/>
          <p:nvPr/>
        </p:nvSpPr>
        <p:spPr>
          <a:xfrm>
            <a:off x="7734578" y="2145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Freeform 3484"/>
          <p:cNvSpPr/>
          <p:nvPr/>
        </p:nvSpPr>
        <p:spPr>
          <a:xfrm>
            <a:off x="7009577" y="2154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Freeform 3485"/>
          <p:cNvSpPr/>
          <p:nvPr/>
        </p:nvSpPr>
        <p:spPr>
          <a:xfrm>
            <a:off x="7781347" y="2152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Freeform 3486"/>
          <p:cNvSpPr/>
          <p:nvPr/>
        </p:nvSpPr>
        <p:spPr>
          <a:xfrm>
            <a:off x="7120385" y="215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Freeform 3487"/>
          <p:cNvSpPr/>
          <p:nvPr/>
        </p:nvSpPr>
        <p:spPr>
          <a:xfrm>
            <a:off x="6825512" y="2152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Freeform 3488"/>
          <p:cNvSpPr/>
          <p:nvPr/>
        </p:nvSpPr>
        <p:spPr>
          <a:xfrm>
            <a:off x="8128404" y="2149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Freeform 3489"/>
          <p:cNvSpPr/>
          <p:nvPr/>
        </p:nvSpPr>
        <p:spPr>
          <a:xfrm>
            <a:off x="7578085" y="214245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Freeform 3490"/>
          <p:cNvSpPr/>
          <p:nvPr/>
        </p:nvSpPr>
        <p:spPr>
          <a:xfrm>
            <a:off x="7732837" y="2145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Freeform 3491"/>
          <p:cNvSpPr/>
          <p:nvPr/>
        </p:nvSpPr>
        <p:spPr>
          <a:xfrm>
            <a:off x="7349753" y="2161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Freeform 3492"/>
          <p:cNvSpPr/>
          <p:nvPr/>
        </p:nvSpPr>
        <p:spPr>
          <a:xfrm>
            <a:off x="7247686" y="2136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Freeform 3493"/>
          <p:cNvSpPr/>
          <p:nvPr/>
        </p:nvSpPr>
        <p:spPr>
          <a:xfrm>
            <a:off x="7956365" y="215648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Freeform 3494"/>
          <p:cNvSpPr/>
          <p:nvPr/>
        </p:nvSpPr>
        <p:spPr>
          <a:xfrm>
            <a:off x="7387941" y="2157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Freeform 3495"/>
          <p:cNvSpPr/>
          <p:nvPr/>
        </p:nvSpPr>
        <p:spPr>
          <a:xfrm>
            <a:off x="7584699" y="2146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Freeform 3496"/>
          <p:cNvSpPr/>
          <p:nvPr/>
        </p:nvSpPr>
        <p:spPr>
          <a:xfrm>
            <a:off x="7474500" y="21515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Freeform 3497"/>
          <p:cNvSpPr/>
          <p:nvPr/>
        </p:nvSpPr>
        <p:spPr>
          <a:xfrm>
            <a:off x="7622066" y="2140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Freeform 3498"/>
          <p:cNvSpPr/>
          <p:nvPr/>
        </p:nvSpPr>
        <p:spPr>
          <a:xfrm>
            <a:off x="6858284" y="215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Freeform 3499"/>
          <p:cNvSpPr/>
          <p:nvPr/>
        </p:nvSpPr>
        <p:spPr>
          <a:xfrm>
            <a:off x="7260723" y="2164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Freeform 3500"/>
          <p:cNvSpPr/>
          <p:nvPr/>
        </p:nvSpPr>
        <p:spPr>
          <a:xfrm>
            <a:off x="7257768" y="21452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Freeform 3501"/>
          <p:cNvSpPr/>
          <p:nvPr/>
        </p:nvSpPr>
        <p:spPr>
          <a:xfrm>
            <a:off x="7869932" y="2155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Freeform 3502"/>
          <p:cNvSpPr/>
          <p:nvPr/>
        </p:nvSpPr>
        <p:spPr>
          <a:xfrm>
            <a:off x="7248637" y="21529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Freeform 3503"/>
          <p:cNvSpPr/>
          <p:nvPr/>
        </p:nvSpPr>
        <p:spPr>
          <a:xfrm>
            <a:off x="7728436" y="2160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Freeform 3504"/>
          <p:cNvSpPr/>
          <p:nvPr/>
        </p:nvSpPr>
        <p:spPr>
          <a:xfrm>
            <a:off x="7120625" y="2151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Freeform 3505"/>
          <p:cNvSpPr/>
          <p:nvPr/>
        </p:nvSpPr>
        <p:spPr>
          <a:xfrm>
            <a:off x="7770295" y="2145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Freeform 3506"/>
          <p:cNvSpPr/>
          <p:nvPr/>
        </p:nvSpPr>
        <p:spPr>
          <a:xfrm>
            <a:off x="7266724" y="216418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Freeform 3507"/>
          <p:cNvSpPr/>
          <p:nvPr/>
        </p:nvSpPr>
        <p:spPr>
          <a:xfrm>
            <a:off x="8083585" y="2140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Freeform 3508"/>
          <p:cNvSpPr/>
          <p:nvPr/>
        </p:nvSpPr>
        <p:spPr>
          <a:xfrm>
            <a:off x="7569898" y="21546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Freeform 3509"/>
          <p:cNvSpPr/>
          <p:nvPr/>
        </p:nvSpPr>
        <p:spPr>
          <a:xfrm>
            <a:off x="7226049" y="214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Freeform 3510"/>
          <p:cNvSpPr/>
          <p:nvPr/>
        </p:nvSpPr>
        <p:spPr>
          <a:xfrm>
            <a:off x="7752915" y="2147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Freeform 3511"/>
          <p:cNvSpPr/>
          <p:nvPr/>
        </p:nvSpPr>
        <p:spPr>
          <a:xfrm>
            <a:off x="8235179" y="21446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Freeform 3512"/>
          <p:cNvSpPr/>
          <p:nvPr/>
        </p:nvSpPr>
        <p:spPr>
          <a:xfrm>
            <a:off x="7055324" y="2162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Freeform 3513"/>
          <p:cNvSpPr/>
          <p:nvPr/>
        </p:nvSpPr>
        <p:spPr>
          <a:xfrm>
            <a:off x="6500914" y="2150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Freeform 3514"/>
          <p:cNvSpPr/>
          <p:nvPr/>
        </p:nvSpPr>
        <p:spPr>
          <a:xfrm>
            <a:off x="7400699" y="2152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Freeform 3515"/>
          <p:cNvSpPr/>
          <p:nvPr/>
        </p:nvSpPr>
        <p:spPr>
          <a:xfrm>
            <a:off x="7865184" y="213786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Freeform 3516"/>
          <p:cNvSpPr/>
          <p:nvPr/>
        </p:nvSpPr>
        <p:spPr>
          <a:xfrm>
            <a:off x="7763275" y="2136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Freeform 3517"/>
          <p:cNvSpPr/>
          <p:nvPr/>
        </p:nvSpPr>
        <p:spPr>
          <a:xfrm>
            <a:off x="7679712" y="2136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Freeform 3518"/>
          <p:cNvSpPr/>
          <p:nvPr/>
        </p:nvSpPr>
        <p:spPr>
          <a:xfrm>
            <a:off x="6669944" y="2139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Freeform 3519"/>
          <p:cNvSpPr/>
          <p:nvPr/>
        </p:nvSpPr>
        <p:spPr>
          <a:xfrm>
            <a:off x="7882207" y="2161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Freeform 3520"/>
          <p:cNvSpPr/>
          <p:nvPr/>
        </p:nvSpPr>
        <p:spPr>
          <a:xfrm>
            <a:off x="7957186" y="2148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Freeform 3521"/>
          <p:cNvSpPr/>
          <p:nvPr/>
        </p:nvSpPr>
        <p:spPr>
          <a:xfrm>
            <a:off x="7233507" y="2154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Freeform 3522"/>
          <p:cNvSpPr/>
          <p:nvPr/>
        </p:nvSpPr>
        <p:spPr>
          <a:xfrm>
            <a:off x="7580320" y="2143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Freeform 3523"/>
          <p:cNvSpPr/>
          <p:nvPr/>
        </p:nvSpPr>
        <p:spPr>
          <a:xfrm>
            <a:off x="7655789" y="2143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Freeform 3524"/>
          <p:cNvSpPr/>
          <p:nvPr/>
        </p:nvSpPr>
        <p:spPr>
          <a:xfrm>
            <a:off x="8113881" y="2159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Freeform 3525"/>
          <p:cNvSpPr/>
          <p:nvPr/>
        </p:nvSpPr>
        <p:spPr>
          <a:xfrm>
            <a:off x="7023146" y="2153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Freeform 3526"/>
          <p:cNvSpPr/>
          <p:nvPr/>
        </p:nvSpPr>
        <p:spPr>
          <a:xfrm>
            <a:off x="8107813" y="215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Freeform 3527"/>
          <p:cNvSpPr/>
          <p:nvPr/>
        </p:nvSpPr>
        <p:spPr>
          <a:xfrm>
            <a:off x="7986297" y="2145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Freeform 3528"/>
          <p:cNvSpPr/>
          <p:nvPr/>
        </p:nvSpPr>
        <p:spPr>
          <a:xfrm>
            <a:off x="8234712" y="2153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Freeform 3529"/>
          <p:cNvSpPr/>
          <p:nvPr/>
        </p:nvSpPr>
        <p:spPr>
          <a:xfrm>
            <a:off x="7647723" y="214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Freeform 3530"/>
          <p:cNvSpPr/>
          <p:nvPr/>
        </p:nvSpPr>
        <p:spPr>
          <a:xfrm>
            <a:off x="7367896" y="21490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Freeform 3531"/>
          <p:cNvSpPr/>
          <p:nvPr/>
        </p:nvSpPr>
        <p:spPr>
          <a:xfrm>
            <a:off x="6925426" y="2154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Freeform 3532"/>
          <p:cNvSpPr/>
          <p:nvPr/>
        </p:nvSpPr>
        <p:spPr>
          <a:xfrm>
            <a:off x="8215876" y="21631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Freeform 3533"/>
          <p:cNvSpPr/>
          <p:nvPr/>
        </p:nvSpPr>
        <p:spPr>
          <a:xfrm>
            <a:off x="7220133" y="2160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Freeform 3534"/>
          <p:cNvSpPr/>
          <p:nvPr/>
        </p:nvSpPr>
        <p:spPr>
          <a:xfrm>
            <a:off x="7846885" y="2153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Freeform 3535"/>
          <p:cNvSpPr/>
          <p:nvPr/>
        </p:nvSpPr>
        <p:spPr>
          <a:xfrm>
            <a:off x="8329680" y="214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Freeform 3536"/>
          <p:cNvSpPr/>
          <p:nvPr/>
        </p:nvSpPr>
        <p:spPr>
          <a:xfrm>
            <a:off x="7911075" y="213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Freeform 3537"/>
          <p:cNvSpPr/>
          <p:nvPr/>
        </p:nvSpPr>
        <p:spPr>
          <a:xfrm>
            <a:off x="7986322" y="2145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Freeform 3538"/>
          <p:cNvSpPr/>
          <p:nvPr/>
        </p:nvSpPr>
        <p:spPr>
          <a:xfrm>
            <a:off x="7333630" y="2147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Freeform 3539"/>
          <p:cNvSpPr/>
          <p:nvPr/>
        </p:nvSpPr>
        <p:spPr>
          <a:xfrm>
            <a:off x="7315194" y="21360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Freeform 3540"/>
          <p:cNvSpPr/>
          <p:nvPr/>
        </p:nvSpPr>
        <p:spPr>
          <a:xfrm>
            <a:off x="7727253" y="2156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Freeform 3541"/>
          <p:cNvSpPr/>
          <p:nvPr/>
        </p:nvSpPr>
        <p:spPr>
          <a:xfrm>
            <a:off x="7105854" y="2142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Freeform 3542"/>
          <p:cNvSpPr/>
          <p:nvPr/>
        </p:nvSpPr>
        <p:spPr>
          <a:xfrm>
            <a:off x="7165524" y="215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Freeform 3543"/>
          <p:cNvSpPr/>
          <p:nvPr/>
        </p:nvSpPr>
        <p:spPr>
          <a:xfrm>
            <a:off x="6901743" y="2146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Freeform 3544"/>
          <p:cNvSpPr/>
          <p:nvPr/>
        </p:nvSpPr>
        <p:spPr>
          <a:xfrm>
            <a:off x="8208029" y="21555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Freeform 3545"/>
          <p:cNvSpPr/>
          <p:nvPr/>
        </p:nvSpPr>
        <p:spPr>
          <a:xfrm>
            <a:off x="7474819" y="2145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Freeform 3546"/>
          <p:cNvSpPr/>
          <p:nvPr/>
        </p:nvSpPr>
        <p:spPr>
          <a:xfrm>
            <a:off x="8258482" y="2148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Freeform 3547"/>
          <p:cNvSpPr/>
          <p:nvPr/>
        </p:nvSpPr>
        <p:spPr>
          <a:xfrm>
            <a:off x="8771684" y="2145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Freeform 3548"/>
          <p:cNvSpPr/>
          <p:nvPr/>
        </p:nvSpPr>
        <p:spPr>
          <a:xfrm>
            <a:off x="8251893" y="21465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Freeform 3549"/>
          <p:cNvSpPr/>
          <p:nvPr/>
        </p:nvSpPr>
        <p:spPr>
          <a:xfrm>
            <a:off x="7394167" y="215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Freeform 3550"/>
          <p:cNvSpPr/>
          <p:nvPr/>
        </p:nvSpPr>
        <p:spPr>
          <a:xfrm>
            <a:off x="8111615" y="2140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Freeform 3551"/>
          <p:cNvSpPr/>
          <p:nvPr/>
        </p:nvSpPr>
        <p:spPr>
          <a:xfrm>
            <a:off x="7602734" y="2133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Freeform 3552"/>
          <p:cNvSpPr/>
          <p:nvPr/>
        </p:nvSpPr>
        <p:spPr>
          <a:xfrm>
            <a:off x="7391925" y="2149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Freeform 3553"/>
          <p:cNvSpPr/>
          <p:nvPr/>
        </p:nvSpPr>
        <p:spPr>
          <a:xfrm>
            <a:off x="6884012" y="2153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Freeform 3554"/>
          <p:cNvSpPr/>
          <p:nvPr/>
        </p:nvSpPr>
        <p:spPr>
          <a:xfrm>
            <a:off x="7220641" y="2145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Freeform 3555"/>
          <p:cNvSpPr/>
          <p:nvPr/>
        </p:nvSpPr>
        <p:spPr>
          <a:xfrm>
            <a:off x="8565608" y="2155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Freeform 3556"/>
          <p:cNvSpPr/>
          <p:nvPr/>
        </p:nvSpPr>
        <p:spPr>
          <a:xfrm>
            <a:off x="7335271" y="21322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Freeform 3557"/>
          <p:cNvSpPr/>
          <p:nvPr/>
        </p:nvSpPr>
        <p:spPr>
          <a:xfrm>
            <a:off x="7683188" y="2160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Freeform 3558"/>
          <p:cNvSpPr/>
          <p:nvPr/>
        </p:nvSpPr>
        <p:spPr>
          <a:xfrm>
            <a:off x="8223608" y="2134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Freeform 3559"/>
          <p:cNvSpPr/>
          <p:nvPr/>
        </p:nvSpPr>
        <p:spPr>
          <a:xfrm>
            <a:off x="6926560" y="2148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Freeform 3560"/>
          <p:cNvSpPr/>
          <p:nvPr/>
        </p:nvSpPr>
        <p:spPr>
          <a:xfrm>
            <a:off x="7326766" y="21502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Freeform 3561"/>
          <p:cNvSpPr/>
          <p:nvPr/>
        </p:nvSpPr>
        <p:spPr>
          <a:xfrm>
            <a:off x="6952698" y="2149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Freeform 3562"/>
          <p:cNvSpPr/>
          <p:nvPr/>
        </p:nvSpPr>
        <p:spPr>
          <a:xfrm>
            <a:off x="7089217" y="21580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Freeform 3563"/>
          <p:cNvSpPr/>
          <p:nvPr/>
        </p:nvSpPr>
        <p:spPr>
          <a:xfrm>
            <a:off x="7794595" y="2157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Freeform 3564"/>
          <p:cNvSpPr/>
          <p:nvPr/>
        </p:nvSpPr>
        <p:spPr>
          <a:xfrm>
            <a:off x="7493380" y="2146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Freeform 3565"/>
          <p:cNvSpPr/>
          <p:nvPr/>
        </p:nvSpPr>
        <p:spPr>
          <a:xfrm>
            <a:off x="7850342" y="2152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Freeform 3566"/>
          <p:cNvSpPr/>
          <p:nvPr/>
        </p:nvSpPr>
        <p:spPr>
          <a:xfrm>
            <a:off x="7081547" y="21462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Freeform 3567"/>
          <p:cNvSpPr/>
          <p:nvPr/>
        </p:nvSpPr>
        <p:spPr>
          <a:xfrm>
            <a:off x="7687709" y="214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Freeform 3568"/>
          <p:cNvSpPr/>
          <p:nvPr/>
        </p:nvSpPr>
        <p:spPr>
          <a:xfrm>
            <a:off x="7863495" y="213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Freeform 3569"/>
          <p:cNvSpPr/>
          <p:nvPr/>
        </p:nvSpPr>
        <p:spPr>
          <a:xfrm>
            <a:off x="6877119" y="2164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Freeform 3570"/>
          <p:cNvSpPr/>
          <p:nvPr/>
        </p:nvSpPr>
        <p:spPr>
          <a:xfrm>
            <a:off x="8223305" y="214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Freeform 3571"/>
          <p:cNvSpPr/>
          <p:nvPr/>
        </p:nvSpPr>
        <p:spPr>
          <a:xfrm>
            <a:off x="7097172" y="216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Freeform 3572"/>
          <p:cNvSpPr/>
          <p:nvPr/>
        </p:nvSpPr>
        <p:spPr>
          <a:xfrm>
            <a:off x="7988526" y="2159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Freeform 3573"/>
          <p:cNvSpPr/>
          <p:nvPr/>
        </p:nvSpPr>
        <p:spPr>
          <a:xfrm>
            <a:off x="8031417" y="2155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Freeform 3574"/>
          <p:cNvSpPr/>
          <p:nvPr/>
        </p:nvSpPr>
        <p:spPr>
          <a:xfrm>
            <a:off x="7031127" y="21538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Freeform 3575"/>
          <p:cNvSpPr/>
          <p:nvPr/>
        </p:nvSpPr>
        <p:spPr>
          <a:xfrm>
            <a:off x="6806837" y="2144828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Freeform 3576"/>
          <p:cNvSpPr/>
          <p:nvPr/>
        </p:nvSpPr>
        <p:spPr>
          <a:xfrm>
            <a:off x="7895495" y="2161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Freeform 3577"/>
          <p:cNvSpPr/>
          <p:nvPr/>
        </p:nvSpPr>
        <p:spPr>
          <a:xfrm>
            <a:off x="7410616" y="2141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Freeform 3578"/>
          <p:cNvSpPr/>
          <p:nvPr/>
        </p:nvSpPr>
        <p:spPr>
          <a:xfrm>
            <a:off x="7358652" y="2149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Freeform 3579"/>
          <p:cNvSpPr/>
          <p:nvPr/>
        </p:nvSpPr>
        <p:spPr>
          <a:xfrm>
            <a:off x="7047672" y="2146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Freeform 3580"/>
          <p:cNvSpPr/>
          <p:nvPr/>
        </p:nvSpPr>
        <p:spPr>
          <a:xfrm>
            <a:off x="7473015" y="2148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Freeform 3581"/>
          <p:cNvSpPr/>
          <p:nvPr/>
        </p:nvSpPr>
        <p:spPr>
          <a:xfrm>
            <a:off x="7509319" y="2160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Freeform 3582"/>
          <p:cNvSpPr/>
          <p:nvPr/>
        </p:nvSpPr>
        <p:spPr>
          <a:xfrm>
            <a:off x="7334290" y="2149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Freeform 3583"/>
          <p:cNvSpPr/>
          <p:nvPr/>
        </p:nvSpPr>
        <p:spPr>
          <a:xfrm>
            <a:off x="7373517" y="2134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Freeform 3584"/>
          <p:cNvSpPr/>
          <p:nvPr/>
        </p:nvSpPr>
        <p:spPr>
          <a:xfrm>
            <a:off x="7245761" y="2146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Freeform 3585"/>
          <p:cNvSpPr/>
          <p:nvPr/>
        </p:nvSpPr>
        <p:spPr>
          <a:xfrm>
            <a:off x="7262963" y="2152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Freeform 3586"/>
          <p:cNvSpPr/>
          <p:nvPr/>
        </p:nvSpPr>
        <p:spPr>
          <a:xfrm>
            <a:off x="7812033" y="2156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Freeform 3587"/>
          <p:cNvSpPr/>
          <p:nvPr/>
        </p:nvSpPr>
        <p:spPr>
          <a:xfrm>
            <a:off x="7532502" y="2160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Freeform 3588"/>
          <p:cNvSpPr/>
          <p:nvPr/>
        </p:nvSpPr>
        <p:spPr>
          <a:xfrm>
            <a:off x="7227574" y="214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Freeform 3589"/>
          <p:cNvSpPr/>
          <p:nvPr/>
        </p:nvSpPr>
        <p:spPr>
          <a:xfrm>
            <a:off x="7084384" y="2162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Freeform 3590"/>
          <p:cNvSpPr/>
          <p:nvPr/>
        </p:nvSpPr>
        <p:spPr>
          <a:xfrm>
            <a:off x="6891503" y="2141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Freeform 3591"/>
          <p:cNvSpPr/>
          <p:nvPr/>
        </p:nvSpPr>
        <p:spPr>
          <a:xfrm>
            <a:off x="8541939" y="2134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Freeform 3592"/>
          <p:cNvSpPr/>
          <p:nvPr/>
        </p:nvSpPr>
        <p:spPr>
          <a:xfrm>
            <a:off x="7831916" y="2135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Freeform 3593"/>
          <p:cNvSpPr/>
          <p:nvPr/>
        </p:nvSpPr>
        <p:spPr>
          <a:xfrm>
            <a:off x="7327217" y="215727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Freeform 3594"/>
          <p:cNvSpPr/>
          <p:nvPr/>
        </p:nvSpPr>
        <p:spPr>
          <a:xfrm>
            <a:off x="7756933" y="2138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Freeform 3595"/>
          <p:cNvSpPr/>
          <p:nvPr/>
        </p:nvSpPr>
        <p:spPr>
          <a:xfrm>
            <a:off x="8005855" y="2151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Freeform 3596"/>
          <p:cNvSpPr/>
          <p:nvPr/>
        </p:nvSpPr>
        <p:spPr>
          <a:xfrm>
            <a:off x="7889976" y="2144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Freeform 3597"/>
          <p:cNvSpPr/>
          <p:nvPr/>
        </p:nvSpPr>
        <p:spPr>
          <a:xfrm>
            <a:off x="7947866" y="2146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Freeform 3598"/>
          <p:cNvSpPr/>
          <p:nvPr/>
        </p:nvSpPr>
        <p:spPr>
          <a:xfrm>
            <a:off x="7335358" y="2149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Freeform 3599"/>
          <p:cNvSpPr/>
          <p:nvPr/>
        </p:nvSpPr>
        <p:spPr>
          <a:xfrm>
            <a:off x="6858897" y="2153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Freeform 3600"/>
          <p:cNvSpPr/>
          <p:nvPr/>
        </p:nvSpPr>
        <p:spPr>
          <a:xfrm>
            <a:off x="7343388" y="2156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Freeform 3601"/>
          <p:cNvSpPr/>
          <p:nvPr/>
        </p:nvSpPr>
        <p:spPr>
          <a:xfrm>
            <a:off x="6815238" y="215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Freeform 3602"/>
          <p:cNvSpPr/>
          <p:nvPr/>
        </p:nvSpPr>
        <p:spPr>
          <a:xfrm>
            <a:off x="6931697" y="2156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Freeform 3603"/>
          <p:cNvSpPr/>
          <p:nvPr/>
        </p:nvSpPr>
        <p:spPr>
          <a:xfrm>
            <a:off x="7121064" y="2143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Freeform 3604"/>
          <p:cNvSpPr/>
          <p:nvPr/>
        </p:nvSpPr>
        <p:spPr>
          <a:xfrm>
            <a:off x="7466398" y="215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Freeform 3605"/>
          <p:cNvSpPr/>
          <p:nvPr/>
        </p:nvSpPr>
        <p:spPr>
          <a:xfrm>
            <a:off x="7667644" y="2137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Freeform 3606"/>
          <p:cNvSpPr/>
          <p:nvPr/>
        </p:nvSpPr>
        <p:spPr>
          <a:xfrm>
            <a:off x="8005680" y="2148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Freeform 3607"/>
          <p:cNvSpPr/>
          <p:nvPr/>
        </p:nvSpPr>
        <p:spPr>
          <a:xfrm>
            <a:off x="7010280" y="2150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Freeform 3608"/>
          <p:cNvSpPr/>
          <p:nvPr/>
        </p:nvSpPr>
        <p:spPr>
          <a:xfrm>
            <a:off x="7453445" y="2145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Freeform 3609"/>
          <p:cNvSpPr/>
          <p:nvPr/>
        </p:nvSpPr>
        <p:spPr>
          <a:xfrm>
            <a:off x="7419385" y="213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Freeform 3610"/>
          <p:cNvSpPr/>
          <p:nvPr/>
        </p:nvSpPr>
        <p:spPr>
          <a:xfrm>
            <a:off x="7584676" y="2153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Freeform 3611"/>
          <p:cNvSpPr/>
          <p:nvPr/>
        </p:nvSpPr>
        <p:spPr>
          <a:xfrm>
            <a:off x="7263386" y="2140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Freeform 3612"/>
          <p:cNvSpPr/>
          <p:nvPr/>
        </p:nvSpPr>
        <p:spPr>
          <a:xfrm>
            <a:off x="7871769" y="2143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Freeform 3613"/>
          <p:cNvSpPr/>
          <p:nvPr/>
        </p:nvSpPr>
        <p:spPr>
          <a:xfrm>
            <a:off x="7220056" y="2172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Freeform 3614"/>
          <p:cNvSpPr/>
          <p:nvPr/>
        </p:nvSpPr>
        <p:spPr>
          <a:xfrm>
            <a:off x="7266286" y="21445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Freeform 3615"/>
          <p:cNvSpPr/>
          <p:nvPr/>
        </p:nvSpPr>
        <p:spPr>
          <a:xfrm>
            <a:off x="6656805" y="2163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Freeform 3616"/>
          <p:cNvSpPr/>
          <p:nvPr/>
        </p:nvSpPr>
        <p:spPr>
          <a:xfrm>
            <a:off x="6895837" y="2129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Freeform 3617"/>
          <p:cNvSpPr/>
          <p:nvPr/>
        </p:nvSpPr>
        <p:spPr>
          <a:xfrm>
            <a:off x="7391376" y="2148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Freeform 3618"/>
          <p:cNvSpPr/>
          <p:nvPr/>
        </p:nvSpPr>
        <p:spPr>
          <a:xfrm>
            <a:off x="7475431" y="2148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Freeform 3619"/>
          <p:cNvSpPr/>
          <p:nvPr/>
        </p:nvSpPr>
        <p:spPr>
          <a:xfrm>
            <a:off x="7491107" y="2146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Freeform 3620"/>
          <p:cNvSpPr/>
          <p:nvPr/>
        </p:nvSpPr>
        <p:spPr>
          <a:xfrm>
            <a:off x="7694539" y="2146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Freeform 3621"/>
          <p:cNvSpPr/>
          <p:nvPr/>
        </p:nvSpPr>
        <p:spPr>
          <a:xfrm>
            <a:off x="7485263" y="21399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Freeform 3622"/>
          <p:cNvSpPr/>
          <p:nvPr/>
        </p:nvSpPr>
        <p:spPr>
          <a:xfrm>
            <a:off x="7978578" y="21387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Freeform 3623"/>
          <p:cNvSpPr/>
          <p:nvPr/>
        </p:nvSpPr>
        <p:spPr>
          <a:xfrm>
            <a:off x="7282864" y="2149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Freeform 3624"/>
          <p:cNvSpPr/>
          <p:nvPr/>
        </p:nvSpPr>
        <p:spPr>
          <a:xfrm>
            <a:off x="7829751" y="2135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Freeform 3625"/>
          <p:cNvSpPr/>
          <p:nvPr/>
        </p:nvSpPr>
        <p:spPr>
          <a:xfrm>
            <a:off x="8045237" y="2149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Freeform 3626"/>
          <p:cNvSpPr/>
          <p:nvPr/>
        </p:nvSpPr>
        <p:spPr>
          <a:xfrm>
            <a:off x="7797432" y="215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Freeform 3627"/>
          <p:cNvSpPr/>
          <p:nvPr/>
        </p:nvSpPr>
        <p:spPr>
          <a:xfrm>
            <a:off x="7320279" y="21484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Freeform 3628"/>
          <p:cNvSpPr/>
          <p:nvPr/>
        </p:nvSpPr>
        <p:spPr>
          <a:xfrm>
            <a:off x="6793048" y="2152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Freeform 3629"/>
          <p:cNvSpPr/>
          <p:nvPr/>
        </p:nvSpPr>
        <p:spPr>
          <a:xfrm>
            <a:off x="7342060" y="2145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Freeform 3630"/>
          <p:cNvSpPr/>
          <p:nvPr/>
        </p:nvSpPr>
        <p:spPr>
          <a:xfrm>
            <a:off x="7581490" y="2157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Freeform 3631"/>
          <p:cNvSpPr/>
          <p:nvPr/>
        </p:nvSpPr>
        <p:spPr>
          <a:xfrm>
            <a:off x="7579852" y="2155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Freeform 3632"/>
          <p:cNvSpPr/>
          <p:nvPr/>
        </p:nvSpPr>
        <p:spPr>
          <a:xfrm>
            <a:off x="7192491" y="21455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Freeform 3633"/>
          <p:cNvSpPr/>
          <p:nvPr/>
        </p:nvSpPr>
        <p:spPr>
          <a:xfrm>
            <a:off x="7307099" y="215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Freeform 3634"/>
          <p:cNvSpPr/>
          <p:nvPr/>
        </p:nvSpPr>
        <p:spPr>
          <a:xfrm>
            <a:off x="8158430" y="215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Freeform 3635"/>
          <p:cNvSpPr/>
          <p:nvPr/>
        </p:nvSpPr>
        <p:spPr>
          <a:xfrm>
            <a:off x="7271577" y="2145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Freeform 3636"/>
          <p:cNvSpPr/>
          <p:nvPr/>
        </p:nvSpPr>
        <p:spPr>
          <a:xfrm>
            <a:off x="6004272" y="215199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Freeform 3637"/>
          <p:cNvSpPr/>
          <p:nvPr/>
        </p:nvSpPr>
        <p:spPr>
          <a:xfrm>
            <a:off x="7435502" y="2151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Freeform 3638"/>
          <p:cNvSpPr/>
          <p:nvPr/>
        </p:nvSpPr>
        <p:spPr>
          <a:xfrm>
            <a:off x="7415162" y="2153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Freeform 3639"/>
          <p:cNvSpPr/>
          <p:nvPr/>
        </p:nvSpPr>
        <p:spPr>
          <a:xfrm>
            <a:off x="7912576" y="2142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Freeform 3640"/>
          <p:cNvSpPr/>
          <p:nvPr/>
        </p:nvSpPr>
        <p:spPr>
          <a:xfrm>
            <a:off x="7913524" y="2148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Freeform 3641"/>
          <p:cNvSpPr/>
          <p:nvPr/>
        </p:nvSpPr>
        <p:spPr>
          <a:xfrm>
            <a:off x="6630368" y="2141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Freeform 3642"/>
          <p:cNvSpPr/>
          <p:nvPr/>
        </p:nvSpPr>
        <p:spPr>
          <a:xfrm>
            <a:off x="7202547" y="2142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Freeform 3643"/>
          <p:cNvSpPr/>
          <p:nvPr/>
        </p:nvSpPr>
        <p:spPr>
          <a:xfrm>
            <a:off x="7038707" y="214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Freeform 3644"/>
          <p:cNvSpPr/>
          <p:nvPr/>
        </p:nvSpPr>
        <p:spPr>
          <a:xfrm>
            <a:off x="7338469" y="2147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Freeform 3645"/>
          <p:cNvSpPr/>
          <p:nvPr/>
        </p:nvSpPr>
        <p:spPr>
          <a:xfrm>
            <a:off x="7052691" y="2148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Freeform 3646"/>
          <p:cNvSpPr/>
          <p:nvPr/>
        </p:nvSpPr>
        <p:spPr>
          <a:xfrm>
            <a:off x="7167034" y="2135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Freeform 3647"/>
          <p:cNvSpPr/>
          <p:nvPr/>
        </p:nvSpPr>
        <p:spPr>
          <a:xfrm>
            <a:off x="7012552" y="21373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Freeform 3648"/>
          <p:cNvSpPr/>
          <p:nvPr/>
        </p:nvSpPr>
        <p:spPr>
          <a:xfrm>
            <a:off x="7772577" y="214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Freeform 3649"/>
          <p:cNvSpPr/>
          <p:nvPr/>
        </p:nvSpPr>
        <p:spPr>
          <a:xfrm>
            <a:off x="7543790" y="214760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Freeform 3650"/>
          <p:cNvSpPr/>
          <p:nvPr/>
        </p:nvSpPr>
        <p:spPr>
          <a:xfrm>
            <a:off x="7567629" y="2135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Freeform 3651"/>
          <p:cNvSpPr/>
          <p:nvPr/>
        </p:nvSpPr>
        <p:spPr>
          <a:xfrm>
            <a:off x="7566136" y="21525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Freeform 3652"/>
          <p:cNvSpPr/>
          <p:nvPr/>
        </p:nvSpPr>
        <p:spPr>
          <a:xfrm>
            <a:off x="7327716" y="2137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Freeform 3653"/>
          <p:cNvSpPr/>
          <p:nvPr/>
        </p:nvSpPr>
        <p:spPr>
          <a:xfrm>
            <a:off x="8475677" y="2153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Freeform 3654"/>
          <p:cNvSpPr/>
          <p:nvPr/>
        </p:nvSpPr>
        <p:spPr>
          <a:xfrm>
            <a:off x="7750332" y="21549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Freeform 3655"/>
          <p:cNvSpPr/>
          <p:nvPr/>
        </p:nvSpPr>
        <p:spPr>
          <a:xfrm>
            <a:off x="7208338" y="2133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Freeform 3656"/>
          <p:cNvSpPr/>
          <p:nvPr/>
        </p:nvSpPr>
        <p:spPr>
          <a:xfrm>
            <a:off x="7088955" y="2155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Freeform 3657"/>
          <p:cNvSpPr/>
          <p:nvPr/>
        </p:nvSpPr>
        <p:spPr>
          <a:xfrm>
            <a:off x="7159542" y="213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Freeform 3658"/>
          <p:cNvSpPr/>
          <p:nvPr/>
        </p:nvSpPr>
        <p:spPr>
          <a:xfrm>
            <a:off x="7833091" y="21497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Freeform 3659"/>
          <p:cNvSpPr/>
          <p:nvPr/>
        </p:nvSpPr>
        <p:spPr>
          <a:xfrm>
            <a:off x="7810308" y="2146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Freeform 3660"/>
          <p:cNvSpPr/>
          <p:nvPr/>
        </p:nvSpPr>
        <p:spPr>
          <a:xfrm>
            <a:off x="6924146" y="2141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Freeform 3661"/>
          <p:cNvSpPr/>
          <p:nvPr/>
        </p:nvSpPr>
        <p:spPr>
          <a:xfrm>
            <a:off x="7909316" y="2136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Freeform 3662"/>
          <p:cNvSpPr/>
          <p:nvPr/>
        </p:nvSpPr>
        <p:spPr>
          <a:xfrm>
            <a:off x="7824334" y="2148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Freeform 3663"/>
          <p:cNvSpPr/>
          <p:nvPr/>
        </p:nvSpPr>
        <p:spPr>
          <a:xfrm>
            <a:off x="7796834" y="21473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Freeform 3664"/>
          <p:cNvSpPr/>
          <p:nvPr/>
        </p:nvSpPr>
        <p:spPr>
          <a:xfrm>
            <a:off x="8127080" y="2149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Freeform 3665"/>
          <p:cNvSpPr/>
          <p:nvPr/>
        </p:nvSpPr>
        <p:spPr>
          <a:xfrm>
            <a:off x="8199692" y="2146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Freeform 3666"/>
          <p:cNvSpPr/>
          <p:nvPr/>
        </p:nvSpPr>
        <p:spPr>
          <a:xfrm>
            <a:off x="8148837" y="2134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Freeform 3667"/>
          <p:cNvSpPr/>
          <p:nvPr/>
        </p:nvSpPr>
        <p:spPr>
          <a:xfrm>
            <a:off x="7709681" y="21483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Freeform 3668"/>
          <p:cNvSpPr/>
          <p:nvPr/>
        </p:nvSpPr>
        <p:spPr>
          <a:xfrm>
            <a:off x="7221034" y="2139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Freeform 3669"/>
          <p:cNvSpPr/>
          <p:nvPr/>
        </p:nvSpPr>
        <p:spPr>
          <a:xfrm>
            <a:off x="7773208" y="2144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Freeform 3670"/>
          <p:cNvSpPr/>
          <p:nvPr/>
        </p:nvSpPr>
        <p:spPr>
          <a:xfrm>
            <a:off x="7723464" y="2149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Freeform 3671"/>
          <p:cNvSpPr/>
          <p:nvPr/>
        </p:nvSpPr>
        <p:spPr>
          <a:xfrm>
            <a:off x="7555107" y="2146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Freeform 3672"/>
          <p:cNvSpPr/>
          <p:nvPr/>
        </p:nvSpPr>
        <p:spPr>
          <a:xfrm>
            <a:off x="7605905" y="2142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Freeform 3673"/>
          <p:cNvSpPr/>
          <p:nvPr/>
        </p:nvSpPr>
        <p:spPr>
          <a:xfrm>
            <a:off x="7380223" y="2150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Freeform 3674"/>
          <p:cNvSpPr/>
          <p:nvPr/>
        </p:nvSpPr>
        <p:spPr>
          <a:xfrm>
            <a:off x="6511560" y="2145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Freeform 3675"/>
          <p:cNvSpPr/>
          <p:nvPr/>
        </p:nvSpPr>
        <p:spPr>
          <a:xfrm>
            <a:off x="7698827" y="2132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Freeform 3676"/>
          <p:cNvSpPr/>
          <p:nvPr/>
        </p:nvSpPr>
        <p:spPr>
          <a:xfrm>
            <a:off x="8622958" y="2149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Freeform 3677"/>
          <p:cNvSpPr/>
          <p:nvPr/>
        </p:nvSpPr>
        <p:spPr>
          <a:xfrm>
            <a:off x="7799500" y="21504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Freeform 3678"/>
          <p:cNvSpPr/>
          <p:nvPr/>
        </p:nvSpPr>
        <p:spPr>
          <a:xfrm>
            <a:off x="6827777" y="2141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Freeform 3679"/>
          <p:cNvSpPr/>
          <p:nvPr/>
        </p:nvSpPr>
        <p:spPr>
          <a:xfrm>
            <a:off x="8023276" y="21359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Freeform 3680"/>
          <p:cNvSpPr/>
          <p:nvPr/>
        </p:nvSpPr>
        <p:spPr>
          <a:xfrm>
            <a:off x="6477616" y="2137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Freeform 3681"/>
          <p:cNvSpPr/>
          <p:nvPr/>
        </p:nvSpPr>
        <p:spPr>
          <a:xfrm>
            <a:off x="7429103" y="2138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Freeform 3682"/>
          <p:cNvSpPr/>
          <p:nvPr/>
        </p:nvSpPr>
        <p:spPr>
          <a:xfrm>
            <a:off x="7283599" y="2142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Freeform 3683"/>
          <p:cNvSpPr/>
          <p:nvPr/>
        </p:nvSpPr>
        <p:spPr>
          <a:xfrm>
            <a:off x="7613182" y="2160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Freeform 3684"/>
          <p:cNvSpPr/>
          <p:nvPr/>
        </p:nvSpPr>
        <p:spPr>
          <a:xfrm>
            <a:off x="7345668" y="2156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Freeform 3685"/>
          <p:cNvSpPr/>
          <p:nvPr/>
        </p:nvSpPr>
        <p:spPr>
          <a:xfrm>
            <a:off x="7510392" y="2152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Freeform 3686"/>
          <p:cNvSpPr/>
          <p:nvPr/>
        </p:nvSpPr>
        <p:spPr>
          <a:xfrm>
            <a:off x="6670295" y="2132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Freeform 3687"/>
          <p:cNvSpPr/>
          <p:nvPr/>
        </p:nvSpPr>
        <p:spPr>
          <a:xfrm>
            <a:off x="6545011" y="2146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Freeform 3688"/>
          <p:cNvSpPr/>
          <p:nvPr/>
        </p:nvSpPr>
        <p:spPr>
          <a:xfrm>
            <a:off x="7116673" y="2151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Freeform 3689"/>
          <p:cNvSpPr/>
          <p:nvPr/>
        </p:nvSpPr>
        <p:spPr>
          <a:xfrm>
            <a:off x="6701015" y="2149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Freeform 3690"/>
          <p:cNvSpPr/>
          <p:nvPr/>
        </p:nvSpPr>
        <p:spPr>
          <a:xfrm>
            <a:off x="7545896" y="215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Freeform 3691"/>
          <p:cNvSpPr/>
          <p:nvPr/>
        </p:nvSpPr>
        <p:spPr>
          <a:xfrm>
            <a:off x="7369464" y="2150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Freeform 3692"/>
          <p:cNvSpPr/>
          <p:nvPr/>
        </p:nvSpPr>
        <p:spPr>
          <a:xfrm>
            <a:off x="6671526" y="2147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Freeform 3693"/>
          <p:cNvSpPr/>
          <p:nvPr/>
        </p:nvSpPr>
        <p:spPr>
          <a:xfrm>
            <a:off x="8018143" y="2147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Freeform 3694"/>
          <p:cNvSpPr/>
          <p:nvPr/>
        </p:nvSpPr>
        <p:spPr>
          <a:xfrm>
            <a:off x="6679427" y="2157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Freeform 3695"/>
          <p:cNvSpPr/>
          <p:nvPr/>
        </p:nvSpPr>
        <p:spPr>
          <a:xfrm>
            <a:off x="8165067" y="214586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Freeform 3696"/>
          <p:cNvSpPr/>
          <p:nvPr/>
        </p:nvSpPr>
        <p:spPr>
          <a:xfrm>
            <a:off x="7000630" y="2156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Freeform 3697"/>
          <p:cNvSpPr/>
          <p:nvPr/>
        </p:nvSpPr>
        <p:spPr>
          <a:xfrm>
            <a:off x="8154983" y="2144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Freeform 3698"/>
          <p:cNvSpPr/>
          <p:nvPr/>
        </p:nvSpPr>
        <p:spPr>
          <a:xfrm>
            <a:off x="6541757" y="2143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Freeform 3699"/>
          <p:cNvSpPr/>
          <p:nvPr/>
        </p:nvSpPr>
        <p:spPr>
          <a:xfrm>
            <a:off x="7937232" y="21664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Freeform 3700"/>
          <p:cNvSpPr/>
          <p:nvPr/>
        </p:nvSpPr>
        <p:spPr>
          <a:xfrm>
            <a:off x="7084038" y="21333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Freeform 3701"/>
          <p:cNvSpPr/>
          <p:nvPr/>
        </p:nvSpPr>
        <p:spPr>
          <a:xfrm>
            <a:off x="8016621" y="2163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Freeform 3702"/>
          <p:cNvSpPr/>
          <p:nvPr/>
        </p:nvSpPr>
        <p:spPr>
          <a:xfrm>
            <a:off x="7916996" y="2139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Freeform 3703"/>
          <p:cNvSpPr/>
          <p:nvPr/>
        </p:nvSpPr>
        <p:spPr>
          <a:xfrm>
            <a:off x="7333505" y="214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Freeform 3704"/>
          <p:cNvSpPr/>
          <p:nvPr/>
        </p:nvSpPr>
        <p:spPr>
          <a:xfrm>
            <a:off x="7379345" y="2146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Freeform 3705"/>
          <p:cNvSpPr/>
          <p:nvPr/>
        </p:nvSpPr>
        <p:spPr>
          <a:xfrm>
            <a:off x="8125516" y="2148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Freeform 3706"/>
          <p:cNvSpPr/>
          <p:nvPr/>
        </p:nvSpPr>
        <p:spPr>
          <a:xfrm>
            <a:off x="7560968" y="2142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Freeform 3707"/>
          <p:cNvSpPr/>
          <p:nvPr/>
        </p:nvSpPr>
        <p:spPr>
          <a:xfrm>
            <a:off x="8110877" y="21419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Freeform 3708"/>
          <p:cNvSpPr/>
          <p:nvPr/>
        </p:nvSpPr>
        <p:spPr>
          <a:xfrm>
            <a:off x="6901949" y="2146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Freeform 3709"/>
          <p:cNvSpPr/>
          <p:nvPr/>
        </p:nvSpPr>
        <p:spPr>
          <a:xfrm>
            <a:off x="8068465" y="21530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Freeform 3710"/>
          <p:cNvSpPr/>
          <p:nvPr/>
        </p:nvSpPr>
        <p:spPr>
          <a:xfrm>
            <a:off x="7708410" y="2162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Freeform 3711"/>
          <p:cNvSpPr/>
          <p:nvPr/>
        </p:nvSpPr>
        <p:spPr>
          <a:xfrm>
            <a:off x="7424824" y="21488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Freeform 3712"/>
          <p:cNvSpPr/>
          <p:nvPr/>
        </p:nvSpPr>
        <p:spPr>
          <a:xfrm>
            <a:off x="7976427" y="2153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Freeform 3713"/>
          <p:cNvSpPr/>
          <p:nvPr/>
        </p:nvSpPr>
        <p:spPr>
          <a:xfrm>
            <a:off x="6996193" y="2157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Freeform 3714"/>
          <p:cNvSpPr/>
          <p:nvPr/>
        </p:nvSpPr>
        <p:spPr>
          <a:xfrm>
            <a:off x="7091094" y="21444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Freeform 3715"/>
          <p:cNvSpPr/>
          <p:nvPr/>
        </p:nvSpPr>
        <p:spPr>
          <a:xfrm>
            <a:off x="6838959" y="214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Freeform 3716"/>
          <p:cNvSpPr/>
          <p:nvPr/>
        </p:nvSpPr>
        <p:spPr>
          <a:xfrm>
            <a:off x="7366147" y="2150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Freeform 3717"/>
          <p:cNvSpPr/>
          <p:nvPr/>
        </p:nvSpPr>
        <p:spPr>
          <a:xfrm>
            <a:off x="6888988" y="2141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Freeform 3718"/>
          <p:cNvSpPr/>
          <p:nvPr/>
        </p:nvSpPr>
        <p:spPr>
          <a:xfrm>
            <a:off x="7821581" y="2140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Freeform 3719"/>
          <p:cNvSpPr/>
          <p:nvPr/>
        </p:nvSpPr>
        <p:spPr>
          <a:xfrm>
            <a:off x="7721738" y="2149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Freeform 3720"/>
          <p:cNvSpPr/>
          <p:nvPr/>
        </p:nvSpPr>
        <p:spPr>
          <a:xfrm>
            <a:off x="7461560" y="2137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Freeform 3721"/>
          <p:cNvSpPr/>
          <p:nvPr/>
        </p:nvSpPr>
        <p:spPr>
          <a:xfrm>
            <a:off x="8480758" y="2164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Freeform 3722"/>
          <p:cNvSpPr/>
          <p:nvPr/>
        </p:nvSpPr>
        <p:spPr>
          <a:xfrm>
            <a:off x="6826859" y="215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Freeform 3723"/>
          <p:cNvSpPr/>
          <p:nvPr/>
        </p:nvSpPr>
        <p:spPr>
          <a:xfrm>
            <a:off x="5974469" y="2144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Freeform 3724"/>
          <p:cNvSpPr/>
          <p:nvPr/>
        </p:nvSpPr>
        <p:spPr>
          <a:xfrm>
            <a:off x="7161830" y="2147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Freeform 3725"/>
          <p:cNvSpPr/>
          <p:nvPr/>
        </p:nvSpPr>
        <p:spPr>
          <a:xfrm>
            <a:off x="6990340" y="2144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Freeform 3726"/>
          <p:cNvSpPr/>
          <p:nvPr/>
        </p:nvSpPr>
        <p:spPr>
          <a:xfrm>
            <a:off x="7695265" y="2146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Freeform 3727"/>
          <p:cNvSpPr/>
          <p:nvPr/>
        </p:nvSpPr>
        <p:spPr>
          <a:xfrm>
            <a:off x="7352049" y="2137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Freeform 3728"/>
          <p:cNvSpPr/>
          <p:nvPr/>
        </p:nvSpPr>
        <p:spPr>
          <a:xfrm>
            <a:off x="6940287" y="215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Freeform 3729"/>
          <p:cNvSpPr/>
          <p:nvPr/>
        </p:nvSpPr>
        <p:spPr>
          <a:xfrm>
            <a:off x="7630997" y="212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Freeform 3730"/>
          <p:cNvSpPr/>
          <p:nvPr/>
        </p:nvSpPr>
        <p:spPr>
          <a:xfrm>
            <a:off x="7649216" y="2160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Freeform 3731"/>
          <p:cNvSpPr/>
          <p:nvPr/>
        </p:nvSpPr>
        <p:spPr>
          <a:xfrm>
            <a:off x="6941319" y="215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Freeform 3732"/>
          <p:cNvSpPr/>
          <p:nvPr/>
        </p:nvSpPr>
        <p:spPr>
          <a:xfrm>
            <a:off x="6970462" y="2144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Freeform 3733"/>
          <p:cNvSpPr/>
          <p:nvPr/>
        </p:nvSpPr>
        <p:spPr>
          <a:xfrm>
            <a:off x="7409159" y="2146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Freeform 3734"/>
          <p:cNvSpPr/>
          <p:nvPr/>
        </p:nvSpPr>
        <p:spPr>
          <a:xfrm>
            <a:off x="7721713" y="2151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Freeform 3735"/>
          <p:cNvSpPr/>
          <p:nvPr/>
        </p:nvSpPr>
        <p:spPr>
          <a:xfrm>
            <a:off x="7429787" y="214929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Freeform 3736"/>
          <p:cNvSpPr/>
          <p:nvPr/>
        </p:nvSpPr>
        <p:spPr>
          <a:xfrm>
            <a:off x="7244534" y="2149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Freeform 3737"/>
          <p:cNvSpPr/>
          <p:nvPr/>
        </p:nvSpPr>
        <p:spPr>
          <a:xfrm>
            <a:off x="7730474" y="2152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Freeform 3738"/>
          <p:cNvSpPr/>
          <p:nvPr/>
        </p:nvSpPr>
        <p:spPr>
          <a:xfrm>
            <a:off x="7388358" y="2147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Freeform 3739"/>
          <p:cNvSpPr/>
          <p:nvPr/>
        </p:nvSpPr>
        <p:spPr>
          <a:xfrm>
            <a:off x="7326261" y="2150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Freeform 3740"/>
          <p:cNvSpPr/>
          <p:nvPr/>
        </p:nvSpPr>
        <p:spPr>
          <a:xfrm>
            <a:off x="7664665" y="214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Freeform 3741"/>
          <p:cNvSpPr/>
          <p:nvPr/>
        </p:nvSpPr>
        <p:spPr>
          <a:xfrm>
            <a:off x="7437731" y="2136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Freeform 3742"/>
          <p:cNvSpPr/>
          <p:nvPr/>
        </p:nvSpPr>
        <p:spPr>
          <a:xfrm>
            <a:off x="7237637" y="21338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Freeform 3743"/>
          <p:cNvSpPr/>
          <p:nvPr/>
        </p:nvSpPr>
        <p:spPr>
          <a:xfrm>
            <a:off x="6805244" y="2139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Freeform 3744"/>
          <p:cNvSpPr/>
          <p:nvPr/>
        </p:nvSpPr>
        <p:spPr>
          <a:xfrm>
            <a:off x="6644494" y="21516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Freeform 3745"/>
          <p:cNvSpPr/>
          <p:nvPr/>
        </p:nvSpPr>
        <p:spPr>
          <a:xfrm>
            <a:off x="6495218" y="21429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Freeform 3746"/>
          <p:cNvSpPr/>
          <p:nvPr/>
        </p:nvSpPr>
        <p:spPr>
          <a:xfrm>
            <a:off x="6166091" y="2143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Freeform 3747"/>
          <p:cNvSpPr/>
          <p:nvPr/>
        </p:nvSpPr>
        <p:spPr>
          <a:xfrm>
            <a:off x="8378060" y="214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Freeform 3748"/>
          <p:cNvSpPr/>
          <p:nvPr/>
        </p:nvSpPr>
        <p:spPr>
          <a:xfrm>
            <a:off x="7142172" y="2156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Freeform 3749"/>
          <p:cNvSpPr/>
          <p:nvPr/>
        </p:nvSpPr>
        <p:spPr>
          <a:xfrm>
            <a:off x="7062212" y="213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Freeform 3750"/>
          <p:cNvSpPr/>
          <p:nvPr/>
        </p:nvSpPr>
        <p:spPr>
          <a:xfrm>
            <a:off x="7103942" y="2147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Freeform 3751"/>
          <p:cNvSpPr/>
          <p:nvPr/>
        </p:nvSpPr>
        <p:spPr>
          <a:xfrm>
            <a:off x="7664921" y="2156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Freeform 3752"/>
          <p:cNvSpPr/>
          <p:nvPr/>
        </p:nvSpPr>
        <p:spPr>
          <a:xfrm>
            <a:off x="7927529" y="2145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Freeform 3753"/>
          <p:cNvSpPr/>
          <p:nvPr/>
        </p:nvSpPr>
        <p:spPr>
          <a:xfrm>
            <a:off x="7299257" y="2151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Freeform 3754"/>
          <p:cNvSpPr/>
          <p:nvPr/>
        </p:nvSpPr>
        <p:spPr>
          <a:xfrm>
            <a:off x="7588511" y="21465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Freeform 3755"/>
          <p:cNvSpPr/>
          <p:nvPr/>
        </p:nvSpPr>
        <p:spPr>
          <a:xfrm>
            <a:off x="7665880" y="2148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Freeform 3756"/>
          <p:cNvSpPr/>
          <p:nvPr/>
        </p:nvSpPr>
        <p:spPr>
          <a:xfrm>
            <a:off x="7140514" y="215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Freeform 3757"/>
          <p:cNvSpPr/>
          <p:nvPr/>
        </p:nvSpPr>
        <p:spPr>
          <a:xfrm>
            <a:off x="7492017" y="2149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Freeform 3758"/>
          <p:cNvSpPr/>
          <p:nvPr/>
        </p:nvSpPr>
        <p:spPr>
          <a:xfrm>
            <a:off x="7059249" y="2146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Freeform 3759"/>
          <p:cNvSpPr/>
          <p:nvPr/>
        </p:nvSpPr>
        <p:spPr>
          <a:xfrm>
            <a:off x="6779524" y="214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Freeform 3760"/>
          <p:cNvSpPr/>
          <p:nvPr/>
        </p:nvSpPr>
        <p:spPr>
          <a:xfrm>
            <a:off x="7551004" y="214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Freeform 3761"/>
          <p:cNvSpPr/>
          <p:nvPr/>
        </p:nvSpPr>
        <p:spPr>
          <a:xfrm>
            <a:off x="7508664" y="2147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Freeform 3762"/>
          <p:cNvSpPr/>
          <p:nvPr/>
        </p:nvSpPr>
        <p:spPr>
          <a:xfrm>
            <a:off x="7732878" y="21490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Freeform 3763"/>
          <p:cNvSpPr/>
          <p:nvPr/>
        </p:nvSpPr>
        <p:spPr>
          <a:xfrm>
            <a:off x="7939458" y="21414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Freeform 3764"/>
          <p:cNvSpPr/>
          <p:nvPr/>
        </p:nvSpPr>
        <p:spPr>
          <a:xfrm>
            <a:off x="7183741" y="2142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Freeform 3765"/>
          <p:cNvSpPr/>
          <p:nvPr/>
        </p:nvSpPr>
        <p:spPr>
          <a:xfrm>
            <a:off x="7164490" y="2140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Freeform 3766"/>
          <p:cNvSpPr/>
          <p:nvPr/>
        </p:nvSpPr>
        <p:spPr>
          <a:xfrm>
            <a:off x="7227911" y="2153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Freeform 3767"/>
          <p:cNvSpPr/>
          <p:nvPr/>
        </p:nvSpPr>
        <p:spPr>
          <a:xfrm>
            <a:off x="7296594" y="2131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Freeform 3768"/>
          <p:cNvSpPr/>
          <p:nvPr/>
        </p:nvSpPr>
        <p:spPr>
          <a:xfrm>
            <a:off x="7493066" y="2132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Freeform 3769"/>
          <p:cNvSpPr/>
          <p:nvPr/>
        </p:nvSpPr>
        <p:spPr>
          <a:xfrm>
            <a:off x="7415968" y="215626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Freeform 3770"/>
          <p:cNvSpPr/>
          <p:nvPr/>
        </p:nvSpPr>
        <p:spPr>
          <a:xfrm>
            <a:off x="7050664" y="2138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Freeform 3771"/>
          <p:cNvSpPr/>
          <p:nvPr/>
        </p:nvSpPr>
        <p:spPr>
          <a:xfrm>
            <a:off x="7777303" y="2136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Freeform 3772"/>
          <p:cNvSpPr/>
          <p:nvPr/>
        </p:nvSpPr>
        <p:spPr>
          <a:xfrm>
            <a:off x="8054765" y="2147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Freeform 3773"/>
          <p:cNvSpPr/>
          <p:nvPr/>
        </p:nvSpPr>
        <p:spPr>
          <a:xfrm>
            <a:off x="7722512" y="2152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Freeform 3774"/>
          <p:cNvSpPr/>
          <p:nvPr/>
        </p:nvSpPr>
        <p:spPr>
          <a:xfrm>
            <a:off x="7781107" y="214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Freeform 3775"/>
          <p:cNvSpPr/>
          <p:nvPr/>
        </p:nvSpPr>
        <p:spPr>
          <a:xfrm>
            <a:off x="7004387" y="2149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Freeform 3776"/>
          <p:cNvSpPr/>
          <p:nvPr/>
        </p:nvSpPr>
        <p:spPr>
          <a:xfrm>
            <a:off x="7440878" y="2165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Freeform 3777"/>
          <p:cNvSpPr/>
          <p:nvPr/>
        </p:nvSpPr>
        <p:spPr>
          <a:xfrm>
            <a:off x="7166613" y="21525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Freeform 3778"/>
          <p:cNvSpPr/>
          <p:nvPr/>
        </p:nvSpPr>
        <p:spPr>
          <a:xfrm>
            <a:off x="7931718" y="2137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Freeform 3779"/>
          <p:cNvSpPr/>
          <p:nvPr/>
        </p:nvSpPr>
        <p:spPr>
          <a:xfrm>
            <a:off x="8275587" y="2151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Freeform 3780"/>
          <p:cNvSpPr/>
          <p:nvPr/>
        </p:nvSpPr>
        <p:spPr>
          <a:xfrm>
            <a:off x="8021933" y="2153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Freeform 3781"/>
          <p:cNvSpPr/>
          <p:nvPr/>
        </p:nvSpPr>
        <p:spPr>
          <a:xfrm>
            <a:off x="7882575" y="2146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Freeform 3782"/>
          <p:cNvSpPr/>
          <p:nvPr/>
        </p:nvSpPr>
        <p:spPr>
          <a:xfrm>
            <a:off x="7705303" y="2137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Freeform 3783"/>
          <p:cNvSpPr/>
          <p:nvPr/>
        </p:nvSpPr>
        <p:spPr>
          <a:xfrm>
            <a:off x="6694323" y="216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Freeform 3784"/>
          <p:cNvSpPr/>
          <p:nvPr/>
        </p:nvSpPr>
        <p:spPr>
          <a:xfrm>
            <a:off x="7336778" y="2153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Freeform 3785"/>
          <p:cNvSpPr/>
          <p:nvPr/>
        </p:nvSpPr>
        <p:spPr>
          <a:xfrm>
            <a:off x="7574815" y="2139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Freeform 3786"/>
          <p:cNvSpPr/>
          <p:nvPr/>
        </p:nvSpPr>
        <p:spPr>
          <a:xfrm>
            <a:off x="7400456" y="21470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Freeform 3787"/>
          <p:cNvSpPr/>
          <p:nvPr/>
        </p:nvSpPr>
        <p:spPr>
          <a:xfrm>
            <a:off x="7669280" y="2133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Freeform 3788"/>
          <p:cNvSpPr/>
          <p:nvPr/>
        </p:nvSpPr>
        <p:spPr>
          <a:xfrm>
            <a:off x="6680472" y="2144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Freeform 3789"/>
          <p:cNvSpPr/>
          <p:nvPr/>
        </p:nvSpPr>
        <p:spPr>
          <a:xfrm>
            <a:off x="8230053" y="2141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Freeform 3790"/>
          <p:cNvSpPr/>
          <p:nvPr/>
        </p:nvSpPr>
        <p:spPr>
          <a:xfrm>
            <a:off x="7575283" y="2138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Freeform 3791"/>
          <p:cNvSpPr/>
          <p:nvPr/>
        </p:nvSpPr>
        <p:spPr>
          <a:xfrm>
            <a:off x="6967110" y="2153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Freeform 3792"/>
          <p:cNvSpPr/>
          <p:nvPr/>
        </p:nvSpPr>
        <p:spPr>
          <a:xfrm>
            <a:off x="7042774" y="2151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Freeform 3793"/>
          <p:cNvSpPr/>
          <p:nvPr/>
        </p:nvSpPr>
        <p:spPr>
          <a:xfrm>
            <a:off x="6855106" y="216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Freeform 3794"/>
          <p:cNvSpPr/>
          <p:nvPr/>
        </p:nvSpPr>
        <p:spPr>
          <a:xfrm>
            <a:off x="6957986" y="213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Freeform 3795"/>
          <p:cNvSpPr/>
          <p:nvPr/>
        </p:nvSpPr>
        <p:spPr>
          <a:xfrm>
            <a:off x="7048703" y="2146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Freeform 3796"/>
          <p:cNvSpPr/>
          <p:nvPr/>
        </p:nvSpPr>
        <p:spPr>
          <a:xfrm>
            <a:off x="8073015" y="2144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Freeform 3797"/>
          <p:cNvSpPr/>
          <p:nvPr/>
        </p:nvSpPr>
        <p:spPr>
          <a:xfrm>
            <a:off x="7265224" y="2144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Freeform 3798"/>
          <p:cNvSpPr/>
          <p:nvPr/>
        </p:nvSpPr>
        <p:spPr>
          <a:xfrm>
            <a:off x="7704593" y="214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Freeform 3799"/>
          <p:cNvSpPr/>
          <p:nvPr/>
        </p:nvSpPr>
        <p:spPr>
          <a:xfrm>
            <a:off x="7616169" y="21559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Freeform 3800"/>
          <p:cNvSpPr/>
          <p:nvPr/>
        </p:nvSpPr>
        <p:spPr>
          <a:xfrm>
            <a:off x="8118603" y="2163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Freeform 3801"/>
          <p:cNvSpPr/>
          <p:nvPr/>
        </p:nvSpPr>
        <p:spPr>
          <a:xfrm>
            <a:off x="7107688" y="2151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Freeform 3802"/>
          <p:cNvSpPr/>
          <p:nvPr/>
        </p:nvSpPr>
        <p:spPr>
          <a:xfrm>
            <a:off x="7042545" y="21478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Freeform 3803"/>
          <p:cNvSpPr/>
          <p:nvPr/>
        </p:nvSpPr>
        <p:spPr>
          <a:xfrm>
            <a:off x="7511316" y="2148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Freeform 3804"/>
          <p:cNvSpPr/>
          <p:nvPr/>
        </p:nvSpPr>
        <p:spPr>
          <a:xfrm>
            <a:off x="7358001" y="2158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Freeform 3805"/>
          <p:cNvSpPr/>
          <p:nvPr/>
        </p:nvSpPr>
        <p:spPr>
          <a:xfrm>
            <a:off x="7552736" y="21551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Freeform 3806"/>
          <p:cNvSpPr/>
          <p:nvPr/>
        </p:nvSpPr>
        <p:spPr>
          <a:xfrm>
            <a:off x="7143557" y="2160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Freeform 3807"/>
          <p:cNvSpPr/>
          <p:nvPr/>
        </p:nvSpPr>
        <p:spPr>
          <a:xfrm>
            <a:off x="7883093" y="2146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Freeform 3808"/>
          <p:cNvSpPr/>
          <p:nvPr/>
        </p:nvSpPr>
        <p:spPr>
          <a:xfrm>
            <a:off x="7607410" y="2141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Freeform 3809"/>
          <p:cNvSpPr/>
          <p:nvPr/>
        </p:nvSpPr>
        <p:spPr>
          <a:xfrm>
            <a:off x="7076860" y="2160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Freeform 3810"/>
          <p:cNvSpPr/>
          <p:nvPr/>
        </p:nvSpPr>
        <p:spPr>
          <a:xfrm>
            <a:off x="7741575" y="2177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Freeform 3811"/>
          <p:cNvSpPr/>
          <p:nvPr/>
        </p:nvSpPr>
        <p:spPr>
          <a:xfrm>
            <a:off x="7800944" y="2131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Freeform 3812"/>
          <p:cNvSpPr/>
          <p:nvPr/>
        </p:nvSpPr>
        <p:spPr>
          <a:xfrm>
            <a:off x="7324957" y="21494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Freeform 3813"/>
          <p:cNvSpPr/>
          <p:nvPr/>
        </p:nvSpPr>
        <p:spPr>
          <a:xfrm>
            <a:off x="7630161" y="2155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Freeform 3814"/>
          <p:cNvSpPr/>
          <p:nvPr/>
        </p:nvSpPr>
        <p:spPr>
          <a:xfrm>
            <a:off x="6698620" y="213846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Freeform 3815"/>
          <p:cNvSpPr/>
          <p:nvPr/>
        </p:nvSpPr>
        <p:spPr>
          <a:xfrm>
            <a:off x="6959054" y="214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Freeform 3816"/>
          <p:cNvSpPr/>
          <p:nvPr/>
        </p:nvSpPr>
        <p:spPr>
          <a:xfrm>
            <a:off x="7497225" y="21612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Freeform 3817"/>
          <p:cNvSpPr/>
          <p:nvPr/>
        </p:nvSpPr>
        <p:spPr>
          <a:xfrm>
            <a:off x="7790041" y="2138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Freeform 3818"/>
          <p:cNvSpPr/>
          <p:nvPr/>
        </p:nvSpPr>
        <p:spPr>
          <a:xfrm>
            <a:off x="6829364" y="2146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Freeform 3819"/>
          <p:cNvSpPr/>
          <p:nvPr/>
        </p:nvSpPr>
        <p:spPr>
          <a:xfrm>
            <a:off x="8284184" y="2143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Freeform 3820"/>
          <p:cNvSpPr/>
          <p:nvPr/>
        </p:nvSpPr>
        <p:spPr>
          <a:xfrm>
            <a:off x="7011219" y="2152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Freeform 3821"/>
          <p:cNvSpPr/>
          <p:nvPr/>
        </p:nvSpPr>
        <p:spPr>
          <a:xfrm>
            <a:off x="7780334" y="2158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Freeform 3822"/>
          <p:cNvSpPr/>
          <p:nvPr/>
        </p:nvSpPr>
        <p:spPr>
          <a:xfrm>
            <a:off x="7309613" y="216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Freeform 3823"/>
          <p:cNvSpPr/>
          <p:nvPr/>
        </p:nvSpPr>
        <p:spPr>
          <a:xfrm>
            <a:off x="7386531" y="2154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Freeform 3824"/>
          <p:cNvSpPr/>
          <p:nvPr/>
        </p:nvSpPr>
        <p:spPr>
          <a:xfrm>
            <a:off x="7787796" y="2158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Freeform 3825"/>
          <p:cNvSpPr/>
          <p:nvPr/>
        </p:nvSpPr>
        <p:spPr>
          <a:xfrm>
            <a:off x="7063167" y="2164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Freeform 3826"/>
          <p:cNvSpPr/>
          <p:nvPr/>
        </p:nvSpPr>
        <p:spPr>
          <a:xfrm>
            <a:off x="7542913" y="214979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Freeform 3827"/>
          <p:cNvSpPr/>
          <p:nvPr/>
        </p:nvSpPr>
        <p:spPr>
          <a:xfrm>
            <a:off x="7800914" y="2155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Freeform 3828"/>
          <p:cNvSpPr/>
          <p:nvPr/>
        </p:nvSpPr>
        <p:spPr>
          <a:xfrm>
            <a:off x="7847435" y="2146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Freeform 3829"/>
          <p:cNvSpPr/>
          <p:nvPr/>
        </p:nvSpPr>
        <p:spPr>
          <a:xfrm>
            <a:off x="7131385" y="2157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Freeform 3830"/>
          <p:cNvSpPr/>
          <p:nvPr/>
        </p:nvSpPr>
        <p:spPr>
          <a:xfrm>
            <a:off x="7462573" y="2150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Freeform 3831"/>
          <p:cNvSpPr/>
          <p:nvPr/>
        </p:nvSpPr>
        <p:spPr>
          <a:xfrm>
            <a:off x="6960662" y="2164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Freeform 3832"/>
          <p:cNvSpPr/>
          <p:nvPr/>
        </p:nvSpPr>
        <p:spPr>
          <a:xfrm>
            <a:off x="7161807" y="2129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Freeform 3833"/>
          <p:cNvSpPr/>
          <p:nvPr/>
        </p:nvSpPr>
        <p:spPr>
          <a:xfrm>
            <a:off x="7825260" y="2151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Freeform 3834"/>
          <p:cNvSpPr/>
          <p:nvPr/>
        </p:nvSpPr>
        <p:spPr>
          <a:xfrm>
            <a:off x="7306741" y="2148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Freeform 3835"/>
          <p:cNvSpPr/>
          <p:nvPr/>
        </p:nvSpPr>
        <p:spPr>
          <a:xfrm>
            <a:off x="7113892" y="2161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Freeform 3836"/>
          <p:cNvSpPr/>
          <p:nvPr/>
        </p:nvSpPr>
        <p:spPr>
          <a:xfrm>
            <a:off x="7753196" y="2136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Freeform 3837"/>
          <p:cNvSpPr/>
          <p:nvPr/>
        </p:nvSpPr>
        <p:spPr>
          <a:xfrm>
            <a:off x="7264641" y="2149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Freeform 3838"/>
          <p:cNvSpPr/>
          <p:nvPr/>
        </p:nvSpPr>
        <p:spPr>
          <a:xfrm>
            <a:off x="7511975" y="2148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Freeform 3839"/>
          <p:cNvSpPr/>
          <p:nvPr/>
        </p:nvSpPr>
        <p:spPr>
          <a:xfrm>
            <a:off x="6318376" y="2156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Freeform 3840"/>
          <p:cNvSpPr/>
          <p:nvPr/>
        </p:nvSpPr>
        <p:spPr>
          <a:xfrm>
            <a:off x="7521832" y="2150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Freeform 3841"/>
          <p:cNvSpPr/>
          <p:nvPr/>
        </p:nvSpPr>
        <p:spPr>
          <a:xfrm>
            <a:off x="7650167" y="2145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Freeform 3842"/>
          <p:cNvSpPr/>
          <p:nvPr/>
        </p:nvSpPr>
        <p:spPr>
          <a:xfrm>
            <a:off x="7112207" y="214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Freeform 3843"/>
          <p:cNvSpPr/>
          <p:nvPr/>
        </p:nvSpPr>
        <p:spPr>
          <a:xfrm>
            <a:off x="7555562" y="2142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Freeform 3844"/>
          <p:cNvSpPr/>
          <p:nvPr/>
        </p:nvSpPr>
        <p:spPr>
          <a:xfrm>
            <a:off x="8614055" y="2142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Freeform 3845"/>
          <p:cNvSpPr/>
          <p:nvPr/>
        </p:nvSpPr>
        <p:spPr>
          <a:xfrm>
            <a:off x="7409505" y="2143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Freeform 3846"/>
          <p:cNvSpPr/>
          <p:nvPr/>
        </p:nvSpPr>
        <p:spPr>
          <a:xfrm>
            <a:off x="7566153" y="2160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Freeform 3847"/>
          <p:cNvSpPr/>
          <p:nvPr/>
        </p:nvSpPr>
        <p:spPr>
          <a:xfrm>
            <a:off x="7555853" y="2142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Freeform 3848"/>
          <p:cNvSpPr/>
          <p:nvPr/>
        </p:nvSpPr>
        <p:spPr>
          <a:xfrm>
            <a:off x="7226048" y="2150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Freeform 3849"/>
          <p:cNvSpPr/>
          <p:nvPr/>
        </p:nvSpPr>
        <p:spPr>
          <a:xfrm>
            <a:off x="7238067" y="2146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Freeform 3850"/>
          <p:cNvSpPr/>
          <p:nvPr/>
        </p:nvSpPr>
        <p:spPr>
          <a:xfrm>
            <a:off x="7460560" y="214312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Freeform 3851"/>
          <p:cNvSpPr/>
          <p:nvPr/>
        </p:nvSpPr>
        <p:spPr>
          <a:xfrm>
            <a:off x="7282608" y="21514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Freeform 3852"/>
          <p:cNvSpPr/>
          <p:nvPr/>
        </p:nvSpPr>
        <p:spPr>
          <a:xfrm>
            <a:off x="6647603" y="215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Freeform 3853"/>
          <p:cNvSpPr/>
          <p:nvPr/>
        </p:nvSpPr>
        <p:spPr>
          <a:xfrm>
            <a:off x="7644395" y="2153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Freeform 3854"/>
          <p:cNvSpPr/>
          <p:nvPr/>
        </p:nvSpPr>
        <p:spPr>
          <a:xfrm>
            <a:off x="8573885" y="21326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Freeform 3855"/>
          <p:cNvSpPr/>
          <p:nvPr/>
        </p:nvSpPr>
        <p:spPr>
          <a:xfrm>
            <a:off x="7884827" y="2129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Freeform 3856"/>
          <p:cNvSpPr/>
          <p:nvPr/>
        </p:nvSpPr>
        <p:spPr>
          <a:xfrm>
            <a:off x="7365472" y="2147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Freeform 3857"/>
          <p:cNvSpPr/>
          <p:nvPr/>
        </p:nvSpPr>
        <p:spPr>
          <a:xfrm>
            <a:off x="7512003" y="2138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Freeform 3858"/>
          <p:cNvSpPr/>
          <p:nvPr/>
        </p:nvSpPr>
        <p:spPr>
          <a:xfrm>
            <a:off x="7536751" y="213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Freeform 3859"/>
          <p:cNvSpPr/>
          <p:nvPr/>
        </p:nvSpPr>
        <p:spPr>
          <a:xfrm>
            <a:off x="7407002" y="2153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Freeform 3860"/>
          <p:cNvSpPr/>
          <p:nvPr/>
        </p:nvSpPr>
        <p:spPr>
          <a:xfrm>
            <a:off x="7415709" y="2140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Freeform 3861"/>
          <p:cNvSpPr/>
          <p:nvPr/>
        </p:nvSpPr>
        <p:spPr>
          <a:xfrm>
            <a:off x="6805382" y="2142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Freeform 3862"/>
          <p:cNvSpPr/>
          <p:nvPr/>
        </p:nvSpPr>
        <p:spPr>
          <a:xfrm>
            <a:off x="8322613" y="2135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Freeform 3863"/>
          <p:cNvSpPr/>
          <p:nvPr/>
        </p:nvSpPr>
        <p:spPr>
          <a:xfrm>
            <a:off x="7990658" y="2139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Freeform 3864"/>
          <p:cNvSpPr/>
          <p:nvPr/>
        </p:nvSpPr>
        <p:spPr>
          <a:xfrm>
            <a:off x="7445350" y="2146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Freeform 3865"/>
          <p:cNvSpPr/>
          <p:nvPr/>
        </p:nvSpPr>
        <p:spPr>
          <a:xfrm>
            <a:off x="7440540" y="2156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Freeform 3866"/>
          <p:cNvSpPr/>
          <p:nvPr/>
        </p:nvSpPr>
        <p:spPr>
          <a:xfrm>
            <a:off x="7108070" y="2148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Freeform 3867"/>
          <p:cNvSpPr/>
          <p:nvPr/>
        </p:nvSpPr>
        <p:spPr>
          <a:xfrm>
            <a:off x="6668239" y="213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Freeform 3868"/>
          <p:cNvSpPr/>
          <p:nvPr/>
        </p:nvSpPr>
        <p:spPr>
          <a:xfrm>
            <a:off x="7656092" y="2156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Freeform 3869"/>
          <p:cNvSpPr/>
          <p:nvPr/>
        </p:nvSpPr>
        <p:spPr>
          <a:xfrm>
            <a:off x="6547967" y="215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Freeform 3870"/>
          <p:cNvSpPr/>
          <p:nvPr/>
        </p:nvSpPr>
        <p:spPr>
          <a:xfrm>
            <a:off x="8192158" y="214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Freeform 3871"/>
          <p:cNvSpPr/>
          <p:nvPr/>
        </p:nvSpPr>
        <p:spPr>
          <a:xfrm>
            <a:off x="7491101" y="2147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Freeform 3872"/>
          <p:cNvSpPr/>
          <p:nvPr/>
        </p:nvSpPr>
        <p:spPr>
          <a:xfrm>
            <a:off x="7700987" y="2150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Freeform 3873"/>
          <p:cNvSpPr/>
          <p:nvPr/>
        </p:nvSpPr>
        <p:spPr>
          <a:xfrm>
            <a:off x="7757072" y="2155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Freeform 3874"/>
          <p:cNvSpPr/>
          <p:nvPr/>
        </p:nvSpPr>
        <p:spPr>
          <a:xfrm>
            <a:off x="6972288" y="2163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Freeform 3875"/>
          <p:cNvSpPr/>
          <p:nvPr/>
        </p:nvSpPr>
        <p:spPr>
          <a:xfrm>
            <a:off x="7867060" y="214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Freeform 3876"/>
          <p:cNvSpPr/>
          <p:nvPr/>
        </p:nvSpPr>
        <p:spPr>
          <a:xfrm>
            <a:off x="6929808" y="2153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Freeform 3877"/>
          <p:cNvSpPr/>
          <p:nvPr/>
        </p:nvSpPr>
        <p:spPr>
          <a:xfrm>
            <a:off x="6908922" y="21440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Freeform 3878"/>
          <p:cNvSpPr/>
          <p:nvPr/>
        </p:nvSpPr>
        <p:spPr>
          <a:xfrm>
            <a:off x="7062801" y="2152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Freeform 3879"/>
          <p:cNvSpPr/>
          <p:nvPr/>
        </p:nvSpPr>
        <p:spPr>
          <a:xfrm>
            <a:off x="7489101" y="2155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Freeform 3880"/>
          <p:cNvSpPr/>
          <p:nvPr/>
        </p:nvSpPr>
        <p:spPr>
          <a:xfrm>
            <a:off x="7359988" y="2159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Freeform 3881"/>
          <p:cNvSpPr/>
          <p:nvPr/>
        </p:nvSpPr>
        <p:spPr>
          <a:xfrm>
            <a:off x="7462733" y="2156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Freeform 3882"/>
          <p:cNvSpPr/>
          <p:nvPr/>
        </p:nvSpPr>
        <p:spPr>
          <a:xfrm>
            <a:off x="6117909" y="2161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Freeform 3883"/>
          <p:cNvSpPr/>
          <p:nvPr/>
        </p:nvSpPr>
        <p:spPr>
          <a:xfrm>
            <a:off x="7801400" y="2152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Freeform 3884"/>
          <p:cNvSpPr/>
          <p:nvPr/>
        </p:nvSpPr>
        <p:spPr>
          <a:xfrm>
            <a:off x="7712147" y="2137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Freeform 3885"/>
          <p:cNvSpPr/>
          <p:nvPr/>
        </p:nvSpPr>
        <p:spPr>
          <a:xfrm>
            <a:off x="7568225" y="2162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Freeform 3886"/>
          <p:cNvSpPr/>
          <p:nvPr/>
        </p:nvSpPr>
        <p:spPr>
          <a:xfrm>
            <a:off x="8203053" y="2152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Freeform 3887"/>
          <p:cNvSpPr/>
          <p:nvPr/>
        </p:nvSpPr>
        <p:spPr>
          <a:xfrm>
            <a:off x="7636612" y="2142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Freeform 3888"/>
          <p:cNvSpPr/>
          <p:nvPr/>
        </p:nvSpPr>
        <p:spPr>
          <a:xfrm>
            <a:off x="7638362" y="2149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Freeform 3889"/>
          <p:cNvSpPr/>
          <p:nvPr/>
        </p:nvSpPr>
        <p:spPr>
          <a:xfrm>
            <a:off x="7377376" y="2141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Freeform 3890"/>
          <p:cNvSpPr/>
          <p:nvPr/>
        </p:nvSpPr>
        <p:spPr>
          <a:xfrm>
            <a:off x="8566386" y="2153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Freeform 3891"/>
          <p:cNvSpPr/>
          <p:nvPr/>
        </p:nvSpPr>
        <p:spPr>
          <a:xfrm>
            <a:off x="7469600" y="2131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Freeform 3892"/>
          <p:cNvSpPr/>
          <p:nvPr/>
        </p:nvSpPr>
        <p:spPr>
          <a:xfrm>
            <a:off x="8211704" y="2159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Freeform 3893"/>
          <p:cNvSpPr/>
          <p:nvPr/>
        </p:nvSpPr>
        <p:spPr>
          <a:xfrm>
            <a:off x="7240899" y="214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Freeform 3894"/>
          <p:cNvSpPr/>
          <p:nvPr/>
        </p:nvSpPr>
        <p:spPr>
          <a:xfrm>
            <a:off x="8161113" y="2150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Freeform 3895"/>
          <p:cNvSpPr/>
          <p:nvPr/>
        </p:nvSpPr>
        <p:spPr>
          <a:xfrm>
            <a:off x="7667397" y="2152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Freeform 3896"/>
          <p:cNvSpPr/>
          <p:nvPr/>
        </p:nvSpPr>
        <p:spPr>
          <a:xfrm>
            <a:off x="7264400" y="2155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Freeform 3897"/>
          <p:cNvSpPr/>
          <p:nvPr/>
        </p:nvSpPr>
        <p:spPr>
          <a:xfrm>
            <a:off x="7574812" y="2133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Freeform 3898"/>
          <p:cNvSpPr/>
          <p:nvPr/>
        </p:nvSpPr>
        <p:spPr>
          <a:xfrm>
            <a:off x="7245634" y="2138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Freeform 3899"/>
          <p:cNvSpPr/>
          <p:nvPr/>
        </p:nvSpPr>
        <p:spPr>
          <a:xfrm>
            <a:off x="6843913" y="2137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Freeform 3900"/>
          <p:cNvSpPr/>
          <p:nvPr/>
        </p:nvSpPr>
        <p:spPr>
          <a:xfrm>
            <a:off x="7449930" y="2148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Freeform 3901"/>
          <p:cNvSpPr/>
          <p:nvPr/>
        </p:nvSpPr>
        <p:spPr>
          <a:xfrm>
            <a:off x="7074932" y="21437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Freeform 3902"/>
          <p:cNvSpPr/>
          <p:nvPr/>
        </p:nvSpPr>
        <p:spPr>
          <a:xfrm>
            <a:off x="7744075" y="2156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Freeform 3903"/>
          <p:cNvSpPr/>
          <p:nvPr/>
        </p:nvSpPr>
        <p:spPr>
          <a:xfrm>
            <a:off x="7313888" y="2144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Freeform 3904"/>
          <p:cNvSpPr/>
          <p:nvPr/>
        </p:nvSpPr>
        <p:spPr>
          <a:xfrm>
            <a:off x="7466452" y="2133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Freeform 3905"/>
          <p:cNvSpPr/>
          <p:nvPr/>
        </p:nvSpPr>
        <p:spPr>
          <a:xfrm>
            <a:off x="7129513" y="21445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Freeform 3906"/>
          <p:cNvSpPr/>
          <p:nvPr/>
        </p:nvSpPr>
        <p:spPr>
          <a:xfrm>
            <a:off x="7759319" y="2152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Freeform 3907"/>
          <p:cNvSpPr/>
          <p:nvPr/>
        </p:nvSpPr>
        <p:spPr>
          <a:xfrm>
            <a:off x="6527249" y="2156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Freeform 3908"/>
          <p:cNvSpPr/>
          <p:nvPr/>
        </p:nvSpPr>
        <p:spPr>
          <a:xfrm>
            <a:off x="7078489" y="2162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Freeform 3909"/>
          <p:cNvSpPr/>
          <p:nvPr/>
        </p:nvSpPr>
        <p:spPr>
          <a:xfrm>
            <a:off x="6736915" y="214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Freeform 3910"/>
          <p:cNvSpPr/>
          <p:nvPr/>
        </p:nvSpPr>
        <p:spPr>
          <a:xfrm>
            <a:off x="7068446" y="2141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Freeform 3911"/>
          <p:cNvSpPr/>
          <p:nvPr/>
        </p:nvSpPr>
        <p:spPr>
          <a:xfrm>
            <a:off x="6735825" y="2128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Freeform 3912"/>
          <p:cNvSpPr/>
          <p:nvPr/>
        </p:nvSpPr>
        <p:spPr>
          <a:xfrm>
            <a:off x="7030166" y="214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Freeform 3913"/>
          <p:cNvSpPr/>
          <p:nvPr/>
        </p:nvSpPr>
        <p:spPr>
          <a:xfrm>
            <a:off x="6676585" y="21517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Freeform 3914"/>
          <p:cNvSpPr/>
          <p:nvPr/>
        </p:nvSpPr>
        <p:spPr>
          <a:xfrm>
            <a:off x="6954280" y="2161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Freeform 3915"/>
          <p:cNvSpPr/>
          <p:nvPr/>
        </p:nvSpPr>
        <p:spPr>
          <a:xfrm>
            <a:off x="7332067" y="2150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Freeform 3916"/>
          <p:cNvSpPr/>
          <p:nvPr/>
        </p:nvSpPr>
        <p:spPr>
          <a:xfrm>
            <a:off x="7210221" y="2133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Freeform 3917"/>
          <p:cNvSpPr/>
          <p:nvPr/>
        </p:nvSpPr>
        <p:spPr>
          <a:xfrm>
            <a:off x="6817471" y="2165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Freeform 3918"/>
          <p:cNvSpPr/>
          <p:nvPr/>
        </p:nvSpPr>
        <p:spPr>
          <a:xfrm>
            <a:off x="7698569" y="2147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Freeform 3919"/>
          <p:cNvSpPr/>
          <p:nvPr/>
        </p:nvSpPr>
        <p:spPr>
          <a:xfrm>
            <a:off x="8534258" y="2133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Freeform 3920"/>
          <p:cNvSpPr/>
          <p:nvPr/>
        </p:nvSpPr>
        <p:spPr>
          <a:xfrm>
            <a:off x="7428036" y="2155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Freeform 3921"/>
          <p:cNvSpPr/>
          <p:nvPr/>
        </p:nvSpPr>
        <p:spPr>
          <a:xfrm>
            <a:off x="7615990" y="2147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Freeform 3922"/>
          <p:cNvSpPr/>
          <p:nvPr/>
        </p:nvSpPr>
        <p:spPr>
          <a:xfrm>
            <a:off x="8141710" y="2154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Freeform 3923"/>
          <p:cNvSpPr/>
          <p:nvPr/>
        </p:nvSpPr>
        <p:spPr>
          <a:xfrm>
            <a:off x="7312288" y="21485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Freeform 3924"/>
          <p:cNvSpPr/>
          <p:nvPr/>
        </p:nvSpPr>
        <p:spPr>
          <a:xfrm>
            <a:off x="7617307" y="2148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Freeform 3925"/>
          <p:cNvSpPr/>
          <p:nvPr/>
        </p:nvSpPr>
        <p:spPr>
          <a:xfrm>
            <a:off x="6904748" y="2149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Freeform 3926"/>
          <p:cNvSpPr/>
          <p:nvPr/>
        </p:nvSpPr>
        <p:spPr>
          <a:xfrm>
            <a:off x="7682032" y="2148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Freeform 3927"/>
          <p:cNvSpPr/>
          <p:nvPr/>
        </p:nvSpPr>
        <p:spPr>
          <a:xfrm>
            <a:off x="7899301" y="2140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Freeform 3928"/>
          <p:cNvSpPr/>
          <p:nvPr/>
        </p:nvSpPr>
        <p:spPr>
          <a:xfrm>
            <a:off x="7586135" y="2137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Freeform 3929"/>
          <p:cNvSpPr/>
          <p:nvPr/>
        </p:nvSpPr>
        <p:spPr>
          <a:xfrm>
            <a:off x="6550626" y="2151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Freeform 3930"/>
          <p:cNvSpPr/>
          <p:nvPr/>
        </p:nvSpPr>
        <p:spPr>
          <a:xfrm>
            <a:off x="8401682" y="2143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Freeform 3931"/>
          <p:cNvSpPr/>
          <p:nvPr/>
        </p:nvSpPr>
        <p:spPr>
          <a:xfrm>
            <a:off x="6744179" y="214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Freeform 3932"/>
          <p:cNvSpPr/>
          <p:nvPr/>
        </p:nvSpPr>
        <p:spPr>
          <a:xfrm>
            <a:off x="7514508" y="2153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Freeform 3933"/>
          <p:cNvSpPr/>
          <p:nvPr/>
        </p:nvSpPr>
        <p:spPr>
          <a:xfrm>
            <a:off x="8103968" y="2161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Freeform 3934"/>
          <p:cNvSpPr/>
          <p:nvPr/>
        </p:nvSpPr>
        <p:spPr>
          <a:xfrm>
            <a:off x="6758380" y="2154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Freeform 3935"/>
          <p:cNvSpPr/>
          <p:nvPr/>
        </p:nvSpPr>
        <p:spPr>
          <a:xfrm>
            <a:off x="7078997" y="2148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Freeform 3936"/>
          <p:cNvSpPr/>
          <p:nvPr/>
        </p:nvSpPr>
        <p:spPr>
          <a:xfrm>
            <a:off x="7545485" y="2149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Freeform 3937"/>
          <p:cNvSpPr/>
          <p:nvPr/>
        </p:nvSpPr>
        <p:spPr>
          <a:xfrm>
            <a:off x="7555048" y="2148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Freeform 3938"/>
          <p:cNvSpPr/>
          <p:nvPr/>
        </p:nvSpPr>
        <p:spPr>
          <a:xfrm>
            <a:off x="7230356" y="2160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Freeform 3939"/>
          <p:cNvSpPr/>
          <p:nvPr/>
        </p:nvSpPr>
        <p:spPr>
          <a:xfrm>
            <a:off x="7433157" y="2149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Freeform 3940"/>
          <p:cNvSpPr/>
          <p:nvPr/>
        </p:nvSpPr>
        <p:spPr>
          <a:xfrm>
            <a:off x="7996597" y="2157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Freeform 3941"/>
          <p:cNvSpPr/>
          <p:nvPr/>
        </p:nvSpPr>
        <p:spPr>
          <a:xfrm>
            <a:off x="7881524" y="2153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Freeform 3942"/>
          <p:cNvSpPr/>
          <p:nvPr/>
        </p:nvSpPr>
        <p:spPr>
          <a:xfrm>
            <a:off x="7434817" y="2165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Freeform 3943"/>
          <p:cNvSpPr/>
          <p:nvPr/>
        </p:nvSpPr>
        <p:spPr>
          <a:xfrm>
            <a:off x="7161132" y="2150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Freeform 3944"/>
          <p:cNvSpPr/>
          <p:nvPr/>
        </p:nvSpPr>
        <p:spPr>
          <a:xfrm>
            <a:off x="8132025" y="21710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Freeform 3945"/>
          <p:cNvSpPr/>
          <p:nvPr/>
        </p:nvSpPr>
        <p:spPr>
          <a:xfrm>
            <a:off x="7201096" y="2144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Freeform 3946"/>
          <p:cNvSpPr/>
          <p:nvPr/>
        </p:nvSpPr>
        <p:spPr>
          <a:xfrm>
            <a:off x="7228360" y="2147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Freeform 3947"/>
          <p:cNvSpPr/>
          <p:nvPr/>
        </p:nvSpPr>
        <p:spPr>
          <a:xfrm>
            <a:off x="8029013" y="2137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Freeform 3948"/>
          <p:cNvSpPr/>
          <p:nvPr/>
        </p:nvSpPr>
        <p:spPr>
          <a:xfrm>
            <a:off x="7067662" y="2153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Freeform 3949"/>
          <p:cNvSpPr/>
          <p:nvPr/>
        </p:nvSpPr>
        <p:spPr>
          <a:xfrm>
            <a:off x="7668422" y="2159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Freeform 3950"/>
          <p:cNvSpPr/>
          <p:nvPr/>
        </p:nvSpPr>
        <p:spPr>
          <a:xfrm>
            <a:off x="8368866" y="2155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Freeform 3951"/>
          <p:cNvSpPr/>
          <p:nvPr/>
        </p:nvSpPr>
        <p:spPr>
          <a:xfrm>
            <a:off x="7849682" y="2150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Freeform 3952"/>
          <p:cNvSpPr/>
          <p:nvPr/>
        </p:nvSpPr>
        <p:spPr>
          <a:xfrm>
            <a:off x="7400902" y="2154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Freeform 3953"/>
          <p:cNvSpPr/>
          <p:nvPr/>
        </p:nvSpPr>
        <p:spPr>
          <a:xfrm>
            <a:off x="8076526" y="2144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Freeform 3954"/>
          <p:cNvSpPr/>
          <p:nvPr/>
        </p:nvSpPr>
        <p:spPr>
          <a:xfrm>
            <a:off x="7866873" y="2156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Freeform 3955"/>
          <p:cNvSpPr/>
          <p:nvPr/>
        </p:nvSpPr>
        <p:spPr>
          <a:xfrm>
            <a:off x="7490203" y="2146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Freeform 3956"/>
          <p:cNvSpPr/>
          <p:nvPr/>
        </p:nvSpPr>
        <p:spPr>
          <a:xfrm>
            <a:off x="7132678" y="2144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Freeform 3957"/>
          <p:cNvSpPr/>
          <p:nvPr/>
        </p:nvSpPr>
        <p:spPr>
          <a:xfrm>
            <a:off x="6883641" y="2142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Freeform 3958"/>
          <p:cNvSpPr/>
          <p:nvPr/>
        </p:nvSpPr>
        <p:spPr>
          <a:xfrm>
            <a:off x="7063841" y="215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Freeform 3959"/>
          <p:cNvSpPr/>
          <p:nvPr/>
        </p:nvSpPr>
        <p:spPr>
          <a:xfrm>
            <a:off x="7547064" y="2149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Freeform 3960"/>
          <p:cNvSpPr/>
          <p:nvPr/>
        </p:nvSpPr>
        <p:spPr>
          <a:xfrm>
            <a:off x="7523159" y="2154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Freeform 3961"/>
          <p:cNvSpPr/>
          <p:nvPr/>
        </p:nvSpPr>
        <p:spPr>
          <a:xfrm>
            <a:off x="7227151" y="2157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Freeform 3962"/>
          <p:cNvSpPr/>
          <p:nvPr/>
        </p:nvSpPr>
        <p:spPr>
          <a:xfrm>
            <a:off x="6685090" y="2129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Freeform 3963"/>
          <p:cNvSpPr/>
          <p:nvPr/>
        </p:nvSpPr>
        <p:spPr>
          <a:xfrm>
            <a:off x="7099782" y="2149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Freeform 3964"/>
          <p:cNvSpPr/>
          <p:nvPr/>
        </p:nvSpPr>
        <p:spPr>
          <a:xfrm>
            <a:off x="7116581" y="21510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Freeform 3965"/>
          <p:cNvSpPr/>
          <p:nvPr/>
        </p:nvSpPr>
        <p:spPr>
          <a:xfrm>
            <a:off x="7109781" y="2135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Freeform 3966"/>
          <p:cNvSpPr/>
          <p:nvPr/>
        </p:nvSpPr>
        <p:spPr>
          <a:xfrm>
            <a:off x="7437012" y="2162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Freeform 3967"/>
          <p:cNvSpPr/>
          <p:nvPr/>
        </p:nvSpPr>
        <p:spPr>
          <a:xfrm>
            <a:off x="8154704" y="2125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Freeform 3968"/>
          <p:cNvSpPr/>
          <p:nvPr/>
        </p:nvSpPr>
        <p:spPr>
          <a:xfrm>
            <a:off x="7396810" y="2156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Freeform 3969"/>
          <p:cNvSpPr/>
          <p:nvPr/>
        </p:nvSpPr>
        <p:spPr>
          <a:xfrm>
            <a:off x="6957761" y="2159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Freeform 3970"/>
          <p:cNvSpPr/>
          <p:nvPr/>
        </p:nvSpPr>
        <p:spPr>
          <a:xfrm>
            <a:off x="7760094" y="21540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Freeform 3971"/>
          <p:cNvSpPr/>
          <p:nvPr/>
        </p:nvSpPr>
        <p:spPr>
          <a:xfrm>
            <a:off x="7810103" y="21541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Freeform 3972"/>
          <p:cNvSpPr/>
          <p:nvPr/>
        </p:nvSpPr>
        <p:spPr>
          <a:xfrm>
            <a:off x="6494085" y="216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Freeform 3973"/>
          <p:cNvSpPr/>
          <p:nvPr/>
        </p:nvSpPr>
        <p:spPr>
          <a:xfrm>
            <a:off x="7444812" y="2148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Freeform 3974"/>
          <p:cNvSpPr/>
          <p:nvPr/>
        </p:nvSpPr>
        <p:spPr>
          <a:xfrm>
            <a:off x="7458878" y="2149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Freeform 3975"/>
          <p:cNvSpPr/>
          <p:nvPr/>
        </p:nvSpPr>
        <p:spPr>
          <a:xfrm>
            <a:off x="6576066" y="21533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Freeform 3976"/>
          <p:cNvSpPr/>
          <p:nvPr/>
        </p:nvSpPr>
        <p:spPr>
          <a:xfrm>
            <a:off x="6872003" y="2149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Freeform 3977"/>
          <p:cNvSpPr/>
          <p:nvPr/>
        </p:nvSpPr>
        <p:spPr>
          <a:xfrm>
            <a:off x="7595840" y="2154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Freeform 3978"/>
          <p:cNvSpPr/>
          <p:nvPr/>
        </p:nvSpPr>
        <p:spPr>
          <a:xfrm>
            <a:off x="6565989" y="2165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Freeform 3979"/>
          <p:cNvSpPr/>
          <p:nvPr/>
        </p:nvSpPr>
        <p:spPr>
          <a:xfrm>
            <a:off x="7867399" y="2143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Freeform 3980"/>
          <p:cNvSpPr/>
          <p:nvPr/>
        </p:nvSpPr>
        <p:spPr>
          <a:xfrm>
            <a:off x="8051316" y="2165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Freeform 3981"/>
          <p:cNvSpPr/>
          <p:nvPr/>
        </p:nvSpPr>
        <p:spPr>
          <a:xfrm>
            <a:off x="7485084" y="2132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Freeform 3982"/>
          <p:cNvSpPr/>
          <p:nvPr/>
        </p:nvSpPr>
        <p:spPr>
          <a:xfrm>
            <a:off x="7010556" y="21482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Freeform 3983"/>
          <p:cNvSpPr/>
          <p:nvPr/>
        </p:nvSpPr>
        <p:spPr>
          <a:xfrm>
            <a:off x="8006453" y="2147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Freeform 3984"/>
          <p:cNvSpPr/>
          <p:nvPr/>
        </p:nvSpPr>
        <p:spPr>
          <a:xfrm>
            <a:off x="7219748" y="2163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Freeform 3985"/>
          <p:cNvSpPr/>
          <p:nvPr/>
        </p:nvSpPr>
        <p:spPr>
          <a:xfrm>
            <a:off x="7234151" y="2154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Freeform 3986"/>
          <p:cNvSpPr/>
          <p:nvPr/>
        </p:nvSpPr>
        <p:spPr>
          <a:xfrm>
            <a:off x="7856046" y="2162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Freeform 3987"/>
          <p:cNvSpPr/>
          <p:nvPr/>
        </p:nvSpPr>
        <p:spPr>
          <a:xfrm>
            <a:off x="6925218" y="2145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Freeform 3988"/>
          <p:cNvSpPr/>
          <p:nvPr/>
        </p:nvSpPr>
        <p:spPr>
          <a:xfrm>
            <a:off x="7406005" y="2154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Freeform 3989"/>
          <p:cNvSpPr/>
          <p:nvPr/>
        </p:nvSpPr>
        <p:spPr>
          <a:xfrm>
            <a:off x="7764277" y="2152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Freeform 3990"/>
          <p:cNvSpPr/>
          <p:nvPr/>
        </p:nvSpPr>
        <p:spPr>
          <a:xfrm>
            <a:off x="7058313" y="2160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Freeform 3991"/>
          <p:cNvSpPr/>
          <p:nvPr/>
        </p:nvSpPr>
        <p:spPr>
          <a:xfrm>
            <a:off x="8218444" y="21514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Freeform 3992"/>
          <p:cNvSpPr/>
          <p:nvPr/>
        </p:nvSpPr>
        <p:spPr>
          <a:xfrm>
            <a:off x="7035160" y="2169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Freeform 3993"/>
          <p:cNvSpPr/>
          <p:nvPr/>
        </p:nvSpPr>
        <p:spPr>
          <a:xfrm>
            <a:off x="6699668" y="2137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Freeform 3994"/>
          <p:cNvSpPr/>
          <p:nvPr/>
        </p:nvSpPr>
        <p:spPr>
          <a:xfrm>
            <a:off x="7274351" y="21397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Freeform 3995"/>
          <p:cNvSpPr/>
          <p:nvPr/>
        </p:nvSpPr>
        <p:spPr>
          <a:xfrm>
            <a:off x="7340983" y="21513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Freeform 3996"/>
          <p:cNvSpPr/>
          <p:nvPr/>
        </p:nvSpPr>
        <p:spPr>
          <a:xfrm>
            <a:off x="7181930" y="2157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Freeform 3997"/>
          <p:cNvSpPr/>
          <p:nvPr/>
        </p:nvSpPr>
        <p:spPr>
          <a:xfrm>
            <a:off x="6324850" y="2153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Freeform 3998"/>
          <p:cNvSpPr/>
          <p:nvPr/>
        </p:nvSpPr>
        <p:spPr>
          <a:xfrm>
            <a:off x="7616261" y="21435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Freeform 3999"/>
          <p:cNvSpPr/>
          <p:nvPr/>
        </p:nvSpPr>
        <p:spPr>
          <a:xfrm>
            <a:off x="7889051" y="2149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Freeform 4000"/>
          <p:cNvSpPr/>
          <p:nvPr/>
        </p:nvSpPr>
        <p:spPr>
          <a:xfrm>
            <a:off x="7237813" y="2139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Freeform 4001"/>
          <p:cNvSpPr/>
          <p:nvPr/>
        </p:nvSpPr>
        <p:spPr>
          <a:xfrm>
            <a:off x="7688730" y="2140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Freeform 4002"/>
          <p:cNvSpPr/>
          <p:nvPr/>
        </p:nvSpPr>
        <p:spPr>
          <a:xfrm>
            <a:off x="7226670" y="2144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Freeform 4003"/>
          <p:cNvSpPr/>
          <p:nvPr/>
        </p:nvSpPr>
        <p:spPr>
          <a:xfrm>
            <a:off x="7609647" y="2141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Freeform 4004"/>
          <p:cNvSpPr/>
          <p:nvPr/>
        </p:nvSpPr>
        <p:spPr>
          <a:xfrm>
            <a:off x="7577446" y="216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Freeform 4005"/>
          <p:cNvSpPr/>
          <p:nvPr/>
        </p:nvSpPr>
        <p:spPr>
          <a:xfrm>
            <a:off x="7910120" y="2159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Freeform 4006"/>
          <p:cNvSpPr/>
          <p:nvPr/>
        </p:nvSpPr>
        <p:spPr>
          <a:xfrm>
            <a:off x="7925933" y="2141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Freeform 4007"/>
          <p:cNvSpPr/>
          <p:nvPr/>
        </p:nvSpPr>
        <p:spPr>
          <a:xfrm>
            <a:off x="7392104" y="2153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Freeform 4008"/>
          <p:cNvSpPr/>
          <p:nvPr/>
        </p:nvSpPr>
        <p:spPr>
          <a:xfrm>
            <a:off x="7794054" y="2147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Freeform 4009"/>
          <p:cNvSpPr/>
          <p:nvPr/>
        </p:nvSpPr>
        <p:spPr>
          <a:xfrm>
            <a:off x="7294189" y="2136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Freeform 4010"/>
          <p:cNvSpPr/>
          <p:nvPr/>
        </p:nvSpPr>
        <p:spPr>
          <a:xfrm>
            <a:off x="7703033" y="2149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Freeform 4011"/>
          <p:cNvSpPr/>
          <p:nvPr/>
        </p:nvSpPr>
        <p:spPr>
          <a:xfrm>
            <a:off x="7079877" y="2150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Freeform 4012"/>
          <p:cNvSpPr/>
          <p:nvPr/>
        </p:nvSpPr>
        <p:spPr>
          <a:xfrm>
            <a:off x="7168660" y="215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Freeform 4013"/>
          <p:cNvSpPr/>
          <p:nvPr/>
        </p:nvSpPr>
        <p:spPr>
          <a:xfrm>
            <a:off x="6014540" y="2140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Freeform 4014"/>
          <p:cNvSpPr/>
          <p:nvPr/>
        </p:nvSpPr>
        <p:spPr>
          <a:xfrm>
            <a:off x="7446642" y="2153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Freeform 4015"/>
          <p:cNvSpPr/>
          <p:nvPr/>
        </p:nvSpPr>
        <p:spPr>
          <a:xfrm>
            <a:off x="8218098" y="21270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Freeform 4016"/>
          <p:cNvSpPr/>
          <p:nvPr/>
        </p:nvSpPr>
        <p:spPr>
          <a:xfrm>
            <a:off x="7979513" y="2145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Freeform 4017"/>
          <p:cNvSpPr/>
          <p:nvPr/>
        </p:nvSpPr>
        <p:spPr>
          <a:xfrm>
            <a:off x="8137234" y="2146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Freeform 4018"/>
          <p:cNvSpPr/>
          <p:nvPr/>
        </p:nvSpPr>
        <p:spPr>
          <a:xfrm>
            <a:off x="7275580" y="2167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Freeform 4019"/>
          <p:cNvSpPr/>
          <p:nvPr/>
        </p:nvSpPr>
        <p:spPr>
          <a:xfrm>
            <a:off x="8202607" y="2156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Freeform 4020"/>
          <p:cNvSpPr/>
          <p:nvPr/>
        </p:nvSpPr>
        <p:spPr>
          <a:xfrm>
            <a:off x="7007515" y="2138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Freeform 4021"/>
          <p:cNvSpPr/>
          <p:nvPr/>
        </p:nvSpPr>
        <p:spPr>
          <a:xfrm>
            <a:off x="7054735" y="2147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Freeform 4022"/>
          <p:cNvSpPr/>
          <p:nvPr/>
        </p:nvSpPr>
        <p:spPr>
          <a:xfrm>
            <a:off x="8182969" y="2162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Freeform 4023"/>
          <p:cNvSpPr/>
          <p:nvPr/>
        </p:nvSpPr>
        <p:spPr>
          <a:xfrm>
            <a:off x="7015943" y="2140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Freeform 4024"/>
          <p:cNvSpPr/>
          <p:nvPr/>
        </p:nvSpPr>
        <p:spPr>
          <a:xfrm>
            <a:off x="7491534" y="2152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Freeform 4025"/>
          <p:cNvSpPr/>
          <p:nvPr/>
        </p:nvSpPr>
        <p:spPr>
          <a:xfrm>
            <a:off x="6955178" y="2133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Freeform 4026"/>
          <p:cNvSpPr/>
          <p:nvPr/>
        </p:nvSpPr>
        <p:spPr>
          <a:xfrm>
            <a:off x="7642569" y="214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Freeform 4027"/>
          <p:cNvSpPr/>
          <p:nvPr/>
        </p:nvSpPr>
        <p:spPr>
          <a:xfrm>
            <a:off x="7658542" y="21427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Freeform 4028"/>
          <p:cNvSpPr/>
          <p:nvPr/>
        </p:nvSpPr>
        <p:spPr>
          <a:xfrm>
            <a:off x="7759149" y="2131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Freeform 4029"/>
          <p:cNvSpPr/>
          <p:nvPr/>
        </p:nvSpPr>
        <p:spPr>
          <a:xfrm>
            <a:off x="8220831" y="2154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Freeform 4030"/>
          <p:cNvSpPr/>
          <p:nvPr/>
        </p:nvSpPr>
        <p:spPr>
          <a:xfrm>
            <a:off x="6788091" y="2144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Freeform 4031"/>
          <p:cNvSpPr/>
          <p:nvPr/>
        </p:nvSpPr>
        <p:spPr>
          <a:xfrm>
            <a:off x="7900877" y="2140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Freeform 4032"/>
          <p:cNvSpPr/>
          <p:nvPr/>
        </p:nvSpPr>
        <p:spPr>
          <a:xfrm>
            <a:off x="7713274" y="2151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Freeform 4033"/>
          <p:cNvSpPr/>
          <p:nvPr/>
        </p:nvSpPr>
        <p:spPr>
          <a:xfrm>
            <a:off x="7836766" y="2148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Freeform 4034"/>
          <p:cNvSpPr/>
          <p:nvPr/>
        </p:nvSpPr>
        <p:spPr>
          <a:xfrm>
            <a:off x="6866777" y="21361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Freeform 4035"/>
          <p:cNvSpPr/>
          <p:nvPr/>
        </p:nvSpPr>
        <p:spPr>
          <a:xfrm>
            <a:off x="7010164" y="2155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Freeform 4036"/>
          <p:cNvSpPr/>
          <p:nvPr/>
        </p:nvSpPr>
        <p:spPr>
          <a:xfrm>
            <a:off x="6926021" y="2145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Freeform 4037"/>
          <p:cNvSpPr/>
          <p:nvPr/>
        </p:nvSpPr>
        <p:spPr>
          <a:xfrm>
            <a:off x="7094093" y="2159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Freeform 4038"/>
          <p:cNvSpPr/>
          <p:nvPr/>
        </p:nvSpPr>
        <p:spPr>
          <a:xfrm>
            <a:off x="7533919" y="2162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Freeform 4039"/>
          <p:cNvSpPr/>
          <p:nvPr/>
        </p:nvSpPr>
        <p:spPr>
          <a:xfrm>
            <a:off x="7243085" y="2148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Freeform 4040"/>
          <p:cNvSpPr/>
          <p:nvPr/>
        </p:nvSpPr>
        <p:spPr>
          <a:xfrm>
            <a:off x="7397170" y="2153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Freeform 4041"/>
          <p:cNvSpPr/>
          <p:nvPr/>
        </p:nvSpPr>
        <p:spPr>
          <a:xfrm>
            <a:off x="7557905" y="214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Freeform 4042"/>
          <p:cNvSpPr/>
          <p:nvPr/>
        </p:nvSpPr>
        <p:spPr>
          <a:xfrm>
            <a:off x="7105593" y="21422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Freeform 4043"/>
          <p:cNvSpPr/>
          <p:nvPr/>
        </p:nvSpPr>
        <p:spPr>
          <a:xfrm>
            <a:off x="8045451" y="2154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Freeform 4044"/>
          <p:cNvSpPr/>
          <p:nvPr/>
        </p:nvSpPr>
        <p:spPr>
          <a:xfrm>
            <a:off x="7509123" y="215723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Freeform 4045"/>
          <p:cNvSpPr/>
          <p:nvPr/>
        </p:nvSpPr>
        <p:spPr>
          <a:xfrm>
            <a:off x="6884649" y="2136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Freeform 4046"/>
          <p:cNvSpPr/>
          <p:nvPr/>
        </p:nvSpPr>
        <p:spPr>
          <a:xfrm>
            <a:off x="7522678" y="21322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Freeform 4047"/>
          <p:cNvSpPr/>
          <p:nvPr/>
        </p:nvSpPr>
        <p:spPr>
          <a:xfrm>
            <a:off x="7073036" y="216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Freeform 4048"/>
          <p:cNvSpPr/>
          <p:nvPr/>
        </p:nvSpPr>
        <p:spPr>
          <a:xfrm>
            <a:off x="7442191" y="215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Freeform 4049"/>
          <p:cNvSpPr/>
          <p:nvPr/>
        </p:nvSpPr>
        <p:spPr>
          <a:xfrm>
            <a:off x="6472814" y="2160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Freeform 4050"/>
          <p:cNvSpPr/>
          <p:nvPr/>
        </p:nvSpPr>
        <p:spPr>
          <a:xfrm>
            <a:off x="7070158" y="2148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Freeform 4051"/>
          <p:cNvSpPr/>
          <p:nvPr/>
        </p:nvSpPr>
        <p:spPr>
          <a:xfrm>
            <a:off x="7185128" y="213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Freeform 4052"/>
          <p:cNvSpPr/>
          <p:nvPr/>
        </p:nvSpPr>
        <p:spPr>
          <a:xfrm>
            <a:off x="7368547" y="2126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Freeform 4053"/>
          <p:cNvSpPr/>
          <p:nvPr/>
        </p:nvSpPr>
        <p:spPr>
          <a:xfrm>
            <a:off x="6829275" y="2165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Freeform 4054"/>
          <p:cNvSpPr/>
          <p:nvPr/>
        </p:nvSpPr>
        <p:spPr>
          <a:xfrm>
            <a:off x="7519105" y="2144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Freeform 4055"/>
          <p:cNvSpPr/>
          <p:nvPr/>
        </p:nvSpPr>
        <p:spPr>
          <a:xfrm>
            <a:off x="6581520" y="2153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Freeform 4056"/>
          <p:cNvSpPr/>
          <p:nvPr/>
        </p:nvSpPr>
        <p:spPr>
          <a:xfrm>
            <a:off x="6972974" y="2153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Freeform 4057"/>
          <p:cNvSpPr/>
          <p:nvPr/>
        </p:nvSpPr>
        <p:spPr>
          <a:xfrm>
            <a:off x="7796553" y="2151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Freeform 4058"/>
          <p:cNvSpPr/>
          <p:nvPr/>
        </p:nvSpPr>
        <p:spPr>
          <a:xfrm>
            <a:off x="7344545" y="2139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Freeform 4059"/>
          <p:cNvSpPr/>
          <p:nvPr/>
        </p:nvSpPr>
        <p:spPr>
          <a:xfrm>
            <a:off x="7432354" y="2164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Freeform 4060"/>
          <p:cNvSpPr/>
          <p:nvPr/>
        </p:nvSpPr>
        <p:spPr>
          <a:xfrm>
            <a:off x="7166449" y="2158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Freeform 4061"/>
          <p:cNvSpPr/>
          <p:nvPr/>
        </p:nvSpPr>
        <p:spPr>
          <a:xfrm>
            <a:off x="7217070" y="2156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Freeform 4062"/>
          <p:cNvSpPr/>
          <p:nvPr/>
        </p:nvSpPr>
        <p:spPr>
          <a:xfrm>
            <a:off x="7249737" y="2137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Freeform 4063"/>
          <p:cNvSpPr/>
          <p:nvPr/>
        </p:nvSpPr>
        <p:spPr>
          <a:xfrm>
            <a:off x="7665016" y="2154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Freeform 4064"/>
          <p:cNvSpPr/>
          <p:nvPr/>
        </p:nvSpPr>
        <p:spPr>
          <a:xfrm>
            <a:off x="7225107" y="2126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Freeform 4065"/>
          <p:cNvSpPr/>
          <p:nvPr/>
        </p:nvSpPr>
        <p:spPr>
          <a:xfrm>
            <a:off x="8266610" y="2135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Freeform 4066"/>
          <p:cNvSpPr/>
          <p:nvPr/>
        </p:nvSpPr>
        <p:spPr>
          <a:xfrm>
            <a:off x="7388697" y="2149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Freeform 4067"/>
          <p:cNvSpPr/>
          <p:nvPr/>
        </p:nvSpPr>
        <p:spPr>
          <a:xfrm>
            <a:off x="7644733" y="21517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Freeform 4068"/>
          <p:cNvSpPr/>
          <p:nvPr/>
        </p:nvSpPr>
        <p:spPr>
          <a:xfrm>
            <a:off x="7537188" y="2147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Freeform 4069"/>
          <p:cNvSpPr/>
          <p:nvPr/>
        </p:nvSpPr>
        <p:spPr>
          <a:xfrm>
            <a:off x="7673247" y="2150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Freeform 4070"/>
          <p:cNvSpPr/>
          <p:nvPr/>
        </p:nvSpPr>
        <p:spPr>
          <a:xfrm>
            <a:off x="7218120" y="2143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Freeform 4071"/>
          <p:cNvSpPr/>
          <p:nvPr/>
        </p:nvSpPr>
        <p:spPr>
          <a:xfrm>
            <a:off x="7431247" y="2144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Freeform 4072"/>
          <p:cNvSpPr/>
          <p:nvPr/>
        </p:nvSpPr>
        <p:spPr>
          <a:xfrm>
            <a:off x="6784778" y="2140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Freeform 4073"/>
          <p:cNvSpPr/>
          <p:nvPr/>
        </p:nvSpPr>
        <p:spPr>
          <a:xfrm>
            <a:off x="6858002" y="2147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Freeform 4074"/>
          <p:cNvSpPr/>
          <p:nvPr/>
        </p:nvSpPr>
        <p:spPr>
          <a:xfrm>
            <a:off x="6917659" y="2149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Freeform 4075"/>
          <p:cNvSpPr/>
          <p:nvPr/>
        </p:nvSpPr>
        <p:spPr>
          <a:xfrm>
            <a:off x="7048442" y="2143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Freeform 4076"/>
          <p:cNvSpPr/>
          <p:nvPr/>
        </p:nvSpPr>
        <p:spPr>
          <a:xfrm>
            <a:off x="7276470" y="2152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Freeform 4077"/>
          <p:cNvSpPr/>
          <p:nvPr/>
        </p:nvSpPr>
        <p:spPr>
          <a:xfrm>
            <a:off x="7113742" y="2152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Freeform 4078"/>
          <p:cNvSpPr/>
          <p:nvPr/>
        </p:nvSpPr>
        <p:spPr>
          <a:xfrm>
            <a:off x="8064420" y="2158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Freeform 4079"/>
          <p:cNvSpPr/>
          <p:nvPr/>
        </p:nvSpPr>
        <p:spPr>
          <a:xfrm>
            <a:off x="7768559" y="2142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Freeform 4080"/>
          <p:cNvSpPr/>
          <p:nvPr/>
        </p:nvSpPr>
        <p:spPr>
          <a:xfrm>
            <a:off x="7784701" y="2147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Freeform 4081"/>
          <p:cNvSpPr/>
          <p:nvPr/>
        </p:nvSpPr>
        <p:spPr>
          <a:xfrm>
            <a:off x="7904994" y="2156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Freeform 4082"/>
          <p:cNvSpPr/>
          <p:nvPr/>
        </p:nvSpPr>
        <p:spPr>
          <a:xfrm>
            <a:off x="8069763" y="2154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Freeform 4083"/>
          <p:cNvSpPr/>
          <p:nvPr/>
        </p:nvSpPr>
        <p:spPr>
          <a:xfrm>
            <a:off x="6943130" y="21520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Freeform 4084"/>
          <p:cNvSpPr/>
          <p:nvPr/>
        </p:nvSpPr>
        <p:spPr>
          <a:xfrm>
            <a:off x="6692070" y="21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Freeform 4085"/>
          <p:cNvSpPr/>
          <p:nvPr/>
        </p:nvSpPr>
        <p:spPr>
          <a:xfrm>
            <a:off x="8040983" y="2149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Freeform 4086"/>
          <p:cNvSpPr/>
          <p:nvPr/>
        </p:nvSpPr>
        <p:spPr>
          <a:xfrm>
            <a:off x="6901554" y="2157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Freeform 4087"/>
          <p:cNvSpPr/>
          <p:nvPr/>
        </p:nvSpPr>
        <p:spPr>
          <a:xfrm>
            <a:off x="7015051" y="215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Freeform 4088"/>
          <p:cNvSpPr/>
          <p:nvPr/>
        </p:nvSpPr>
        <p:spPr>
          <a:xfrm>
            <a:off x="7580262" y="2148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Freeform 4089"/>
          <p:cNvSpPr/>
          <p:nvPr/>
        </p:nvSpPr>
        <p:spPr>
          <a:xfrm>
            <a:off x="7306984" y="2156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Freeform 4090"/>
          <p:cNvSpPr/>
          <p:nvPr/>
        </p:nvSpPr>
        <p:spPr>
          <a:xfrm>
            <a:off x="7840790" y="2161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Freeform 4091"/>
          <p:cNvSpPr/>
          <p:nvPr/>
        </p:nvSpPr>
        <p:spPr>
          <a:xfrm>
            <a:off x="6522135" y="2155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Freeform 4092"/>
          <p:cNvSpPr/>
          <p:nvPr/>
        </p:nvSpPr>
        <p:spPr>
          <a:xfrm>
            <a:off x="7037744" y="215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Freeform 4093"/>
          <p:cNvSpPr/>
          <p:nvPr/>
        </p:nvSpPr>
        <p:spPr>
          <a:xfrm>
            <a:off x="7405639" y="21311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Freeform 4094"/>
          <p:cNvSpPr/>
          <p:nvPr/>
        </p:nvSpPr>
        <p:spPr>
          <a:xfrm>
            <a:off x="7328239" y="213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Freeform 4095"/>
          <p:cNvSpPr/>
          <p:nvPr/>
        </p:nvSpPr>
        <p:spPr>
          <a:xfrm>
            <a:off x="7336662" y="2149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Freeform 4096"/>
          <p:cNvSpPr/>
          <p:nvPr/>
        </p:nvSpPr>
        <p:spPr>
          <a:xfrm>
            <a:off x="7443678" y="2148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Freeform 4097"/>
          <p:cNvSpPr/>
          <p:nvPr/>
        </p:nvSpPr>
        <p:spPr>
          <a:xfrm>
            <a:off x="7232367" y="21481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Freeform 4098"/>
          <p:cNvSpPr/>
          <p:nvPr/>
        </p:nvSpPr>
        <p:spPr>
          <a:xfrm>
            <a:off x="7347563" y="2136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Freeform 4099"/>
          <p:cNvSpPr/>
          <p:nvPr/>
        </p:nvSpPr>
        <p:spPr>
          <a:xfrm>
            <a:off x="8401703" y="2141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Freeform 4100"/>
          <p:cNvSpPr/>
          <p:nvPr/>
        </p:nvSpPr>
        <p:spPr>
          <a:xfrm>
            <a:off x="7030906" y="21511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Freeform 4101"/>
          <p:cNvSpPr/>
          <p:nvPr/>
        </p:nvSpPr>
        <p:spPr>
          <a:xfrm>
            <a:off x="7594753" y="2160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Freeform 4102"/>
          <p:cNvSpPr/>
          <p:nvPr/>
        </p:nvSpPr>
        <p:spPr>
          <a:xfrm>
            <a:off x="6654214" y="2158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Freeform 4103"/>
          <p:cNvSpPr/>
          <p:nvPr/>
        </p:nvSpPr>
        <p:spPr>
          <a:xfrm>
            <a:off x="6404383" y="2151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Freeform 4104"/>
          <p:cNvSpPr/>
          <p:nvPr/>
        </p:nvSpPr>
        <p:spPr>
          <a:xfrm>
            <a:off x="7109124" y="2146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Freeform 4105"/>
          <p:cNvSpPr/>
          <p:nvPr/>
        </p:nvSpPr>
        <p:spPr>
          <a:xfrm>
            <a:off x="7272020" y="21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Freeform 4106"/>
          <p:cNvSpPr/>
          <p:nvPr/>
        </p:nvSpPr>
        <p:spPr>
          <a:xfrm>
            <a:off x="8122627" y="2146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Freeform 4107"/>
          <p:cNvSpPr/>
          <p:nvPr/>
        </p:nvSpPr>
        <p:spPr>
          <a:xfrm>
            <a:off x="7717835" y="2167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Freeform 4108"/>
          <p:cNvSpPr/>
          <p:nvPr/>
        </p:nvSpPr>
        <p:spPr>
          <a:xfrm>
            <a:off x="7501622" y="2145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Freeform 4109"/>
          <p:cNvSpPr/>
          <p:nvPr/>
        </p:nvSpPr>
        <p:spPr>
          <a:xfrm>
            <a:off x="7215170" y="2138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Freeform 4110"/>
          <p:cNvSpPr/>
          <p:nvPr/>
        </p:nvSpPr>
        <p:spPr>
          <a:xfrm>
            <a:off x="7893090" y="2145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Freeform 4111"/>
          <p:cNvSpPr/>
          <p:nvPr/>
        </p:nvSpPr>
        <p:spPr>
          <a:xfrm>
            <a:off x="7046708" y="214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Freeform 4112"/>
          <p:cNvSpPr/>
          <p:nvPr/>
        </p:nvSpPr>
        <p:spPr>
          <a:xfrm>
            <a:off x="6757478" y="214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Freeform 4113"/>
          <p:cNvSpPr/>
          <p:nvPr/>
        </p:nvSpPr>
        <p:spPr>
          <a:xfrm>
            <a:off x="8277729" y="2158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Freeform 4114"/>
          <p:cNvSpPr/>
          <p:nvPr/>
        </p:nvSpPr>
        <p:spPr>
          <a:xfrm>
            <a:off x="8269180" y="2132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Freeform 4115"/>
          <p:cNvSpPr/>
          <p:nvPr/>
        </p:nvSpPr>
        <p:spPr>
          <a:xfrm>
            <a:off x="7113223" y="2149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Freeform 4116"/>
          <p:cNvSpPr/>
          <p:nvPr/>
        </p:nvSpPr>
        <p:spPr>
          <a:xfrm>
            <a:off x="7384019" y="2151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Freeform 4117"/>
          <p:cNvSpPr/>
          <p:nvPr/>
        </p:nvSpPr>
        <p:spPr>
          <a:xfrm>
            <a:off x="7725247" y="2147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Freeform 4118"/>
          <p:cNvSpPr/>
          <p:nvPr/>
        </p:nvSpPr>
        <p:spPr>
          <a:xfrm>
            <a:off x="8164834" y="2154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Freeform 4119"/>
          <p:cNvSpPr/>
          <p:nvPr/>
        </p:nvSpPr>
        <p:spPr>
          <a:xfrm>
            <a:off x="7794452" y="2139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Freeform 4120"/>
          <p:cNvSpPr/>
          <p:nvPr/>
        </p:nvSpPr>
        <p:spPr>
          <a:xfrm>
            <a:off x="6872210" y="2132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Freeform 4121"/>
          <p:cNvSpPr/>
          <p:nvPr/>
        </p:nvSpPr>
        <p:spPr>
          <a:xfrm>
            <a:off x="7135500" y="2153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Freeform 4122"/>
          <p:cNvSpPr/>
          <p:nvPr/>
        </p:nvSpPr>
        <p:spPr>
          <a:xfrm>
            <a:off x="8597666" y="2141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Freeform 4123"/>
          <p:cNvSpPr/>
          <p:nvPr/>
        </p:nvSpPr>
        <p:spPr>
          <a:xfrm>
            <a:off x="5996603" y="2140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Freeform 4124"/>
          <p:cNvSpPr/>
          <p:nvPr/>
        </p:nvSpPr>
        <p:spPr>
          <a:xfrm>
            <a:off x="7898468" y="2148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Freeform 4125"/>
          <p:cNvSpPr/>
          <p:nvPr/>
        </p:nvSpPr>
        <p:spPr>
          <a:xfrm>
            <a:off x="8373610" y="2128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Freeform 4126"/>
          <p:cNvSpPr/>
          <p:nvPr/>
        </p:nvSpPr>
        <p:spPr>
          <a:xfrm>
            <a:off x="7121932" y="2153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Freeform 4127"/>
          <p:cNvSpPr/>
          <p:nvPr/>
        </p:nvSpPr>
        <p:spPr>
          <a:xfrm>
            <a:off x="7330879" y="2140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Freeform 4128"/>
          <p:cNvSpPr/>
          <p:nvPr/>
        </p:nvSpPr>
        <p:spPr>
          <a:xfrm>
            <a:off x="6512255" y="2157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Freeform 4129"/>
          <p:cNvSpPr/>
          <p:nvPr/>
        </p:nvSpPr>
        <p:spPr>
          <a:xfrm>
            <a:off x="8088183" y="2143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Freeform 4130"/>
          <p:cNvSpPr/>
          <p:nvPr/>
        </p:nvSpPr>
        <p:spPr>
          <a:xfrm>
            <a:off x="6911607" y="21456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Freeform 4131"/>
          <p:cNvSpPr/>
          <p:nvPr/>
        </p:nvSpPr>
        <p:spPr>
          <a:xfrm>
            <a:off x="7703155" y="2149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Freeform 4132"/>
          <p:cNvSpPr/>
          <p:nvPr/>
        </p:nvSpPr>
        <p:spPr>
          <a:xfrm>
            <a:off x="8609782" y="214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Freeform 4133"/>
          <p:cNvSpPr/>
          <p:nvPr/>
        </p:nvSpPr>
        <p:spPr>
          <a:xfrm>
            <a:off x="7770055" y="21586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Freeform 4134"/>
          <p:cNvSpPr/>
          <p:nvPr/>
        </p:nvSpPr>
        <p:spPr>
          <a:xfrm>
            <a:off x="6510382" y="2139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Freeform 4135"/>
          <p:cNvSpPr/>
          <p:nvPr/>
        </p:nvSpPr>
        <p:spPr>
          <a:xfrm>
            <a:off x="7629333" y="2136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Freeform 4136"/>
          <p:cNvSpPr/>
          <p:nvPr/>
        </p:nvSpPr>
        <p:spPr>
          <a:xfrm>
            <a:off x="7621135" y="2140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Freeform 4137"/>
          <p:cNvSpPr/>
          <p:nvPr/>
        </p:nvSpPr>
        <p:spPr>
          <a:xfrm>
            <a:off x="8311407" y="2150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Freeform 4138"/>
          <p:cNvSpPr/>
          <p:nvPr/>
        </p:nvSpPr>
        <p:spPr>
          <a:xfrm>
            <a:off x="8104814" y="21446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Freeform 4139"/>
          <p:cNvSpPr/>
          <p:nvPr/>
        </p:nvSpPr>
        <p:spPr>
          <a:xfrm>
            <a:off x="7733076" y="2130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Freeform 4140"/>
          <p:cNvSpPr/>
          <p:nvPr/>
        </p:nvSpPr>
        <p:spPr>
          <a:xfrm>
            <a:off x="7035461" y="2148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Freeform 4141"/>
          <p:cNvSpPr/>
          <p:nvPr/>
        </p:nvSpPr>
        <p:spPr>
          <a:xfrm>
            <a:off x="7622852" y="2152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Freeform 4142"/>
          <p:cNvSpPr/>
          <p:nvPr/>
        </p:nvSpPr>
        <p:spPr>
          <a:xfrm>
            <a:off x="6834282" y="213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Freeform 4143"/>
          <p:cNvSpPr/>
          <p:nvPr/>
        </p:nvSpPr>
        <p:spPr>
          <a:xfrm>
            <a:off x="7988581" y="2137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Freeform 4144"/>
          <p:cNvSpPr/>
          <p:nvPr/>
        </p:nvSpPr>
        <p:spPr>
          <a:xfrm>
            <a:off x="6965056" y="2130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Freeform 4145"/>
          <p:cNvSpPr/>
          <p:nvPr/>
        </p:nvSpPr>
        <p:spPr>
          <a:xfrm>
            <a:off x="7502980" y="2154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Freeform 4146"/>
          <p:cNvSpPr/>
          <p:nvPr/>
        </p:nvSpPr>
        <p:spPr>
          <a:xfrm>
            <a:off x="7001741" y="2154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Freeform 4147"/>
          <p:cNvSpPr/>
          <p:nvPr/>
        </p:nvSpPr>
        <p:spPr>
          <a:xfrm>
            <a:off x="6977804" y="2159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Freeform 4148"/>
          <p:cNvSpPr/>
          <p:nvPr/>
        </p:nvSpPr>
        <p:spPr>
          <a:xfrm>
            <a:off x="7189845" y="215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Freeform 4149"/>
          <p:cNvSpPr/>
          <p:nvPr/>
        </p:nvSpPr>
        <p:spPr>
          <a:xfrm>
            <a:off x="8123036" y="2142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Freeform 4150"/>
          <p:cNvSpPr/>
          <p:nvPr/>
        </p:nvSpPr>
        <p:spPr>
          <a:xfrm>
            <a:off x="7425173" y="2153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Freeform 4151"/>
          <p:cNvSpPr/>
          <p:nvPr/>
        </p:nvSpPr>
        <p:spPr>
          <a:xfrm>
            <a:off x="6787219" y="2153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Freeform 4152"/>
          <p:cNvSpPr/>
          <p:nvPr/>
        </p:nvSpPr>
        <p:spPr>
          <a:xfrm>
            <a:off x="7552117" y="2154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Freeform 4153"/>
          <p:cNvSpPr/>
          <p:nvPr/>
        </p:nvSpPr>
        <p:spPr>
          <a:xfrm>
            <a:off x="7505328" y="2158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Freeform 4154"/>
          <p:cNvSpPr/>
          <p:nvPr/>
        </p:nvSpPr>
        <p:spPr>
          <a:xfrm>
            <a:off x="7432906" y="2142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Freeform 4155"/>
          <p:cNvSpPr/>
          <p:nvPr/>
        </p:nvSpPr>
        <p:spPr>
          <a:xfrm>
            <a:off x="7837406" y="214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Freeform 4156"/>
          <p:cNvSpPr/>
          <p:nvPr/>
        </p:nvSpPr>
        <p:spPr>
          <a:xfrm>
            <a:off x="7452591" y="2157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Freeform 4157"/>
          <p:cNvSpPr/>
          <p:nvPr/>
        </p:nvSpPr>
        <p:spPr>
          <a:xfrm>
            <a:off x="7931770" y="21567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Freeform 4158"/>
          <p:cNvSpPr/>
          <p:nvPr/>
        </p:nvSpPr>
        <p:spPr>
          <a:xfrm>
            <a:off x="6035531" y="2146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Freeform 4159"/>
          <p:cNvSpPr/>
          <p:nvPr/>
        </p:nvSpPr>
        <p:spPr>
          <a:xfrm>
            <a:off x="7677972" y="2160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Freeform 4160"/>
          <p:cNvSpPr/>
          <p:nvPr/>
        </p:nvSpPr>
        <p:spPr>
          <a:xfrm>
            <a:off x="7850025" y="2145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Freeform 4161"/>
          <p:cNvSpPr/>
          <p:nvPr/>
        </p:nvSpPr>
        <p:spPr>
          <a:xfrm>
            <a:off x="7407918" y="2145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Freeform 4162"/>
          <p:cNvSpPr/>
          <p:nvPr/>
        </p:nvSpPr>
        <p:spPr>
          <a:xfrm>
            <a:off x="8697164" y="2126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Freeform 4163"/>
          <p:cNvSpPr/>
          <p:nvPr/>
        </p:nvSpPr>
        <p:spPr>
          <a:xfrm>
            <a:off x="7584012" y="2141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Freeform 4164"/>
          <p:cNvSpPr/>
          <p:nvPr/>
        </p:nvSpPr>
        <p:spPr>
          <a:xfrm>
            <a:off x="7847739" y="2140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Freeform 4165"/>
          <p:cNvSpPr/>
          <p:nvPr/>
        </p:nvSpPr>
        <p:spPr>
          <a:xfrm>
            <a:off x="7811132" y="2144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Freeform 4166"/>
          <p:cNvSpPr/>
          <p:nvPr/>
        </p:nvSpPr>
        <p:spPr>
          <a:xfrm>
            <a:off x="7946571" y="2139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Freeform 4167"/>
          <p:cNvSpPr/>
          <p:nvPr/>
        </p:nvSpPr>
        <p:spPr>
          <a:xfrm>
            <a:off x="7212123" y="2126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Freeform 4168"/>
          <p:cNvSpPr/>
          <p:nvPr/>
        </p:nvSpPr>
        <p:spPr>
          <a:xfrm>
            <a:off x="7190885" y="2149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Freeform 4169"/>
          <p:cNvSpPr/>
          <p:nvPr/>
        </p:nvSpPr>
        <p:spPr>
          <a:xfrm>
            <a:off x="7899667" y="2149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Freeform 4170"/>
          <p:cNvSpPr/>
          <p:nvPr/>
        </p:nvSpPr>
        <p:spPr>
          <a:xfrm>
            <a:off x="7689097" y="2145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Freeform 4171"/>
          <p:cNvSpPr/>
          <p:nvPr/>
        </p:nvSpPr>
        <p:spPr>
          <a:xfrm>
            <a:off x="7276306" y="215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Freeform 4172"/>
          <p:cNvSpPr/>
          <p:nvPr/>
        </p:nvSpPr>
        <p:spPr>
          <a:xfrm>
            <a:off x="7835545" y="2129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Freeform 4173"/>
          <p:cNvSpPr/>
          <p:nvPr/>
        </p:nvSpPr>
        <p:spPr>
          <a:xfrm>
            <a:off x="7002752" y="2141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Freeform 4174"/>
          <p:cNvSpPr/>
          <p:nvPr/>
        </p:nvSpPr>
        <p:spPr>
          <a:xfrm>
            <a:off x="7166288" y="2163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Freeform 4175"/>
          <p:cNvSpPr/>
          <p:nvPr/>
        </p:nvSpPr>
        <p:spPr>
          <a:xfrm>
            <a:off x="7063966" y="21544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Freeform 4176"/>
          <p:cNvSpPr/>
          <p:nvPr/>
        </p:nvSpPr>
        <p:spPr>
          <a:xfrm>
            <a:off x="7848859" y="21354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Freeform 4177"/>
          <p:cNvSpPr/>
          <p:nvPr/>
        </p:nvSpPr>
        <p:spPr>
          <a:xfrm>
            <a:off x="8888690" y="2150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Freeform 4178"/>
          <p:cNvSpPr/>
          <p:nvPr/>
        </p:nvSpPr>
        <p:spPr>
          <a:xfrm>
            <a:off x="6918508" y="215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Freeform 4179"/>
          <p:cNvSpPr/>
          <p:nvPr/>
        </p:nvSpPr>
        <p:spPr>
          <a:xfrm>
            <a:off x="7787262" y="2144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Freeform 4180"/>
          <p:cNvSpPr/>
          <p:nvPr/>
        </p:nvSpPr>
        <p:spPr>
          <a:xfrm>
            <a:off x="7447893" y="2140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Freeform 4181"/>
          <p:cNvSpPr/>
          <p:nvPr/>
        </p:nvSpPr>
        <p:spPr>
          <a:xfrm>
            <a:off x="7249757" y="2149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Freeform 4182"/>
          <p:cNvSpPr/>
          <p:nvPr/>
        </p:nvSpPr>
        <p:spPr>
          <a:xfrm>
            <a:off x="7456151" y="2153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Freeform 4183"/>
          <p:cNvSpPr/>
          <p:nvPr/>
        </p:nvSpPr>
        <p:spPr>
          <a:xfrm>
            <a:off x="7930055" y="21492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Freeform 4184"/>
          <p:cNvSpPr/>
          <p:nvPr/>
        </p:nvSpPr>
        <p:spPr>
          <a:xfrm>
            <a:off x="7926644" y="2144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Freeform 4185"/>
          <p:cNvSpPr/>
          <p:nvPr/>
        </p:nvSpPr>
        <p:spPr>
          <a:xfrm>
            <a:off x="7362060" y="21344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Freeform 4186"/>
          <p:cNvSpPr/>
          <p:nvPr/>
        </p:nvSpPr>
        <p:spPr>
          <a:xfrm>
            <a:off x="7320828" y="2151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Freeform 4187"/>
          <p:cNvSpPr/>
          <p:nvPr/>
        </p:nvSpPr>
        <p:spPr>
          <a:xfrm>
            <a:off x="7236383" y="2149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Freeform 4188"/>
          <p:cNvSpPr/>
          <p:nvPr/>
        </p:nvSpPr>
        <p:spPr>
          <a:xfrm>
            <a:off x="6920051" y="2134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Freeform 4189"/>
          <p:cNvSpPr/>
          <p:nvPr/>
        </p:nvSpPr>
        <p:spPr>
          <a:xfrm>
            <a:off x="7359004" y="2157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Freeform 4190"/>
          <p:cNvSpPr/>
          <p:nvPr/>
        </p:nvSpPr>
        <p:spPr>
          <a:xfrm>
            <a:off x="7648743" y="2144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Freeform 4191"/>
          <p:cNvSpPr/>
          <p:nvPr/>
        </p:nvSpPr>
        <p:spPr>
          <a:xfrm>
            <a:off x="7636350" y="2150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Freeform 4192"/>
          <p:cNvSpPr/>
          <p:nvPr/>
        </p:nvSpPr>
        <p:spPr>
          <a:xfrm>
            <a:off x="7499685" y="2143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Freeform 4193"/>
          <p:cNvSpPr/>
          <p:nvPr/>
        </p:nvSpPr>
        <p:spPr>
          <a:xfrm>
            <a:off x="7644189" y="2133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Freeform 4194"/>
          <p:cNvSpPr/>
          <p:nvPr/>
        </p:nvSpPr>
        <p:spPr>
          <a:xfrm>
            <a:off x="7159548" y="215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Freeform 4195"/>
          <p:cNvSpPr/>
          <p:nvPr/>
        </p:nvSpPr>
        <p:spPr>
          <a:xfrm>
            <a:off x="7711612" y="2151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Freeform 4196"/>
          <p:cNvSpPr/>
          <p:nvPr/>
        </p:nvSpPr>
        <p:spPr>
          <a:xfrm>
            <a:off x="7718670" y="21454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Freeform 4197"/>
          <p:cNvSpPr/>
          <p:nvPr/>
        </p:nvSpPr>
        <p:spPr>
          <a:xfrm>
            <a:off x="6909697" y="2138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Freeform 4198"/>
          <p:cNvSpPr/>
          <p:nvPr/>
        </p:nvSpPr>
        <p:spPr>
          <a:xfrm>
            <a:off x="7329858" y="2138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Freeform 4199"/>
          <p:cNvSpPr/>
          <p:nvPr/>
        </p:nvSpPr>
        <p:spPr>
          <a:xfrm>
            <a:off x="7561650" y="2144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Freeform 4200"/>
          <p:cNvSpPr/>
          <p:nvPr/>
        </p:nvSpPr>
        <p:spPr>
          <a:xfrm>
            <a:off x="8061220" y="2156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Freeform 4201"/>
          <p:cNvSpPr/>
          <p:nvPr/>
        </p:nvSpPr>
        <p:spPr>
          <a:xfrm>
            <a:off x="7865648" y="2140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Freeform 4202"/>
          <p:cNvSpPr/>
          <p:nvPr/>
        </p:nvSpPr>
        <p:spPr>
          <a:xfrm>
            <a:off x="6623747" y="21483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Freeform 4203"/>
          <p:cNvSpPr/>
          <p:nvPr/>
        </p:nvSpPr>
        <p:spPr>
          <a:xfrm>
            <a:off x="7784225" y="2153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Freeform 4204"/>
          <p:cNvSpPr/>
          <p:nvPr/>
        </p:nvSpPr>
        <p:spPr>
          <a:xfrm>
            <a:off x="6834618" y="2141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Freeform 4205"/>
          <p:cNvSpPr/>
          <p:nvPr/>
        </p:nvSpPr>
        <p:spPr>
          <a:xfrm>
            <a:off x="7443430" y="2140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Freeform 4206"/>
          <p:cNvSpPr/>
          <p:nvPr/>
        </p:nvSpPr>
        <p:spPr>
          <a:xfrm>
            <a:off x="7678597" y="2161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Freeform 4207"/>
          <p:cNvSpPr/>
          <p:nvPr/>
        </p:nvSpPr>
        <p:spPr>
          <a:xfrm>
            <a:off x="7196435" y="2153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Freeform 4208"/>
          <p:cNvSpPr/>
          <p:nvPr/>
        </p:nvSpPr>
        <p:spPr>
          <a:xfrm>
            <a:off x="7065911" y="21483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Freeform 4209"/>
          <p:cNvSpPr/>
          <p:nvPr/>
        </p:nvSpPr>
        <p:spPr>
          <a:xfrm>
            <a:off x="8553972" y="2144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Freeform 4210"/>
          <p:cNvSpPr/>
          <p:nvPr/>
        </p:nvSpPr>
        <p:spPr>
          <a:xfrm>
            <a:off x="7655532" y="2160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Freeform 4211"/>
          <p:cNvSpPr/>
          <p:nvPr/>
        </p:nvSpPr>
        <p:spPr>
          <a:xfrm>
            <a:off x="7291848" y="2141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Freeform 4212"/>
          <p:cNvSpPr/>
          <p:nvPr/>
        </p:nvSpPr>
        <p:spPr>
          <a:xfrm>
            <a:off x="7816541" y="2150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Freeform 4213"/>
          <p:cNvSpPr/>
          <p:nvPr/>
        </p:nvSpPr>
        <p:spPr>
          <a:xfrm>
            <a:off x="7279392" y="2140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Freeform 4214"/>
          <p:cNvSpPr/>
          <p:nvPr/>
        </p:nvSpPr>
        <p:spPr>
          <a:xfrm>
            <a:off x="7276446" y="2152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Freeform 4215"/>
          <p:cNvSpPr/>
          <p:nvPr/>
        </p:nvSpPr>
        <p:spPr>
          <a:xfrm>
            <a:off x="7520664" y="214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Freeform 4216"/>
          <p:cNvSpPr/>
          <p:nvPr/>
        </p:nvSpPr>
        <p:spPr>
          <a:xfrm>
            <a:off x="8495064" y="2144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Freeform 4217"/>
          <p:cNvSpPr/>
          <p:nvPr/>
        </p:nvSpPr>
        <p:spPr>
          <a:xfrm>
            <a:off x="7288933" y="214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Freeform 4218"/>
          <p:cNvSpPr/>
          <p:nvPr/>
        </p:nvSpPr>
        <p:spPr>
          <a:xfrm>
            <a:off x="7984493" y="2154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Freeform 4219"/>
          <p:cNvSpPr/>
          <p:nvPr/>
        </p:nvSpPr>
        <p:spPr>
          <a:xfrm>
            <a:off x="6854747" y="2165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Freeform 4220"/>
          <p:cNvSpPr/>
          <p:nvPr/>
        </p:nvSpPr>
        <p:spPr>
          <a:xfrm>
            <a:off x="7256713" y="2156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Freeform 4221"/>
          <p:cNvSpPr/>
          <p:nvPr/>
        </p:nvSpPr>
        <p:spPr>
          <a:xfrm>
            <a:off x="7058641" y="2143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Freeform 4222"/>
          <p:cNvSpPr/>
          <p:nvPr/>
        </p:nvSpPr>
        <p:spPr>
          <a:xfrm>
            <a:off x="7249635" y="2144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Freeform 4223"/>
          <p:cNvSpPr/>
          <p:nvPr/>
        </p:nvSpPr>
        <p:spPr>
          <a:xfrm>
            <a:off x="7913486" y="215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Freeform 4224"/>
          <p:cNvSpPr/>
          <p:nvPr/>
        </p:nvSpPr>
        <p:spPr>
          <a:xfrm>
            <a:off x="7433986" y="214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Freeform 4225"/>
          <p:cNvSpPr/>
          <p:nvPr/>
        </p:nvSpPr>
        <p:spPr>
          <a:xfrm>
            <a:off x="7133228" y="2149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Freeform 4226"/>
          <p:cNvSpPr/>
          <p:nvPr/>
        </p:nvSpPr>
        <p:spPr>
          <a:xfrm>
            <a:off x="7367207" y="2148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Freeform 4227"/>
          <p:cNvSpPr/>
          <p:nvPr/>
        </p:nvSpPr>
        <p:spPr>
          <a:xfrm>
            <a:off x="7654819" y="213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Freeform 4228"/>
          <p:cNvSpPr/>
          <p:nvPr/>
        </p:nvSpPr>
        <p:spPr>
          <a:xfrm>
            <a:off x="8273010" y="215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Freeform 4229"/>
          <p:cNvSpPr/>
          <p:nvPr/>
        </p:nvSpPr>
        <p:spPr>
          <a:xfrm>
            <a:off x="7477840" y="2145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Freeform 4230"/>
          <p:cNvSpPr/>
          <p:nvPr/>
        </p:nvSpPr>
        <p:spPr>
          <a:xfrm>
            <a:off x="7922520" y="21541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Freeform 4231"/>
          <p:cNvSpPr/>
          <p:nvPr/>
        </p:nvSpPr>
        <p:spPr>
          <a:xfrm>
            <a:off x="7941584" y="2142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Freeform 4232"/>
          <p:cNvSpPr/>
          <p:nvPr/>
        </p:nvSpPr>
        <p:spPr>
          <a:xfrm>
            <a:off x="7625304" y="2133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Freeform 4233"/>
          <p:cNvSpPr/>
          <p:nvPr/>
        </p:nvSpPr>
        <p:spPr>
          <a:xfrm>
            <a:off x="7341925" y="2160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Freeform 4234"/>
          <p:cNvSpPr/>
          <p:nvPr/>
        </p:nvSpPr>
        <p:spPr>
          <a:xfrm>
            <a:off x="7721645" y="2145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Freeform 4235"/>
          <p:cNvSpPr/>
          <p:nvPr/>
        </p:nvSpPr>
        <p:spPr>
          <a:xfrm>
            <a:off x="7904302" y="2156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Freeform 4236"/>
          <p:cNvSpPr/>
          <p:nvPr/>
        </p:nvSpPr>
        <p:spPr>
          <a:xfrm>
            <a:off x="7112713" y="2162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Freeform 4237"/>
          <p:cNvSpPr/>
          <p:nvPr/>
        </p:nvSpPr>
        <p:spPr>
          <a:xfrm>
            <a:off x="7230619" y="2146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Freeform 4238"/>
          <p:cNvSpPr/>
          <p:nvPr/>
        </p:nvSpPr>
        <p:spPr>
          <a:xfrm>
            <a:off x="7399840" y="2136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Freeform 4239"/>
          <p:cNvSpPr/>
          <p:nvPr/>
        </p:nvSpPr>
        <p:spPr>
          <a:xfrm>
            <a:off x="7110335" y="2159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Freeform 4240"/>
          <p:cNvSpPr/>
          <p:nvPr/>
        </p:nvSpPr>
        <p:spPr>
          <a:xfrm>
            <a:off x="7117361" y="2163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Freeform 4241"/>
          <p:cNvSpPr/>
          <p:nvPr/>
        </p:nvSpPr>
        <p:spPr>
          <a:xfrm>
            <a:off x="7481080" y="21407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Freeform 4242"/>
          <p:cNvSpPr/>
          <p:nvPr/>
        </p:nvSpPr>
        <p:spPr>
          <a:xfrm>
            <a:off x="6718417" y="2145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Freeform 4243"/>
          <p:cNvSpPr/>
          <p:nvPr/>
        </p:nvSpPr>
        <p:spPr>
          <a:xfrm>
            <a:off x="7478202" y="2149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Freeform 4244"/>
          <p:cNvSpPr/>
          <p:nvPr/>
        </p:nvSpPr>
        <p:spPr>
          <a:xfrm>
            <a:off x="7853199" y="2144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Freeform 4245"/>
          <p:cNvSpPr/>
          <p:nvPr/>
        </p:nvSpPr>
        <p:spPr>
          <a:xfrm>
            <a:off x="7922511" y="2133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Freeform 4246"/>
          <p:cNvSpPr/>
          <p:nvPr/>
        </p:nvSpPr>
        <p:spPr>
          <a:xfrm>
            <a:off x="6670890" y="2148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Freeform 4247"/>
          <p:cNvSpPr/>
          <p:nvPr/>
        </p:nvSpPr>
        <p:spPr>
          <a:xfrm>
            <a:off x="7386722" y="2142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Freeform 4248"/>
          <p:cNvSpPr/>
          <p:nvPr/>
        </p:nvSpPr>
        <p:spPr>
          <a:xfrm>
            <a:off x="7304636" y="2149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Freeform 4249"/>
          <p:cNvSpPr/>
          <p:nvPr/>
        </p:nvSpPr>
        <p:spPr>
          <a:xfrm>
            <a:off x="7081211" y="2141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Freeform 4250"/>
          <p:cNvSpPr/>
          <p:nvPr/>
        </p:nvSpPr>
        <p:spPr>
          <a:xfrm>
            <a:off x="7564658" y="2150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Freeform 4251"/>
          <p:cNvSpPr/>
          <p:nvPr/>
        </p:nvSpPr>
        <p:spPr>
          <a:xfrm>
            <a:off x="7750397" y="2154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Freeform 4252"/>
          <p:cNvSpPr/>
          <p:nvPr/>
        </p:nvSpPr>
        <p:spPr>
          <a:xfrm>
            <a:off x="7664217" y="2163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Freeform 4253"/>
          <p:cNvSpPr/>
          <p:nvPr/>
        </p:nvSpPr>
        <p:spPr>
          <a:xfrm>
            <a:off x="8702973" y="2152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Freeform 4254"/>
          <p:cNvSpPr/>
          <p:nvPr/>
        </p:nvSpPr>
        <p:spPr>
          <a:xfrm>
            <a:off x="8127189" y="2143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Freeform 4255"/>
          <p:cNvSpPr/>
          <p:nvPr/>
        </p:nvSpPr>
        <p:spPr>
          <a:xfrm>
            <a:off x="7740239" y="21395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Freeform 4256"/>
          <p:cNvSpPr/>
          <p:nvPr/>
        </p:nvSpPr>
        <p:spPr>
          <a:xfrm>
            <a:off x="8034347" y="21596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Freeform 4257"/>
          <p:cNvSpPr/>
          <p:nvPr/>
        </p:nvSpPr>
        <p:spPr>
          <a:xfrm>
            <a:off x="7800457" y="2141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Freeform 4258"/>
          <p:cNvSpPr/>
          <p:nvPr/>
        </p:nvSpPr>
        <p:spPr>
          <a:xfrm>
            <a:off x="7638539" y="214709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Freeform 4259"/>
          <p:cNvSpPr/>
          <p:nvPr/>
        </p:nvSpPr>
        <p:spPr>
          <a:xfrm>
            <a:off x="7436432" y="21494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Freeform 4260"/>
          <p:cNvSpPr/>
          <p:nvPr/>
        </p:nvSpPr>
        <p:spPr>
          <a:xfrm>
            <a:off x="8700519" y="214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Freeform 4261"/>
          <p:cNvSpPr/>
          <p:nvPr/>
        </p:nvSpPr>
        <p:spPr>
          <a:xfrm>
            <a:off x="7728236" y="215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Freeform 4262"/>
          <p:cNvSpPr/>
          <p:nvPr/>
        </p:nvSpPr>
        <p:spPr>
          <a:xfrm>
            <a:off x="7004478" y="2145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Freeform 4263"/>
          <p:cNvSpPr/>
          <p:nvPr/>
        </p:nvSpPr>
        <p:spPr>
          <a:xfrm>
            <a:off x="7715693" y="2158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Freeform 4264"/>
          <p:cNvSpPr/>
          <p:nvPr/>
        </p:nvSpPr>
        <p:spPr>
          <a:xfrm>
            <a:off x="7935554" y="2155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Freeform 4265"/>
          <p:cNvSpPr/>
          <p:nvPr/>
        </p:nvSpPr>
        <p:spPr>
          <a:xfrm>
            <a:off x="6979887" y="2149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Freeform 4266"/>
          <p:cNvSpPr/>
          <p:nvPr/>
        </p:nvSpPr>
        <p:spPr>
          <a:xfrm>
            <a:off x="7269329" y="2144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Freeform 4267"/>
          <p:cNvSpPr/>
          <p:nvPr/>
        </p:nvSpPr>
        <p:spPr>
          <a:xfrm>
            <a:off x="7211207" y="214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Freeform 4268"/>
          <p:cNvSpPr/>
          <p:nvPr/>
        </p:nvSpPr>
        <p:spPr>
          <a:xfrm>
            <a:off x="7620470" y="2148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Freeform 4269"/>
          <p:cNvSpPr/>
          <p:nvPr/>
        </p:nvSpPr>
        <p:spPr>
          <a:xfrm>
            <a:off x="7411766" y="2147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Freeform 4270"/>
          <p:cNvSpPr/>
          <p:nvPr/>
        </p:nvSpPr>
        <p:spPr>
          <a:xfrm>
            <a:off x="6444423" y="2134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Freeform 4271"/>
          <p:cNvSpPr/>
          <p:nvPr/>
        </p:nvSpPr>
        <p:spPr>
          <a:xfrm>
            <a:off x="7486338" y="2151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Freeform 4272"/>
          <p:cNvSpPr/>
          <p:nvPr/>
        </p:nvSpPr>
        <p:spPr>
          <a:xfrm>
            <a:off x="6807259" y="214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Freeform 4273"/>
          <p:cNvSpPr/>
          <p:nvPr/>
        </p:nvSpPr>
        <p:spPr>
          <a:xfrm>
            <a:off x="7714733" y="213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Freeform 4274"/>
          <p:cNvSpPr/>
          <p:nvPr/>
        </p:nvSpPr>
        <p:spPr>
          <a:xfrm>
            <a:off x="7677922" y="2141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Freeform 4275"/>
          <p:cNvSpPr/>
          <p:nvPr/>
        </p:nvSpPr>
        <p:spPr>
          <a:xfrm>
            <a:off x="7598563" y="2156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Freeform 4276"/>
          <p:cNvSpPr/>
          <p:nvPr/>
        </p:nvSpPr>
        <p:spPr>
          <a:xfrm>
            <a:off x="7827165" y="2138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Freeform 4277"/>
          <p:cNvSpPr/>
          <p:nvPr/>
        </p:nvSpPr>
        <p:spPr>
          <a:xfrm>
            <a:off x="7473825" y="2142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Freeform 4278"/>
          <p:cNvSpPr/>
          <p:nvPr/>
        </p:nvSpPr>
        <p:spPr>
          <a:xfrm>
            <a:off x="6654346" y="2154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Freeform 4279"/>
          <p:cNvSpPr/>
          <p:nvPr/>
        </p:nvSpPr>
        <p:spPr>
          <a:xfrm>
            <a:off x="7296087" y="2141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Freeform 4280"/>
          <p:cNvSpPr/>
          <p:nvPr/>
        </p:nvSpPr>
        <p:spPr>
          <a:xfrm>
            <a:off x="6965149" y="2128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Freeform 4281"/>
          <p:cNvSpPr/>
          <p:nvPr/>
        </p:nvSpPr>
        <p:spPr>
          <a:xfrm>
            <a:off x="7100669" y="2154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Freeform 4282"/>
          <p:cNvSpPr/>
          <p:nvPr/>
        </p:nvSpPr>
        <p:spPr>
          <a:xfrm>
            <a:off x="7213982" y="2146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Freeform 4283"/>
          <p:cNvSpPr/>
          <p:nvPr/>
        </p:nvSpPr>
        <p:spPr>
          <a:xfrm>
            <a:off x="8760937" y="2150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Freeform 4284"/>
          <p:cNvSpPr/>
          <p:nvPr/>
        </p:nvSpPr>
        <p:spPr>
          <a:xfrm>
            <a:off x="6933885" y="21468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Freeform 4285"/>
          <p:cNvSpPr/>
          <p:nvPr/>
        </p:nvSpPr>
        <p:spPr>
          <a:xfrm>
            <a:off x="7585848" y="2139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Freeform 4286"/>
          <p:cNvSpPr/>
          <p:nvPr/>
        </p:nvSpPr>
        <p:spPr>
          <a:xfrm>
            <a:off x="7468630" y="2149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Freeform 4287"/>
          <p:cNvSpPr/>
          <p:nvPr/>
        </p:nvSpPr>
        <p:spPr>
          <a:xfrm>
            <a:off x="7740967" y="2143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Freeform 4288"/>
          <p:cNvSpPr/>
          <p:nvPr/>
        </p:nvSpPr>
        <p:spPr>
          <a:xfrm>
            <a:off x="8027734" y="2152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Freeform 4289"/>
          <p:cNvSpPr/>
          <p:nvPr/>
        </p:nvSpPr>
        <p:spPr>
          <a:xfrm>
            <a:off x="7647053" y="2151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Freeform 4290"/>
          <p:cNvSpPr/>
          <p:nvPr/>
        </p:nvSpPr>
        <p:spPr>
          <a:xfrm>
            <a:off x="6913509" y="21439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Freeform 4291"/>
          <p:cNvSpPr/>
          <p:nvPr/>
        </p:nvSpPr>
        <p:spPr>
          <a:xfrm>
            <a:off x="7590547" y="2141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Freeform 4292"/>
          <p:cNvSpPr/>
          <p:nvPr/>
        </p:nvSpPr>
        <p:spPr>
          <a:xfrm>
            <a:off x="7560476" y="21447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Freeform 4293"/>
          <p:cNvSpPr/>
          <p:nvPr/>
        </p:nvSpPr>
        <p:spPr>
          <a:xfrm>
            <a:off x="7602760" y="2152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Freeform 4294"/>
          <p:cNvSpPr/>
          <p:nvPr/>
        </p:nvSpPr>
        <p:spPr>
          <a:xfrm>
            <a:off x="6225493" y="2135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Freeform 4295"/>
          <p:cNvSpPr/>
          <p:nvPr/>
        </p:nvSpPr>
        <p:spPr>
          <a:xfrm>
            <a:off x="8585588" y="2143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Freeform 4296"/>
          <p:cNvSpPr/>
          <p:nvPr/>
        </p:nvSpPr>
        <p:spPr>
          <a:xfrm>
            <a:off x="7431724" y="2153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Freeform 4297"/>
          <p:cNvSpPr/>
          <p:nvPr/>
        </p:nvSpPr>
        <p:spPr>
          <a:xfrm>
            <a:off x="6957630" y="214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Freeform 4298"/>
          <p:cNvSpPr/>
          <p:nvPr/>
        </p:nvSpPr>
        <p:spPr>
          <a:xfrm>
            <a:off x="8099335" y="2153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Freeform 4299"/>
          <p:cNvSpPr/>
          <p:nvPr/>
        </p:nvSpPr>
        <p:spPr>
          <a:xfrm>
            <a:off x="6510495" y="21310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Freeform 4300"/>
          <p:cNvSpPr/>
          <p:nvPr/>
        </p:nvSpPr>
        <p:spPr>
          <a:xfrm>
            <a:off x="7671808" y="2149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Freeform 4301"/>
          <p:cNvSpPr/>
          <p:nvPr/>
        </p:nvSpPr>
        <p:spPr>
          <a:xfrm>
            <a:off x="7905230" y="2152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Freeform 4302"/>
          <p:cNvSpPr/>
          <p:nvPr/>
        </p:nvSpPr>
        <p:spPr>
          <a:xfrm>
            <a:off x="7359532" y="2159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Freeform 4303"/>
          <p:cNvSpPr/>
          <p:nvPr/>
        </p:nvSpPr>
        <p:spPr>
          <a:xfrm>
            <a:off x="7055209" y="214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Freeform 4304"/>
          <p:cNvSpPr/>
          <p:nvPr/>
        </p:nvSpPr>
        <p:spPr>
          <a:xfrm>
            <a:off x="8641422" y="2141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Freeform 4305"/>
          <p:cNvSpPr/>
          <p:nvPr/>
        </p:nvSpPr>
        <p:spPr>
          <a:xfrm>
            <a:off x="7962292" y="2160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Freeform 4306"/>
          <p:cNvSpPr/>
          <p:nvPr/>
        </p:nvSpPr>
        <p:spPr>
          <a:xfrm>
            <a:off x="7227239" y="2143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Freeform 4307"/>
          <p:cNvSpPr/>
          <p:nvPr/>
        </p:nvSpPr>
        <p:spPr>
          <a:xfrm>
            <a:off x="7274116" y="21355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Freeform 4308"/>
          <p:cNvSpPr/>
          <p:nvPr/>
        </p:nvSpPr>
        <p:spPr>
          <a:xfrm>
            <a:off x="8177743" y="2152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Freeform 4309"/>
          <p:cNvSpPr/>
          <p:nvPr/>
        </p:nvSpPr>
        <p:spPr>
          <a:xfrm>
            <a:off x="7789563" y="2145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Freeform 4310"/>
          <p:cNvSpPr/>
          <p:nvPr/>
        </p:nvSpPr>
        <p:spPr>
          <a:xfrm>
            <a:off x="7414711" y="2152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Freeform 4311"/>
          <p:cNvSpPr/>
          <p:nvPr/>
        </p:nvSpPr>
        <p:spPr>
          <a:xfrm>
            <a:off x="7855865" y="21217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Freeform 4312"/>
          <p:cNvSpPr/>
          <p:nvPr/>
        </p:nvSpPr>
        <p:spPr>
          <a:xfrm>
            <a:off x="7191405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Freeform 4313"/>
          <p:cNvSpPr/>
          <p:nvPr/>
        </p:nvSpPr>
        <p:spPr>
          <a:xfrm>
            <a:off x="6751088" y="2139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Freeform 4314"/>
          <p:cNvSpPr/>
          <p:nvPr/>
        </p:nvSpPr>
        <p:spPr>
          <a:xfrm>
            <a:off x="7400109" y="215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Freeform 4315"/>
          <p:cNvSpPr/>
          <p:nvPr/>
        </p:nvSpPr>
        <p:spPr>
          <a:xfrm>
            <a:off x="7668221" y="2138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Freeform 4316"/>
          <p:cNvSpPr/>
          <p:nvPr/>
        </p:nvSpPr>
        <p:spPr>
          <a:xfrm>
            <a:off x="8011692" y="2149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Freeform 4317"/>
          <p:cNvSpPr/>
          <p:nvPr/>
        </p:nvSpPr>
        <p:spPr>
          <a:xfrm>
            <a:off x="8302838" y="2132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Freeform 4318"/>
          <p:cNvSpPr/>
          <p:nvPr/>
        </p:nvSpPr>
        <p:spPr>
          <a:xfrm>
            <a:off x="7515683" y="2146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Freeform 4319"/>
          <p:cNvSpPr/>
          <p:nvPr/>
        </p:nvSpPr>
        <p:spPr>
          <a:xfrm>
            <a:off x="7480098" y="2153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Freeform 4320"/>
          <p:cNvSpPr/>
          <p:nvPr/>
        </p:nvSpPr>
        <p:spPr>
          <a:xfrm>
            <a:off x="7589304" y="2152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Freeform 4321"/>
          <p:cNvSpPr/>
          <p:nvPr/>
        </p:nvSpPr>
        <p:spPr>
          <a:xfrm>
            <a:off x="6711514" y="21555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Freeform 4322"/>
          <p:cNvSpPr/>
          <p:nvPr/>
        </p:nvSpPr>
        <p:spPr>
          <a:xfrm>
            <a:off x="7981402" y="2140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Freeform 4323"/>
          <p:cNvSpPr/>
          <p:nvPr/>
        </p:nvSpPr>
        <p:spPr>
          <a:xfrm>
            <a:off x="7539460" y="2147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Freeform 4324"/>
          <p:cNvSpPr/>
          <p:nvPr/>
        </p:nvSpPr>
        <p:spPr>
          <a:xfrm>
            <a:off x="8268445" y="21515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Freeform 4325"/>
          <p:cNvSpPr/>
          <p:nvPr/>
        </p:nvSpPr>
        <p:spPr>
          <a:xfrm>
            <a:off x="8525456" y="2159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Freeform 4326"/>
          <p:cNvSpPr/>
          <p:nvPr/>
        </p:nvSpPr>
        <p:spPr>
          <a:xfrm>
            <a:off x="7704595" y="214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Freeform 4327"/>
          <p:cNvSpPr/>
          <p:nvPr/>
        </p:nvSpPr>
        <p:spPr>
          <a:xfrm>
            <a:off x="6976714" y="2142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Freeform 4328"/>
          <p:cNvSpPr/>
          <p:nvPr/>
        </p:nvSpPr>
        <p:spPr>
          <a:xfrm>
            <a:off x="7391713" y="2148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Freeform 4329"/>
          <p:cNvSpPr/>
          <p:nvPr/>
        </p:nvSpPr>
        <p:spPr>
          <a:xfrm>
            <a:off x="7477603" y="2150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Freeform 4330"/>
          <p:cNvSpPr/>
          <p:nvPr/>
        </p:nvSpPr>
        <p:spPr>
          <a:xfrm>
            <a:off x="6834280" y="2152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Freeform 4331"/>
          <p:cNvSpPr/>
          <p:nvPr/>
        </p:nvSpPr>
        <p:spPr>
          <a:xfrm>
            <a:off x="8484827" y="21396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Freeform 4332"/>
          <p:cNvSpPr/>
          <p:nvPr/>
        </p:nvSpPr>
        <p:spPr>
          <a:xfrm>
            <a:off x="7271320" y="2160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Freeform 4333"/>
          <p:cNvSpPr/>
          <p:nvPr/>
        </p:nvSpPr>
        <p:spPr>
          <a:xfrm>
            <a:off x="7459264" y="2146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Freeform 4334"/>
          <p:cNvSpPr/>
          <p:nvPr/>
        </p:nvSpPr>
        <p:spPr>
          <a:xfrm>
            <a:off x="7160419" y="2144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Freeform 4335"/>
          <p:cNvSpPr/>
          <p:nvPr/>
        </p:nvSpPr>
        <p:spPr>
          <a:xfrm>
            <a:off x="8313785" y="214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Freeform 4336"/>
          <p:cNvSpPr/>
          <p:nvPr/>
        </p:nvSpPr>
        <p:spPr>
          <a:xfrm>
            <a:off x="7412195" y="2143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Freeform 4337"/>
          <p:cNvSpPr/>
          <p:nvPr/>
        </p:nvSpPr>
        <p:spPr>
          <a:xfrm>
            <a:off x="7578614" y="2161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Freeform 4338"/>
          <p:cNvSpPr/>
          <p:nvPr/>
        </p:nvSpPr>
        <p:spPr>
          <a:xfrm>
            <a:off x="7340096" y="2141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Freeform 4339"/>
          <p:cNvSpPr/>
          <p:nvPr/>
        </p:nvSpPr>
        <p:spPr>
          <a:xfrm>
            <a:off x="6476129" y="2154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Freeform 4340"/>
          <p:cNvSpPr/>
          <p:nvPr/>
        </p:nvSpPr>
        <p:spPr>
          <a:xfrm>
            <a:off x="6963349" y="2157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Freeform 4341"/>
          <p:cNvSpPr/>
          <p:nvPr/>
        </p:nvSpPr>
        <p:spPr>
          <a:xfrm>
            <a:off x="8390006" y="2139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Freeform 4342"/>
          <p:cNvSpPr/>
          <p:nvPr/>
        </p:nvSpPr>
        <p:spPr>
          <a:xfrm>
            <a:off x="8292434" y="2143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Freeform 4343"/>
          <p:cNvSpPr/>
          <p:nvPr/>
        </p:nvSpPr>
        <p:spPr>
          <a:xfrm>
            <a:off x="6928560" y="2154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Freeform 4344"/>
          <p:cNvSpPr/>
          <p:nvPr/>
        </p:nvSpPr>
        <p:spPr>
          <a:xfrm>
            <a:off x="7145042" y="2136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Freeform 4345"/>
          <p:cNvSpPr/>
          <p:nvPr/>
        </p:nvSpPr>
        <p:spPr>
          <a:xfrm>
            <a:off x="7663135" y="2153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Freeform 4346"/>
          <p:cNvSpPr/>
          <p:nvPr/>
        </p:nvSpPr>
        <p:spPr>
          <a:xfrm>
            <a:off x="7523202" y="214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Freeform 4347"/>
          <p:cNvSpPr/>
          <p:nvPr/>
        </p:nvSpPr>
        <p:spPr>
          <a:xfrm>
            <a:off x="7066869" y="2156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Freeform 4348"/>
          <p:cNvSpPr/>
          <p:nvPr/>
        </p:nvSpPr>
        <p:spPr>
          <a:xfrm>
            <a:off x="7477777" y="2144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Freeform 4349"/>
          <p:cNvSpPr/>
          <p:nvPr/>
        </p:nvSpPr>
        <p:spPr>
          <a:xfrm>
            <a:off x="8006328" y="2142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Freeform 4350"/>
          <p:cNvSpPr/>
          <p:nvPr/>
        </p:nvSpPr>
        <p:spPr>
          <a:xfrm>
            <a:off x="7799411" y="2143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Freeform 4351"/>
          <p:cNvSpPr/>
          <p:nvPr/>
        </p:nvSpPr>
        <p:spPr>
          <a:xfrm>
            <a:off x="7636289" y="21507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Freeform 4352"/>
          <p:cNvSpPr/>
          <p:nvPr/>
        </p:nvSpPr>
        <p:spPr>
          <a:xfrm>
            <a:off x="7415329" y="2154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Freeform 4353"/>
          <p:cNvSpPr/>
          <p:nvPr/>
        </p:nvSpPr>
        <p:spPr>
          <a:xfrm>
            <a:off x="6761492" y="2154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Freeform 4354"/>
          <p:cNvSpPr/>
          <p:nvPr/>
        </p:nvSpPr>
        <p:spPr>
          <a:xfrm>
            <a:off x="6902398" y="2137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Freeform 4355"/>
          <p:cNvSpPr/>
          <p:nvPr/>
        </p:nvSpPr>
        <p:spPr>
          <a:xfrm>
            <a:off x="8837056" y="2147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Freeform 4356"/>
          <p:cNvSpPr/>
          <p:nvPr/>
        </p:nvSpPr>
        <p:spPr>
          <a:xfrm>
            <a:off x="7277443" y="2143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Freeform 4357"/>
          <p:cNvSpPr/>
          <p:nvPr/>
        </p:nvSpPr>
        <p:spPr>
          <a:xfrm>
            <a:off x="7782781" y="215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Freeform 4358"/>
          <p:cNvSpPr/>
          <p:nvPr/>
        </p:nvSpPr>
        <p:spPr>
          <a:xfrm>
            <a:off x="7068448" y="2137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Freeform 4359"/>
          <p:cNvSpPr/>
          <p:nvPr/>
        </p:nvSpPr>
        <p:spPr>
          <a:xfrm>
            <a:off x="7548196" y="2145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Freeform 4360"/>
          <p:cNvSpPr/>
          <p:nvPr/>
        </p:nvSpPr>
        <p:spPr>
          <a:xfrm>
            <a:off x="7590512" y="216656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Freeform 4361"/>
          <p:cNvSpPr/>
          <p:nvPr/>
        </p:nvSpPr>
        <p:spPr>
          <a:xfrm>
            <a:off x="6313601" y="21484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Freeform 4362"/>
          <p:cNvSpPr/>
          <p:nvPr/>
        </p:nvSpPr>
        <p:spPr>
          <a:xfrm>
            <a:off x="7451899" y="2147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Freeform 4363"/>
          <p:cNvSpPr/>
          <p:nvPr/>
        </p:nvSpPr>
        <p:spPr>
          <a:xfrm>
            <a:off x="7008801" y="2145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Freeform 4364"/>
          <p:cNvSpPr/>
          <p:nvPr/>
        </p:nvSpPr>
        <p:spPr>
          <a:xfrm>
            <a:off x="7743284" y="2154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Freeform 4365"/>
          <p:cNvSpPr/>
          <p:nvPr/>
        </p:nvSpPr>
        <p:spPr>
          <a:xfrm>
            <a:off x="7220875" y="21506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Freeform 4366"/>
          <p:cNvSpPr/>
          <p:nvPr/>
        </p:nvSpPr>
        <p:spPr>
          <a:xfrm>
            <a:off x="6743118" y="213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Freeform 4367"/>
          <p:cNvSpPr/>
          <p:nvPr/>
        </p:nvSpPr>
        <p:spPr>
          <a:xfrm>
            <a:off x="6712723" y="2143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Freeform 4368"/>
          <p:cNvSpPr/>
          <p:nvPr/>
        </p:nvSpPr>
        <p:spPr>
          <a:xfrm>
            <a:off x="7823254" y="2147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Freeform 4369"/>
          <p:cNvSpPr/>
          <p:nvPr/>
        </p:nvSpPr>
        <p:spPr>
          <a:xfrm>
            <a:off x="8623367" y="2153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Freeform 4370"/>
          <p:cNvSpPr/>
          <p:nvPr/>
        </p:nvSpPr>
        <p:spPr>
          <a:xfrm>
            <a:off x="7082427" y="2155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Freeform 4371"/>
          <p:cNvSpPr/>
          <p:nvPr/>
        </p:nvSpPr>
        <p:spPr>
          <a:xfrm>
            <a:off x="7103462" y="2160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Freeform 4372"/>
          <p:cNvSpPr/>
          <p:nvPr/>
        </p:nvSpPr>
        <p:spPr>
          <a:xfrm>
            <a:off x="6907714" y="21481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Freeform 4373"/>
          <p:cNvSpPr/>
          <p:nvPr/>
        </p:nvSpPr>
        <p:spPr>
          <a:xfrm>
            <a:off x="7419512" y="2148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Freeform 4374"/>
          <p:cNvSpPr/>
          <p:nvPr/>
        </p:nvSpPr>
        <p:spPr>
          <a:xfrm>
            <a:off x="7779256" y="2156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Freeform 4375"/>
          <p:cNvSpPr/>
          <p:nvPr/>
        </p:nvSpPr>
        <p:spPr>
          <a:xfrm>
            <a:off x="6485460" y="21437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Freeform 4376"/>
          <p:cNvSpPr/>
          <p:nvPr/>
        </p:nvSpPr>
        <p:spPr>
          <a:xfrm>
            <a:off x="7090003" y="2143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Freeform 4377"/>
          <p:cNvSpPr/>
          <p:nvPr/>
        </p:nvSpPr>
        <p:spPr>
          <a:xfrm>
            <a:off x="6858702" y="2158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Freeform 4378"/>
          <p:cNvSpPr/>
          <p:nvPr/>
        </p:nvSpPr>
        <p:spPr>
          <a:xfrm>
            <a:off x="8145081" y="2145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Freeform 4379"/>
          <p:cNvSpPr/>
          <p:nvPr/>
        </p:nvSpPr>
        <p:spPr>
          <a:xfrm>
            <a:off x="7184770" y="21442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Freeform 4380"/>
          <p:cNvSpPr/>
          <p:nvPr/>
        </p:nvSpPr>
        <p:spPr>
          <a:xfrm>
            <a:off x="7668902" y="21504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Freeform 4381"/>
          <p:cNvSpPr/>
          <p:nvPr/>
        </p:nvSpPr>
        <p:spPr>
          <a:xfrm>
            <a:off x="7990128" y="2138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Freeform 4382"/>
          <p:cNvSpPr/>
          <p:nvPr/>
        </p:nvSpPr>
        <p:spPr>
          <a:xfrm>
            <a:off x="7829291" y="2148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Freeform 4383"/>
          <p:cNvSpPr/>
          <p:nvPr/>
        </p:nvSpPr>
        <p:spPr>
          <a:xfrm>
            <a:off x="7193558" y="21525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Freeform 4384"/>
          <p:cNvSpPr/>
          <p:nvPr/>
        </p:nvSpPr>
        <p:spPr>
          <a:xfrm>
            <a:off x="8088249" y="2145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Freeform 4385"/>
          <p:cNvSpPr/>
          <p:nvPr/>
        </p:nvSpPr>
        <p:spPr>
          <a:xfrm>
            <a:off x="7330692" y="2145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Freeform 4386"/>
          <p:cNvSpPr/>
          <p:nvPr/>
        </p:nvSpPr>
        <p:spPr>
          <a:xfrm>
            <a:off x="6797751" y="21539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Freeform 4387"/>
          <p:cNvSpPr/>
          <p:nvPr/>
        </p:nvSpPr>
        <p:spPr>
          <a:xfrm>
            <a:off x="7188960" y="2149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Freeform 4388"/>
          <p:cNvSpPr/>
          <p:nvPr/>
        </p:nvSpPr>
        <p:spPr>
          <a:xfrm>
            <a:off x="7278325" y="2153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Freeform 4389"/>
          <p:cNvSpPr/>
          <p:nvPr/>
        </p:nvSpPr>
        <p:spPr>
          <a:xfrm>
            <a:off x="7686806" y="2146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Freeform 4390"/>
          <p:cNvSpPr/>
          <p:nvPr/>
        </p:nvSpPr>
        <p:spPr>
          <a:xfrm>
            <a:off x="6982061" y="2148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Freeform 4391"/>
          <p:cNvSpPr/>
          <p:nvPr/>
        </p:nvSpPr>
        <p:spPr>
          <a:xfrm>
            <a:off x="7390814" y="2159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Freeform 4392"/>
          <p:cNvSpPr/>
          <p:nvPr/>
        </p:nvSpPr>
        <p:spPr>
          <a:xfrm>
            <a:off x="6645786" y="2146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Freeform 4393"/>
          <p:cNvSpPr/>
          <p:nvPr/>
        </p:nvSpPr>
        <p:spPr>
          <a:xfrm>
            <a:off x="6951142" y="21480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Freeform 4394"/>
          <p:cNvSpPr/>
          <p:nvPr/>
        </p:nvSpPr>
        <p:spPr>
          <a:xfrm>
            <a:off x="8280560" y="2146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Freeform 4395"/>
          <p:cNvSpPr/>
          <p:nvPr/>
        </p:nvSpPr>
        <p:spPr>
          <a:xfrm>
            <a:off x="7449492" y="215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Freeform 4396"/>
          <p:cNvSpPr/>
          <p:nvPr/>
        </p:nvSpPr>
        <p:spPr>
          <a:xfrm>
            <a:off x="7532449" y="213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Freeform 4397"/>
          <p:cNvSpPr/>
          <p:nvPr/>
        </p:nvSpPr>
        <p:spPr>
          <a:xfrm>
            <a:off x="7698370" y="2137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Freeform 4398"/>
          <p:cNvSpPr/>
          <p:nvPr/>
        </p:nvSpPr>
        <p:spPr>
          <a:xfrm>
            <a:off x="8176825" y="2152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Freeform 4399"/>
          <p:cNvSpPr/>
          <p:nvPr/>
        </p:nvSpPr>
        <p:spPr>
          <a:xfrm>
            <a:off x="7961889" y="2150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Freeform 4400"/>
          <p:cNvSpPr/>
          <p:nvPr/>
        </p:nvSpPr>
        <p:spPr>
          <a:xfrm>
            <a:off x="7750411" y="215077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Freeform 4401"/>
          <p:cNvSpPr/>
          <p:nvPr/>
        </p:nvSpPr>
        <p:spPr>
          <a:xfrm>
            <a:off x="7766359" y="2164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Freeform 4402"/>
          <p:cNvSpPr/>
          <p:nvPr/>
        </p:nvSpPr>
        <p:spPr>
          <a:xfrm>
            <a:off x="7966257" y="2145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Freeform 4403"/>
          <p:cNvSpPr/>
          <p:nvPr/>
        </p:nvSpPr>
        <p:spPr>
          <a:xfrm>
            <a:off x="6780472" y="2156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Freeform 4404"/>
          <p:cNvSpPr/>
          <p:nvPr/>
        </p:nvSpPr>
        <p:spPr>
          <a:xfrm>
            <a:off x="7960529" y="2138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Freeform 4405"/>
          <p:cNvSpPr/>
          <p:nvPr/>
        </p:nvSpPr>
        <p:spPr>
          <a:xfrm>
            <a:off x="7321815" y="21328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Freeform 4406"/>
          <p:cNvSpPr/>
          <p:nvPr/>
        </p:nvSpPr>
        <p:spPr>
          <a:xfrm>
            <a:off x="6978232" y="21401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Freeform 4407"/>
          <p:cNvSpPr/>
          <p:nvPr/>
        </p:nvSpPr>
        <p:spPr>
          <a:xfrm>
            <a:off x="7696589" y="2157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Freeform 4408"/>
          <p:cNvSpPr/>
          <p:nvPr/>
        </p:nvSpPr>
        <p:spPr>
          <a:xfrm>
            <a:off x="6737985" y="2152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Freeform 4409"/>
          <p:cNvSpPr/>
          <p:nvPr/>
        </p:nvSpPr>
        <p:spPr>
          <a:xfrm>
            <a:off x="7948154" y="2133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Freeform 4410"/>
          <p:cNvSpPr/>
          <p:nvPr/>
        </p:nvSpPr>
        <p:spPr>
          <a:xfrm>
            <a:off x="7482057" y="2156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Freeform 4411"/>
          <p:cNvSpPr/>
          <p:nvPr/>
        </p:nvSpPr>
        <p:spPr>
          <a:xfrm>
            <a:off x="8485888" y="2149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Freeform 4412"/>
          <p:cNvSpPr/>
          <p:nvPr/>
        </p:nvSpPr>
        <p:spPr>
          <a:xfrm>
            <a:off x="6950690" y="21511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Freeform 4413"/>
          <p:cNvSpPr/>
          <p:nvPr/>
        </p:nvSpPr>
        <p:spPr>
          <a:xfrm>
            <a:off x="7835385" y="2155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Freeform 4414"/>
          <p:cNvSpPr/>
          <p:nvPr/>
        </p:nvSpPr>
        <p:spPr>
          <a:xfrm>
            <a:off x="7696876" y="21316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Freeform 4415"/>
          <p:cNvSpPr/>
          <p:nvPr/>
        </p:nvSpPr>
        <p:spPr>
          <a:xfrm>
            <a:off x="7556041" y="2147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Freeform 4416"/>
          <p:cNvSpPr/>
          <p:nvPr/>
        </p:nvSpPr>
        <p:spPr>
          <a:xfrm>
            <a:off x="7474384" y="2139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Freeform 4417"/>
          <p:cNvSpPr/>
          <p:nvPr/>
        </p:nvSpPr>
        <p:spPr>
          <a:xfrm>
            <a:off x="7258910" y="21341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Freeform 4418"/>
          <p:cNvSpPr/>
          <p:nvPr/>
        </p:nvSpPr>
        <p:spPr>
          <a:xfrm>
            <a:off x="7197955" y="2155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Freeform 4419"/>
          <p:cNvSpPr/>
          <p:nvPr/>
        </p:nvSpPr>
        <p:spPr>
          <a:xfrm>
            <a:off x="8329917" y="2142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Freeform 4420"/>
          <p:cNvSpPr/>
          <p:nvPr/>
        </p:nvSpPr>
        <p:spPr>
          <a:xfrm>
            <a:off x="7607714" y="2140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Freeform 4421"/>
          <p:cNvSpPr/>
          <p:nvPr/>
        </p:nvSpPr>
        <p:spPr>
          <a:xfrm>
            <a:off x="7792711" y="2146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Freeform 4422"/>
          <p:cNvSpPr/>
          <p:nvPr/>
        </p:nvSpPr>
        <p:spPr>
          <a:xfrm>
            <a:off x="8246370" y="2145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Freeform 4423"/>
          <p:cNvSpPr/>
          <p:nvPr/>
        </p:nvSpPr>
        <p:spPr>
          <a:xfrm>
            <a:off x="6777513" y="2139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Freeform 4424"/>
          <p:cNvSpPr/>
          <p:nvPr/>
        </p:nvSpPr>
        <p:spPr>
          <a:xfrm>
            <a:off x="7776837" y="2152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Freeform 4425"/>
          <p:cNvSpPr/>
          <p:nvPr/>
        </p:nvSpPr>
        <p:spPr>
          <a:xfrm>
            <a:off x="7776793" y="2140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Freeform 4426"/>
          <p:cNvSpPr/>
          <p:nvPr/>
        </p:nvSpPr>
        <p:spPr>
          <a:xfrm>
            <a:off x="7449489" y="2143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Freeform 4427"/>
          <p:cNvSpPr/>
          <p:nvPr/>
        </p:nvSpPr>
        <p:spPr>
          <a:xfrm>
            <a:off x="7634676" y="2149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Freeform 4428"/>
          <p:cNvSpPr/>
          <p:nvPr/>
        </p:nvSpPr>
        <p:spPr>
          <a:xfrm>
            <a:off x="7880518" y="2139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Freeform 4429"/>
          <p:cNvSpPr/>
          <p:nvPr/>
        </p:nvSpPr>
        <p:spPr>
          <a:xfrm>
            <a:off x="6817895" y="215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Freeform 4430"/>
          <p:cNvSpPr/>
          <p:nvPr/>
        </p:nvSpPr>
        <p:spPr>
          <a:xfrm>
            <a:off x="7870242" y="213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Freeform 4431"/>
          <p:cNvSpPr/>
          <p:nvPr/>
        </p:nvSpPr>
        <p:spPr>
          <a:xfrm>
            <a:off x="6502366" y="2159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Freeform 4432"/>
          <p:cNvSpPr/>
          <p:nvPr/>
        </p:nvSpPr>
        <p:spPr>
          <a:xfrm>
            <a:off x="7411067" y="2144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Freeform 4433"/>
          <p:cNvSpPr/>
          <p:nvPr/>
        </p:nvSpPr>
        <p:spPr>
          <a:xfrm>
            <a:off x="6938441" y="2148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Freeform 4434"/>
          <p:cNvSpPr/>
          <p:nvPr/>
        </p:nvSpPr>
        <p:spPr>
          <a:xfrm>
            <a:off x="7135917" y="2156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Freeform 4435"/>
          <p:cNvSpPr/>
          <p:nvPr/>
        </p:nvSpPr>
        <p:spPr>
          <a:xfrm>
            <a:off x="6618704" y="2143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Freeform 4436"/>
          <p:cNvSpPr/>
          <p:nvPr/>
        </p:nvSpPr>
        <p:spPr>
          <a:xfrm>
            <a:off x="6998688" y="21484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Freeform 4437"/>
          <p:cNvSpPr/>
          <p:nvPr/>
        </p:nvSpPr>
        <p:spPr>
          <a:xfrm>
            <a:off x="6064209" y="2137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Freeform 4438"/>
          <p:cNvSpPr/>
          <p:nvPr/>
        </p:nvSpPr>
        <p:spPr>
          <a:xfrm>
            <a:off x="7622923" y="2147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Freeform 4439"/>
          <p:cNvSpPr/>
          <p:nvPr/>
        </p:nvSpPr>
        <p:spPr>
          <a:xfrm>
            <a:off x="8030370" y="2142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Freeform 4440"/>
          <p:cNvSpPr/>
          <p:nvPr/>
        </p:nvSpPr>
        <p:spPr>
          <a:xfrm>
            <a:off x="8157641" y="2157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Freeform 4441"/>
          <p:cNvSpPr/>
          <p:nvPr/>
        </p:nvSpPr>
        <p:spPr>
          <a:xfrm>
            <a:off x="6851772" y="2146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Freeform 4442"/>
          <p:cNvSpPr/>
          <p:nvPr/>
        </p:nvSpPr>
        <p:spPr>
          <a:xfrm>
            <a:off x="7964300" y="214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Freeform 4443"/>
          <p:cNvSpPr/>
          <p:nvPr/>
        </p:nvSpPr>
        <p:spPr>
          <a:xfrm>
            <a:off x="7967385" y="2156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Freeform 4444"/>
          <p:cNvSpPr/>
          <p:nvPr/>
        </p:nvSpPr>
        <p:spPr>
          <a:xfrm>
            <a:off x="7399133" y="2137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Freeform 4445"/>
          <p:cNvSpPr/>
          <p:nvPr/>
        </p:nvSpPr>
        <p:spPr>
          <a:xfrm>
            <a:off x="7590337" y="2147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Freeform 4446"/>
          <p:cNvSpPr/>
          <p:nvPr/>
        </p:nvSpPr>
        <p:spPr>
          <a:xfrm>
            <a:off x="7627209" y="2152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Freeform 4447"/>
          <p:cNvSpPr/>
          <p:nvPr/>
        </p:nvSpPr>
        <p:spPr>
          <a:xfrm>
            <a:off x="6970252" y="2156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Freeform 4448"/>
          <p:cNvSpPr/>
          <p:nvPr/>
        </p:nvSpPr>
        <p:spPr>
          <a:xfrm>
            <a:off x="7788704" y="2158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Freeform 4449"/>
          <p:cNvSpPr/>
          <p:nvPr/>
        </p:nvSpPr>
        <p:spPr>
          <a:xfrm>
            <a:off x="7355641" y="2152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Freeform 4450"/>
          <p:cNvSpPr/>
          <p:nvPr/>
        </p:nvSpPr>
        <p:spPr>
          <a:xfrm>
            <a:off x="6980324" y="2139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Freeform 4451"/>
          <p:cNvSpPr/>
          <p:nvPr/>
        </p:nvSpPr>
        <p:spPr>
          <a:xfrm>
            <a:off x="7839645" y="2155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Freeform 4452"/>
          <p:cNvSpPr/>
          <p:nvPr/>
        </p:nvSpPr>
        <p:spPr>
          <a:xfrm>
            <a:off x="6934623" y="2159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Freeform 4453"/>
          <p:cNvSpPr/>
          <p:nvPr/>
        </p:nvSpPr>
        <p:spPr>
          <a:xfrm>
            <a:off x="7826348" y="2162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Freeform 4454"/>
          <p:cNvSpPr/>
          <p:nvPr/>
        </p:nvSpPr>
        <p:spPr>
          <a:xfrm>
            <a:off x="8986429" y="2151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Freeform 4455"/>
          <p:cNvSpPr/>
          <p:nvPr/>
        </p:nvSpPr>
        <p:spPr>
          <a:xfrm>
            <a:off x="7620194" y="2151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Freeform 4456"/>
          <p:cNvSpPr/>
          <p:nvPr/>
        </p:nvSpPr>
        <p:spPr>
          <a:xfrm>
            <a:off x="7756235" y="2143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Freeform 4457"/>
          <p:cNvSpPr/>
          <p:nvPr/>
        </p:nvSpPr>
        <p:spPr>
          <a:xfrm>
            <a:off x="7263904" y="2143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Freeform 4458"/>
          <p:cNvSpPr/>
          <p:nvPr/>
        </p:nvSpPr>
        <p:spPr>
          <a:xfrm>
            <a:off x="6958513" y="2161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Freeform 4459"/>
          <p:cNvSpPr/>
          <p:nvPr/>
        </p:nvSpPr>
        <p:spPr>
          <a:xfrm>
            <a:off x="7708142" y="213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Freeform 4460"/>
          <p:cNvSpPr/>
          <p:nvPr/>
        </p:nvSpPr>
        <p:spPr>
          <a:xfrm>
            <a:off x="7264881" y="2143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Freeform 4461"/>
          <p:cNvSpPr/>
          <p:nvPr/>
        </p:nvSpPr>
        <p:spPr>
          <a:xfrm>
            <a:off x="7629823" y="2152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Freeform 4462"/>
          <p:cNvSpPr/>
          <p:nvPr/>
        </p:nvSpPr>
        <p:spPr>
          <a:xfrm>
            <a:off x="7221545" y="2137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Freeform 4463"/>
          <p:cNvSpPr/>
          <p:nvPr/>
        </p:nvSpPr>
        <p:spPr>
          <a:xfrm>
            <a:off x="7649437" y="21539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Freeform 4464"/>
          <p:cNvSpPr/>
          <p:nvPr/>
        </p:nvSpPr>
        <p:spPr>
          <a:xfrm>
            <a:off x="7538131" y="2131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Freeform 4465"/>
          <p:cNvSpPr/>
          <p:nvPr/>
        </p:nvSpPr>
        <p:spPr>
          <a:xfrm>
            <a:off x="6971728" y="2127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Freeform 4466"/>
          <p:cNvSpPr/>
          <p:nvPr/>
        </p:nvSpPr>
        <p:spPr>
          <a:xfrm>
            <a:off x="7685539" y="21408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Freeform 4467"/>
          <p:cNvSpPr/>
          <p:nvPr/>
        </p:nvSpPr>
        <p:spPr>
          <a:xfrm>
            <a:off x="7173605" y="2138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Freeform 4468"/>
          <p:cNvSpPr/>
          <p:nvPr/>
        </p:nvSpPr>
        <p:spPr>
          <a:xfrm>
            <a:off x="7262621" y="2148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Freeform 4469"/>
          <p:cNvSpPr/>
          <p:nvPr/>
        </p:nvSpPr>
        <p:spPr>
          <a:xfrm>
            <a:off x="7634009" y="2150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Freeform 4470"/>
          <p:cNvSpPr/>
          <p:nvPr/>
        </p:nvSpPr>
        <p:spPr>
          <a:xfrm>
            <a:off x="7225687" y="2145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Freeform 4471"/>
          <p:cNvSpPr/>
          <p:nvPr/>
        </p:nvSpPr>
        <p:spPr>
          <a:xfrm>
            <a:off x="7596568" y="2152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Freeform 4472"/>
          <p:cNvSpPr/>
          <p:nvPr/>
        </p:nvSpPr>
        <p:spPr>
          <a:xfrm>
            <a:off x="6947670" y="2143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Freeform 4473"/>
          <p:cNvSpPr/>
          <p:nvPr/>
        </p:nvSpPr>
        <p:spPr>
          <a:xfrm>
            <a:off x="7946745" y="2138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Freeform 4474"/>
          <p:cNvSpPr/>
          <p:nvPr/>
        </p:nvSpPr>
        <p:spPr>
          <a:xfrm>
            <a:off x="7870203" y="2160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Freeform 4475"/>
          <p:cNvSpPr/>
          <p:nvPr/>
        </p:nvSpPr>
        <p:spPr>
          <a:xfrm>
            <a:off x="7314529" y="215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Freeform 4476"/>
          <p:cNvSpPr/>
          <p:nvPr/>
        </p:nvSpPr>
        <p:spPr>
          <a:xfrm>
            <a:off x="7684412" y="2156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Freeform 4477"/>
          <p:cNvSpPr/>
          <p:nvPr/>
        </p:nvSpPr>
        <p:spPr>
          <a:xfrm>
            <a:off x="6806079" y="2155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Freeform 4478"/>
          <p:cNvSpPr/>
          <p:nvPr/>
        </p:nvSpPr>
        <p:spPr>
          <a:xfrm>
            <a:off x="7595139" y="2143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Freeform 4479"/>
          <p:cNvSpPr/>
          <p:nvPr/>
        </p:nvSpPr>
        <p:spPr>
          <a:xfrm>
            <a:off x="7299124" y="2146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Freeform 4480"/>
          <p:cNvSpPr/>
          <p:nvPr/>
        </p:nvSpPr>
        <p:spPr>
          <a:xfrm>
            <a:off x="7614892" y="2147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Freeform 4481"/>
          <p:cNvSpPr/>
          <p:nvPr/>
        </p:nvSpPr>
        <p:spPr>
          <a:xfrm>
            <a:off x="7317723" y="2155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Freeform 4482"/>
          <p:cNvSpPr/>
          <p:nvPr/>
        </p:nvSpPr>
        <p:spPr>
          <a:xfrm>
            <a:off x="7787261" y="214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Freeform 4483"/>
          <p:cNvSpPr/>
          <p:nvPr/>
        </p:nvSpPr>
        <p:spPr>
          <a:xfrm>
            <a:off x="7936901" y="214001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Freeform 4484"/>
          <p:cNvSpPr/>
          <p:nvPr/>
        </p:nvSpPr>
        <p:spPr>
          <a:xfrm>
            <a:off x="7619507" y="2146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Freeform 4485"/>
          <p:cNvSpPr/>
          <p:nvPr/>
        </p:nvSpPr>
        <p:spPr>
          <a:xfrm>
            <a:off x="7921964" y="2140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Freeform 4486"/>
          <p:cNvSpPr/>
          <p:nvPr/>
        </p:nvSpPr>
        <p:spPr>
          <a:xfrm>
            <a:off x="7424647" y="2153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Freeform 4487"/>
          <p:cNvSpPr/>
          <p:nvPr/>
        </p:nvSpPr>
        <p:spPr>
          <a:xfrm>
            <a:off x="7689794" y="2149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Freeform 4488"/>
          <p:cNvSpPr/>
          <p:nvPr/>
        </p:nvSpPr>
        <p:spPr>
          <a:xfrm>
            <a:off x="6556958" y="2153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Freeform 4489"/>
          <p:cNvSpPr/>
          <p:nvPr/>
        </p:nvSpPr>
        <p:spPr>
          <a:xfrm>
            <a:off x="8237637" y="2145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Freeform 4490"/>
          <p:cNvSpPr/>
          <p:nvPr/>
        </p:nvSpPr>
        <p:spPr>
          <a:xfrm>
            <a:off x="7543653" y="215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Freeform 4491"/>
          <p:cNvSpPr/>
          <p:nvPr/>
        </p:nvSpPr>
        <p:spPr>
          <a:xfrm>
            <a:off x="6785783" y="21437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Freeform 4492"/>
          <p:cNvSpPr/>
          <p:nvPr/>
        </p:nvSpPr>
        <p:spPr>
          <a:xfrm>
            <a:off x="7035689" y="2146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Freeform 4493"/>
          <p:cNvSpPr/>
          <p:nvPr/>
        </p:nvSpPr>
        <p:spPr>
          <a:xfrm>
            <a:off x="7569126" y="2143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Freeform 4494"/>
          <p:cNvSpPr/>
          <p:nvPr/>
        </p:nvSpPr>
        <p:spPr>
          <a:xfrm>
            <a:off x="7542855" y="2133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Freeform 4495"/>
          <p:cNvSpPr/>
          <p:nvPr/>
        </p:nvSpPr>
        <p:spPr>
          <a:xfrm>
            <a:off x="7062792" y="2148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Freeform 4496"/>
          <p:cNvSpPr/>
          <p:nvPr/>
        </p:nvSpPr>
        <p:spPr>
          <a:xfrm>
            <a:off x="8300776" y="2145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Freeform 4497"/>
          <p:cNvSpPr/>
          <p:nvPr/>
        </p:nvSpPr>
        <p:spPr>
          <a:xfrm>
            <a:off x="7774694" y="21505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Freeform 4498"/>
          <p:cNvSpPr/>
          <p:nvPr/>
        </p:nvSpPr>
        <p:spPr>
          <a:xfrm>
            <a:off x="7986848" y="214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Freeform 4499"/>
          <p:cNvSpPr/>
          <p:nvPr/>
        </p:nvSpPr>
        <p:spPr>
          <a:xfrm>
            <a:off x="7877154" y="2154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Freeform 4500"/>
          <p:cNvSpPr/>
          <p:nvPr/>
        </p:nvSpPr>
        <p:spPr>
          <a:xfrm>
            <a:off x="7283367" y="2139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Freeform 4501"/>
          <p:cNvSpPr/>
          <p:nvPr/>
        </p:nvSpPr>
        <p:spPr>
          <a:xfrm>
            <a:off x="7354833" y="2139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Freeform 4502"/>
          <p:cNvSpPr/>
          <p:nvPr/>
        </p:nvSpPr>
        <p:spPr>
          <a:xfrm>
            <a:off x="8524934" y="215304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4" name="Freeform 4503"/>
          <p:cNvSpPr/>
          <p:nvPr/>
        </p:nvSpPr>
        <p:spPr>
          <a:xfrm>
            <a:off x="7758228" y="21505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5" name="Freeform 4504"/>
          <p:cNvSpPr/>
          <p:nvPr/>
        </p:nvSpPr>
        <p:spPr>
          <a:xfrm>
            <a:off x="7184567" y="2148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6" name="Freeform 4505"/>
          <p:cNvSpPr/>
          <p:nvPr/>
        </p:nvSpPr>
        <p:spPr>
          <a:xfrm>
            <a:off x="7366320" y="2151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7" name="Freeform 4506"/>
          <p:cNvSpPr/>
          <p:nvPr/>
        </p:nvSpPr>
        <p:spPr>
          <a:xfrm>
            <a:off x="6851919" y="21540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8" name="Freeform 4507"/>
          <p:cNvSpPr/>
          <p:nvPr/>
        </p:nvSpPr>
        <p:spPr>
          <a:xfrm>
            <a:off x="7650678" y="2144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9" name="Freeform 4508"/>
          <p:cNvSpPr/>
          <p:nvPr/>
        </p:nvSpPr>
        <p:spPr>
          <a:xfrm>
            <a:off x="7471105" y="2161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Freeform 4509"/>
          <p:cNvSpPr/>
          <p:nvPr/>
        </p:nvSpPr>
        <p:spPr>
          <a:xfrm>
            <a:off x="6924383" y="2153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1" name="Freeform 4510"/>
          <p:cNvSpPr/>
          <p:nvPr/>
        </p:nvSpPr>
        <p:spPr>
          <a:xfrm>
            <a:off x="6669130" y="2158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2" name="Freeform 4511"/>
          <p:cNvSpPr/>
          <p:nvPr/>
        </p:nvSpPr>
        <p:spPr>
          <a:xfrm>
            <a:off x="7746348" y="2151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3" name="Freeform 4512"/>
          <p:cNvSpPr/>
          <p:nvPr/>
        </p:nvSpPr>
        <p:spPr>
          <a:xfrm>
            <a:off x="8581976" y="2132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4" name="Freeform 4513"/>
          <p:cNvSpPr/>
          <p:nvPr/>
        </p:nvSpPr>
        <p:spPr>
          <a:xfrm>
            <a:off x="6848906" y="21629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Freeform 4514"/>
          <p:cNvSpPr/>
          <p:nvPr/>
        </p:nvSpPr>
        <p:spPr>
          <a:xfrm>
            <a:off x="7741615" y="21368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6" name="Freeform 4515"/>
          <p:cNvSpPr/>
          <p:nvPr/>
        </p:nvSpPr>
        <p:spPr>
          <a:xfrm>
            <a:off x="7192916" y="2150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7" name="Freeform 4516"/>
          <p:cNvSpPr/>
          <p:nvPr/>
        </p:nvSpPr>
        <p:spPr>
          <a:xfrm>
            <a:off x="7819640" y="2145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8" name="Freeform 4517"/>
          <p:cNvSpPr/>
          <p:nvPr/>
        </p:nvSpPr>
        <p:spPr>
          <a:xfrm>
            <a:off x="7756611" y="2148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9" name="Freeform 4518"/>
          <p:cNvSpPr/>
          <p:nvPr/>
        </p:nvSpPr>
        <p:spPr>
          <a:xfrm>
            <a:off x="7015420" y="2161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Freeform 4519"/>
          <p:cNvSpPr/>
          <p:nvPr/>
        </p:nvSpPr>
        <p:spPr>
          <a:xfrm>
            <a:off x="7318567" y="2153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1" name="Freeform 4520"/>
          <p:cNvSpPr/>
          <p:nvPr/>
        </p:nvSpPr>
        <p:spPr>
          <a:xfrm>
            <a:off x="7438343" y="2135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2" name="Freeform 4521"/>
          <p:cNvSpPr/>
          <p:nvPr/>
        </p:nvSpPr>
        <p:spPr>
          <a:xfrm>
            <a:off x="7375950" y="2155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3" name="Freeform 4522"/>
          <p:cNvSpPr/>
          <p:nvPr/>
        </p:nvSpPr>
        <p:spPr>
          <a:xfrm>
            <a:off x="7960818" y="2154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4" name="Freeform 4523"/>
          <p:cNvSpPr/>
          <p:nvPr/>
        </p:nvSpPr>
        <p:spPr>
          <a:xfrm>
            <a:off x="8047397" y="2155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Freeform 4524"/>
          <p:cNvSpPr/>
          <p:nvPr/>
        </p:nvSpPr>
        <p:spPr>
          <a:xfrm>
            <a:off x="7765312" y="21530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6" name="Freeform 4525"/>
          <p:cNvSpPr/>
          <p:nvPr/>
        </p:nvSpPr>
        <p:spPr>
          <a:xfrm>
            <a:off x="8153257" y="2146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7" name="Freeform 4526"/>
          <p:cNvSpPr/>
          <p:nvPr/>
        </p:nvSpPr>
        <p:spPr>
          <a:xfrm>
            <a:off x="7003023" y="21433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8" name="Freeform 4527"/>
          <p:cNvSpPr/>
          <p:nvPr/>
        </p:nvSpPr>
        <p:spPr>
          <a:xfrm>
            <a:off x="7534607" y="21543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9" name="Freeform 4528"/>
          <p:cNvSpPr/>
          <p:nvPr/>
        </p:nvSpPr>
        <p:spPr>
          <a:xfrm>
            <a:off x="8222085" y="2148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Freeform 4529"/>
          <p:cNvSpPr/>
          <p:nvPr/>
        </p:nvSpPr>
        <p:spPr>
          <a:xfrm>
            <a:off x="7410903" y="2137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1" name="Freeform 4530"/>
          <p:cNvSpPr/>
          <p:nvPr/>
        </p:nvSpPr>
        <p:spPr>
          <a:xfrm>
            <a:off x="7319375" y="2133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2" name="Freeform 4531"/>
          <p:cNvSpPr/>
          <p:nvPr/>
        </p:nvSpPr>
        <p:spPr>
          <a:xfrm>
            <a:off x="6859141" y="215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3" name="Freeform 4532"/>
          <p:cNvSpPr/>
          <p:nvPr/>
        </p:nvSpPr>
        <p:spPr>
          <a:xfrm>
            <a:off x="7296875" y="2156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4" name="Freeform 4533"/>
          <p:cNvSpPr/>
          <p:nvPr/>
        </p:nvSpPr>
        <p:spPr>
          <a:xfrm>
            <a:off x="7445563" y="215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Freeform 4534"/>
          <p:cNvSpPr/>
          <p:nvPr/>
        </p:nvSpPr>
        <p:spPr>
          <a:xfrm>
            <a:off x="7252803" y="2155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6" name="Freeform 4535"/>
          <p:cNvSpPr/>
          <p:nvPr/>
        </p:nvSpPr>
        <p:spPr>
          <a:xfrm>
            <a:off x="7133347" y="2152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7" name="Freeform 4536"/>
          <p:cNvSpPr/>
          <p:nvPr/>
        </p:nvSpPr>
        <p:spPr>
          <a:xfrm>
            <a:off x="7034263" y="2157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8" name="Freeform 4537"/>
          <p:cNvSpPr/>
          <p:nvPr/>
        </p:nvSpPr>
        <p:spPr>
          <a:xfrm>
            <a:off x="7575703" y="2147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9" name="Freeform 4538"/>
          <p:cNvSpPr/>
          <p:nvPr/>
        </p:nvSpPr>
        <p:spPr>
          <a:xfrm>
            <a:off x="7349256" y="2165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0" name="Freeform 4539"/>
          <p:cNvSpPr/>
          <p:nvPr/>
        </p:nvSpPr>
        <p:spPr>
          <a:xfrm>
            <a:off x="6616669" y="2144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1" name="Freeform 4540"/>
          <p:cNvSpPr/>
          <p:nvPr/>
        </p:nvSpPr>
        <p:spPr>
          <a:xfrm>
            <a:off x="7473208" y="215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2" name="Freeform 4541"/>
          <p:cNvSpPr/>
          <p:nvPr/>
        </p:nvSpPr>
        <p:spPr>
          <a:xfrm>
            <a:off x="7769594" y="2129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3" name="Freeform 4542"/>
          <p:cNvSpPr/>
          <p:nvPr/>
        </p:nvSpPr>
        <p:spPr>
          <a:xfrm>
            <a:off x="6797667" y="2128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4" name="Freeform 4543"/>
          <p:cNvSpPr/>
          <p:nvPr/>
        </p:nvSpPr>
        <p:spPr>
          <a:xfrm>
            <a:off x="7107105" y="215144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5" name="Freeform 4544"/>
          <p:cNvSpPr/>
          <p:nvPr/>
        </p:nvSpPr>
        <p:spPr>
          <a:xfrm>
            <a:off x="8111815" y="2137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6" name="Freeform 4545"/>
          <p:cNvSpPr/>
          <p:nvPr/>
        </p:nvSpPr>
        <p:spPr>
          <a:xfrm>
            <a:off x="7771747" y="2150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7" name="Freeform 4546"/>
          <p:cNvSpPr/>
          <p:nvPr/>
        </p:nvSpPr>
        <p:spPr>
          <a:xfrm>
            <a:off x="7833834" y="212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8" name="Freeform 4547"/>
          <p:cNvSpPr/>
          <p:nvPr/>
        </p:nvSpPr>
        <p:spPr>
          <a:xfrm>
            <a:off x="8073695" y="2149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9" name="Freeform 4548"/>
          <p:cNvSpPr/>
          <p:nvPr/>
        </p:nvSpPr>
        <p:spPr>
          <a:xfrm>
            <a:off x="8085770" y="2137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0" name="Freeform 4549"/>
          <p:cNvSpPr/>
          <p:nvPr/>
        </p:nvSpPr>
        <p:spPr>
          <a:xfrm>
            <a:off x="6760430" y="2144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1" name="Freeform 4550"/>
          <p:cNvSpPr/>
          <p:nvPr/>
        </p:nvSpPr>
        <p:spPr>
          <a:xfrm>
            <a:off x="8013531" y="2146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2" name="Freeform 4551"/>
          <p:cNvSpPr/>
          <p:nvPr/>
        </p:nvSpPr>
        <p:spPr>
          <a:xfrm>
            <a:off x="7594623" y="214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3" name="Freeform 4552"/>
          <p:cNvSpPr/>
          <p:nvPr/>
        </p:nvSpPr>
        <p:spPr>
          <a:xfrm>
            <a:off x="8644233" y="2151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4" name="Freeform 4553"/>
          <p:cNvSpPr/>
          <p:nvPr/>
        </p:nvSpPr>
        <p:spPr>
          <a:xfrm>
            <a:off x="7142908" y="2136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5" name="Freeform 4554"/>
          <p:cNvSpPr/>
          <p:nvPr/>
        </p:nvSpPr>
        <p:spPr>
          <a:xfrm>
            <a:off x="8161507" y="2141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6" name="Freeform 4555"/>
          <p:cNvSpPr/>
          <p:nvPr/>
        </p:nvSpPr>
        <p:spPr>
          <a:xfrm>
            <a:off x="6992097" y="2143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7" name="Freeform 4556"/>
          <p:cNvSpPr/>
          <p:nvPr/>
        </p:nvSpPr>
        <p:spPr>
          <a:xfrm>
            <a:off x="7326431" y="2146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8" name="Freeform 4557"/>
          <p:cNvSpPr/>
          <p:nvPr/>
        </p:nvSpPr>
        <p:spPr>
          <a:xfrm>
            <a:off x="7603779" y="2159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9" name="Freeform 4558"/>
          <p:cNvSpPr/>
          <p:nvPr/>
        </p:nvSpPr>
        <p:spPr>
          <a:xfrm>
            <a:off x="7694520" y="2142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0" name="Freeform 4559"/>
          <p:cNvSpPr/>
          <p:nvPr/>
        </p:nvSpPr>
        <p:spPr>
          <a:xfrm>
            <a:off x="7869473" y="2159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1" name="Freeform 4560"/>
          <p:cNvSpPr/>
          <p:nvPr/>
        </p:nvSpPr>
        <p:spPr>
          <a:xfrm>
            <a:off x="7376400" y="214450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2" name="Freeform 4561"/>
          <p:cNvSpPr/>
          <p:nvPr/>
        </p:nvSpPr>
        <p:spPr>
          <a:xfrm>
            <a:off x="7800294" y="2138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3" name="Freeform 4562"/>
          <p:cNvSpPr/>
          <p:nvPr/>
        </p:nvSpPr>
        <p:spPr>
          <a:xfrm>
            <a:off x="7333410" y="2165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4" name="Freeform 4563"/>
          <p:cNvSpPr/>
          <p:nvPr/>
        </p:nvSpPr>
        <p:spPr>
          <a:xfrm>
            <a:off x="7035130" y="213780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5" name="Freeform 4564"/>
          <p:cNvSpPr/>
          <p:nvPr/>
        </p:nvSpPr>
        <p:spPr>
          <a:xfrm>
            <a:off x="7985301" y="2151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6" name="Freeform 4565"/>
          <p:cNvSpPr/>
          <p:nvPr/>
        </p:nvSpPr>
        <p:spPr>
          <a:xfrm>
            <a:off x="7193347" y="21566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7" name="Freeform 4566"/>
          <p:cNvSpPr/>
          <p:nvPr/>
        </p:nvSpPr>
        <p:spPr>
          <a:xfrm>
            <a:off x="7419897" y="2150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8" name="Freeform 4567"/>
          <p:cNvSpPr/>
          <p:nvPr/>
        </p:nvSpPr>
        <p:spPr>
          <a:xfrm>
            <a:off x="7178640" y="2156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9" name="Freeform 4568"/>
          <p:cNvSpPr/>
          <p:nvPr/>
        </p:nvSpPr>
        <p:spPr>
          <a:xfrm>
            <a:off x="6586817" y="21509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0" name="Freeform 4569"/>
          <p:cNvSpPr/>
          <p:nvPr/>
        </p:nvSpPr>
        <p:spPr>
          <a:xfrm>
            <a:off x="7132117" y="2153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1" name="Freeform 4570"/>
          <p:cNvSpPr/>
          <p:nvPr/>
        </p:nvSpPr>
        <p:spPr>
          <a:xfrm>
            <a:off x="6812836" y="2149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2" name="Freeform 4571"/>
          <p:cNvSpPr/>
          <p:nvPr/>
        </p:nvSpPr>
        <p:spPr>
          <a:xfrm>
            <a:off x="7906172" y="2151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3" name="Freeform 4572"/>
          <p:cNvSpPr/>
          <p:nvPr/>
        </p:nvSpPr>
        <p:spPr>
          <a:xfrm>
            <a:off x="7345573" y="2154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4" name="Freeform 4573"/>
          <p:cNvSpPr/>
          <p:nvPr/>
        </p:nvSpPr>
        <p:spPr>
          <a:xfrm>
            <a:off x="6534680" y="2143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5" name="Freeform 4574"/>
          <p:cNvSpPr/>
          <p:nvPr/>
        </p:nvSpPr>
        <p:spPr>
          <a:xfrm>
            <a:off x="6572339" y="21441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6" name="Freeform 4575"/>
          <p:cNvSpPr/>
          <p:nvPr/>
        </p:nvSpPr>
        <p:spPr>
          <a:xfrm>
            <a:off x="6927420" y="2159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7" name="Freeform 4576"/>
          <p:cNvSpPr/>
          <p:nvPr/>
        </p:nvSpPr>
        <p:spPr>
          <a:xfrm>
            <a:off x="7296312" y="214122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8" name="Freeform 4577"/>
          <p:cNvSpPr/>
          <p:nvPr/>
        </p:nvSpPr>
        <p:spPr>
          <a:xfrm>
            <a:off x="6869225" y="2169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9" name="Freeform 4578"/>
          <p:cNvSpPr/>
          <p:nvPr/>
        </p:nvSpPr>
        <p:spPr>
          <a:xfrm>
            <a:off x="7930818" y="2145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0" name="Freeform 4579"/>
          <p:cNvSpPr/>
          <p:nvPr/>
        </p:nvSpPr>
        <p:spPr>
          <a:xfrm>
            <a:off x="7878752" y="214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1" name="Freeform 4580"/>
          <p:cNvSpPr/>
          <p:nvPr/>
        </p:nvSpPr>
        <p:spPr>
          <a:xfrm>
            <a:off x="6957821" y="2155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2" name="Freeform 4581"/>
          <p:cNvSpPr/>
          <p:nvPr/>
        </p:nvSpPr>
        <p:spPr>
          <a:xfrm>
            <a:off x="7640790" y="214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3" name="Freeform 4582"/>
          <p:cNvSpPr/>
          <p:nvPr/>
        </p:nvSpPr>
        <p:spPr>
          <a:xfrm>
            <a:off x="7116319" y="2148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4" name="Freeform 4583"/>
          <p:cNvSpPr/>
          <p:nvPr/>
        </p:nvSpPr>
        <p:spPr>
          <a:xfrm>
            <a:off x="7250849" y="215147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5" name="Freeform 4584"/>
          <p:cNvSpPr/>
          <p:nvPr/>
        </p:nvSpPr>
        <p:spPr>
          <a:xfrm>
            <a:off x="7624911" y="2145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6" name="Freeform 4585"/>
          <p:cNvSpPr/>
          <p:nvPr/>
        </p:nvSpPr>
        <p:spPr>
          <a:xfrm>
            <a:off x="7966824" y="2143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7" name="Freeform 4586"/>
          <p:cNvSpPr/>
          <p:nvPr/>
        </p:nvSpPr>
        <p:spPr>
          <a:xfrm>
            <a:off x="7125175" y="2148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8" name="Freeform 4587"/>
          <p:cNvSpPr/>
          <p:nvPr/>
        </p:nvSpPr>
        <p:spPr>
          <a:xfrm>
            <a:off x="7355973" y="2155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9" name="Freeform 4588"/>
          <p:cNvSpPr/>
          <p:nvPr/>
        </p:nvSpPr>
        <p:spPr>
          <a:xfrm>
            <a:off x="6342992" y="2152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0" name="Freeform 4589"/>
          <p:cNvSpPr/>
          <p:nvPr/>
        </p:nvSpPr>
        <p:spPr>
          <a:xfrm>
            <a:off x="7783211" y="2153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1" name="Freeform 4590"/>
          <p:cNvSpPr/>
          <p:nvPr/>
        </p:nvSpPr>
        <p:spPr>
          <a:xfrm>
            <a:off x="7325807" y="2151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2" name="Freeform 4591"/>
          <p:cNvSpPr/>
          <p:nvPr/>
        </p:nvSpPr>
        <p:spPr>
          <a:xfrm>
            <a:off x="7180845" y="213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3" name="Freeform 4592"/>
          <p:cNvSpPr/>
          <p:nvPr/>
        </p:nvSpPr>
        <p:spPr>
          <a:xfrm>
            <a:off x="7820908" y="2148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4" name="Freeform 4593"/>
          <p:cNvSpPr/>
          <p:nvPr/>
        </p:nvSpPr>
        <p:spPr>
          <a:xfrm>
            <a:off x="6787006" y="2155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5" name="Freeform 4594"/>
          <p:cNvSpPr/>
          <p:nvPr/>
        </p:nvSpPr>
        <p:spPr>
          <a:xfrm>
            <a:off x="7553022" y="2141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6" name="Freeform 4595"/>
          <p:cNvSpPr/>
          <p:nvPr/>
        </p:nvSpPr>
        <p:spPr>
          <a:xfrm>
            <a:off x="8244160" y="215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7" name="Freeform 4596"/>
          <p:cNvSpPr/>
          <p:nvPr/>
        </p:nvSpPr>
        <p:spPr>
          <a:xfrm>
            <a:off x="7335439" y="2151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8" name="Freeform 4597"/>
          <p:cNvSpPr/>
          <p:nvPr/>
        </p:nvSpPr>
        <p:spPr>
          <a:xfrm>
            <a:off x="7512354" y="2146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9" name="Freeform 4598"/>
          <p:cNvSpPr/>
          <p:nvPr/>
        </p:nvSpPr>
        <p:spPr>
          <a:xfrm>
            <a:off x="7702015" y="213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0" name="Freeform 4599"/>
          <p:cNvSpPr/>
          <p:nvPr/>
        </p:nvSpPr>
        <p:spPr>
          <a:xfrm>
            <a:off x="7223016" y="21529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1" name="Freeform 4600"/>
          <p:cNvSpPr/>
          <p:nvPr/>
        </p:nvSpPr>
        <p:spPr>
          <a:xfrm>
            <a:off x="8100167" y="2140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2" name="Freeform 4601"/>
          <p:cNvSpPr/>
          <p:nvPr/>
        </p:nvSpPr>
        <p:spPr>
          <a:xfrm>
            <a:off x="8251344" y="21488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3" name="Freeform 4602"/>
          <p:cNvSpPr/>
          <p:nvPr/>
        </p:nvSpPr>
        <p:spPr>
          <a:xfrm>
            <a:off x="7291876" y="2138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4" name="Freeform 4603"/>
          <p:cNvSpPr/>
          <p:nvPr/>
        </p:nvSpPr>
        <p:spPr>
          <a:xfrm>
            <a:off x="7723314" y="215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5" name="Freeform 4604"/>
          <p:cNvSpPr/>
          <p:nvPr/>
        </p:nvSpPr>
        <p:spPr>
          <a:xfrm>
            <a:off x="7313118" y="2154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6" name="Freeform 4605"/>
          <p:cNvSpPr/>
          <p:nvPr/>
        </p:nvSpPr>
        <p:spPr>
          <a:xfrm>
            <a:off x="8049595" y="2140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7" name="Freeform 4606"/>
          <p:cNvSpPr/>
          <p:nvPr/>
        </p:nvSpPr>
        <p:spPr>
          <a:xfrm>
            <a:off x="8145014" y="2153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8" name="Freeform 4607"/>
          <p:cNvSpPr/>
          <p:nvPr/>
        </p:nvSpPr>
        <p:spPr>
          <a:xfrm>
            <a:off x="7274531" y="2148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9" name="Freeform 4608"/>
          <p:cNvSpPr/>
          <p:nvPr/>
        </p:nvSpPr>
        <p:spPr>
          <a:xfrm>
            <a:off x="7719510" y="2152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0" name="Freeform 4609"/>
          <p:cNvSpPr/>
          <p:nvPr/>
        </p:nvSpPr>
        <p:spPr>
          <a:xfrm>
            <a:off x="8047082" y="215862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1" name="Freeform 4610"/>
          <p:cNvSpPr/>
          <p:nvPr/>
        </p:nvSpPr>
        <p:spPr>
          <a:xfrm>
            <a:off x="6948164" y="2140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2" name="Freeform 4611"/>
          <p:cNvSpPr/>
          <p:nvPr/>
        </p:nvSpPr>
        <p:spPr>
          <a:xfrm>
            <a:off x="8684098" y="2148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3" name="Freeform 4612"/>
          <p:cNvSpPr/>
          <p:nvPr/>
        </p:nvSpPr>
        <p:spPr>
          <a:xfrm>
            <a:off x="7895952" y="2148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4" name="Freeform 4613"/>
          <p:cNvSpPr/>
          <p:nvPr/>
        </p:nvSpPr>
        <p:spPr>
          <a:xfrm>
            <a:off x="7468875" y="2148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5" name="Freeform 4614"/>
          <p:cNvSpPr/>
          <p:nvPr/>
        </p:nvSpPr>
        <p:spPr>
          <a:xfrm>
            <a:off x="7979459" y="215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6" name="Freeform 4615"/>
          <p:cNvSpPr/>
          <p:nvPr/>
        </p:nvSpPr>
        <p:spPr>
          <a:xfrm>
            <a:off x="7578432" y="2140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7" name="Freeform 4616"/>
          <p:cNvSpPr/>
          <p:nvPr/>
        </p:nvSpPr>
        <p:spPr>
          <a:xfrm>
            <a:off x="7303283" y="2146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8" name="Freeform 4617"/>
          <p:cNvSpPr/>
          <p:nvPr/>
        </p:nvSpPr>
        <p:spPr>
          <a:xfrm>
            <a:off x="7505002" y="2155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9" name="Freeform 4618"/>
          <p:cNvSpPr/>
          <p:nvPr/>
        </p:nvSpPr>
        <p:spPr>
          <a:xfrm>
            <a:off x="7103803" y="2161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0" name="Freeform 4619"/>
          <p:cNvSpPr/>
          <p:nvPr/>
        </p:nvSpPr>
        <p:spPr>
          <a:xfrm>
            <a:off x="8010908" y="2172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1" name="Freeform 4620"/>
          <p:cNvSpPr/>
          <p:nvPr/>
        </p:nvSpPr>
        <p:spPr>
          <a:xfrm>
            <a:off x="8196036" y="2143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2" name="Freeform 4621"/>
          <p:cNvSpPr/>
          <p:nvPr/>
        </p:nvSpPr>
        <p:spPr>
          <a:xfrm>
            <a:off x="7697936" y="2149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3" name="Freeform 4622"/>
          <p:cNvSpPr/>
          <p:nvPr/>
        </p:nvSpPr>
        <p:spPr>
          <a:xfrm>
            <a:off x="6359174" y="2134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4" name="Freeform 4623"/>
          <p:cNvSpPr/>
          <p:nvPr/>
        </p:nvSpPr>
        <p:spPr>
          <a:xfrm>
            <a:off x="7325595" y="2148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5" name="Freeform 4624"/>
          <p:cNvSpPr/>
          <p:nvPr/>
        </p:nvSpPr>
        <p:spPr>
          <a:xfrm>
            <a:off x="8124381" y="2123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6" name="Freeform 4625"/>
          <p:cNvSpPr/>
          <p:nvPr/>
        </p:nvSpPr>
        <p:spPr>
          <a:xfrm>
            <a:off x="7574239" y="2142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7" name="Freeform 4626"/>
          <p:cNvSpPr/>
          <p:nvPr/>
        </p:nvSpPr>
        <p:spPr>
          <a:xfrm>
            <a:off x="7950172" y="2162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8" name="Freeform 4627"/>
          <p:cNvSpPr/>
          <p:nvPr/>
        </p:nvSpPr>
        <p:spPr>
          <a:xfrm>
            <a:off x="6506331" y="2138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9" name="Freeform 4628"/>
          <p:cNvSpPr/>
          <p:nvPr/>
        </p:nvSpPr>
        <p:spPr>
          <a:xfrm>
            <a:off x="7401618" y="2149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0" name="Freeform 4629"/>
          <p:cNvSpPr/>
          <p:nvPr/>
        </p:nvSpPr>
        <p:spPr>
          <a:xfrm>
            <a:off x="7765764" y="2145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1" name="Freeform 4630"/>
          <p:cNvSpPr/>
          <p:nvPr/>
        </p:nvSpPr>
        <p:spPr>
          <a:xfrm>
            <a:off x="8014839" y="2150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2" name="Freeform 4631"/>
          <p:cNvSpPr/>
          <p:nvPr/>
        </p:nvSpPr>
        <p:spPr>
          <a:xfrm>
            <a:off x="7815257" y="21444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3" name="Freeform 4632"/>
          <p:cNvSpPr/>
          <p:nvPr/>
        </p:nvSpPr>
        <p:spPr>
          <a:xfrm>
            <a:off x="7139826" y="2152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4" name="Freeform 4633"/>
          <p:cNvSpPr/>
          <p:nvPr/>
        </p:nvSpPr>
        <p:spPr>
          <a:xfrm>
            <a:off x="7601932" y="2155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5" name="Freeform 4634"/>
          <p:cNvSpPr/>
          <p:nvPr/>
        </p:nvSpPr>
        <p:spPr>
          <a:xfrm>
            <a:off x="7386765" y="21507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6" name="Freeform 4635"/>
          <p:cNvSpPr/>
          <p:nvPr/>
        </p:nvSpPr>
        <p:spPr>
          <a:xfrm>
            <a:off x="7566965" y="2146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7" name="Freeform 4636"/>
          <p:cNvSpPr/>
          <p:nvPr/>
        </p:nvSpPr>
        <p:spPr>
          <a:xfrm>
            <a:off x="7383708" y="2141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8" name="Freeform 4637"/>
          <p:cNvSpPr/>
          <p:nvPr/>
        </p:nvSpPr>
        <p:spPr>
          <a:xfrm>
            <a:off x="7412638" y="2152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9" name="Freeform 4638"/>
          <p:cNvSpPr/>
          <p:nvPr/>
        </p:nvSpPr>
        <p:spPr>
          <a:xfrm>
            <a:off x="6930705" y="2147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0" name="Freeform 4639"/>
          <p:cNvSpPr/>
          <p:nvPr/>
        </p:nvSpPr>
        <p:spPr>
          <a:xfrm>
            <a:off x="7162433" y="2148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1" name="Freeform 4640"/>
          <p:cNvSpPr/>
          <p:nvPr/>
        </p:nvSpPr>
        <p:spPr>
          <a:xfrm>
            <a:off x="6512118" y="215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2" name="Freeform 4641"/>
          <p:cNvSpPr/>
          <p:nvPr/>
        </p:nvSpPr>
        <p:spPr>
          <a:xfrm>
            <a:off x="7808574" y="2152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3" name="Freeform 4642"/>
          <p:cNvSpPr/>
          <p:nvPr/>
        </p:nvSpPr>
        <p:spPr>
          <a:xfrm>
            <a:off x="8353449" y="2149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4" name="Freeform 4643"/>
          <p:cNvSpPr/>
          <p:nvPr/>
        </p:nvSpPr>
        <p:spPr>
          <a:xfrm>
            <a:off x="7737488" y="2160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5" name="Freeform 4644"/>
          <p:cNvSpPr/>
          <p:nvPr/>
        </p:nvSpPr>
        <p:spPr>
          <a:xfrm>
            <a:off x="6890519" y="2130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6" name="Freeform 4645"/>
          <p:cNvSpPr/>
          <p:nvPr/>
        </p:nvSpPr>
        <p:spPr>
          <a:xfrm>
            <a:off x="7100494" y="2151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7" name="Freeform 4646"/>
          <p:cNvSpPr/>
          <p:nvPr/>
        </p:nvSpPr>
        <p:spPr>
          <a:xfrm>
            <a:off x="7464088" y="2144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8" name="Freeform 4647"/>
          <p:cNvSpPr/>
          <p:nvPr/>
        </p:nvSpPr>
        <p:spPr>
          <a:xfrm>
            <a:off x="7186125" y="215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9" name="Freeform 4648"/>
          <p:cNvSpPr/>
          <p:nvPr/>
        </p:nvSpPr>
        <p:spPr>
          <a:xfrm>
            <a:off x="6381805" y="2146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0" name="Freeform 4649"/>
          <p:cNvSpPr/>
          <p:nvPr/>
        </p:nvSpPr>
        <p:spPr>
          <a:xfrm>
            <a:off x="6541248" y="2153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1" name="Freeform 4650"/>
          <p:cNvSpPr/>
          <p:nvPr/>
        </p:nvSpPr>
        <p:spPr>
          <a:xfrm>
            <a:off x="6760394" y="2142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2" name="Freeform 4651"/>
          <p:cNvSpPr/>
          <p:nvPr/>
        </p:nvSpPr>
        <p:spPr>
          <a:xfrm>
            <a:off x="7148720" y="2157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3" name="Freeform 4652"/>
          <p:cNvSpPr/>
          <p:nvPr/>
        </p:nvSpPr>
        <p:spPr>
          <a:xfrm>
            <a:off x="7699555" y="2146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4" name="Freeform 4653"/>
          <p:cNvSpPr/>
          <p:nvPr/>
        </p:nvSpPr>
        <p:spPr>
          <a:xfrm>
            <a:off x="7257578" y="21498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5" name="Freeform 4654"/>
          <p:cNvSpPr/>
          <p:nvPr/>
        </p:nvSpPr>
        <p:spPr>
          <a:xfrm>
            <a:off x="6790821" y="2163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6" name="Freeform 4655"/>
          <p:cNvSpPr/>
          <p:nvPr/>
        </p:nvSpPr>
        <p:spPr>
          <a:xfrm>
            <a:off x="7920618" y="2150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7" name="Freeform 4656"/>
          <p:cNvSpPr/>
          <p:nvPr/>
        </p:nvSpPr>
        <p:spPr>
          <a:xfrm>
            <a:off x="7219977" y="2144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8" name="Freeform 4657"/>
          <p:cNvSpPr/>
          <p:nvPr/>
        </p:nvSpPr>
        <p:spPr>
          <a:xfrm>
            <a:off x="6727781" y="2154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9" name="Freeform 4658"/>
          <p:cNvSpPr/>
          <p:nvPr/>
        </p:nvSpPr>
        <p:spPr>
          <a:xfrm>
            <a:off x="7472463" y="214806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0" name="Freeform 4659"/>
          <p:cNvSpPr/>
          <p:nvPr/>
        </p:nvSpPr>
        <p:spPr>
          <a:xfrm>
            <a:off x="6956551" y="2159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1" name="Freeform 4660"/>
          <p:cNvSpPr/>
          <p:nvPr/>
        </p:nvSpPr>
        <p:spPr>
          <a:xfrm>
            <a:off x="7296366" y="21481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2" name="Freeform 4661"/>
          <p:cNvSpPr/>
          <p:nvPr/>
        </p:nvSpPr>
        <p:spPr>
          <a:xfrm>
            <a:off x="7630003" y="21465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3" name="Freeform 4662"/>
          <p:cNvSpPr/>
          <p:nvPr/>
        </p:nvSpPr>
        <p:spPr>
          <a:xfrm>
            <a:off x="8005487" y="214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4" name="Freeform 4663"/>
          <p:cNvSpPr/>
          <p:nvPr/>
        </p:nvSpPr>
        <p:spPr>
          <a:xfrm>
            <a:off x="7862471" y="2142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5" name="Freeform 4664"/>
          <p:cNvSpPr/>
          <p:nvPr/>
        </p:nvSpPr>
        <p:spPr>
          <a:xfrm>
            <a:off x="7954704" y="2142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6" name="Freeform 4665"/>
          <p:cNvSpPr/>
          <p:nvPr/>
        </p:nvSpPr>
        <p:spPr>
          <a:xfrm>
            <a:off x="730070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7" name="Freeform 4666"/>
          <p:cNvSpPr/>
          <p:nvPr/>
        </p:nvSpPr>
        <p:spPr>
          <a:xfrm>
            <a:off x="7595411" y="2155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8" name="Freeform 4667"/>
          <p:cNvSpPr/>
          <p:nvPr/>
        </p:nvSpPr>
        <p:spPr>
          <a:xfrm>
            <a:off x="7495956" y="2149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9" name="Freeform 4668"/>
          <p:cNvSpPr/>
          <p:nvPr/>
        </p:nvSpPr>
        <p:spPr>
          <a:xfrm>
            <a:off x="6950052" y="2134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0" name="Freeform 4669"/>
          <p:cNvSpPr/>
          <p:nvPr/>
        </p:nvSpPr>
        <p:spPr>
          <a:xfrm>
            <a:off x="7655636" y="2155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1" name="Freeform 4670"/>
          <p:cNvSpPr/>
          <p:nvPr/>
        </p:nvSpPr>
        <p:spPr>
          <a:xfrm>
            <a:off x="7602406" y="2142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2" name="Freeform 4671"/>
          <p:cNvSpPr/>
          <p:nvPr/>
        </p:nvSpPr>
        <p:spPr>
          <a:xfrm>
            <a:off x="6651633" y="2164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3" name="Freeform 4672"/>
          <p:cNvSpPr/>
          <p:nvPr/>
        </p:nvSpPr>
        <p:spPr>
          <a:xfrm>
            <a:off x="7416508" y="214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4" name="Freeform 4673"/>
          <p:cNvSpPr/>
          <p:nvPr/>
        </p:nvSpPr>
        <p:spPr>
          <a:xfrm>
            <a:off x="7044765" y="2131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5" name="Freeform 4674"/>
          <p:cNvSpPr/>
          <p:nvPr/>
        </p:nvSpPr>
        <p:spPr>
          <a:xfrm>
            <a:off x="8538327" y="2150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6" name="Freeform 4675"/>
          <p:cNvSpPr/>
          <p:nvPr/>
        </p:nvSpPr>
        <p:spPr>
          <a:xfrm>
            <a:off x="6982553" y="2154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7" name="Freeform 4676"/>
          <p:cNvSpPr/>
          <p:nvPr/>
        </p:nvSpPr>
        <p:spPr>
          <a:xfrm>
            <a:off x="7960876" y="215069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8" name="Freeform 4677"/>
          <p:cNvSpPr/>
          <p:nvPr/>
        </p:nvSpPr>
        <p:spPr>
          <a:xfrm>
            <a:off x="7515470" y="2143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9" name="Freeform 4678"/>
          <p:cNvSpPr/>
          <p:nvPr/>
        </p:nvSpPr>
        <p:spPr>
          <a:xfrm>
            <a:off x="7853036" y="2157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0" name="Freeform 4679"/>
          <p:cNvSpPr/>
          <p:nvPr/>
        </p:nvSpPr>
        <p:spPr>
          <a:xfrm>
            <a:off x="7915049" y="214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1" name="Freeform 4680"/>
          <p:cNvSpPr/>
          <p:nvPr/>
        </p:nvSpPr>
        <p:spPr>
          <a:xfrm>
            <a:off x="7626015" y="2142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2" name="Freeform 4681"/>
          <p:cNvSpPr/>
          <p:nvPr/>
        </p:nvSpPr>
        <p:spPr>
          <a:xfrm>
            <a:off x="7423253" y="2131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3" name="Freeform 4682"/>
          <p:cNvSpPr/>
          <p:nvPr/>
        </p:nvSpPr>
        <p:spPr>
          <a:xfrm>
            <a:off x="6631566" y="2160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4" name="Freeform 4683"/>
          <p:cNvSpPr/>
          <p:nvPr/>
        </p:nvSpPr>
        <p:spPr>
          <a:xfrm>
            <a:off x="8090116" y="2168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5" name="Freeform 4684"/>
          <p:cNvSpPr/>
          <p:nvPr/>
        </p:nvSpPr>
        <p:spPr>
          <a:xfrm>
            <a:off x="6774761" y="2145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6" name="Freeform 4685"/>
          <p:cNvSpPr/>
          <p:nvPr/>
        </p:nvSpPr>
        <p:spPr>
          <a:xfrm>
            <a:off x="7494581" y="2151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7" name="Freeform 4686"/>
          <p:cNvSpPr/>
          <p:nvPr/>
        </p:nvSpPr>
        <p:spPr>
          <a:xfrm>
            <a:off x="6616878" y="214882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8" name="Freeform 4687"/>
          <p:cNvSpPr/>
          <p:nvPr/>
        </p:nvSpPr>
        <p:spPr>
          <a:xfrm>
            <a:off x="6633915" y="2146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9" name="Freeform 4688"/>
          <p:cNvSpPr/>
          <p:nvPr/>
        </p:nvSpPr>
        <p:spPr>
          <a:xfrm>
            <a:off x="8171055" y="2156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0" name="Freeform 4689"/>
          <p:cNvSpPr/>
          <p:nvPr/>
        </p:nvSpPr>
        <p:spPr>
          <a:xfrm>
            <a:off x="7427284" y="2158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1" name="Freeform 4690"/>
          <p:cNvSpPr/>
          <p:nvPr/>
        </p:nvSpPr>
        <p:spPr>
          <a:xfrm>
            <a:off x="7115215" y="2148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2" name="Freeform 4691"/>
          <p:cNvSpPr/>
          <p:nvPr/>
        </p:nvSpPr>
        <p:spPr>
          <a:xfrm>
            <a:off x="6175778" y="2141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3" name="Freeform 4692"/>
          <p:cNvSpPr/>
          <p:nvPr/>
        </p:nvSpPr>
        <p:spPr>
          <a:xfrm>
            <a:off x="7479062" y="21506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4" name="Freeform 4693"/>
          <p:cNvSpPr/>
          <p:nvPr/>
        </p:nvSpPr>
        <p:spPr>
          <a:xfrm>
            <a:off x="7634223" y="21656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5" name="Freeform 4694"/>
          <p:cNvSpPr/>
          <p:nvPr/>
        </p:nvSpPr>
        <p:spPr>
          <a:xfrm>
            <a:off x="8330876" y="2147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6" name="Freeform 4695"/>
          <p:cNvSpPr/>
          <p:nvPr/>
        </p:nvSpPr>
        <p:spPr>
          <a:xfrm>
            <a:off x="6408151" y="2154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7" name="Freeform 4696"/>
          <p:cNvSpPr/>
          <p:nvPr/>
        </p:nvSpPr>
        <p:spPr>
          <a:xfrm>
            <a:off x="7612239" y="214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8" name="Freeform 4697"/>
          <p:cNvSpPr/>
          <p:nvPr/>
        </p:nvSpPr>
        <p:spPr>
          <a:xfrm>
            <a:off x="7408754" y="2148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9" name="Freeform 4698"/>
          <p:cNvSpPr/>
          <p:nvPr/>
        </p:nvSpPr>
        <p:spPr>
          <a:xfrm>
            <a:off x="7074865" y="2145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0" name="Freeform 4699"/>
          <p:cNvSpPr/>
          <p:nvPr/>
        </p:nvSpPr>
        <p:spPr>
          <a:xfrm>
            <a:off x="7140767" y="2135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1" name="Freeform 4700"/>
          <p:cNvSpPr/>
          <p:nvPr/>
        </p:nvSpPr>
        <p:spPr>
          <a:xfrm>
            <a:off x="6781219" y="2149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2" name="Freeform 4701"/>
          <p:cNvSpPr/>
          <p:nvPr/>
        </p:nvSpPr>
        <p:spPr>
          <a:xfrm>
            <a:off x="7489989" y="21510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3" name="Freeform 4702"/>
          <p:cNvSpPr/>
          <p:nvPr/>
        </p:nvSpPr>
        <p:spPr>
          <a:xfrm>
            <a:off x="8263367" y="21404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4" name="Freeform 4703"/>
          <p:cNvSpPr/>
          <p:nvPr/>
        </p:nvSpPr>
        <p:spPr>
          <a:xfrm>
            <a:off x="8098380" y="2146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5" name="Freeform 4704"/>
          <p:cNvSpPr/>
          <p:nvPr/>
        </p:nvSpPr>
        <p:spPr>
          <a:xfrm>
            <a:off x="6547848" y="2138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6" name="Freeform 4705"/>
          <p:cNvSpPr/>
          <p:nvPr/>
        </p:nvSpPr>
        <p:spPr>
          <a:xfrm>
            <a:off x="7508299" y="2150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7" name="Freeform 4706"/>
          <p:cNvSpPr/>
          <p:nvPr/>
        </p:nvSpPr>
        <p:spPr>
          <a:xfrm>
            <a:off x="6865645" y="2150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8" name="Freeform 4707"/>
          <p:cNvSpPr/>
          <p:nvPr/>
        </p:nvSpPr>
        <p:spPr>
          <a:xfrm>
            <a:off x="8163170" y="2152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9" name="Freeform 4708"/>
          <p:cNvSpPr/>
          <p:nvPr/>
        </p:nvSpPr>
        <p:spPr>
          <a:xfrm>
            <a:off x="6797342" y="2153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0" name="Freeform 4709"/>
          <p:cNvSpPr/>
          <p:nvPr/>
        </p:nvSpPr>
        <p:spPr>
          <a:xfrm>
            <a:off x="7785383" y="21358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1" name="Freeform 4710"/>
          <p:cNvSpPr/>
          <p:nvPr/>
        </p:nvSpPr>
        <p:spPr>
          <a:xfrm>
            <a:off x="6921693" y="2151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2" name="Freeform 4711"/>
          <p:cNvSpPr/>
          <p:nvPr/>
        </p:nvSpPr>
        <p:spPr>
          <a:xfrm>
            <a:off x="7301623" y="2158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3" name="Freeform 4712"/>
          <p:cNvSpPr/>
          <p:nvPr/>
        </p:nvSpPr>
        <p:spPr>
          <a:xfrm>
            <a:off x="7853274" y="2145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4" name="Freeform 4713"/>
          <p:cNvSpPr/>
          <p:nvPr/>
        </p:nvSpPr>
        <p:spPr>
          <a:xfrm>
            <a:off x="7878546" y="2135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5" name="Freeform 4714"/>
          <p:cNvSpPr/>
          <p:nvPr/>
        </p:nvSpPr>
        <p:spPr>
          <a:xfrm>
            <a:off x="8746799" y="2156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6" name="Freeform 4715"/>
          <p:cNvSpPr/>
          <p:nvPr/>
        </p:nvSpPr>
        <p:spPr>
          <a:xfrm>
            <a:off x="7880229" y="2152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7" name="Freeform 4716"/>
          <p:cNvSpPr/>
          <p:nvPr/>
        </p:nvSpPr>
        <p:spPr>
          <a:xfrm>
            <a:off x="7862392" y="2150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8" name="Freeform 4717"/>
          <p:cNvSpPr/>
          <p:nvPr/>
        </p:nvSpPr>
        <p:spPr>
          <a:xfrm>
            <a:off x="7949808" y="214584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9" name="Freeform 4718"/>
          <p:cNvSpPr/>
          <p:nvPr/>
        </p:nvSpPr>
        <p:spPr>
          <a:xfrm>
            <a:off x="7632998" y="2134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0" name="Freeform 4719"/>
          <p:cNvSpPr/>
          <p:nvPr/>
        </p:nvSpPr>
        <p:spPr>
          <a:xfrm>
            <a:off x="7665280" y="2155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1" name="Freeform 4720"/>
          <p:cNvSpPr/>
          <p:nvPr/>
        </p:nvSpPr>
        <p:spPr>
          <a:xfrm>
            <a:off x="7835981" y="2155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2" name="Freeform 4721"/>
          <p:cNvSpPr/>
          <p:nvPr/>
        </p:nvSpPr>
        <p:spPr>
          <a:xfrm>
            <a:off x="8410866" y="21492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3" name="Freeform 4722"/>
          <p:cNvSpPr/>
          <p:nvPr/>
        </p:nvSpPr>
        <p:spPr>
          <a:xfrm>
            <a:off x="7670024" y="2154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4" name="Freeform 4723"/>
          <p:cNvSpPr/>
          <p:nvPr/>
        </p:nvSpPr>
        <p:spPr>
          <a:xfrm>
            <a:off x="7275007" y="2149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5" name="Freeform 4724"/>
          <p:cNvSpPr/>
          <p:nvPr/>
        </p:nvSpPr>
        <p:spPr>
          <a:xfrm>
            <a:off x="8059698" y="2151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6" name="Freeform 4725"/>
          <p:cNvSpPr/>
          <p:nvPr/>
        </p:nvSpPr>
        <p:spPr>
          <a:xfrm>
            <a:off x="7135514" y="2141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7" name="Freeform 4726"/>
          <p:cNvSpPr/>
          <p:nvPr/>
        </p:nvSpPr>
        <p:spPr>
          <a:xfrm>
            <a:off x="8112889" y="2143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8" name="Freeform 4727"/>
          <p:cNvSpPr/>
          <p:nvPr/>
        </p:nvSpPr>
        <p:spPr>
          <a:xfrm>
            <a:off x="7436218" y="2147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9" name="Freeform 4728"/>
          <p:cNvSpPr/>
          <p:nvPr/>
        </p:nvSpPr>
        <p:spPr>
          <a:xfrm>
            <a:off x="7127734" y="2154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0" name="Freeform 4729"/>
          <p:cNvSpPr/>
          <p:nvPr/>
        </p:nvSpPr>
        <p:spPr>
          <a:xfrm>
            <a:off x="7523990" y="2160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1" name="Freeform 4730"/>
          <p:cNvSpPr/>
          <p:nvPr/>
        </p:nvSpPr>
        <p:spPr>
          <a:xfrm>
            <a:off x="7302850" y="2148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2" name="Freeform 4731"/>
          <p:cNvSpPr/>
          <p:nvPr/>
        </p:nvSpPr>
        <p:spPr>
          <a:xfrm>
            <a:off x="6628143" y="2148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3" name="Freeform 4732"/>
          <p:cNvSpPr/>
          <p:nvPr/>
        </p:nvSpPr>
        <p:spPr>
          <a:xfrm>
            <a:off x="7298784" y="21515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4" name="Freeform 4733"/>
          <p:cNvSpPr/>
          <p:nvPr/>
        </p:nvSpPr>
        <p:spPr>
          <a:xfrm>
            <a:off x="7105690" y="2158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5" name="Freeform 4734"/>
          <p:cNvSpPr/>
          <p:nvPr/>
        </p:nvSpPr>
        <p:spPr>
          <a:xfrm>
            <a:off x="7046622" y="214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6" name="Freeform 4735"/>
          <p:cNvSpPr/>
          <p:nvPr/>
        </p:nvSpPr>
        <p:spPr>
          <a:xfrm>
            <a:off x="7420242" y="2134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7" name="Freeform 4736"/>
          <p:cNvSpPr/>
          <p:nvPr/>
        </p:nvSpPr>
        <p:spPr>
          <a:xfrm>
            <a:off x="7425618" y="2157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8" name="Freeform 4737"/>
          <p:cNvSpPr/>
          <p:nvPr/>
        </p:nvSpPr>
        <p:spPr>
          <a:xfrm>
            <a:off x="7331389" y="2151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9" name="Freeform 4738"/>
          <p:cNvSpPr/>
          <p:nvPr/>
        </p:nvSpPr>
        <p:spPr>
          <a:xfrm>
            <a:off x="7558594" y="2152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0" name="Freeform 4739"/>
          <p:cNvSpPr/>
          <p:nvPr/>
        </p:nvSpPr>
        <p:spPr>
          <a:xfrm>
            <a:off x="6944083" y="21484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1" name="Freeform 4740"/>
          <p:cNvSpPr/>
          <p:nvPr/>
        </p:nvSpPr>
        <p:spPr>
          <a:xfrm>
            <a:off x="7268658" y="2151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2" name="Freeform 4741"/>
          <p:cNvSpPr/>
          <p:nvPr/>
        </p:nvSpPr>
        <p:spPr>
          <a:xfrm>
            <a:off x="6809471" y="214899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3" name="Freeform 4742"/>
          <p:cNvSpPr/>
          <p:nvPr/>
        </p:nvSpPr>
        <p:spPr>
          <a:xfrm>
            <a:off x="7985801" y="216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4" name="Freeform 4743"/>
          <p:cNvSpPr/>
          <p:nvPr/>
        </p:nvSpPr>
        <p:spPr>
          <a:xfrm>
            <a:off x="8078148" y="214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5" name="Freeform 4744"/>
          <p:cNvSpPr/>
          <p:nvPr/>
        </p:nvSpPr>
        <p:spPr>
          <a:xfrm>
            <a:off x="7682780" y="2141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6" name="Freeform 4745"/>
          <p:cNvSpPr/>
          <p:nvPr/>
        </p:nvSpPr>
        <p:spPr>
          <a:xfrm>
            <a:off x="6968080" y="2141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7" name="Freeform 4746"/>
          <p:cNvSpPr/>
          <p:nvPr/>
        </p:nvSpPr>
        <p:spPr>
          <a:xfrm>
            <a:off x="7849980" y="21431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8" name="Freeform 4747"/>
          <p:cNvSpPr/>
          <p:nvPr/>
        </p:nvSpPr>
        <p:spPr>
          <a:xfrm>
            <a:off x="7314936" y="214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9" name="Freeform 4748"/>
          <p:cNvSpPr/>
          <p:nvPr/>
        </p:nvSpPr>
        <p:spPr>
          <a:xfrm>
            <a:off x="7712176" y="2154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0" name="Freeform 4749"/>
          <p:cNvSpPr/>
          <p:nvPr/>
        </p:nvSpPr>
        <p:spPr>
          <a:xfrm>
            <a:off x="7537724" y="214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1" name="Freeform 4750"/>
          <p:cNvSpPr/>
          <p:nvPr/>
        </p:nvSpPr>
        <p:spPr>
          <a:xfrm>
            <a:off x="8041693" y="2146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2" name="Freeform 4751"/>
          <p:cNvSpPr/>
          <p:nvPr/>
        </p:nvSpPr>
        <p:spPr>
          <a:xfrm>
            <a:off x="7780380" y="2147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3" name="Freeform 4752"/>
          <p:cNvSpPr/>
          <p:nvPr/>
        </p:nvSpPr>
        <p:spPr>
          <a:xfrm>
            <a:off x="7989518" y="2129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4" name="Freeform 4753"/>
          <p:cNvSpPr/>
          <p:nvPr/>
        </p:nvSpPr>
        <p:spPr>
          <a:xfrm>
            <a:off x="7674993" y="2134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5" name="Freeform 4754"/>
          <p:cNvSpPr/>
          <p:nvPr/>
        </p:nvSpPr>
        <p:spPr>
          <a:xfrm>
            <a:off x="8164798" y="2161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6" name="Freeform 4755"/>
          <p:cNvSpPr/>
          <p:nvPr/>
        </p:nvSpPr>
        <p:spPr>
          <a:xfrm>
            <a:off x="6798259" y="2154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7" name="Freeform 4756"/>
          <p:cNvSpPr/>
          <p:nvPr/>
        </p:nvSpPr>
        <p:spPr>
          <a:xfrm>
            <a:off x="7851976" y="2153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8" name="Freeform 4757"/>
          <p:cNvSpPr/>
          <p:nvPr/>
        </p:nvSpPr>
        <p:spPr>
          <a:xfrm>
            <a:off x="7139322" y="2152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9" name="Freeform 4758"/>
          <p:cNvSpPr/>
          <p:nvPr/>
        </p:nvSpPr>
        <p:spPr>
          <a:xfrm>
            <a:off x="7936653" y="2154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0" name="Freeform 4759"/>
          <p:cNvSpPr/>
          <p:nvPr/>
        </p:nvSpPr>
        <p:spPr>
          <a:xfrm>
            <a:off x="7427767" y="2153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1" name="Freeform 4760"/>
          <p:cNvSpPr/>
          <p:nvPr/>
        </p:nvSpPr>
        <p:spPr>
          <a:xfrm>
            <a:off x="7544531" y="2145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2" name="Freeform 4761"/>
          <p:cNvSpPr/>
          <p:nvPr/>
        </p:nvSpPr>
        <p:spPr>
          <a:xfrm>
            <a:off x="7345151" y="2159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3" name="Freeform 4762"/>
          <p:cNvSpPr/>
          <p:nvPr/>
        </p:nvSpPr>
        <p:spPr>
          <a:xfrm>
            <a:off x="7820263" y="2154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4" name="Freeform 4763"/>
          <p:cNvSpPr/>
          <p:nvPr/>
        </p:nvSpPr>
        <p:spPr>
          <a:xfrm>
            <a:off x="7091012" y="2147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5" name="Freeform 4764"/>
          <p:cNvSpPr/>
          <p:nvPr/>
        </p:nvSpPr>
        <p:spPr>
          <a:xfrm>
            <a:off x="7789961" y="2140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6" name="Freeform 4765"/>
          <p:cNvSpPr/>
          <p:nvPr/>
        </p:nvSpPr>
        <p:spPr>
          <a:xfrm>
            <a:off x="7241048" y="2159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7" name="Freeform 4766"/>
          <p:cNvSpPr/>
          <p:nvPr/>
        </p:nvSpPr>
        <p:spPr>
          <a:xfrm>
            <a:off x="7678757" y="2150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8" name="Freeform 4767"/>
          <p:cNvSpPr/>
          <p:nvPr/>
        </p:nvSpPr>
        <p:spPr>
          <a:xfrm>
            <a:off x="7736678" y="2149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9" name="Freeform 4768"/>
          <p:cNvSpPr/>
          <p:nvPr/>
        </p:nvSpPr>
        <p:spPr>
          <a:xfrm>
            <a:off x="7346987" y="2132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0" name="Freeform 4769"/>
          <p:cNvSpPr/>
          <p:nvPr/>
        </p:nvSpPr>
        <p:spPr>
          <a:xfrm>
            <a:off x="7145192" y="2145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1" name="Freeform 4770"/>
          <p:cNvSpPr/>
          <p:nvPr/>
        </p:nvSpPr>
        <p:spPr>
          <a:xfrm>
            <a:off x="6309344" y="2138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2" name="Freeform 4771"/>
          <p:cNvSpPr/>
          <p:nvPr/>
        </p:nvSpPr>
        <p:spPr>
          <a:xfrm>
            <a:off x="7748856" y="2152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3" name="Freeform 4772"/>
          <p:cNvSpPr/>
          <p:nvPr/>
        </p:nvSpPr>
        <p:spPr>
          <a:xfrm>
            <a:off x="7592000" y="2145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4" name="Freeform 4773"/>
          <p:cNvSpPr/>
          <p:nvPr/>
        </p:nvSpPr>
        <p:spPr>
          <a:xfrm>
            <a:off x="6873206" y="21435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5" name="Freeform 4774"/>
          <p:cNvSpPr/>
          <p:nvPr/>
        </p:nvSpPr>
        <p:spPr>
          <a:xfrm>
            <a:off x="7509883" y="2154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6" name="Freeform 4775"/>
          <p:cNvSpPr/>
          <p:nvPr/>
        </p:nvSpPr>
        <p:spPr>
          <a:xfrm>
            <a:off x="8082510" y="2173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7" name="Freeform 4776"/>
          <p:cNvSpPr/>
          <p:nvPr/>
        </p:nvSpPr>
        <p:spPr>
          <a:xfrm>
            <a:off x="7360866" y="21629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8" name="Freeform 4777"/>
          <p:cNvSpPr/>
          <p:nvPr/>
        </p:nvSpPr>
        <p:spPr>
          <a:xfrm>
            <a:off x="7798860" y="21390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9" name="Freeform 4778"/>
          <p:cNvSpPr/>
          <p:nvPr/>
        </p:nvSpPr>
        <p:spPr>
          <a:xfrm>
            <a:off x="7468968" y="2161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0" name="Freeform 4779"/>
          <p:cNvSpPr/>
          <p:nvPr/>
        </p:nvSpPr>
        <p:spPr>
          <a:xfrm>
            <a:off x="7019029" y="2146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1" name="Freeform 4780"/>
          <p:cNvSpPr/>
          <p:nvPr/>
        </p:nvSpPr>
        <p:spPr>
          <a:xfrm>
            <a:off x="7102409" y="21624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2" name="Freeform 4781"/>
          <p:cNvSpPr/>
          <p:nvPr/>
        </p:nvSpPr>
        <p:spPr>
          <a:xfrm>
            <a:off x="7067652" y="214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3" name="Freeform 4782"/>
          <p:cNvSpPr/>
          <p:nvPr/>
        </p:nvSpPr>
        <p:spPr>
          <a:xfrm>
            <a:off x="8047158" y="2151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4" name="Freeform 4783"/>
          <p:cNvSpPr/>
          <p:nvPr/>
        </p:nvSpPr>
        <p:spPr>
          <a:xfrm>
            <a:off x="7540209" y="215506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5" name="Freeform 4784"/>
          <p:cNvSpPr/>
          <p:nvPr/>
        </p:nvSpPr>
        <p:spPr>
          <a:xfrm>
            <a:off x="8138279" y="2143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6" name="Freeform 4785"/>
          <p:cNvSpPr/>
          <p:nvPr/>
        </p:nvSpPr>
        <p:spPr>
          <a:xfrm>
            <a:off x="7328233" y="2129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7" name="Freeform 4786"/>
          <p:cNvSpPr/>
          <p:nvPr/>
        </p:nvSpPr>
        <p:spPr>
          <a:xfrm>
            <a:off x="6673584" y="2156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8" name="Freeform 4787"/>
          <p:cNvSpPr/>
          <p:nvPr/>
        </p:nvSpPr>
        <p:spPr>
          <a:xfrm>
            <a:off x="7254330" y="2144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9" name="Freeform 4788"/>
          <p:cNvSpPr/>
          <p:nvPr/>
        </p:nvSpPr>
        <p:spPr>
          <a:xfrm>
            <a:off x="8663087" y="2140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0" name="Freeform 4789"/>
          <p:cNvSpPr/>
          <p:nvPr/>
        </p:nvSpPr>
        <p:spPr>
          <a:xfrm>
            <a:off x="7391059" y="2148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1" name="Freeform 4790"/>
          <p:cNvSpPr/>
          <p:nvPr/>
        </p:nvSpPr>
        <p:spPr>
          <a:xfrm>
            <a:off x="7441323" y="2153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2" name="Freeform 4791"/>
          <p:cNvSpPr/>
          <p:nvPr/>
        </p:nvSpPr>
        <p:spPr>
          <a:xfrm>
            <a:off x="6688369" y="215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3" name="Freeform 4792"/>
          <p:cNvSpPr/>
          <p:nvPr/>
        </p:nvSpPr>
        <p:spPr>
          <a:xfrm>
            <a:off x="7736432" y="215235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4" name="Freeform 4793"/>
          <p:cNvSpPr/>
          <p:nvPr/>
        </p:nvSpPr>
        <p:spPr>
          <a:xfrm>
            <a:off x="7937435" y="21507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5" name="Freeform 4794"/>
          <p:cNvSpPr/>
          <p:nvPr/>
        </p:nvSpPr>
        <p:spPr>
          <a:xfrm>
            <a:off x="7253091" y="2146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6" name="Freeform 4795"/>
          <p:cNvSpPr/>
          <p:nvPr/>
        </p:nvSpPr>
        <p:spPr>
          <a:xfrm>
            <a:off x="8646532" y="21483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7" name="Freeform 4796"/>
          <p:cNvSpPr/>
          <p:nvPr/>
        </p:nvSpPr>
        <p:spPr>
          <a:xfrm>
            <a:off x="8541666" y="214232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8" name="Freeform 4797"/>
          <p:cNvSpPr/>
          <p:nvPr/>
        </p:nvSpPr>
        <p:spPr>
          <a:xfrm>
            <a:off x="7500030" y="2163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9" name="Freeform 4798"/>
          <p:cNvSpPr/>
          <p:nvPr/>
        </p:nvSpPr>
        <p:spPr>
          <a:xfrm>
            <a:off x="7310022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0" name="Freeform 4799"/>
          <p:cNvSpPr/>
          <p:nvPr/>
        </p:nvSpPr>
        <p:spPr>
          <a:xfrm>
            <a:off x="7891307" y="215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1" name="Freeform 4800"/>
          <p:cNvSpPr/>
          <p:nvPr/>
        </p:nvSpPr>
        <p:spPr>
          <a:xfrm>
            <a:off x="7545966" y="2132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2" name="Freeform 4801"/>
          <p:cNvSpPr/>
          <p:nvPr/>
        </p:nvSpPr>
        <p:spPr>
          <a:xfrm>
            <a:off x="7901826" y="2151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3" name="Freeform 4802"/>
          <p:cNvSpPr/>
          <p:nvPr/>
        </p:nvSpPr>
        <p:spPr>
          <a:xfrm>
            <a:off x="7614829" y="2142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4" name="Freeform 4803"/>
          <p:cNvSpPr/>
          <p:nvPr/>
        </p:nvSpPr>
        <p:spPr>
          <a:xfrm>
            <a:off x="7292929" y="21496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5" name="Freeform 4804"/>
          <p:cNvSpPr/>
          <p:nvPr/>
        </p:nvSpPr>
        <p:spPr>
          <a:xfrm>
            <a:off x="7109817" y="2145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6" name="Freeform 4805"/>
          <p:cNvSpPr/>
          <p:nvPr/>
        </p:nvSpPr>
        <p:spPr>
          <a:xfrm>
            <a:off x="7696939" y="2143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7" name="Freeform 4806"/>
          <p:cNvSpPr/>
          <p:nvPr/>
        </p:nvSpPr>
        <p:spPr>
          <a:xfrm>
            <a:off x="7428880" y="2142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8" name="Freeform 4807"/>
          <p:cNvSpPr/>
          <p:nvPr/>
        </p:nvSpPr>
        <p:spPr>
          <a:xfrm>
            <a:off x="8015895" y="21545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9" name="Freeform 4808"/>
          <p:cNvSpPr/>
          <p:nvPr/>
        </p:nvSpPr>
        <p:spPr>
          <a:xfrm>
            <a:off x="6806823" y="2157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0" name="Freeform 4809"/>
          <p:cNvSpPr/>
          <p:nvPr/>
        </p:nvSpPr>
        <p:spPr>
          <a:xfrm>
            <a:off x="6940890" y="2141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1" name="Freeform 4810"/>
          <p:cNvSpPr/>
          <p:nvPr/>
        </p:nvSpPr>
        <p:spPr>
          <a:xfrm>
            <a:off x="7176843" y="2142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2" name="Freeform 4811"/>
          <p:cNvSpPr/>
          <p:nvPr/>
        </p:nvSpPr>
        <p:spPr>
          <a:xfrm>
            <a:off x="7913190" y="2149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3" name="Freeform 4812"/>
          <p:cNvSpPr/>
          <p:nvPr/>
        </p:nvSpPr>
        <p:spPr>
          <a:xfrm>
            <a:off x="7604101" y="2146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4" name="Freeform 4813"/>
          <p:cNvSpPr/>
          <p:nvPr/>
        </p:nvSpPr>
        <p:spPr>
          <a:xfrm>
            <a:off x="7646297" y="2146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5" name="Freeform 4814"/>
          <p:cNvSpPr/>
          <p:nvPr/>
        </p:nvSpPr>
        <p:spPr>
          <a:xfrm>
            <a:off x="7144052" y="2146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6" name="Freeform 4815"/>
          <p:cNvSpPr/>
          <p:nvPr/>
        </p:nvSpPr>
        <p:spPr>
          <a:xfrm>
            <a:off x="7992525" y="2155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7" name="Freeform 4816"/>
          <p:cNvSpPr/>
          <p:nvPr/>
        </p:nvSpPr>
        <p:spPr>
          <a:xfrm>
            <a:off x="6120096" y="2147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8" name="Freeform 4817"/>
          <p:cNvSpPr/>
          <p:nvPr/>
        </p:nvSpPr>
        <p:spPr>
          <a:xfrm>
            <a:off x="7335524" y="2140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9" name="Freeform 4818"/>
          <p:cNvSpPr/>
          <p:nvPr/>
        </p:nvSpPr>
        <p:spPr>
          <a:xfrm>
            <a:off x="7711935" y="2150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0" name="Freeform 4819"/>
          <p:cNvSpPr/>
          <p:nvPr/>
        </p:nvSpPr>
        <p:spPr>
          <a:xfrm>
            <a:off x="6652627" y="2167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1" name="Freeform 4820"/>
          <p:cNvSpPr/>
          <p:nvPr/>
        </p:nvSpPr>
        <p:spPr>
          <a:xfrm>
            <a:off x="7803000" y="2150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2" name="Freeform 4821"/>
          <p:cNvSpPr/>
          <p:nvPr/>
        </p:nvSpPr>
        <p:spPr>
          <a:xfrm>
            <a:off x="7265827" y="2145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3" name="Freeform 4822"/>
          <p:cNvSpPr/>
          <p:nvPr/>
        </p:nvSpPr>
        <p:spPr>
          <a:xfrm>
            <a:off x="7167891" y="2156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4" name="Freeform 4823"/>
          <p:cNvSpPr/>
          <p:nvPr/>
        </p:nvSpPr>
        <p:spPr>
          <a:xfrm>
            <a:off x="7871723" y="214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5" name="Freeform 4824"/>
          <p:cNvSpPr/>
          <p:nvPr/>
        </p:nvSpPr>
        <p:spPr>
          <a:xfrm>
            <a:off x="8518484" y="2142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6" name="Freeform 4825"/>
          <p:cNvSpPr/>
          <p:nvPr/>
        </p:nvSpPr>
        <p:spPr>
          <a:xfrm>
            <a:off x="7349734" y="215649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7" name="Freeform 4826"/>
          <p:cNvSpPr/>
          <p:nvPr/>
        </p:nvSpPr>
        <p:spPr>
          <a:xfrm>
            <a:off x="7061088" y="2137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8" name="Freeform 4827"/>
          <p:cNvSpPr/>
          <p:nvPr/>
        </p:nvSpPr>
        <p:spPr>
          <a:xfrm>
            <a:off x="7533251" y="2150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9" name="Freeform 4828"/>
          <p:cNvSpPr/>
          <p:nvPr/>
        </p:nvSpPr>
        <p:spPr>
          <a:xfrm>
            <a:off x="7245390" y="2150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0" name="Freeform 4829"/>
          <p:cNvSpPr/>
          <p:nvPr/>
        </p:nvSpPr>
        <p:spPr>
          <a:xfrm>
            <a:off x="7266496" y="2144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1" name="Freeform 4830"/>
          <p:cNvSpPr/>
          <p:nvPr/>
        </p:nvSpPr>
        <p:spPr>
          <a:xfrm>
            <a:off x="7529565" y="2138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2" name="Freeform 4831"/>
          <p:cNvSpPr/>
          <p:nvPr/>
        </p:nvSpPr>
        <p:spPr>
          <a:xfrm>
            <a:off x="6773412" y="2153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3" name="Freeform 4832"/>
          <p:cNvSpPr/>
          <p:nvPr/>
        </p:nvSpPr>
        <p:spPr>
          <a:xfrm>
            <a:off x="7341232" y="21363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4" name="Freeform 4833"/>
          <p:cNvSpPr/>
          <p:nvPr/>
        </p:nvSpPr>
        <p:spPr>
          <a:xfrm>
            <a:off x="7900522" y="2143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5" name="Freeform 4834"/>
          <p:cNvSpPr/>
          <p:nvPr/>
        </p:nvSpPr>
        <p:spPr>
          <a:xfrm>
            <a:off x="7008331" y="21561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6" name="Freeform 4835"/>
          <p:cNvSpPr/>
          <p:nvPr/>
        </p:nvSpPr>
        <p:spPr>
          <a:xfrm>
            <a:off x="6742742" y="2157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7" name="Freeform 4836"/>
          <p:cNvSpPr/>
          <p:nvPr/>
        </p:nvSpPr>
        <p:spPr>
          <a:xfrm>
            <a:off x="7117275" y="2143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8" name="Freeform 4837"/>
          <p:cNvSpPr/>
          <p:nvPr/>
        </p:nvSpPr>
        <p:spPr>
          <a:xfrm>
            <a:off x="6939059" y="2136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9" name="Freeform 4838"/>
          <p:cNvSpPr/>
          <p:nvPr/>
        </p:nvSpPr>
        <p:spPr>
          <a:xfrm>
            <a:off x="7605310" y="2150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0" name="Freeform 4839"/>
          <p:cNvSpPr/>
          <p:nvPr/>
        </p:nvSpPr>
        <p:spPr>
          <a:xfrm>
            <a:off x="8187146" y="2165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1" name="Freeform 4840"/>
          <p:cNvSpPr/>
          <p:nvPr/>
        </p:nvSpPr>
        <p:spPr>
          <a:xfrm>
            <a:off x="7712955" y="2146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2" name="Freeform 4841"/>
          <p:cNvSpPr/>
          <p:nvPr/>
        </p:nvSpPr>
        <p:spPr>
          <a:xfrm>
            <a:off x="7439776" y="2146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3" name="Freeform 4842"/>
          <p:cNvSpPr/>
          <p:nvPr/>
        </p:nvSpPr>
        <p:spPr>
          <a:xfrm>
            <a:off x="7248113" y="2134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4" name="Freeform 4843"/>
          <p:cNvSpPr/>
          <p:nvPr/>
        </p:nvSpPr>
        <p:spPr>
          <a:xfrm>
            <a:off x="6770429" y="2151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5" name="Freeform 4844"/>
          <p:cNvSpPr/>
          <p:nvPr/>
        </p:nvSpPr>
        <p:spPr>
          <a:xfrm>
            <a:off x="7276688" y="21301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6" name="Freeform 4845"/>
          <p:cNvSpPr/>
          <p:nvPr/>
        </p:nvSpPr>
        <p:spPr>
          <a:xfrm>
            <a:off x="7082628" y="2138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7" name="Freeform 4846"/>
          <p:cNvSpPr/>
          <p:nvPr/>
        </p:nvSpPr>
        <p:spPr>
          <a:xfrm>
            <a:off x="7634651" y="2145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8" name="Freeform 4847"/>
          <p:cNvSpPr/>
          <p:nvPr/>
        </p:nvSpPr>
        <p:spPr>
          <a:xfrm>
            <a:off x="7360035" y="2134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9" name="Freeform 4848"/>
          <p:cNvSpPr/>
          <p:nvPr/>
        </p:nvSpPr>
        <p:spPr>
          <a:xfrm>
            <a:off x="7037513" y="2156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0" name="Freeform 4849"/>
          <p:cNvSpPr/>
          <p:nvPr/>
        </p:nvSpPr>
        <p:spPr>
          <a:xfrm>
            <a:off x="7378297" y="21544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1" name="Freeform 4850"/>
          <p:cNvSpPr/>
          <p:nvPr/>
        </p:nvSpPr>
        <p:spPr>
          <a:xfrm>
            <a:off x="7028179" y="21506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2" name="Freeform 4851"/>
          <p:cNvSpPr/>
          <p:nvPr/>
        </p:nvSpPr>
        <p:spPr>
          <a:xfrm>
            <a:off x="7715559" y="2143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3" name="Freeform 4852"/>
          <p:cNvSpPr/>
          <p:nvPr/>
        </p:nvSpPr>
        <p:spPr>
          <a:xfrm>
            <a:off x="7338899" y="2152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4" name="Freeform 4853"/>
          <p:cNvSpPr/>
          <p:nvPr/>
        </p:nvSpPr>
        <p:spPr>
          <a:xfrm>
            <a:off x="7521924" y="2157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5" name="Freeform 4854"/>
          <p:cNvSpPr/>
          <p:nvPr/>
        </p:nvSpPr>
        <p:spPr>
          <a:xfrm>
            <a:off x="7208148" y="2142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6" name="Freeform 4855"/>
          <p:cNvSpPr/>
          <p:nvPr/>
        </p:nvSpPr>
        <p:spPr>
          <a:xfrm>
            <a:off x="7656213" y="2163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7" name="Freeform 4856"/>
          <p:cNvSpPr/>
          <p:nvPr/>
        </p:nvSpPr>
        <p:spPr>
          <a:xfrm>
            <a:off x="7611736" y="2154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8" name="Freeform 4857"/>
          <p:cNvSpPr/>
          <p:nvPr/>
        </p:nvSpPr>
        <p:spPr>
          <a:xfrm>
            <a:off x="7520668" y="2144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9" name="Freeform 4858"/>
          <p:cNvSpPr/>
          <p:nvPr/>
        </p:nvSpPr>
        <p:spPr>
          <a:xfrm>
            <a:off x="7174509" y="2155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0" name="Freeform 4859"/>
          <p:cNvSpPr/>
          <p:nvPr/>
        </p:nvSpPr>
        <p:spPr>
          <a:xfrm>
            <a:off x="8346720" y="21377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1" name="Freeform 4860"/>
          <p:cNvSpPr/>
          <p:nvPr/>
        </p:nvSpPr>
        <p:spPr>
          <a:xfrm>
            <a:off x="7752999" y="21669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2" name="Freeform 4861"/>
          <p:cNvSpPr/>
          <p:nvPr/>
        </p:nvSpPr>
        <p:spPr>
          <a:xfrm>
            <a:off x="6458563" y="2132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3" name="Freeform 4862"/>
          <p:cNvSpPr/>
          <p:nvPr/>
        </p:nvSpPr>
        <p:spPr>
          <a:xfrm>
            <a:off x="7686022" y="2143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4" name="Freeform 4863"/>
          <p:cNvSpPr/>
          <p:nvPr/>
        </p:nvSpPr>
        <p:spPr>
          <a:xfrm>
            <a:off x="7478718" y="2133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5" name="Freeform 4864"/>
          <p:cNvSpPr/>
          <p:nvPr/>
        </p:nvSpPr>
        <p:spPr>
          <a:xfrm>
            <a:off x="7841317" y="2148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6" name="Freeform 4865"/>
          <p:cNvSpPr/>
          <p:nvPr/>
        </p:nvSpPr>
        <p:spPr>
          <a:xfrm>
            <a:off x="7573127" y="2140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7" name="Freeform 4866"/>
          <p:cNvSpPr/>
          <p:nvPr/>
        </p:nvSpPr>
        <p:spPr>
          <a:xfrm>
            <a:off x="7223314" y="2160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8" name="Freeform 4867"/>
          <p:cNvSpPr/>
          <p:nvPr/>
        </p:nvSpPr>
        <p:spPr>
          <a:xfrm>
            <a:off x="6860253" y="2139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9" name="Freeform 4868"/>
          <p:cNvSpPr/>
          <p:nvPr/>
        </p:nvSpPr>
        <p:spPr>
          <a:xfrm>
            <a:off x="7521968" y="2145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0" name="Freeform 4869"/>
          <p:cNvSpPr/>
          <p:nvPr/>
        </p:nvSpPr>
        <p:spPr>
          <a:xfrm>
            <a:off x="7407010" y="2143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1" name="Freeform 4870"/>
          <p:cNvSpPr/>
          <p:nvPr/>
        </p:nvSpPr>
        <p:spPr>
          <a:xfrm>
            <a:off x="7999242" y="215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2" name="Freeform 4871"/>
          <p:cNvSpPr/>
          <p:nvPr/>
        </p:nvSpPr>
        <p:spPr>
          <a:xfrm>
            <a:off x="6449122" y="2152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3" name="Freeform 4872"/>
          <p:cNvSpPr/>
          <p:nvPr/>
        </p:nvSpPr>
        <p:spPr>
          <a:xfrm>
            <a:off x="7122285" y="2158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4" name="Freeform 4873"/>
          <p:cNvSpPr/>
          <p:nvPr/>
        </p:nvSpPr>
        <p:spPr>
          <a:xfrm>
            <a:off x="7256900" y="2149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5" name="Freeform 4874"/>
          <p:cNvSpPr/>
          <p:nvPr/>
        </p:nvSpPr>
        <p:spPr>
          <a:xfrm>
            <a:off x="7722018" y="2146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6" name="Freeform 4875"/>
          <p:cNvSpPr/>
          <p:nvPr/>
        </p:nvSpPr>
        <p:spPr>
          <a:xfrm>
            <a:off x="7267965" y="214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7" name="Freeform 4876"/>
          <p:cNvSpPr/>
          <p:nvPr/>
        </p:nvSpPr>
        <p:spPr>
          <a:xfrm>
            <a:off x="6179844" y="2146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8" name="Freeform 4877"/>
          <p:cNvSpPr/>
          <p:nvPr/>
        </p:nvSpPr>
        <p:spPr>
          <a:xfrm>
            <a:off x="8064457" y="2138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9" name="Freeform 4878"/>
          <p:cNvSpPr/>
          <p:nvPr/>
        </p:nvSpPr>
        <p:spPr>
          <a:xfrm>
            <a:off x="6548460" y="2150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0" name="Freeform 4879"/>
          <p:cNvSpPr/>
          <p:nvPr/>
        </p:nvSpPr>
        <p:spPr>
          <a:xfrm>
            <a:off x="7720069" y="2140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1" name="Freeform 4880"/>
          <p:cNvSpPr/>
          <p:nvPr/>
        </p:nvSpPr>
        <p:spPr>
          <a:xfrm>
            <a:off x="8063676" y="2157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2" name="Freeform 4881"/>
          <p:cNvSpPr/>
          <p:nvPr/>
        </p:nvSpPr>
        <p:spPr>
          <a:xfrm>
            <a:off x="7854756" y="2159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3" name="Freeform 4882"/>
          <p:cNvSpPr/>
          <p:nvPr/>
        </p:nvSpPr>
        <p:spPr>
          <a:xfrm>
            <a:off x="8088819" y="216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4" name="Freeform 4883"/>
          <p:cNvSpPr/>
          <p:nvPr/>
        </p:nvSpPr>
        <p:spPr>
          <a:xfrm>
            <a:off x="7788794" y="2135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5" name="Freeform 4884"/>
          <p:cNvSpPr/>
          <p:nvPr/>
        </p:nvSpPr>
        <p:spPr>
          <a:xfrm>
            <a:off x="7409889" y="2161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6" name="Freeform 4885"/>
          <p:cNvSpPr/>
          <p:nvPr/>
        </p:nvSpPr>
        <p:spPr>
          <a:xfrm>
            <a:off x="6265063" y="2161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7" name="Freeform 4886"/>
          <p:cNvSpPr/>
          <p:nvPr/>
        </p:nvSpPr>
        <p:spPr>
          <a:xfrm>
            <a:off x="7715220" y="21412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8" name="Freeform 4887"/>
          <p:cNvSpPr/>
          <p:nvPr/>
        </p:nvSpPr>
        <p:spPr>
          <a:xfrm>
            <a:off x="7703221" y="2145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9" name="Freeform 4888"/>
          <p:cNvSpPr/>
          <p:nvPr/>
        </p:nvSpPr>
        <p:spPr>
          <a:xfrm>
            <a:off x="6870976" y="2158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0" name="Freeform 4889"/>
          <p:cNvSpPr/>
          <p:nvPr/>
        </p:nvSpPr>
        <p:spPr>
          <a:xfrm>
            <a:off x="7910448" y="2160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1" name="Freeform 4890"/>
          <p:cNvSpPr/>
          <p:nvPr/>
        </p:nvSpPr>
        <p:spPr>
          <a:xfrm>
            <a:off x="6673209" y="2147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2" name="Freeform 4891"/>
          <p:cNvSpPr/>
          <p:nvPr/>
        </p:nvSpPr>
        <p:spPr>
          <a:xfrm>
            <a:off x="7406369" y="21525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3" name="Freeform 4892"/>
          <p:cNvSpPr/>
          <p:nvPr/>
        </p:nvSpPr>
        <p:spPr>
          <a:xfrm>
            <a:off x="7093839" y="215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4" name="Freeform 4893"/>
          <p:cNvSpPr/>
          <p:nvPr/>
        </p:nvSpPr>
        <p:spPr>
          <a:xfrm>
            <a:off x="6895447" y="2155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5" name="Freeform 4894"/>
          <p:cNvSpPr/>
          <p:nvPr/>
        </p:nvSpPr>
        <p:spPr>
          <a:xfrm>
            <a:off x="7606175" y="2151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6" name="Freeform 4895"/>
          <p:cNvSpPr/>
          <p:nvPr/>
        </p:nvSpPr>
        <p:spPr>
          <a:xfrm>
            <a:off x="7142150" y="2156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7" name="Freeform 4896"/>
          <p:cNvSpPr/>
          <p:nvPr/>
        </p:nvSpPr>
        <p:spPr>
          <a:xfrm>
            <a:off x="6689107" y="2159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8" name="Freeform 4897"/>
          <p:cNvSpPr/>
          <p:nvPr/>
        </p:nvSpPr>
        <p:spPr>
          <a:xfrm>
            <a:off x="6934233" y="2139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9" name="Freeform 4898"/>
          <p:cNvSpPr/>
          <p:nvPr/>
        </p:nvSpPr>
        <p:spPr>
          <a:xfrm>
            <a:off x="7062930" y="2154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0" name="Freeform 4899"/>
          <p:cNvSpPr/>
          <p:nvPr/>
        </p:nvSpPr>
        <p:spPr>
          <a:xfrm>
            <a:off x="7881592" y="2143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1" name="Freeform 4900"/>
          <p:cNvSpPr/>
          <p:nvPr/>
        </p:nvSpPr>
        <p:spPr>
          <a:xfrm>
            <a:off x="7039132" y="2157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2" name="Freeform 4901"/>
          <p:cNvSpPr/>
          <p:nvPr/>
        </p:nvSpPr>
        <p:spPr>
          <a:xfrm>
            <a:off x="7354353" y="215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3" name="Freeform 4902"/>
          <p:cNvSpPr/>
          <p:nvPr/>
        </p:nvSpPr>
        <p:spPr>
          <a:xfrm>
            <a:off x="7550129" y="2146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4" name="Freeform 4903"/>
          <p:cNvSpPr/>
          <p:nvPr/>
        </p:nvSpPr>
        <p:spPr>
          <a:xfrm>
            <a:off x="7513701" y="2147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5" name="Freeform 4904"/>
          <p:cNvSpPr/>
          <p:nvPr/>
        </p:nvSpPr>
        <p:spPr>
          <a:xfrm>
            <a:off x="7504269" y="2135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6" name="Freeform 4905"/>
          <p:cNvSpPr/>
          <p:nvPr/>
        </p:nvSpPr>
        <p:spPr>
          <a:xfrm>
            <a:off x="7430742" y="2153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7" name="Freeform 4906"/>
          <p:cNvSpPr/>
          <p:nvPr/>
        </p:nvSpPr>
        <p:spPr>
          <a:xfrm>
            <a:off x="7840870" y="2151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8" name="Freeform 4907"/>
          <p:cNvSpPr/>
          <p:nvPr/>
        </p:nvSpPr>
        <p:spPr>
          <a:xfrm>
            <a:off x="7412241" y="2135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9" name="Freeform 4908"/>
          <p:cNvSpPr/>
          <p:nvPr/>
        </p:nvSpPr>
        <p:spPr>
          <a:xfrm>
            <a:off x="7446477" y="2154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0" name="Freeform 4909"/>
          <p:cNvSpPr/>
          <p:nvPr/>
        </p:nvSpPr>
        <p:spPr>
          <a:xfrm>
            <a:off x="7636302" y="2148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1" name="Freeform 4910"/>
          <p:cNvSpPr/>
          <p:nvPr/>
        </p:nvSpPr>
        <p:spPr>
          <a:xfrm>
            <a:off x="7824721" y="215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2" name="Freeform 4911"/>
          <p:cNvSpPr/>
          <p:nvPr/>
        </p:nvSpPr>
        <p:spPr>
          <a:xfrm>
            <a:off x="7709734" y="2151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3" name="Freeform 4912"/>
          <p:cNvSpPr/>
          <p:nvPr/>
        </p:nvSpPr>
        <p:spPr>
          <a:xfrm>
            <a:off x="7340436" y="2151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4" name="Freeform 4913"/>
          <p:cNvSpPr/>
          <p:nvPr/>
        </p:nvSpPr>
        <p:spPr>
          <a:xfrm>
            <a:off x="7352480" y="2150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5" name="Freeform 4914"/>
          <p:cNvSpPr/>
          <p:nvPr/>
        </p:nvSpPr>
        <p:spPr>
          <a:xfrm>
            <a:off x="7330691" y="2150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6" name="Freeform 4915"/>
          <p:cNvSpPr/>
          <p:nvPr/>
        </p:nvSpPr>
        <p:spPr>
          <a:xfrm>
            <a:off x="8061762" y="2148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7" name="Freeform 4916"/>
          <p:cNvSpPr/>
          <p:nvPr/>
        </p:nvSpPr>
        <p:spPr>
          <a:xfrm>
            <a:off x="7373735" y="2146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8" name="Freeform 4917"/>
          <p:cNvSpPr/>
          <p:nvPr/>
        </p:nvSpPr>
        <p:spPr>
          <a:xfrm>
            <a:off x="7770794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9" name="Freeform 4918"/>
          <p:cNvSpPr/>
          <p:nvPr/>
        </p:nvSpPr>
        <p:spPr>
          <a:xfrm>
            <a:off x="7746091" y="21500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0" name="Freeform 4919"/>
          <p:cNvSpPr/>
          <p:nvPr/>
        </p:nvSpPr>
        <p:spPr>
          <a:xfrm>
            <a:off x="6677784" y="2150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1" name="Freeform 4920"/>
          <p:cNvSpPr/>
          <p:nvPr/>
        </p:nvSpPr>
        <p:spPr>
          <a:xfrm>
            <a:off x="7084209" y="2148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2" name="Freeform 4921"/>
          <p:cNvSpPr/>
          <p:nvPr/>
        </p:nvSpPr>
        <p:spPr>
          <a:xfrm>
            <a:off x="8064577" y="2154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3" name="Freeform 4922"/>
          <p:cNvSpPr/>
          <p:nvPr/>
        </p:nvSpPr>
        <p:spPr>
          <a:xfrm>
            <a:off x="7458315" y="214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4" name="Freeform 4923"/>
          <p:cNvSpPr/>
          <p:nvPr/>
        </p:nvSpPr>
        <p:spPr>
          <a:xfrm>
            <a:off x="8504206" y="21641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5" name="Freeform 4924"/>
          <p:cNvSpPr/>
          <p:nvPr/>
        </p:nvSpPr>
        <p:spPr>
          <a:xfrm>
            <a:off x="7877233" y="2140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6" name="Freeform 4925"/>
          <p:cNvSpPr/>
          <p:nvPr/>
        </p:nvSpPr>
        <p:spPr>
          <a:xfrm>
            <a:off x="8133259" y="215173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7" name="Freeform 4926"/>
          <p:cNvSpPr/>
          <p:nvPr/>
        </p:nvSpPr>
        <p:spPr>
          <a:xfrm>
            <a:off x="7374472" y="214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8" name="Freeform 4927"/>
          <p:cNvSpPr/>
          <p:nvPr/>
        </p:nvSpPr>
        <p:spPr>
          <a:xfrm>
            <a:off x="7611535" y="2157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9" name="Freeform 4928"/>
          <p:cNvSpPr/>
          <p:nvPr/>
        </p:nvSpPr>
        <p:spPr>
          <a:xfrm>
            <a:off x="7208469" y="2143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0" name="Freeform 4929"/>
          <p:cNvSpPr/>
          <p:nvPr/>
        </p:nvSpPr>
        <p:spPr>
          <a:xfrm>
            <a:off x="8016263" y="2139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1" name="Freeform 4930"/>
          <p:cNvSpPr/>
          <p:nvPr/>
        </p:nvSpPr>
        <p:spPr>
          <a:xfrm>
            <a:off x="7550106" y="216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2" name="Freeform 4931"/>
          <p:cNvSpPr/>
          <p:nvPr/>
        </p:nvSpPr>
        <p:spPr>
          <a:xfrm>
            <a:off x="7146776" y="2170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3" name="Freeform 4932"/>
          <p:cNvSpPr/>
          <p:nvPr/>
        </p:nvSpPr>
        <p:spPr>
          <a:xfrm>
            <a:off x="7140158" y="2147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4" name="Freeform 4933"/>
          <p:cNvSpPr/>
          <p:nvPr/>
        </p:nvSpPr>
        <p:spPr>
          <a:xfrm>
            <a:off x="7058818" y="2146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5" name="Freeform 4934"/>
          <p:cNvSpPr/>
          <p:nvPr/>
        </p:nvSpPr>
        <p:spPr>
          <a:xfrm>
            <a:off x="7114272" y="2147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6" name="Freeform 4935"/>
          <p:cNvSpPr/>
          <p:nvPr/>
        </p:nvSpPr>
        <p:spPr>
          <a:xfrm>
            <a:off x="7611866" y="2149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7" name="Freeform 4936"/>
          <p:cNvSpPr/>
          <p:nvPr/>
        </p:nvSpPr>
        <p:spPr>
          <a:xfrm>
            <a:off x="7114165" y="215807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8" name="Freeform 4937"/>
          <p:cNvSpPr/>
          <p:nvPr/>
        </p:nvSpPr>
        <p:spPr>
          <a:xfrm>
            <a:off x="7790927" y="2140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9" name="Freeform 4938"/>
          <p:cNvSpPr/>
          <p:nvPr/>
        </p:nvSpPr>
        <p:spPr>
          <a:xfrm>
            <a:off x="7040195" y="2140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0" name="Freeform 4939"/>
          <p:cNvSpPr/>
          <p:nvPr/>
        </p:nvSpPr>
        <p:spPr>
          <a:xfrm>
            <a:off x="7284282" y="21624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1" name="Freeform 4940"/>
          <p:cNvSpPr/>
          <p:nvPr/>
        </p:nvSpPr>
        <p:spPr>
          <a:xfrm>
            <a:off x="7448277" y="2137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2" name="Freeform 4941"/>
          <p:cNvSpPr/>
          <p:nvPr/>
        </p:nvSpPr>
        <p:spPr>
          <a:xfrm>
            <a:off x="8798509" y="2143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3" name="Freeform 4942"/>
          <p:cNvSpPr/>
          <p:nvPr/>
        </p:nvSpPr>
        <p:spPr>
          <a:xfrm>
            <a:off x="7004378" y="21559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4" name="Freeform 4943"/>
          <p:cNvSpPr/>
          <p:nvPr/>
        </p:nvSpPr>
        <p:spPr>
          <a:xfrm>
            <a:off x="7088959" y="2154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5" name="Freeform 4944"/>
          <p:cNvSpPr/>
          <p:nvPr/>
        </p:nvSpPr>
        <p:spPr>
          <a:xfrm>
            <a:off x="7913943" y="21476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6" name="Freeform 4945"/>
          <p:cNvSpPr/>
          <p:nvPr/>
        </p:nvSpPr>
        <p:spPr>
          <a:xfrm>
            <a:off x="6753903" y="2161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7" name="Freeform 4946"/>
          <p:cNvSpPr/>
          <p:nvPr/>
        </p:nvSpPr>
        <p:spPr>
          <a:xfrm>
            <a:off x="7201548" y="2150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8" name="Freeform 4947"/>
          <p:cNvSpPr/>
          <p:nvPr/>
        </p:nvSpPr>
        <p:spPr>
          <a:xfrm>
            <a:off x="8018015" y="2139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9" name="Freeform 4948"/>
          <p:cNvSpPr/>
          <p:nvPr/>
        </p:nvSpPr>
        <p:spPr>
          <a:xfrm>
            <a:off x="6827477" y="2150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0" name="Freeform 4949"/>
          <p:cNvSpPr/>
          <p:nvPr/>
        </p:nvSpPr>
        <p:spPr>
          <a:xfrm>
            <a:off x="7309984" y="2137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1" name="Freeform 4950"/>
          <p:cNvSpPr/>
          <p:nvPr/>
        </p:nvSpPr>
        <p:spPr>
          <a:xfrm>
            <a:off x="6798929" y="2141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2" name="Freeform 4951"/>
          <p:cNvSpPr/>
          <p:nvPr/>
        </p:nvSpPr>
        <p:spPr>
          <a:xfrm>
            <a:off x="7071030" y="2138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3" name="Freeform 4952"/>
          <p:cNvSpPr/>
          <p:nvPr/>
        </p:nvSpPr>
        <p:spPr>
          <a:xfrm>
            <a:off x="7268004" y="2156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4" name="Freeform 4953"/>
          <p:cNvSpPr/>
          <p:nvPr/>
        </p:nvSpPr>
        <p:spPr>
          <a:xfrm>
            <a:off x="7177109" y="2143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5" name="Freeform 4954"/>
          <p:cNvSpPr/>
          <p:nvPr/>
        </p:nvSpPr>
        <p:spPr>
          <a:xfrm>
            <a:off x="7851352" y="2141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6" name="Freeform 4955"/>
          <p:cNvSpPr/>
          <p:nvPr/>
        </p:nvSpPr>
        <p:spPr>
          <a:xfrm>
            <a:off x="6603872" y="21491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7" name="Freeform 4956"/>
          <p:cNvSpPr/>
          <p:nvPr/>
        </p:nvSpPr>
        <p:spPr>
          <a:xfrm>
            <a:off x="7810089" y="2161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8" name="Freeform 4957"/>
          <p:cNvSpPr/>
          <p:nvPr/>
        </p:nvSpPr>
        <p:spPr>
          <a:xfrm>
            <a:off x="7416794" y="2160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9" name="Freeform 4958"/>
          <p:cNvSpPr/>
          <p:nvPr/>
        </p:nvSpPr>
        <p:spPr>
          <a:xfrm>
            <a:off x="7909354" y="2149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0" name="Freeform 4959"/>
          <p:cNvSpPr/>
          <p:nvPr/>
        </p:nvSpPr>
        <p:spPr>
          <a:xfrm>
            <a:off x="7008017" y="2167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1" name="Freeform 4960"/>
          <p:cNvSpPr/>
          <p:nvPr/>
        </p:nvSpPr>
        <p:spPr>
          <a:xfrm>
            <a:off x="8417133" y="2151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2" name="Freeform 4961"/>
          <p:cNvSpPr/>
          <p:nvPr/>
        </p:nvSpPr>
        <p:spPr>
          <a:xfrm>
            <a:off x="7121305" y="2165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3" name="Freeform 4962"/>
          <p:cNvSpPr/>
          <p:nvPr/>
        </p:nvSpPr>
        <p:spPr>
          <a:xfrm>
            <a:off x="6953118" y="2143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4" name="Freeform 4963"/>
          <p:cNvSpPr/>
          <p:nvPr/>
        </p:nvSpPr>
        <p:spPr>
          <a:xfrm>
            <a:off x="7505263" y="2150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5" name="Freeform 4964"/>
          <p:cNvSpPr/>
          <p:nvPr/>
        </p:nvSpPr>
        <p:spPr>
          <a:xfrm>
            <a:off x="7695050" y="2157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6" name="Freeform 4965"/>
          <p:cNvSpPr/>
          <p:nvPr/>
        </p:nvSpPr>
        <p:spPr>
          <a:xfrm>
            <a:off x="8289398" y="2153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7" name="Freeform 4966"/>
          <p:cNvSpPr/>
          <p:nvPr/>
        </p:nvSpPr>
        <p:spPr>
          <a:xfrm>
            <a:off x="7773315" y="214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8" name="Freeform 4967"/>
          <p:cNvSpPr/>
          <p:nvPr/>
        </p:nvSpPr>
        <p:spPr>
          <a:xfrm>
            <a:off x="7535452" y="2146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9" name="Freeform 4968"/>
          <p:cNvSpPr/>
          <p:nvPr/>
        </p:nvSpPr>
        <p:spPr>
          <a:xfrm>
            <a:off x="7631871" y="2146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0" name="Freeform 4969"/>
          <p:cNvSpPr/>
          <p:nvPr/>
        </p:nvSpPr>
        <p:spPr>
          <a:xfrm>
            <a:off x="7604401" y="2139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1" name="Freeform 4970"/>
          <p:cNvSpPr/>
          <p:nvPr/>
        </p:nvSpPr>
        <p:spPr>
          <a:xfrm>
            <a:off x="7076041" y="2140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2" name="Freeform 4971"/>
          <p:cNvSpPr/>
          <p:nvPr/>
        </p:nvSpPr>
        <p:spPr>
          <a:xfrm>
            <a:off x="8094992" y="2134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3" name="Freeform 4972"/>
          <p:cNvSpPr/>
          <p:nvPr/>
        </p:nvSpPr>
        <p:spPr>
          <a:xfrm>
            <a:off x="8415264" y="2155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4" name="Freeform 4973"/>
          <p:cNvSpPr/>
          <p:nvPr/>
        </p:nvSpPr>
        <p:spPr>
          <a:xfrm>
            <a:off x="7307982" y="2147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5" name="Freeform 4974"/>
          <p:cNvSpPr/>
          <p:nvPr/>
        </p:nvSpPr>
        <p:spPr>
          <a:xfrm>
            <a:off x="6999313" y="2146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6" name="Freeform 4975"/>
          <p:cNvSpPr/>
          <p:nvPr/>
        </p:nvSpPr>
        <p:spPr>
          <a:xfrm>
            <a:off x="8039941" y="2135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7" name="Freeform 4976"/>
          <p:cNvSpPr/>
          <p:nvPr/>
        </p:nvSpPr>
        <p:spPr>
          <a:xfrm>
            <a:off x="7895481" y="2148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8" name="Freeform 4977"/>
          <p:cNvSpPr/>
          <p:nvPr/>
        </p:nvSpPr>
        <p:spPr>
          <a:xfrm>
            <a:off x="6913089" y="2149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9" name="Freeform 4978"/>
          <p:cNvSpPr/>
          <p:nvPr/>
        </p:nvSpPr>
        <p:spPr>
          <a:xfrm>
            <a:off x="7019250" y="2154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0" name="Freeform 4979"/>
          <p:cNvSpPr/>
          <p:nvPr/>
        </p:nvSpPr>
        <p:spPr>
          <a:xfrm>
            <a:off x="7711128" y="2151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1" name="Freeform 4980"/>
          <p:cNvSpPr/>
          <p:nvPr/>
        </p:nvSpPr>
        <p:spPr>
          <a:xfrm>
            <a:off x="7449333" y="2148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2" name="Freeform 4981"/>
          <p:cNvSpPr/>
          <p:nvPr/>
        </p:nvSpPr>
        <p:spPr>
          <a:xfrm>
            <a:off x="7641765" y="2149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3" name="Freeform 4982"/>
          <p:cNvSpPr/>
          <p:nvPr/>
        </p:nvSpPr>
        <p:spPr>
          <a:xfrm>
            <a:off x="6850918" y="2155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4" name="Freeform 4983"/>
          <p:cNvSpPr/>
          <p:nvPr/>
        </p:nvSpPr>
        <p:spPr>
          <a:xfrm>
            <a:off x="7321575" y="2139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5" name="Freeform 4984"/>
          <p:cNvSpPr/>
          <p:nvPr/>
        </p:nvSpPr>
        <p:spPr>
          <a:xfrm>
            <a:off x="7388706" y="2141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6" name="Freeform 4985"/>
          <p:cNvSpPr/>
          <p:nvPr/>
        </p:nvSpPr>
        <p:spPr>
          <a:xfrm>
            <a:off x="7934875" y="2148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7" name="Freeform 4986"/>
          <p:cNvSpPr/>
          <p:nvPr/>
        </p:nvSpPr>
        <p:spPr>
          <a:xfrm>
            <a:off x="7273715" y="214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8" name="Freeform 4987"/>
          <p:cNvSpPr/>
          <p:nvPr/>
        </p:nvSpPr>
        <p:spPr>
          <a:xfrm>
            <a:off x="7960687" y="2163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9" name="Freeform 4988"/>
          <p:cNvSpPr/>
          <p:nvPr/>
        </p:nvSpPr>
        <p:spPr>
          <a:xfrm>
            <a:off x="7876400" y="2144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0" name="Freeform 4989"/>
          <p:cNvSpPr/>
          <p:nvPr/>
        </p:nvSpPr>
        <p:spPr>
          <a:xfrm>
            <a:off x="7276997" y="2153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1" name="Freeform 4990"/>
          <p:cNvSpPr/>
          <p:nvPr/>
        </p:nvSpPr>
        <p:spPr>
          <a:xfrm>
            <a:off x="7967271" y="2149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2" name="Freeform 4991"/>
          <p:cNvSpPr/>
          <p:nvPr/>
        </p:nvSpPr>
        <p:spPr>
          <a:xfrm>
            <a:off x="7852525" y="2159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3" name="Freeform 4992"/>
          <p:cNvSpPr/>
          <p:nvPr/>
        </p:nvSpPr>
        <p:spPr>
          <a:xfrm>
            <a:off x="8135898" y="2149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4" name="Freeform 4993"/>
          <p:cNvSpPr/>
          <p:nvPr/>
        </p:nvSpPr>
        <p:spPr>
          <a:xfrm>
            <a:off x="7195914" y="2151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5" name="Freeform 4994"/>
          <p:cNvSpPr/>
          <p:nvPr/>
        </p:nvSpPr>
        <p:spPr>
          <a:xfrm>
            <a:off x="7495013" y="2145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6" name="Freeform 4995"/>
          <p:cNvSpPr/>
          <p:nvPr/>
        </p:nvSpPr>
        <p:spPr>
          <a:xfrm>
            <a:off x="7498842" y="2131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7" name="Freeform 4996"/>
          <p:cNvSpPr/>
          <p:nvPr/>
        </p:nvSpPr>
        <p:spPr>
          <a:xfrm>
            <a:off x="7472329" y="2142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8" name="Freeform 4997"/>
          <p:cNvSpPr/>
          <p:nvPr/>
        </p:nvSpPr>
        <p:spPr>
          <a:xfrm>
            <a:off x="8413055" y="21517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9" name="Freeform 4998"/>
          <p:cNvSpPr/>
          <p:nvPr/>
        </p:nvSpPr>
        <p:spPr>
          <a:xfrm>
            <a:off x="8132728" y="2152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0" name="Freeform 4999"/>
          <p:cNvSpPr/>
          <p:nvPr/>
        </p:nvSpPr>
        <p:spPr>
          <a:xfrm>
            <a:off x="7399668" y="2156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1" name="Freeform 5000"/>
          <p:cNvSpPr/>
          <p:nvPr/>
        </p:nvSpPr>
        <p:spPr>
          <a:xfrm>
            <a:off x="7710875" y="214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2" name="Freeform 5001"/>
          <p:cNvSpPr/>
          <p:nvPr/>
        </p:nvSpPr>
        <p:spPr>
          <a:xfrm>
            <a:off x="7255467" y="2156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Freeform 5002"/>
          <p:cNvSpPr/>
          <p:nvPr/>
        </p:nvSpPr>
        <p:spPr>
          <a:xfrm>
            <a:off x="7711649" y="2144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4" name="Freeform 5003"/>
          <p:cNvSpPr/>
          <p:nvPr/>
        </p:nvSpPr>
        <p:spPr>
          <a:xfrm>
            <a:off x="6731645" y="2146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5" name="Freeform 5004"/>
          <p:cNvSpPr/>
          <p:nvPr/>
        </p:nvSpPr>
        <p:spPr>
          <a:xfrm>
            <a:off x="7673160" y="2137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6" name="Freeform 5005"/>
          <p:cNvSpPr/>
          <p:nvPr/>
        </p:nvSpPr>
        <p:spPr>
          <a:xfrm>
            <a:off x="7334779" y="21365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7" name="Freeform 5006"/>
          <p:cNvSpPr/>
          <p:nvPr/>
        </p:nvSpPr>
        <p:spPr>
          <a:xfrm>
            <a:off x="7396187" y="2146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8" name="Freeform 5007"/>
          <p:cNvSpPr/>
          <p:nvPr/>
        </p:nvSpPr>
        <p:spPr>
          <a:xfrm>
            <a:off x="8442270" y="2144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9" name="Freeform 5008"/>
          <p:cNvSpPr/>
          <p:nvPr/>
        </p:nvSpPr>
        <p:spPr>
          <a:xfrm>
            <a:off x="7150274" y="216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0" name="Freeform 5009"/>
          <p:cNvSpPr/>
          <p:nvPr/>
        </p:nvSpPr>
        <p:spPr>
          <a:xfrm>
            <a:off x="6748492" y="2143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Freeform 5010"/>
          <p:cNvSpPr/>
          <p:nvPr/>
        </p:nvSpPr>
        <p:spPr>
          <a:xfrm>
            <a:off x="8146882" y="2150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2" name="Freeform 5011"/>
          <p:cNvSpPr/>
          <p:nvPr/>
        </p:nvSpPr>
        <p:spPr>
          <a:xfrm>
            <a:off x="6649584" y="214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Freeform 5012"/>
          <p:cNvSpPr/>
          <p:nvPr/>
        </p:nvSpPr>
        <p:spPr>
          <a:xfrm>
            <a:off x="8629281" y="2144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4" name="Freeform 5013"/>
          <p:cNvSpPr/>
          <p:nvPr/>
        </p:nvSpPr>
        <p:spPr>
          <a:xfrm>
            <a:off x="6802136" y="2145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Freeform 5014"/>
          <p:cNvSpPr/>
          <p:nvPr/>
        </p:nvSpPr>
        <p:spPr>
          <a:xfrm>
            <a:off x="7552915" y="2137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6" name="Freeform 5015"/>
          <p:cNvSpPr/>
          <p:nvPr/>
        </p:nvSpPr>
        <p:spPr>
          <a:xfrm>
            <a:off x="7098598" y="2145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Freeform 5016"/>
          <p:cNvSpPr/>
          <p:nvPr/>
        </p:nvSpPr>
        <p:spPr>
          <a:xfrm>
            <a:off x="7665663" y="2159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8" name="Freeform 5017"/>
          <p:cNvSpPr/>
          <p:nvPr/>
        </p:nvSpPr>
        <p:spPr>
          <a:xfrm>
            <a:off x="6910400" y="2144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9" name="Freeform 5018"/>
          <p:cNvSpPr/>
          <p:nvPr/>
        </p:nvSpPr>
        <p:spPr>
          <a:xfrm>
            <a:off x="8036477" y="21556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0" name="Freeform 5019"/>
          <p:cNvSpPr/>
          <p:nvPr/>
        </p:nvSpPr>
        <p:spPr>
          <a:xfrm>
            <a:off x="7727015" y="2139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1" name="Freeform 5020"/>
          <p:cNvSpPr/>
          <p:nvPr/>
        </p:nvSpPr>
        <p:spPr>
          <a:xfrm>
            <a:off x="7555489" y="2159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2" name="Freeform 5021"/>
          <p:cNvSpPr/>
          <p:nvPr/>
        </p:nvSpPr>
        <p:spPr>
          <a:xfrm>
            <a:off x="7606790" y="2142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3" name="Freeform 5022"/>
          <p:cNvSpPr/>
          <p:nvPr/>
        </p:nvSpPr>
        <p:spPr>
          <a:xfrm>
            <a:off x="7229734" y="2143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4" name="Freeform 5023"/>
          <p:cNvSpPr/>
          <p:nvPr/>
        </p:nvSpPr>
        <p:spPr>
          <a:xfrm>
            <a:off x="6685197" y="2145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5" name="Freeform 5024"/>
          <p:cNvSpPr/>
          <p:nvPr/>
        </p:nvSpPr>
        <p:spPr>
          <a:xfrm>
            <a:off x="7032580" y="2163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6" name="Freeform 5025"/>
          <p:cNvSpPr/>
          <p:nvPr/>
        </p:nvSpPr>
        <p:spPr>
          <a:xfrm>
            <a:off x="8462255" y="213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7" name="Freeform 5026"/>
          <p:cNvSpPr/>
          <p:nvPr/>
        </p:nvSpPr>
        <p:spPr>
          <a:xfrm>
            <a:off x="7896152" y="2160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8" name="Freeform 5027"/>
          <p:cNvSpPr/>
          <p:nvPr/>
        </p:nvSpPr>
        <p:spPr>
          <a:xfrm>
            <a:off x="7681813" y="2153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9" name="Freeform 5028"/>
          <p:cNvSpPr/>
          <p:nvPr/>
        </p:nvSpPr>
        <p:spPr>
          <a:xfrm>
            <a:off x="7643539" y="215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0" name="Freeform 5029"/>
          <p:cNvSpPr/>
          <p:nvPr/>
        </p:nvSpPr>
        <p:spPr>
          <a:xfrm>
            <a:off x="7171231" y="215230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1" name="Freeform 5030"/>
          <p:cNvSpPr/>
          <p:nvPr/>
        </p:nvSpPr>
        <p:spPr>
          <a:xfrm>
            <a:off x="7287925" y="2137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2" name="Freeform 5031"/>
          <p:cNvSpPr/>
          <p:nvPr/>
        </p:nvSpPr>
        <p:spPr>
          <a:xfrm>
            <a:off x="6532944" y="2150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3" name="Freeform 5032"/>
          <p:cNvSpPr/>
          <p:nvPr/>
        </p:nvSpPr>
        <p:spPr>
          <a:xfrm>
            <a:off x="8258765" y="2148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4" name="Freeform 5033"/>
          <p:cNvSpPr/>
          <p:nvPr/>
        </p:nvSpPr>
        <p:spPr>
          <a:xfrm>
            <a:off x="7104575" y="2134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5" name="Freeform 5034"/>
          <p:cNvSpPr/>
          <p:nvPr/>
        </p:nvSpPr>
        <p:spPr>
          <a:xfrm>
            <a:off x="8223591" y="2151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6" name="Freeform 5035"/>
          <p:cNvSpPr/>
          <p:nvPr/>
        </p:nvSpPr>
        <p:spPr>
          <a:xfrm>
            <a:off x="7295621" y="2148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7" name="Freeform 5036"/>
          <p:cNvSpPr/>
          <p:nvPr/>
        </p:nvSpPr>
        <p:spPr>
          <a:xfrm>
            <a:off x="6320004" y="2149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8" name="Freeform 5037"/>
          <p:cNvSpPr/>
          <p:nvPr/>
        </p:nvSpPr>
        <p:spPr>
          <a:xfrm>
            <a:off x="7337150" y="2164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9" name="Freeform 5038"/>
          <p:cNvSpPr/>
          <p:nvPr/>
        </p:nvSpPr>
        <p:spPr>
          <a:xfrm>
            <a:off x="6794664" y="2153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0" name="Freeform 5039"/>
          <p:cNvSpPr/>
          <p:nvPr/>
        </p:nvSpPr>
        <p:spPr>
          <a:xfrm>
            <a:off x="7891353" y="2146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1" name="Freeform 5040"/>
          <p:cNvSpPr/>
          <p:nvPr/>
        </p:nvSpPr>
        <p:spPr>
          <a:xfrm>
            <a:off x="7675266" y="2150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2" name="Freeform 5041"/>
          <p:cNvSpPr/>
          <p:nvPr/>
        </p:nvSpPr>
        <p:spPr>
          <a:xfrm>
            <a:off x="7217342" y="2138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3" name="Freeform 5042"/>
          <p:cNvSpPr/>
          <p:nvPr/>
        </p:nvSpPr>
        <p:spPr>
          <a:xfrm>
            <a:off x="7771327" y="2156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4" name="Freeform 5043"/>
          <p:cNvSpPr/>
          <p:nvPr/>
        </p:nvSpPr>
        <p:spPr>
          <a:xfrm>
            <a:off x="7343594" y="2140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5" name="Freeform 5044"/>
          <p:cNvSpPr/>
          <p:nvPr/>
        </p:nvSpPr>
        <p:spPr>
          <a:xfrm>
            <a:off x="8167479" y="2147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6" name="Freeform 5045"/>
          <p:cNvSpPr/>
          <p:nvPr/>
        </p:nvSpPr>
        <p:spPr>
          <a:xfrm>
            <a:off x="7990552" y="2155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7" name="Freeform 5046"/>
          <p:cNvSpPr/>
          <p:nvPr/>
        </p:nvSpPr>
        <p:spPr>
          <a:xfrm>
            <a:off x="6947381" y="2147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8" name="Freeform 5047"/>
          <p:cNvSpPr/>
          <p:nvPr/>
        </p:nvSpPr>
        <p:spPr>
          <a:xfrm>
            <a:off x="6627595" y="2147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9" name="Freeform 5048"/>
          <p:cNvSpPr/>
          <p:nvPr/>
        </p:nvSpPr>
        <p:spPr>
          <a:xfrm>
            <a:off x="7142219" y="2148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0" name="Freeform 5049"/>
          <p:cNvSpPr/>
          <p:nvPr/>
        </p:nvSpPr>
        <p:spPr>
          <a:xfrm>
            <a:off x="7482648" y="2155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1" name="Freeform 5050"/>
          <p:cNvSpPr/>
          <p:nvPr/>
        </p:nvSpPr>
        <p:spPr>
          <a:xfrm>
            <a:off x="7060127" y="2153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2" name="Freeform 5051"/>
          <p:cNvSpPr/>
          <p:nvPr/>
        </p:nvSpPr>
        <p:spPr>
          <a:xfrm>
            <a:off x="7614580" y="2154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3" name="Freeform 5052"/>
          <p:cNvSpPr/>
          <p:nvPr/>
        </p:nvSpPr>
        <p:spPr>
          <a:xfrm>
            <a:off x="6818169" y="2134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4" name="Freeform 5053"/>
          <p:cNvSpPr/>
          <p:nvPr/>
        </p:nvSpPr>
        <p:spPr>
          <a:xfrm>
            <a:off x="6236863" y="21636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5" name="Freeform 5054"/>
          <p:cNvSpPr/>
          <p:nvPr/>
        </p:nvSpPr>
        <p:spPr>
          <a:xfrm>
            <a:off x="7138461" y="2144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6" name="Freeform 5055"/>
          <p:cNvSpPr/>
          <p:nvPr/>
        </p:nvSpPr>
        <p:spPr>
          <a:xfrm>
            <a:off x="7662862" y="2168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7" name="Freeform 5056"/>
          <p:cNvSpPr/>
          <p:nvPr/>
        </p:nvSpPr>
        <p:spPr>
          <a:xfrm>
            <a:off x="7661103" y="2151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8" name="Freeform 5057"/>
          <p:cNvSpPr/>
          <p:nvPr/>
        </p:nvSpPr>
        <p:spPr>
          <a:xfrm>
            <a:off x="7352949" y="2151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9" name="Freeform 5058"/>
          <p:cNvSpPr/>
          <p:nvPr/>
        </p:nvSpPr>
        <p:spPr>
          <a:xfrm>
            <a:off x="7897388" y="2140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0" name="Freeform 5059"/>
          <p:cNvSpPr/>
          <p:nvPr/>
        </p:nvSpPr>
        <p:spPr>
          <a:xfrm>
            <a:off x="6755836" y="2151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1" name="Freeform 5060"/>
          <p:cNvSpPr/>
          <p:nvPr/>
        </p:nvSpPr>
        <p:spPr>
          <a:xfrm>
            <a:off x="7728680" y="2141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2" name="Freeform 5061"/>
          <p:cNvSpPr/>
          <p:nvPr/>
        </p:nvSpPr>
        <p:spPr>
          <a:xfrm>
            <a:off x="7089551" y="2149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3" name="Freeform 5062"/>
          <p:cNvSpPr/>
          <p:nvPr/>
        </p:nvSpPr>
        <p:spPr>
          <a:xfrm>
            <a:off x="8054002" y="2145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4" name="Freeform 5063"/>
          <p:cNvSpPr/>
          <p:nvPr/>
        </p:nvSpPr>
        <p:spPr>
          <a:xfrm>
            <a:off x="6793094" y="2140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5" name="Freeform 5064"/>
          <p:cNvSpPr/>
          <p:nvPr/>
        </p:nvSpPr>
        <p:spPr>
          <a:xfrm>
            <a:off x="7837268" y="2137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6" name="Freeform 5065"/>
          <p:cNvSpPr/>
          <p:nvPr/>
        </p:nvSpPr>
        <p:spPr>
          <a:xfrm>
            <a:off x="7474932" y="2133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7" name="Freeform 5066"/>
          <p:cNvSpPr/>
          <p:nvPr/>
        </p:nvSpPr>
        <p:spPr>
          <a:xfrm>
            <a:off x="7357207" y="2152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8" name="Freeform 5067"/>
          <p:cNvSpPr/>
          <p:nvPr/>
        </p:nvSpPr>
        <p:spPr>
          <a:xfrm>
            <a:off x="7797560" y="2144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9" name="Freeform 5068"/>
          <p:cNvSpPr/>
          <p:nvPr/>
        </p:nvSpPr>
        <p:spPr>
          <a:xfrm>
            <a:off x="7456488" y="2135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0" name="Freeform 5069"/>
          <p:cNvSpPr/>
          <p:nvPr/>
        </p:nvSpPr>
        <p:spPr>
          <a:xfrm>
            <a:off x="7625811" y="2166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1" name="Freeform 5070"/>
          <p:cNvSpPr/>
          <p:nvPr/>
        </p:nvSpPr>
        <p:spPr>
          <a:xfrm>
            <a:off x="8197590" y="215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2" name="Freeform 5071"/>
          <p:cNvSpPr/>
          <p:nvPr/>
        </p:nvSpPr>
        <p:spPr>
          <a:xfrm>
            <a:off x="7494533" y="2151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3" name="Freeform 5072"/>
          <p:cNvSpPr/>
          <p:nvPr/>
        </p:nvSpPr>
        <p:spPr>
          <a:xfrm>
            <a:off x="7395167" y="2136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4" name="Freeform 5073"/>
          <p:cNvSpPr/>
          <p:nvPr/>
        </p:nvSpPr>
        <p:spPr>
          <a:xfrm>
            <a:off x="7543101" y="2153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5" name="Freeform 5074"/>
          <p:cNvSpPr/>
          <p:nvPr/>
        </p:nvSpPr>
        <p:spPr>
          <a:xfrm>
            <a:off x="7113173" y="2157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6" name="Freeform 5075"/>
          <p:cNvSpPr/>
          <p:nvPr/>
        </p:nvSpPr>
        <p:spPr>
          <a:xfrm>
            <a:off x="8051860" y="2159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7" name="Freeform 5076"/>
          <p:cNvSpPr/>
          <p:nvPr/>
        </p:nvSpPr>
        <p:spPr>
          <a:xfrm>
            <a:off x="7749111" y="2137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8" name="Freeform 5077"/>
          <p:cNvSpPr/>
          <p:nvPr/>
        </p:nvSpPr>
        <p:spPr>
          <a:xfrm>
            <a:off x="7369168" y="21570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9" name="Freeform 5078"/>
          <p:cNvSpPr/>
          <p:nvPr/>
        </p:nvSpPr>
        <p:spPr>
          <a:xfrm>
            <a:off x="7455570" y="21380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0" name="Freeform 5079"/>
          <p:cNvSpPr/>
          <p:nvPr/>
        </p:nvSpPr>
        <p:spPr>
          <a:xfrm>
            <a:off x="7627840" y="2151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1" name="Freeform 5080"/>
          <p:cNvSpPr/>
          <p:nvPr/>
        </p:nvSpPr>
        <p:spPr>
          <a:xfrm>
            <a:off x="7007357" y="2135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2" name="Freeform 5081"/>
          <p:cNvSpPr/>
          <p:nvPr/>
        </p:nvSpPr>
        <p:spPr>
          <a:xfrm>
            <a:off x="7155997" y="2156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3" name="Freeform 5082"/>
          <p:cNvSpPr/>
          <p:nvPr/>
        </p:nvSpPr>
        <p:spPr>
          <a:xfrm>
            <a:off x="7640905" y="213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4" name="Freeform 5083"/>
          <p:cNvSpPr/>
          <p:nvPr/>
        </p:nvSpPr>
        <p:spPr>
          <a:xfrm>
            <a:off x="7539813" y="2161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5" name="Freeform 5084"/>
          <p:cNvSpPr/>
          <p:nvPr/>
        </p:nvSpPr>
        <p:spPr>
          <a:xfrm>
            <a:off x="7048420" y="2152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6" name="Freeform 5085"/>
          <p:cNvSpPr/>
          <p:nvPr/>
        </p:nvSpPr>
        <p:spPr>
          <a:xfrm>
            <a:off x="7856016" y="2152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7" name="Freeform 5086"/>
          <p:cNvSpPr/>
          <p:nvPr/>
        </p:nvSpPr>
        <p:spPr>
          <a:xfrm>
            <a:off x="7062249" y="2145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8" name="Freeform 5087"/>
          <p:cNvSpPr/>
          <p:nvPr/>
        </p:nvSpPr>
        <p:spPr>
          <a:xfrm>
            <a:off x="7361803" y="2134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9" name="Freeform 5088"/>
          <p:cNvSpPr/>
          <p:nvPr/>
        </p:nvSpPr>
        <p:spPr>
          <a:xfrm>
            <a:off x="7280848" y="2149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0" name="Freeform 5089"/>
          <p:cNvSpPr/>
          <p:nvPr/>
        </p:nvSpPr>
        <p:spPr>
          <a:xfrm>
            <a:off x="6944601" y="2146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1" name="Freeform 5090"/>
          <p:cNvSpPr/>
          <p:nvPr/>
        </p:nvSpPr>
        <p:spPr>
          <a:xfrm>
            <a:off x="6952284" y="214136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2" name="Freeform 5091"/>
          <p:cNvSpPr/>
          <p:nvPr/>
        </p:nvSpPr>
        <p:spPr>
          <a:xfrm>
            <a:off x="7053654" y="2151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3" name="Freeform 5092"/>
          <p:cNvSpPr/>
          <p:nvPr/>
        </p:nvSpPr>
        <p:spPr>
          <a:xfrm>
            <a:off x="8069209" y="2151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4" name="Freeform 5093"/>
          <p:cNvSpPr/>
          <p:nvPr/>
        </p:nvSpPr>
        <p:spPr>
          <a:xfrm>
            <a:off x="7473204" y="2154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5" name="Freeform 5094"/>
          <p:cNvSpPr/>
          <p:nvPr/>
        </p:nvSpPr>
        <p:spPr>
          <a:xfrm>
            <a:off x="6922291" y="2154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6" name="Freeform 5095"/>
          <p:cNvSpPr/>
          <p:nvPr/>
        </p:nvSpPr>
        <p:spPr>
          <a:xfrm>
            <a:off x="8344425" y="2151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7" name="Freeform 5096"/>
          <p:cNvSpPr/>
          <p:nvPr/>
        </p:nvSpPr>
        <p:spPr>
          <a:xfrm>
            <a:off x="7036157" y="21479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8" name="Freeform 5097"/>
          <p:cNvSpPr/>
          <p:nvPr/>
        </p:nvSpPr>
        <p:spPr>
          <a:xfrm>
            <a:off x="8109992" y="2149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9" name="Freeform 5098"/>
          <p:cNvSpPr/>
          <p:nvPr/>
        </p:nvSpPr>
        <p:spPr>
          <a:xfrm>
            <a:off x="7342055" y="214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0" name="Freeform 5099"/>
          <p:cNvSpPr/>
          <p:nvPr/>
        </p:nvSpPr>
        <p:spPr>
          <a:xfrm>
            <a:off x="7099145" y="2156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1" name="Freeform 5100"/>
          <p:cNvSpPr/>
          <p:nvPr/>
        </p:nvSpPr>
        <p:spPr>
          <a:xfrm>
            <a:off x="8125561" y="2139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2" name="Freeform 5101"/>
          <p:cNvSpPr/>
          <p:nvPr/>
        </p:nvSpPr>
        <p:spPr>
          <a:xfrm>
            <a:off x="7365792" y="2162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3" name="Freeform 5102"/>
          <p:cNvSpPr/>
          <p:nvPr/>
        </p:nvSpPr>
        <p:spPr>
          <a:xfrm>
            <a:off x="8234912" y="2138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4" name="Freeform 5103"/>
          <p:cNvSpPr/>
          <p:nvPr/>
        </p:nvSpPr>
        <p:spPr>
          <a:xfrm>
            <a:off x="7920027" y="2152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5" name="Freeform 5104"/>
          <p:cNvSpPr/>
          <p:nvPr/>
        </p:nvSpPr>
        <p:spPr>
          <a:xfrm>
            <a:off x="7852785" y="2149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6" name="Freeform 5105"/>
          <p:cNvSpPr/>
          <p:nvPr/>
        </p:nvSpPr>
        <p:spPr>
          <a:xfrm>
            <a:off x="7263247" y="2135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7" name="Freeform 5106"/>
          <p:cNvSpPr/>
          <p:nvPr/>
        </p:nvSpPr>
        <p:spPr>
          <a:xfrm>
            <a:off x="6621298" y="2142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8" name="Freeform 5107"/>
          <p:cNvSpPr/>
          <p:nvPr/>
        </p:nvSpPr>
        <p:spPr>
          <a:xfrm>
            <a:off x="7474895" y="21615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9" name="Freeform 5108"/>
          <p:cNvSpPr/>
          <p:nvPr/>
        </p:nvSpPr>
        <p:spPr>
          <a:xfrm>
            <a:off x="7211225" y="2148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0" name="Freeform 5109"/>
          <p:cNvSpPr/>
          <p:nvPr/>
        </p:nvSpPr>
        <p:spPr>
          <a:xfrm>
            <a:off x="8069382" y="21423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1" name="Freeform 5110"/>
          <p:cNvSpPr/>
          <p:nvPr/>
        </p:nvSpPr>
        <p:spPr>
          <a:xfrm>
            <a:off x="6816841" y="2148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2" name="Freeform 5111"/>
          <p:cNvSpPr/>
          <p:nvPr/>
        </p:nvSpPr>
        <p:spPr>
          <a:xfrm>
            <a:off x="7812788" y="215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3" name="Freeform 5112"/>
          <p:cNvSpPr/>
          <p:nvPr/>
        </p:nvSpPr>
        <p:spPr>
          <a:xfrm>
            <a:off x="7824142" y="2137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4" name="Freeform 5113"/>
          <p:cNvSpPr/>
          <p:nvPr/>
        </p:nvSpPr>
        <p:spPr>
          <a:xfrm>
            <a:off x="8033452" y="2119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5" name="Freeform 5114"/>
          <p:cNvSpPr/>
          <p:nvPr/>
        </p:nvSpPr>
        <p:spPr>
          <a:xfrm>
            <a:off x="7150691" y="2159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6" name="Freeform 5115"/>
          <p:cNvSpPr/>
          <p:nvPr/>
        </p:nvSpPr>
        <p:spPr>
          <a:xfrm>
            <a:off x="7043391" y="2138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7" name="Freeform 5116"/>
          <p:cNvSpPr/>
          <p:nvPr/>
        </p:nvSpPr>
        <p:spPr>
          <a:xfrm>
            <a:off x="7482240" y="21570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8" name="Freeform 5117"/>
          <p:cNvSpPr/>
          <p:nvPr/>
        </p:nvSpPr>
        <p:spPr>
          <a:xfrm>
            <a:off x="7508301" y="2170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9" name="Freeform 5118"/>
          <p:cNvSpPr/>
          <p:nvPr/>
        </p:nvSpPr>
        <p:spPr>
          <a:xfrm>
            <a:off x="7567773" y="2141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0" name="Freeform 5119"/>
          <p:cNvSpPr/>
          <p:nvPr/>
        </p:nvSpPr>
        <p:spPr>
          <a:xfrm>
            <a:off x="7500128" y="2135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1" name="Freeform 5120"/>
          <p:cNvSpPr/>
          <p:nvPr/>
        </p:nvSpPr>
        <p:spPr>
          <a:xfrm>
            <a:off x="7951548" y="2136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2" name="Freeform 5121"/>
          <p:cNvSpPr/>
          <p:nvPr/>
        </p:nvSpPr>
        <p:spPr>
          <a:xfrm>
            <a:off x="7954920" y="2156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3" name="Freeform 5122"/>
          <p:cNvSpPr/>
          <p:nvPr/>
        </p:nvSpPr>
        <p:spPr>
          <a:xfrm>
            <a:off x="6220991" y="2163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4" name="Freeform 5123"/>
          <p:cNvSpPr/>
          <p:nvPr/>
        </p:nvSpPr>
        <p:spPr>
          <a:xfrm>
            <a:off x="7827473" y="2152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5" name="Freeform 5124"/>
          <p:cNvSpPr/>
          <p:nvPr/>
        </p:nvSpPr>
        <p:spPr>
          <a:xfrm>
            <a:off x="7020233" y="2152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6" name="Freeform 5125"/>
          <p:cNvSpPr/>
          <p:nvPr/>
        </p:nvSpPr>
        <p:spPr>
          <a:xfrm>
            <a:off x="7850612" y="2148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7" name="Freeform 5126"/>
          <p:cNvSpPr/>
          <p:nvPr/>
        </p:nvSpPr>
        <p:spPr>
          <a:xfrm>
            <a:off x="6279941" y="2158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8" name="Freeform 5127"/>
          <p:cNvSpPr/>
          <p:nvPr/>
        </p:nvSpPr>
        <p:spPr>
          <a:xfrm>
            <a:off x="6997196" y="2134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9" name="Freeform 5128"/>
          <p:cNvSpPr/>
          <p:nvPr/>
        </p:nvSpPr>
        <p:spPr>
          <a:xfrm>
            <a:off x="8399109" y="21579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0" name="Freeform 5129"/>
          <p:cNvSpPr/>
          <p:nvPr/>
        </p:nvSpPr>
        <p:spPr>
          <a:xfrm>
            <a:off x="7221235" y="2146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1" name="Freeform 5130"/>
          <p:cNvSpPr/>
          <p:nvPr/>
        </p:nvSpPr>
        <p:spPr>
          <a:xfrm>
            <a:off x="7860352" y="21552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2" name="Freeform 5131"/>
          <p:cNvSpPr/>
          <p:nvPr/>
        </p:nvSpPr>
        <p:spPr>
          <a:xfrm>
            <a:off x="7436362" y="2141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3" name="Freeform 5132"/>
          <p:cNvSpPr/>
          <p:nvPr/>
        </p:nvSpPr>
        <p:spPr>
          <a:xfrm>
            <a:off x="7444801" y="2165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4" name="Freeform 5133"/>
          <p:cNvSpPr/>
          <p:nvPr/>
        </p:nvSpPr>
        <p:spPr>
          <a:xfrm>
            <a:off x="7381097" y="2130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5" name="Freeform 5134"/>
          <p:cNvSpPr/>
          <p:nvPr/>
        </p:nvSpPr>
        <p:spPr>
          <a:xfrm>
            <a:off x="7194298" y="2145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6" name="Freeform 5135"/>
          <p:cNvSpPr/>
          <p:nvPr/>
        </p:nvSpPr>
        <p:spPr>
          <a:xfrm>
            <a:off x="6806295" y="2148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7" name="Freeform 5136"/>
          <p:cNvSpPr/>
          <p:nvPr/>
        </p:nvSpPr>
        <p:spPr>
          <a:xfrm>
            <a:off x="7301442" y="21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8" name="Freeform 5137"/>
          <p:cNvSpPr/>
          <p:nvPr/>
        </p:nvSpPr>
        <p:spPr>
          <a:xfrm>
            <a:off x="7137652" y="2135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9" name="Freeform 5138"/>
          <p:cNvSpPr/>
          <p:nvPr/>
        </p:nvSpPr>
        <p:spPr>
          <a:xfrm>
            <a:off x="7749285" y="2156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0" name="Freeform 5139"/>
          <p:cNvSpPr/>
          <p:nvPr/>
        </p:nvSpPr>
        <p:spPr>
          <a:xfrm>
            <a:off x="7642156" y="21449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1" name="Freeform 5140"/>
          <p:cNvSpPr/>
          <p:nvPr/>
        </p:nvSpPr>
        <p:spPr>
          <a:xfrm>
            <a:off x="7802663" y="2147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2" name="Freeform 5141"/>
          <p:cNvSpPr/>
          <p:nvPr/>
        </p:nvSpPr>
        <p:spPr>
          <a:xfrm>
            <a:off x="6595381" y="2135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3" name="Freeform 5142"/>
          <p:cNvSpPr/>
          <p:nvPr/>
        </p:nvSpPr>
        <p:spPr>
          <a:xfrm>
            <a:off x="7669896" y="2139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4" name="Freeform 5143"/>
          <p:cNvSpPr/>
          <p:nvPr/>
        </p:nvSpPr>
        <p:spPr>
          <a:xfrm>
            <a:off x="7744097" y="2147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5" name="Freeform 5144"/>
          <p:cNvSpPr/>
          <p:nvPr/>
        </p:nvSpPr>
        <p:spPr>
          <a:xfrm>
            <a:off x="7360244" y="2161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6" name="Freeform 5145"/>
          <p:cNvSpPr/>
          <p:nvPr/>
        </p:nvSpPr>
        <p:spPr>
          <a:xfrm>
            <a:off x="7385571" y="214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7" name="Freeform 5146"/>
          <p:cNvSpPr/>
          <p:nvPr/>
        </p:nvSpPr>
        <p:spPr>
          <a:xfrm>
            <a:off x="7575759" y="2152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8" name="Freeform 5147"/>
          <p:cNvSpPr/>
          <p:nvPr/>
        </p:nvSpPr>
        <p:spPr>
          <a:xfrm>
            <a:off x="8177632" y="2139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9" name="Freeform 5148"/>
          <p:cNvSpPr/>
          <p:nvPr/>
        </p:nvSpPr>
        <p:spPr>
          <a:xfrm>
            <a:off x="7463916" y="2144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0" name="Freeform 5149"/>
          <p:cNvSpPr/>
          <p:nvPr/>
        </p:nvSpPr>
        <p:spPr>
          <a:xfrm>
            <a:off x="7359971" y="2133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1" name="Freeform 5150"/>
          <p:cNvSpPr/>
          <p:nvPr/>
        </p:nvSpPr>
        <p:spPr>
          <a:xfrm>
            <a:off x="6816611" y="2155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2" name="Freeform 5151"/>
          <p:cNvSpPr/>
          <p:nvPr/>
        </p:nvSpPr>
        <p:spPr>
          <a:xfrm>
            <a:off x="7830784" y="2136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3" name="Freeform 5152"/>
          <p:cNvSpPr/>
          <p:nvPr/>
        </p:nvSpPr>
        <p:spPr>
          <a:xfrm>
            <a:off x="7452556" y="2152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4" name="Freeform 5153"/>
          <p:cNvSpPr/>
          <p:nvPr/>
        </p:nvSpPr>
        <p:spPr>
          <a:xfrm>
            <a:off x="7542415" y="214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5" name="Freeform 5154"/>
          <p:cNvSpPr/>
          <p:nvPr/>
        </p:nvSpPr>
        <p:spPr>
          <a:xfrm>
            <a:off x="7722861" y="2154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6" name="Freeform 5155"/>
          <p:cNvSpPr/>
          <p:nvPr/>
        </p:nvSpPr>
        <p:spPr>
          <a:xfrm>
            <a:off x="7487347" y="2143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7" name="Freeform 5156"/>
          <p:cNvSpPr/>
          <p:nvPr/>
        </p:nvSpPr>
        <p:spPr>
          <a:xfrm>
            <a:off x="7057447" y="2149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8" name="Freeform 5157"/>
          <p:cNvSpPr/>
          <p:nvPr/>
        </p:nvSpPr>
        <p:spPr>
          <a:xfrm>
            <a:off x="6771972" y="2153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9" name="Freeform 5158"/>
          <p:cNvSpPr/>
          <p:nvPr/>
        </p:nvSpPr>
        <p:spPr>
          <a:xfrm>
            <a:off x="7829992" y="2150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0" name="Freeform 5159"/>
          <p:cNvSpPr/>
          <p:nvPr/>
        </p:nvSpPr>
        <p:spPr>
          <a:xfrm>
            <a:off x="8257780" y="2146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1" name="Freeform 5160"/>
          <p:cNvSpPr/>
          <p:nvPr/>
        </p:nvSpPr>
        <p:spPr>
          <a:xfrm>
            <a:off x="7975214" y="2151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2" name="Freeform 5161"/>
          <p:cNvSpPr/>
          <p:nvPr/>
        </p:nvSpPr>
        <p:spPr>
          <a:xfrm>
            <a:off x="7149781" y="2147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3" name="Freeform 5162"/>
          <p:cNvSpPr/>
          <p:nvPr/>
        </p:nvSpPr>
        <p:spPr>
          <a:xfrm>
            <a:off x="6966965" y="2155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4" name="Freeform 5163"/>
          <p:cNvSpPr/>
          <p:nvPr/>
        </p:nvSpPr>
        <p:spPr>
          <a:xfrm>
            <a:off x="7213769" y="2143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5" name="Freeform 5164"/>
          <p:cNvSpPr/>
          <p:nvPr/>
        </p:nvSpPr>
        <p:spPr>
          <a:xfrm>
            <a:off x="7371490" y="215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6" name="Freeform 5165"/>
          <p:cNvSpPr/>
          <p:nvPr/>
        </p:nvSpPr>
        <p:spPr>
          <a:xfrm>
            <a:off x="7525691" y="21433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7" name="Freeform 5166"/>
          <p:cNvSpPr/>
          <p:nvPr/>
        </p:nvSpPr>
        <p:spPr>
          <a:xfrm>
            <a:off x="6722313" y="2146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8" name="Freeform 5167"/>
          <p:cNvSpPr/>
          <p:nvPr/>
        </p:nvSpPr>
        <p:spPr>
          <a:xfrm>
            <a:off x="6994008" y="2152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9" name="Freeform 5168"/>
          <p:cNvSpPr/>
          <p:nvPr/>
        </p:nvSpPr>
        <p:spPr>
          <a:xfrm>
            <a:off x="6206384" y="215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0" name="Freeform 5169"/>
          <p:cNvSpPr/>
          <p:nvPr/>
        </p:nvSpPr>
        <p:spPr>
          <a:xfrm>
            <a:off x="7046523" y="2159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1" name="Freeform 5170"/>
          <p:cNvSpPr/>
          <p:nvPr/>
        </p:nvSpPr>
        <p:spPr>
          <a:xfrm>
            <a:off x="7150441" y="2139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2" name="Freeform 5171"/>
          <p:cNvSpPr/>
          <p:nvPr/>
        </p:nvSpPr>
        <p:spPr>
          <a:xfrm>
            <a:off x="7439239" y="2140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3" name="Freeform 5172"/>
          <p:cNvSpPr/>
          <p:nvPr/>
        </p:nvSpPr>
        <p:spPr>
          <a:xfrm>
            <a:off x="6376338" y="2153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4" name="Freeform 5173"/>
          <p:cNvSpPr/>
          <p:nvPr/>
        </p:nvSpPr>
        <p:spPr>
          <a:xfrm>
            <a:off x="6635916" y="2154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5" name="Freeform 5174"/>
          <p:cNvSpPr/>
          <p:nvPr/>
        </p:nvSpPr>
        <p:spPr>
          <a:xfrm>
            <a:off x="6652844" y="2152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6" name="Freeform 5175"/>
          <p:cNvSpPr/>
          <p:nvPr/>
        </p:nvSpPr>
        <p:spPr>
          <a:xfrm>
            <a:off x="7818413" y="2147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7" name="Freeform 5176"/>
          <p:cNvSpPr/>
          <p:nvPr/>
        </p:nvSpPr>
        <p:spPr>
          <a:xfrm>
            <a:off x="7756944" y="21686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8" name="Freeform 5177"/>
          <p:cNvSpPr/>
          <p:nvPr/>
        </p:nvSpPr>
        <p:spPr>
          <a:xfrm>
            <a:off x="6853444" y="214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9" name="Freeform 5178"/>
          <p:cNvSpPr/>
          <p:nvPr/>
        </p:nvSpPr>
        <p:spPr>
          <a:xfrm>
            <a:off x="7551534" y="2158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0" name="Freeform 5179"/>
          <p:cNvSpPr/>
          <p:nvPr/>
        </p:nvSpPr>
        <p:spPr>
          <a:xfrm>
            <a:off x="7444011" y="2133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1" name="Freeform 5180"/>
          <p:cNvSpPr/>
          <p:nvPr/>
        </p:nvSpPr>
        <p:spPr>
          <a:xfrm>
            <a:off x="6909367" y="2152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2" name="Freeform 5181"/>
          <p:cNvSpPr/>
          <p:nvPr/>
        </p:nvSpPr>
        <p:spPr>
          <a:xfrm>
            <a:off x="6658196" y="2147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3" name="Freeform 5182"/>
          <p:cNvSpPr/>
          <p:nvPr/>
        </p:nvSpPr>
        <p:spPr>
          <a:xfrm>
            <a:off x="7975849" y="2146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4" name="Freeform 5183"/>
          <p:cNvSpPr/>
          <p:nvPr/>
        </p:nvSpPr>
        <p:spPr>
          <a:xfrm>
            <a:off x="7713397" y="215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5" name="Freeform 5184"/>
          <p:cNvSpPr/>
          <p:nvPr/>
        </p:nvSpPr>
        <p:spPr>
          <a:xfrm>
            <a:off x="6883455" y="2139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6" name="Freeform 5185"/>
          <p:cNvSpPr/>
          <p:nvPr/>
        </p:nvSpPr>
        <p:spPr>
          <a:xfrm>
            <a:off x="7488102" y="2153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7" name="Freeform 5186"/>
          <p:cNvSpPr/>
          <p:nvPr/>
        </p:nvSpPr>
        <p:spPr>
          <a:xfrm>
            <a:off x="7406290" y="2151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8" name="Freeform 5187"/>
          <p:cNvSpPr/>
          <p:nvPr/>
        </p:nvSpPr>
        <p:spPr>
          <a:xfrm>
            <a:off x="7691390" y="2144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9" name="Freeform 5188"/>
          <p:cNvSpPr/>
          <p:nvPr/>
        </p:nvSpPr>
        <p:spPr>
          <a:xfrm>
            <a:off x="7092741" y="2150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0" name="Freeform 5189"/>
          <p:cNvSpPr/>
          <p:nvPr/>
        </p:nvSpPr>
        <p:spPr>
          <a:xfrm>
            <a:off x="7455649" y="21575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1" name="Freeform 5190"/>
          <p:cNvSpPr/>
          <p:nvPr/>
        </p:nvSpPr>
        <p:spPr>
          <a:xfrm>
            <a:off x="6859224" y="2160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2" name="Freeform 5191"/>
          <p:cNvSpPr/>
          <p:nvPr/>
        </p:nvSpPr>
        <p:spPr>
          <a:xfrm>
            <a:off x="7391904" y="21485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3" name="Freeform 5192"/>
          <p:cNvSpPr/>
          <p:nvPr/>
        </p:nvSpPr>
        <p:spPr>
          <a:xfrm>
            <a:off x="7602443" y="21598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4" name="Freeform 5193"/>
          <p:cNvSpPr/>
          <p:nvPr/>
        </p:nvSpPr>
        <p:spPr>
          <a:xfrm>
            <a:off x="7010946" y="2149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5" name="Freeform 5194"/>
          <p:cNvSpPr/>
          <p:nvPr/>
        </p:nvSpPr>
        <p:spPr>
          <a:xfrm>
            <a:off x="7063410" y="2145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6" name="Freeform 5195"/>
          <p:cNvSpPr/>
          <p:nvPr/>
        </p:nvSpPr>
        <p:spPr>
          <a:xfrm>
            <a:off x="7278293" y="2147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7" name="Freeform 5196"/>
          <p:cNvSpPr/>
          <p:nvPr/>
        </p:nvSpPr>
        <p:spPr>
          <a:xfrm>
            <a:off x="7352555" y="215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8" name="Freeform 5197"/>
          <p:cNvSpPr/>
          <p:nvPr/>
        </p:nvSpPr>
        <p:spPr>
          <a:xfrm>
            <a:off x="7065312" y="2149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9" name="Freeform 5198"/>
          <p:cNvSpPr/>
          <p:nvPr/>
        </p:nvSpPr>
        <p:spPr>
          <a:xfrm>
            <a:off x="7671905" y="2148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0" name="Freeform 5199"/>
          <p:cNvSpPr/>
          <p:nvPr/>
        </p:nvSpPr>
        <p:spPr>
          <a:xfrm>
            <a:off x="7163380" y="2144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1" name="Freeform 5200"/>
          <p:cNvSpPr/>
          <p:nvPr/>
        </p:nvSpPr>
        <p:spPr>
          <a:xfrm>
            <a:off x="7804640" y="2142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2" name="Freeform 5201"/>
          <p:cNvSpPr/>
          <p:nvPr/>
        </p:nvSpPr>
        <p:spPr>
          <a:xfrm>
            <a:off x="7455477" y="2145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3" name="Freeform 5202"/>
          <p:cNvSpPr/>
          <p:nvPr/>
        </p:nvSpPr>
        <p:spPr>
          <a:xfrm>
            <a:off x="7358092" y="216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4" name="Freeform 5203"/>
          <p:cNvSpPr/>
          <p:nvPr/>
        </p:nvSpPr>
        <p:spPr>
          <a:xfrm>
            <a:off x="7706270" y="2141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5" name="Freeform 5204"/>
          <p:cNvSpPr/>
          <p:nvPr/>
        </p:nvSpPr>
        <p:spPr>
          <a:xfrm>
            <a:off x="8458258" y="2163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6" name="Freeform 5205"/>
          <p:cNvSpPr/>
          <p:nvPr/>
        </p:nvSpPr>
        <p:spPr>
          <a:xfrm>
            <a:off x="8734523" y="215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7" name="Freeform 5206"/>
          <p:cNvSpPr/>
          <p:nvPr/>
        </p:nvSpPr>
        <p:spPr>
          <a:xfrm>
            <a:off x="7690555" y="2157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8" name="Freeform 5207"/>
          <p:cNvSpPr/>
          <p:nvPr/>
        </p:nvSpPr>
        <p:spPr>
          <a:xfrm>
            <a:off x="6688789" y="213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9" name="Freeform 5208"/>
          <p:cNvSpPr/>
          <p:nvPr/>
        </p:nvSpPr>
        <p:spPr>
          <a:xfrm>
            <a:off x="7047699" y="2145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0" name="Freeform 5209"/>
          <p:cNvSpPr/>
          <p:nvPr/>
        </p:nvSpPr>
        <p:spPr>
          <a:xfrm>
            <a:off x="7361180" y="21471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1" name="Freeform 5210"/>
          <p:cNvSpPr/>
          <p:nvPr/>
        </p:nvSpPr>
        <p:spPr>
          <a:xfrm>
            <a:off x="6973951" y="21558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2" name="Freeform 5211"/>
          <p:cNvSpPr/>
          <p:nvPr/>
        </p:nvSpPr>
        <p:spPr>
          <a:xfrm>
            <a:off x="7649096" y="2138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3" name="Freeform 5212"/>
          <p:cNvSpPr/>
          <p:nvPr/>
        </p:nvSpPr>
        <p:spPr>
          <a:xfrm>
            <a:off x="7721477" y="2155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4" name="Freeform 5213"/>
          <p:cNvSpPr/>
          <p:nvPr/>
        </p:nvSpPr>
        <p:spPr>
          <a:xfrm>
            <a:off x="6979674" y="2152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5" name="Freeform 5214"/>
          <p:cNvSpPr/>
          <p:nvPr/>
        </p:nvSpPr>
        <p:spPr>
          <a:xfrm>
            <a:off x="7264531" y="215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6" name="Freeform 5215"/>
          <p:cNvSpPr/>
          <p:nvPr/>
        </p:nvSpPr>
        <p:spPr>
          <a:xfrm>
            <a:off x="6512846" y="2140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7" name="Freeform 5216"/>
          <p:cNvSpPr/>
          <p:nvPr/>
        </p:nvSpPr>
        <p:spPr>
          <a:xfrm>
            <a:off x="7400704" y="2144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8" name="Freeform 5217"/>
          <p:cNvSpPr/>
          <p:nvPr/>
        </p:nvSpPr>
        <p:spPr>
          <a:xfrm>
            <a:off x="7470178" y="2142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9" name="Freeform 5218"/>
          <p:cNvSpPr/>
          <p:nvPr/>
        </p:nvSpPr>
        <p:spPr>
          <a:xfrm>
            <a:off x="6679653" y="2156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Freeform 5219"/>
          <p:cNvSpPr/>
          <p:nvPr/>
        </p:nvSpPr>
        <p:spPr>
          <a:xfrm>
            <a:off x="7509967" y="2142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Freeform 5220"/>
          <p:cNvSpPr/>
          <p:nvPr/>
        </p:nvSpPr>
        <p:spPr>
          <a:xfrm>
            <a:off x="7225953" y="2153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Freeform 5221"/>
          <p:cNvSpPr/>
          <p:nvPr/>
        </p:nvSpPr>
        <p:spPr>
          <a:xfrm>
            <a:off x="7937768" y="2146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Freeform 5222"/>
          <p:cNvSpPr/>
          <p:nvPr/>
        </p:nvSpPr>
        <p:spPr>
          <a:xfrm>
            <a:off x="6841854" y="214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4" name="Freeform 5223"/>
          <p:cNvSpPr/>
          <p:nvPr/>
        </p:nvSpPr>
        <p:spPr>
          <a:xfrm>
            <a:off x="7308014" y="21477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5" name="Freeform 5224"/>
          <p:cNvSpPr/>
          <p:nvPr/>
        </p:nvSpPr>
        <p:spPr>
          <a:xfrm>
            <a:off x="8034209" y="2154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6" name="Freeform 5225"/>
          <p:cNvSpPr/>
          <p:nvPr/>
        </p:nvSpPr>
        <p:spPr>
          <a:xfrm>
            <a:off x="7316509" y="2148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7" name="Freeform 5226"/>
          <p:cNvSpPr/>
          <p:nvPr/>
        </p:nvSpPr>
        <p:spPr>
          <a:xfrm>
            <a:off x="6988642" y="21416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8" name="Freeform 5227"/>
          <p:cNvSpPr/>
          <p:nvPr/>
        </p:nvSpPr>
        <p:spPr>
          <a:xfrm>
            <a:off x="7223031" y="2152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9" name="Freeform 5228"/>
          <p:cNvSpPr/>
          <p:nvPr/>
        </p:nvSpPr>
        <p:spPr>
          <a:xfrm>
            <a:off x="6876342" y="2148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0" name="Freeform 5229"/>
          <p:cNvSpPr/>
          <p:nvPr/>
        </p:nvSpPr>
        <p:spPr>
          <a:xfrm>
            <a:off x="7287749" y="213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1" name="Freeform 5230"/>
          <p:cNvSpPr/>
          <p:nvPr/>
        </p:nvSpPr>
        <p:spPr>
          <a:xfrm>
            <a:off x="8208348" y="2151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2" name="Freeform 5231"/>
          <p:cNvSpPr/>
          <p:nvPr/>
        </p:nvSpPr>
        <p:spPr>
          <a:xfrm>
            <a:off x="7318493" y="21443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3" name="Freeform 5232"/>
          <p:cNvSpPr/>
          <p:nvPr/>
        </p:nvSpPr>
        <p:spPr>
          <a:xfrm>
            <a:off x="7699553" y="2160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4" name="Freeform 5233"/>
          <p:cNvSpPr/>
          <p:nvPr/>
        </p:nvSpPr>
        <p:spPr>
          <a:xfrm>
            <a:off x="6612046" y="2154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5" name="Freeform 5234"/>
          <p:cNvSpPr/>
          <p:nvPr/>
        </p:nvSpPr>
        <p:spPr>
          <a:xfrm>
            <a:off x="7273087" y="215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6" name="Freeform 5235"/>
          <p:cNvSpPr/>
          <p:nvPr/>
        </p:nvSpPr>
        <p:spPr>
          <a:xfrm>
            <a:off x="7828046" y="2143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7" name="Freeform 5236"/>
          <p:cNvSpPr/>
          <p:nvPr/>
        </p:nvSpPr>
        <p:spPr>
          <a:xfrm>
            <a:off x="7218780" y="2166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8" name="Freeform 5237"/>
          <p:cNvSpPr/>
          <p:nvPr/>
        </p:nvSpPr>
        <p:spPr>
          <a:xfrm>
            <a:off x="6920747" y="2148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9" name="Freeform 5238"/>
          <p:cNvSpPr/>
          <p:nvPr/>
        </p:nvSpPr>
        <p:spPr>
          <a:xfrm>
            <a:off x="7422003" y="213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0" name="Freeform 5239"/>
          <p:cNvSpPr/>
          <p:nvPr/>
        </p:nvSpPr>
        <p:spPr>
          <a:xfrm>
            <a:off x="7702807" y="215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1" name="Freeform 5240"/>
          <p:cNvSpPr/>
          <p:nvPr/>
        </p:nvSpPr>
        <p:spPr>
          <a:xfrm>
            <a:off x="7591288" y="2133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2" name="Freeform 5241"/>
          <p:cNvSpPr/>
          <p:nvPr/>
        </p:nvSpPr>
        <p:spPr>
          <a:xfrm>
            <a:off x="6556263" y="2145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3" name="Freeform 5242"/>
          <p:cNvSpPr/>
          <p:nvPr/>
        </p:nvSpPr>
        <p:spPr>
          <a:xfrm>
            <a:off x="7325174" y="2148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4" name="Freeform 5243"/>
          <p:cNvSpPr/>
          <p:nvPr/>
        </p:nvSpPr>
        <p:spPr>
          <a:xfrm>
            <a:off x="7420350" y="214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5" name="Freeform 5244"/>
          <p:cNvSpPr/>
          <p:nvPr/>
        </p:nvSpPr>
        <p:spPr>
          <a:xfrm>
            <a:off x="6979325" y="2147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6" name="Freeform 5245"/>
          <p:cNvSpPr/>
          <p:nvPr/>
        </p:nvSpPr>
        <p:spPr>
          <a:xfrm>
            <a:off x="7579451" y="2165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7" name="Freeform 5246"/>
          <p:cNvSpPr/>
          <p:nvPr/>
        </p:nvSpPr>
        <p:spPr>
          <a:xfrm>
            <a:off x="6672730" y="2138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8" name="Freeform 5247"/>
          <p:cNvSpPr/>
          <p:nvPr/>
        </p:nvSpPr>
        <p:spPr>
          <a:xfrm>
            <a:off x="7575241" y="21391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9" name="Freeform 5248"/>
          <p:cNvSpPr/>
          <p:nvPr/>
        </p:nvSpPr>
        <p:spPr>
          <a:xfrm>
            <a:off x="7156829" y="2148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0" name="Freeform 5249"/>
          <p:cNvSpPr/>
          <p:nvPr/>
        </p:nvSpPr>
        <p:spPr>
          <a:xfrm>
            <a:off x="7790701" y="214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1" name="Freeform 5250"/>
          <p:cNvSpPr/>
          <p:nvPr/>
        </p:nvSpPr>
        <p:spPr>
          <a:xfrm>
            <a:off x="7462665" y="2151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2" name="Freeform 5251"/>
          <p:cNvSpPr/>
          <p:nvPr/>
        </p:nvSpPr>
        <p:spPr>
          <a:xfrm>
            <a:off x="7325702" y="2143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3" name="Freeform 5252"/>
          <p:cNvSpPr/>
          <p:nvPr/>
        </p:nvSpPr>
        <p:spPr>
          <a:xfrm>
            <a:off x="7050260" y="2158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4" name="Freeform 5253"/>
          <p:cNvSpPr/>
          <p:nvPr/>
        </p:nvSpPr>
        <p:spPr>
          <a:xfrm>
            <a:off x="7474324" y="21405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5" name="Freeform 5254"/>
          <p:cNvSpPr/>
          <p:nvPr/>
        </p:nvSpPr>
        <p:spPr>
          <a:xfrm>
            <a:off x="7448576" y="2158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6" name="Freeform 5255"/>
          <p:cNvSpPr/>
          <p:nvPr/>
        </p:nvSpPr>
        <p:spPr>
          <a:xfrm>
            <a:off x="8379813" y="2155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7" name="Freeform 5256"/>
          <p:cNvSpPr/>
          <p:nvPr/>
        </p:nvSpPr>
        <p:spPr>
          <a:xfrm>
            <a:off x="7241252" y="2148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8" name="Freeform 5257"/>
          <p:cNvSpPr/>
          <p:nvPr/>
        </p:nvSpPr>
        <p:spPr>
          <a:xfrm>
            <a:off x="7156950" y="215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9" name="Freeform 5258"/>
          <p:cNvSpPr/>
          <p:nvPr/>
        </p:nvSpPr>
        <p:spPr>
          <a:xfrm>
            <a:off x="7667194" y="2154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0" name="Freeform 5259"/>
          <p:cNvSpPr/>
          <p:nvPr/>
        </p:nvSpPr>
        <p:spPr>
          <a:xfrm>
            <a:off x="8186359" y="2151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1" name="Freeform 5260"/>
          <p:cNvSpPr/>
          <p:nvPr/>
        </p:nvSpPr>
        <p:spPr>
          <a:xfrm>
            <a:off x="7661458" y="2146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2" name="Freeform 5261"/>
          <p:cNvSpPr/>
          <p:nvPr/>
        </p:nvSpPr>
        <p:spPr>
          <a:xfrm>
            <a:off x="7646973" y="2153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3" name="Freeform 5262"/>
          <p:cNvSpPr/>
          <p:nvPr/>
        </p:nvSpPr>
        <p:spPr>
          <a:xfrm>
            <a:off x="7241821" y="215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4" name="Freeform 5263"/>
          <p:cNvSpPr/>
          <p:nvPr/>
        </p:nvSpPr>
        <p:spPr>
          <a:xfrm>
            <a:off x="7929729" y="214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5" name="Freeform 5264"/>
          <p:cNvSpPr/>
          <p:nvPr/>
        </p:nvSpPr>
        <p:spPr>
          <a:xfrm>
            <a:off x="7287140" y="2154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6" name="Freeform 5265"/>
          <p:cNvSpPr/>
          <p:nvPr/>
        </p:nvSpPr>
        <p:spPr>
          <a:xfrm>
            <a:off x="7253903" y="2147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7" name="Freeform 5266"/>
          <p:cNvSpPr/>
          <p:nvPr/>
        </p:nvSpPr>
        <p:spPr>
          <a:xfrm>
            <a:off x="7205976" y="2153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8" name="Freeform 5267"/>
          <p:cNvSpPr/>
          <p:nvPr/>
        </p:nvSpPr>
        <p:spPr>
          <a:xfrm>
            <a:off x="7579991" y="2155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9" name="Freeform 5268"/>
          <p:cNvSpPr/>
          <p:nvPr/>
        </p:nvSpPr>
        <p:spPr>
          <a:xfrm>
            <a:off x="7447047" y="2149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0" name="Freeform 5269"/>
          <p:cNvSpPr/>
          <p:nvPr/>
        </p:nvSpPr>
        <p:spPr>
          <a:xfrm>
            <a:off x="7456889" y="215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1" name="Freeform 5270"/>
          <p:cNvSpPr/>
          <p:nvPr/>
        </p:nvSpPr>
        <p:spPr>
          <a:xfrm>
            <a:off x="6873818" y="214094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2" name="Freeform 5271"/>
          <p:cNvSpPr/>
          <p:nvPr/>
        </p:nvSpPr>
        <p:spPr>
          <a:xfrm>
            <a:off x="7811012" y="2155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3" name="Freeform 5272"/>
          <p:cNvSpPr/>
          <p:nvPr/>
        </p:nvSpPr>
        <p:spPr>
          <a:xfrm>
            <a:off x="7623590" y="2152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4" name="Freeform 5273"/>
          <p:cNvSpPr/>
          <p:nvPr/>
        </p:nvSpPr>
        <p:spPr>
          <a:xfrm>
            <a:off x="7592197" y="2153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5" name="Freeform 5274"/>
          <p:cNvSpPr/>
          <p:nvPr/>
        </p:nvSpPr>
        <p:spPr>
          <a:xfrm>
            <a:off x="8164486" y="214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6" name="Freeform 5275"/>
          <p:cNvSpPr/>
          <p:nvPr/>
        </p:nvSpPr>
        <p:spPr>
          <a:xfrm>
            <a:off x="8201353" y="2146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7" name="Freeform 5276"/>
          <p:cNvSpPr/>
          <p:nvPr/>
        </p:nvSpPr>
        <p:spPr>
          <a:xfrm>
            <a:off x="6362894" y="21543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8" name="Freeform 5277"/>
          <p:cNvSpPr/>
          <p:nvPr/>
        </p:nvSpPr>
        <p:spPr>
          <a:xfrm>
            <a:off x="6964296" y="2159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9" name="Freeform 5278"/>
          <p:cNvSpPr/>
          <p:nvPr/>
        </p:nvSpPr>
        <p:spPr>
          <a:xfrm>
            <a:off x="7584383" y="2157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0" name="Freeform 5279"/>
          <p:cNvSpPr/>
          <p:nvPr/>
        </p:nvSpPr>
        <p:spPr>
          <a:xfrm>
            <a:off x="7101687" y="21576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1" name="Freeform 5280"/>
          <p:cNvSpPr/>
          <p:nvPr/>
        </p:nvSpPr>
        <p:spPr>
          <a:xfrm>
            <a:off x="6861727" y="214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2" name="Freeform 5281"/>
          <p:cNvSpPr/>
          <p:nvPr/>
        </p:nvSpPr>
        <p:spPr>
          <a:xfrm>
            <a:off x="6750258" y="21453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3" name="Freeform 5282"/>
          <p:cNvSpPr/>
          <p:nvPr/>
        </p:nvSpPr>
        <p:spPr>
          <a:xfrm>
            <a:off x="6839401" y="2147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4" name="Freeform 5283"/>
          <p:cNvSpPr/>
          <p:nvPr/>
        </p:nvSpPr>
        <p:spPr>
          <a:xfrm>
            <a:off x="7007513" y="2147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5" name="Freeform 5284"/>
          <p:cNvSpPr/>
          <p:nvPr/>
        </p:nvSpPr>
        <p:spPr>
          <a:xfrm>
            <a:off x="7502174" y="214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6" name="Freeform 5285"/>
          <p:cNvSpPr/>
          <p:nvPr/>
        </p:nvSpPr>
        <p:spPr>
          <a:xfrm>
            <a:off x="7735567" y="21527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7" name="Freeform 5286"/>
          <p:cNvSpPr/>
          <p:nvPr/>
        </p:nvSpPr>
        <p:spPr>
          <a:xfrm>
            <a:off x="7006337" y="21443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8" name="Freeform 5287"/>
          <p:cNvSpPr/>
          <p:nvPr/>
        </p:nvSpPr>
        <p:spPr>
          <a:xfrm>
            <a:off x="6825533" y="2151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9" name="Freeform 5288"/>
          <p:cNvSpPr/>
          <p:nvPr/>
        </p:nvSpPr>
        <p:spPr>
          <a:xfrm>
            <a:off x="8272539" y="2150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0" name="Freeform 5289"/>
          <p:cNvSpPr/>
          <p:nvPr/>
        </p:nvSpPr>
        <p:spPr>
          <a:xfrm>
            <a:off x="7826099" y="21245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1" name="Freeform 5290"/>
          <p:cNvSpPr/>
          <p:nvPr/>
        </p:nvSpPr>
        <p:spPr>
          <a:xfrm>
            <a:off x="7351408" y="2161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2" name="Freeform 5291"/>
          <p:cNvSpPr/>
          <p:nvPr/>
        </p:nvSpPr>
        <p:spPr>
          <a:xfrm>
            <a:off x="7659340" y="2157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3" name="Freeform 5292"/>
          <p:cNvSpPr/>
          <p:nvPr/>
        </p:nvSpPr>
        <p:spPr>
          <a:xfrm>
            <a:off x="7310212" y="2155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4" name="Freeform 5293"/>
          <p:cNvSpPr/>
          <p:nvPr/>
        </p:nvSpPr>
        <p:spPr>
          <a:xfrm>
            <a:off x="7662026" y="2145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5" name="Freeform 5294"/>
          <p:cNvSpPr/>
          <p:nvPr/>
        </p:nvSpPr>
        <p:spPr>
          <a:xfrm>
            <a:off x="7411014" y="2147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6" name="Freeform 5295"/>
          <p:cNvSpPr/>
          <p:nvPr/>
        </p:nvSpPr>
        <p:spPr>
          <a:xfrm>
            <a:off x="7456273" y="2152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7" name="Freeform 5296"/>
          <p:cNvSpPr/>
          <p:nvPr/>
        </p:nvSpPr>
        <p:spPr>
          <a:xfrm>
            <a:off x="7642131" y="2145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8" name="Freeform 5297"/>
          <p:cNvSpPr/>
          <p:nvPr/>
        </p:nvSpPr>
        <p:spPr>
          <a:xfrm>
            <a:off x="7288506" y="2142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9" name="Freeform 5298"/>
          <p:cNvSpPr/>
          <p:nvPr/>
        </p:nvSpPr>
        <p:spPr>
          <a:xfrm>
            <a:off x="7053840" y="2151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0" name="Freeform 5299"/>
          <p:cNvSpPr/>
          <p:nvPr/>
        </p:nvSpPr>
        <p:spPr>
          <a:xfrm>
            <a:off x="7743693" y="2148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1" name="Freeform 5300"/>
          <p:cNvSpPr/>
          <p:nvPr/>
        </p:nvSpPr>
        <p:spPr>
          <a:xfrm>
            <a:off x="7413154" y="215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2" name="Freeform 5301"/>
          <p:cNvSpPr/>
          <p:nvPr/>
        </p:nvSpPr>
        <p:spPr>
          <a:xfrm>
            <a:off x="7439382" y="2147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3" name="Freeform 5302"/>
          <p:cNvSpPr/>
          <p:nvPr/>
        </p:nvSpPr>
        <p:spPr>
          <a:xfrm>
            <a:off x="7515259" y="2154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4" name="Freeform 5303"/>
          <p:cNvSpPr/>
          <p:nvPr/>
        </p:nvSpPr>
        <p:spPr>
          <a:xfrm>
            <a:off x="7347605" y="2147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5" name="Freeform 5304"/>
          <p:cNvSpPr/>
          <p:nvPr/>
        </p:nvSpPr>
        <p:spPr>
          <a:xfrm>
            <a:off x="7461357" y="2161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6" name="Freeform 5305"/>
          <p:cNvSpPr/>
          <p:nvPr/>
        </p:nvSpPr>
        <p:spPr>
          <a:xfrm>
            <a:off x="6933372" y="2142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7" name="Freeform 5306"/>
          <p:cNvSpPr/>
          <p:nvPr/>
        </p:nvSpPr>
        <p:spPr>
          <a:xfrm>
            <a:off x="7028891" y="2158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8" name="Freeform 5307"/>
          <p:cNvSpPr/>
          <p:nvPr/>
        </p:nvSpPr>
        <p:spPr>
          <a:xfrm>
            <a:off x="7617000" y="2155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9" name="Freeform 5308"/>
          <p:cNvSpPr/>
          <p:nvPr/>
        </p:nvSpPr>
        <p:spPr>
          <a:xfrm>
            <a:off x="7916304" y="215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0" name="Freeform 5309"/>
          <p:cNvSpPr/>
          <p:nvPr/>
        </p:nvSpPr>
        <p:spPr>
          <a:xfrm>
            <a:off x="7965890" y="2147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1" name="Freeform 5310"/>
          <p:cNvSpPr/>
          <p:nvPr/>
        </p:nvSpPr>
        <p:spPr>
          <a:xfrm>
            <a:off x="7284345" y="2155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2" name="Freeform 5311"/>
          <p:cNvSpPr/>
          <p:nvPr/>
        </p:nvSpPr>
        <p:spPr>
          <a:xfrm>
            <a:off x="7612419" y="2154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3" name="Freeform 5312"/>
          <p:cNvSpPr/>
          <p:nvPr/>
        </p:nvSpPr>
        <p:spPr>
          <a:xfrm>
            <a:off x="6687670" y="2146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4" name="Freeform 5313"/>
          <p:cNvSpPr/>
          <p:nvPr/>
        </p:nvSpPr>
        <p:spPr>
          <a:xfrm>
            <a:off x="7627856" y="214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5" name="Freeform 5314"/>
          <p:cNvSpPr/>
          <p:nvPr/>
        </p:nvSpPr>
        <p:spPr>
          <a:xfrm>
            <a:off x="7171786" y="2146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6" name="Freeform 5315"/>
          <p:cNvSpPr/>
          <p:nvPr/>
        </p:nvSpPr>
        <p:spPr>
          <a:xfrm>
            <a:off x="7082935" y="2164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7" name="Freeform 5316"/>
          <p:cNvSpPr/>
          <p:nvPr/>
        </p:nvSpPr>
        <p:spPr>
          <a:xfrm>
            <a:off x="6585144" y="2153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8" name="Freeform 5317"/>
          <p:cNvSpPr/>
          <p:nvPr/>
        </p:nvSpPr>
        <p:spPr>
          <a:xfrm>
            <a:off x="7849877" y="2158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9" name="Freeform 5318"/>
          <p:cNvSpPr/>
          <p:nvPr/>
        </p:nvSpPr>
        <p:spPr>
          <a:xfrm>
            <a:off x="6684095" y="2154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0" name="Freeform 5319"/>
          <p:cNvSpPr/>
          <p:nvPr/>
        </p:nvSpPr>
        <p:spPr>
          <a:xfrm>
            <a:off x="7367642" y="2154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1" name="Freeform 5320"/>
          <p:cNvSpPr/>
          <p:nvPr/>
        </p:nvSpPr>
        <p:spPr>
          <a:xfrm>
            <a:off x="7327338" y="216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2" name="Freeform 5321"/>
          <p:cNvSpPr/>
          <p:nvPr/>
        </p:nvSpPr>
        <p:spPr>
          <a:xfrm>
            <a:off x="7141275" y="214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3" name="Freeform 5322"/>
          <p:cNvSpPr/>
          <p:nvPr/>
        </p:nvSpPr>
        <p:spPr>
          <a:xfrm>
            <a:off x="7734998" y="2137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4" name="Freeform 5323"/>
          <p:cNvSpPr/>
          <p:nvPr/>
        </p:nvSpPr>
        <p:spPr>
          <a:xfrm>
            <a:off x="7583866" y="2137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5" name="Freeform 5324"/>
          <p:cNvSpPr/>
          <p:nvPr/>
        </p:nvSpPr>
        <p:spPr>
          <a:xfrm>
            <a:off x="8044939" y="2154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6" name="Freeform 5325"/>
          <p:cNvSpPr/>
          <p:nvPr/>
        </p:nvSpPr>
        <p:spPr>
          <a:xfrm>
            <a:off x="7271057" y="214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7" name="Freeform 5326"/>
          <p:cNvSpPr/>
          <p:nvPr/>
        </p:nvSpPr>
        <p:spPr>
          <a:xfrm>
            <a:off x="8026882" y="2170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8" name="Freeform 5327"/>
          <p:cNvSpPr/>
          <p:nvPr/>
        </p:nvSpPr>
        <p:spPr>
          <a:xfrm>
            <a:off x="7746124" y="2163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9" name="Freeform 5328"/>
          <p:cNvSpPr/>
          <p:nvPr/>
        </p:nvSpPr>
        <p:spPr>
          <a:xfrm>
            <a:off x="7547804" y="2145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0" name="Freeform 5329"/>
          <p:cNvSpPr/>
          <p:nvPr/>
        </p:nvSpPr>
        <p:spPr>
          <a:xfrm>
            <a:off x="6777778" y="2141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1" name="Freeform 5330"/>
          <p:cNvSpPr/>
          <p:nvPr/>
        </p:nvSpPr>
        <p:spPr>
          <a:xfrm>
            <a:off x="6803064" y="21416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2" name="Freeform 5331"/>
          <p:cNvSpPr/>
          <p:nvPr/>
        </p:nvSpPr>
        <p:spPr>
          <a:xfrm>
            <a:off x="7900473" y="2157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3" name="Freeform 5332"/>
          <p:cNvSpPr/>
          <p:nvPr/>
        </p:nvSpPr>
        <p:spPr>
          <a:xfrm>
            <a:off x="8037653" y="214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4" name="Freeform 5333"/>
          <p:cNvSpPr/>
          <p:nvPr/>
        </p:nvSpPr>
        <p:spPr>
          <a:xfrm>
            <a:off x="7287457" y="2148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5" name="Freeform 5334"/>
          <p:cNvSpPr/>
          <p:nvPr/>
        </p:nvSpPr>
        <p:spPr>
          <a:xfrm>
            <a:off x="8206968" y="2142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6" name="Freeform 5335"/>
          <p:cNvSpPr/>
          <p:nvPr/>
        </p:nvSpPr>
        <p:spPr>
          <a:xfrm>
            <a:off x="7019116" y="2149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7" name="Freeform 5336"/>
          <p:cNvSpPr/>
          <p:nvPr/>
        </p:nvSpPr>
        <p:spPr>
          <a:xfrm>
            <a:off x="7263824" y="2150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8" name="Freeform 5337"/>
          <p:cNvSpPr/>
          <p:nvPr/>
        </p:nvSpPr>
        <p:spPr>
          <a:xfrm>
            <a:off x="7118837" y="2145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9" name="Freeform 5338"/>
          <p:cNvSpPr/>
          <p:nvPr/>
        </p:nvSpPr>
        <p:spPr>
          <a:xfrm>
            <a:off x="7574511" y="215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0" name="Freeform 5339"/>
          <p:cNvSpPr/>
          <p:nvPr/>
        </p:nvSpPr>
        <p:spPr>
          <a:xfrm>
            <a:off x="8075346" y="21532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1" name="Freeform 5340"/>
          <p:cNvSpPr/>
          <p:nvPr/>
        </p:nvSpPr>
        <p:spPr>
          <a:xfrm>
            <a:off x="7433025" y="21407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2" name="Freeform 5341"/>
          <p:cNvSpPr/>
          <p:nvPr/>
        </p:nvSpPr>
        <p:spPr>
          <a:xfrm>
            <a:off x="7863127" y="2155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3" name="Freeform 5342"/>
          <p:cNvSpPr/>
          <p:nvPr/>
        </p:nvSpPr>
        <p:spPr>
          <a:xfrm>
            <a:off x="7613579" y="2152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4" name="Freeform 5343"/>
          <p:cNvSpPr/>
          <p:nvPr/>
        </p:nvSpPr>
        <p:spPr>
          <a:xfrm>
            <a:off x="6777803" y="2153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5" name="Freeform 5344"/>
          <p:cNvSpPr/>
          <p:nvPr/>
        </p:nvSpPr>
        <p:spPr>
          <a:xfrm>
            <a:off x="7322471" y="2164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6" name="Freeform 5345"/>
          <p:cNvSpPr/>
          <p:nvPr/>
        </p:nvSpPr>
        <p:spPr>
          <a:xfrm>
            <a:off x="7226394" y="2140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7" name="Freeform 5346"/>
          <p:cNvSpPr/>
          <p:nvPr/>
        </p:nvSpPr>
        <p:spPr>
          <a:xfrm>
            <a:off x="7526803" y="2135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8" name="Freeform 5347"/>
          <p:cNvSpPr/>
          <p:nvPr/>
        </p:nvSpPr>
        <p:spPr>
          <a:xfrm>
            <a:off x="6375811" y="2148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9" name="Freeform 5348"/>
          <p:cNvSpPr/>
          <p:nvPr/>
        </p:nvSpPr>
        <p:spPr>
          <a:xfrm>
            <a:off x="7675862" y="2153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0" name="Freeform 5349"/>
          <p:cNvSpPr/>
          <p:nvPr/>
        </p:nvSpPr>
        <p:spPr>
          <a:xfrm>
            <a:off x="6760186" y="21486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1" name="Freeform 5350"/>
          <p:cNvSpPr/>
          <p:nvPr/>
        </p:nvSpPr>
        <p:spPr>
          <a:xfrm>
            <a:off x="7705559" y="2149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2" name="Freeform 5351"/>
          <p:cNvSpPr/>
          <p:nvPr/>
        </p:nvSpPr>
        <p:spPr>
          <a:xfrm>
            <a:off x="7063967" y="2150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3" name="Freeform 5352"/>
          <p:cNvSpPr/>
          <p:nvPr/>
        </p:nvSpPr>
        <p:spPr>
          <a:xfrm>
            <a:off x="7660960" y="2147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4" name="Freeform 5353"/>
          <p:cNvSpPr/>
          <p:nvPr/>
        </p:nvSpPr>
        <p:spPr>
          <a:xfrm>
            <a:off x="6223377" y="2148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5" name="Freeform 5354"/>
          <p:cNvSpPr/>
          <p:nvPr/>
        </p:nvSpPr>
        <p:spPr>
          <a:xfrm>
            <a:off x="7623854" y="2132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6" name="Freeform 5355"/>
          <p:cNvSpPr/>
          <p:nvPr/>
        </p:nvSpPr>
        <p:spPr>
          <a:xfrm>
            <a:off x="7448465" y="2140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7" name="Freeform 5356"/>
          <p:cNvSpPr/>
          <p:nvPr/>
        </p:nvSpPr>
        <p:spPr>
          <a:xfrm>
            <a:off x="7381916" y="2150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8" name="Freeform 5357"/>
          <p:cNvSpPr/>
          <p:nvPr/>
        </p:nvSpPr>
        <p:spPr>
          <a:xfrm>
            <a:off x="7709116" y="2157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9" name="Freeform 5358"/>
          <p:cNvSpPr/>
          <p:nvPr/>
        </p:nvSpPr>
        <p:spPr>
          <a:xfrm>
            <a:off x="7857104" y="2159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0" name="Freeform 5359"/>
          <p:cNvSpPr/>
          <p:nvPr/>
        </p:nvSpPr>
        <p:spPr>
          <a:xfrm>
            <a:off x="7860474" y="2147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1" name="Freeform 5360"/>
          <p:cNvSpPr/>
          <p:nvPr/>
        </p:nvSpPr>
        <p:spPr>
          <a:xfrm>
            <a:off x="7231253" y="215451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2" name="Freeform 5361"/>
          <p:cNvSpPr/>
          <p:nvPr/>
        </p:nvSpPr>
        <p:spPr>
          <a:xfrm>
            <a:off x="7242384" y="2131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3" name="Freeform 5362"/>
          <p:cNvSpPr/>
          <p:nvPr/>
        </p:nvSpPr>
        <p:spPr>
          <a:xfrm>
            <a:off x="7433216" y="215407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4" name="Freeform 5363"/>
          <p:cNvSpPr/>
          <p:nvPr/>
        </p:nvSpPr>
        <p:spPr>
          <a:xfrm>
            <a:off x="7790341" y="21490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5" name="Freeform 5364"/>
          <p:cNvSpPr/>
          <p:nvPr/>
        </p:nvSpPr>
        <p:spPr>
          <a:xfrm>
            <a:off x="7364174" y="213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6" name="Freeform 5365"/>
          <p:cNvSpPr/>
          <p:nvPr/>
        </p:nvSpPr>
        <p:spPr>
          <a:xfrm>
            <a:off x="7142035" y="2139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7" name="Freeform 5366"/>
          <p:cNvSpPr/>
          <p:nvPr/>
        </p:nvSpPr>
        <p:spPr>
          <a:xfrm>
            <a:off x="7700048" y="214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8" name="Freeform 5367"/>
          <p:cNvSpPr/>
          <p:nvPr/>
        </p:nvSpPr>
        <p:spPr>
          <a:xfrm>
            <a:off x="7895079" y="2140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9" name="Freeform 5368"/>
          <p:cNvSpPr/>
          <p:nvPr/>
        </p:nvSpPr>
        <p:spPr>
          <a:xfrm>
            <a:off x="7868434" y="21547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0" name="Freeform 5369"/>
          <p:cNvSpPr/>
          <p:nvPr/>
        </p:nvSpPr>
        <p:spPr>
          <a:xfrm>
            <a:off x="7944638" y="2149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1" name="Freeform 5370"/>
          <p:cNvSpPr/>
          <p:nvPr/>
        </p:nvSpPr>
        <p:spPr>
          <a:xfrm>
            <a:off x="6795564" y="2137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2" name="Freeform 5371"/>
          <p:cNvSpPr/>
          <p:nvPr/>
        </p:nvSpPr>
        <p:spPr>
          <a:xfrm>
            <a:off x="8498352" y="21401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3" name="Freeform 5372"/>
          <p:cNvSpPr/>
          <p:nvPr/>
        </p:nvSpPr>
        <p:spPr>
          <a:xfrm>
            <a:off x="7872793" y="2150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4" name="Freeform 5373"/>
          <p:cNvSpPr/>
          <p:nvPr/>
        </p:nvSpPr>
        <p:spPr>
          <a:xfrm>
            <a:off x="7423757" y="2162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5" name="Freeform 5374"/>
          <p:cNvSpPr/>
          <p:nvPr/>
        </p:nvSpPr>
        <p:spPr>
          <a:xfrm>
            <a:off x="7915013" y="2158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6" name="Freeform 5375"/>
          <p:cNvSpPr/>
          <p:nvPr/>
        </p:nvSpPr>
        <p:spPr>
          <a:xfrm>
            <a:off x="8207839" y="21500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7" name="Freeform 5376"/>
          <p:cNvSpPr/>
          <p:nvPr/>
        </p:nvSpPr>
        <p:spPr>
          <a:xfrm>
            <a:off x="7204693" y="21361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8" name="Freeform 5377"/>
          <p:cNvSpPr/>
          <p:nvPr/>
        </p:nvSpPr>
        <p:spPr>
          <a:xfrm>
            <a:off x="6747972" y="2150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9" name="Freeform 5378"/>
          <p:cNvSpPr/>
          <p:nvPr/>
        </p:nvSpPr>
        <p:spPr>
          <a:xfrm>
            <a:off x="8525370" y="215908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0" name="Freeform 5379"/>
          <p:cNvSpPr/>
          <p:nvPr/>
        </p:nvSpPr>
        <p:spPr>
          <a:xfrm>
            <a:off x="7356044" y="2160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1" name="Freeform 5380"/>
          <p:cNvSpPr/>
          <p:nvPr/>
        </p:nvSpPr>
        <p:spPr>
          <a:xfrm>
            <a:off x="8537378" y="2151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Freeform 5381"/>
          <p:cNvSpPr/>
          <p:nvPr/>
        </p:nvSpPr>
        <p:spPr>
          <a:xfrm>
            <a:off x="7256842" y="2148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3" name="Freeform 5382"/>
          <p:cNvSpPr/>
          <p:nvPr/>
        </p:nvSpPr>
        <p:spPr>
          <a:xfrm>
            <a:off x="7608120" y="2155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Freeform 5383"/>
          <p:cNvSpPr/>
          <p:nvPr/>
        </p:nvSpPr>
        <p:spPr>
          <a:xfrm>
            <a:off x="7433032" y="2149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5" name="Freeform 5384"/>
          <p:cNvSpPr/>
          <p:nvPr/>
        </p:nvSpPr>
        <p:spPr>
          <a:xfrm>
            <a:off x="7329743" y="2165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Freeform 5385"/>
          <p:cNvSpPr/>
          <p:nvPr/>
        </p:nvSpPr>
        <p:spPr>
          <a:xfrm>
            <a:off x="7285747" y="2147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7" name="Freeform 5386"/>
          <p:cNvSpPr/>
          <p:nvPr/>
        </p:nvSpPr>
        <p:spPr>
          <a:xfrm>
            <a:off x="7206031" y="2144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Freeform 5387"/>
          <p:cNvSpPr/>
          <p:nvPr/>
        </p:nvSpPr>
        <p:spPr>
          <a:xfrm>
            <a:off x="7653789" y="2158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9" name="Freeform 5388"/>
          <p:cNvSpPr/>
          <p:nvPr/>
        </p:nvSpPr>
        <p:spPr>
          <a:xfrm>
            <a:off x="7848554" y="2154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Freeform 5389"/>
          <p:cNvSpPr/>
          <p:nvPr/>
        </p:nvSpPr>
        <p:spPr>
          <a:xfrm>
            <a:off x="7752384" y="2141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1" name="Freeform 5390"/>
          <p:cNvSpPr/>
          <p:nvPr/>
        </p:nvSpPr>
        <p:spPr>
          <a:xfrm>
            <a:off x="6944308" y="2125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Freeform 5391"/>
          <p:cNvSpPr/>
          <p:nvPr/>
        </p:nvSpPr>
        <p:spPr>
          <a:xfrm>
            <a:off x="7867782" y="2156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3" name="Freeform 5392"/>
          <p:cNvSpPr/>
          <p:nvPr/>
        </p:nvSpPr>
        <p:spPr>
          <a:xfrm>
            <a:off x="6780102" y="2127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Freeform 5393"/>
          <p:cNvSpPr/>
          <p:nvPr/>
        </p:nvSpPr>
        <p:spPr>
          <a:xfrm>
            <a:off x="7191418" y="2139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5" name="Freeform 5394"/>
          <p:cNvSpPr/>
          <p:nvPr/>
        </p:nvSpPr>
        <p:spPr>
          <a:xfrm>
            <a:off x="6475808" y="2135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Freeform 5395"/>
          <p:cNvSpPr/>
          <p:nvPr/>
        </p:nvSpPr>
        <p:spPr>
          <a:xfrm>
            <a:off x="8008062" y="2157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7" name="Freeform 5396"/>
          <p:cNvSpPr/>
          <p:nvPr/>
        </p:nvSpPr>
        <p:spPr>
          <a:xfrm>
            <a:off x="6685757" y="2149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8" name="Freeform 5397"/>
          <p:cNvSpPr/>
          <p:nvPr/>
        </p:nvSpPr>
        <p:spPr>
          <a:xfrm>
            <a:off x="6836681" y="215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Freeform 5398"/>
          <p:cNvSpPr/>
          <p:nvPr/>
        </p:nvSpPr>
        <p:spPr>
          <a:xfrm>
            <a:off x="7905120" y="2144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0" name="Freeform 5399"/>
          <p:cNvSpPr/>
          <p:nvPr/>
        </p:nvSpPr>
        <p:spPr>
          <a:xfrm>
            <a:off x="7404641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Freeform 5400"/>
          <p:cNvSpPr/>
          <p:nvPr/>
        </p:nvSpPr>
        <p:spPr>
          <a:xfrm>
            <a:off x="6636024" y="214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2" name="Freeform 5401"/>
          <p:cNvSpPr/>
          <p:nvPr/>
        </p:nvSpPr>
        <p:spPr>
          <a:xfrm>
            <a:off x="7579092" y="2161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Freeform 5402"/>
          <p:cNvSpPr/>
          <p:nvPr/>
        </p:nvSpPr>
        <p:spPr>
          <a:xfrm>
            <a:off x="6423434" y="2154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4" name="Freeform 5403"/>
          <p:cNvSpPr/>
          <p:nvPr/>
        </p:nvSpPr>
        <p:spPr>
          <a:xfrm>
            <a:off x="7303178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Freeform 5404"/>
          <p:cNvSpPr/>
          <p:nvPr/>
        </p:nvSpPr>
        <p:spPr>
          <a:xfrm>
            <a:off x="8064857" y="2171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6" name="Freeform 5405"/>
          <p:cNvSpPr/>
          <p:nvPr/>
        </p:nvSpPr>
        <p:spPr>
          <a:xfrm>
            <a:off x="7793586" y="21639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Freeform 5406"/>
          <p:cNvSpPr/>
          <p:nvPr/>
        </p:nvSpPr>
        <p:spPr>
          <a:xfrm>
            <a:off x="8227502" y="2131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8" name="Freeform 5407"/>
          <p:cNvSpPr/>
          <p:nvPr/>
        </p:nvSpPr>
        <p:spPr>
          <a:xfrm>
            <a:off x="7767231" y="2142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Freeform 5408"/>
          <p:cNvSpPr/>
          <p:nvPr/>
        </p:nvSpPr>
        <p:spPr>
          <a:xfrm>
            <a:off x="7081779" y="2137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0" name="Freeform 5409"/>
          <p:cNvSpPr/>
          <p:nvPr/>
        </p:nvSpPr>
        <p:spPr>
          <a:xfrm>
            <a:off x="7870426" y="2148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Freeform 5410"/>
          <p:cNvSpPr/>
          <p:nvPr/>
        </p:nvSpPr>
        <p:spPr>
          <a:xfrm>
            <a:off x="8062681" y="2153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2" name="Freeform 5411"/>
          <p:cNvSpPr/>
          <p:nvPr/>
        </p:nvSpPr>
        <p:spPr>
          <a:xfrm>
            <a:off x="7050104" y="214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Freeform 5412"/>
          <p:cNvSpPr/>
          <p:nvPr/>
        </p:nvSpPr>
        <p:spPr>
          <a:xfrm>
            <a:off x="7230680" y="2144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4" name="Freeform 5413"/>
          <p:cNvSpPr/>
          <p:nvPr/>
        </p:nvSpPr>
        <p:spPr>
          <a:xfrm>
            <a:off x="6963914" y="2140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5" name="Freeform 5414"/>
          <p:cNvSpPr/>
          <p:nvPr/>
        </p:nvSpPr>
        <p:spPr>
          <a:xfrm>
            <a:off x="8014254" y="2159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Freeform 5415"/>
          <p:cNvSpPr/>
          <p:nvPr/>
        </p:nvSpPr>
        <p:spPr>
          <a:xfrm>
            <a:off x="7404053" y="2131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7" name="Freeform 5416"/>
          <p:cNvSpPr/>
          <p:nvPr/>
        </p:nvSpPr>
        <p:spPr>
          <a:xfrm>
            <a:off x="7540816" y="215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Freeform 5417"/>
          <p:cNvSpPr/>
          <p:nvPr/>
        </p:nvSpPr>
        <p:spPr>
          <a:xfrm>
            <a:off x="7329128" y="2145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9" name="Freeform 5418"/>
          <p:cNvSpPr/>
          <p:nvPr/>
        </p:nvSpPr>
        <p:spPr>
          <a:xfrm>
            <a:off x="6984973" y="21482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Freeform 5419"/>
          <p:cNvSpPr/>
          <p:nvPr/>
        </p:nvSpPr>
        <p:spPr>
          <a:xfrm>
            <a:off x="7641776" y="2151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1" name="Freeform 5420"/>
          <p:cNvSpPr/>
          <p:nvPr/>
        </p:nvSpPr>
        <p:spPr>
          <a:xfrm>
            <a:off x="7604826" y="2159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Freeform 5421"/>
          <p:cNvSpPr/>
          <p:nvPr/>
        </p:nvSpPr>
        <p:spPr>
          <a:xfrm>
            <a:off x="7800498" y="2147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3" name="Freeform 5422"/>
          <p:cNvSpPr/>
          <p:nvPr/>
        </p:nvSpPr>
        <p:spPr>
          <a:xfrm>
            <a:off x="6457495" y="21483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Freeform 5423"/>
          <p:cNvSpPr/>
          <p:nvPr/>
        </p:nvSpPr>
        <p:spPr>
          <a:xfrm>
            <a:off x="8063012" y="214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5" name="Freeform 5424"/>
          <p:cNvSpPr/>
          <p:nvPr/>
        </p:nvSpPr>
        <p:spPr>
          <a:xfrm>
            <a:off x="7252170" y="2148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Freeform 5425"/>
          <p:cNvSpPr/>
          <p:nvPr/>
        </p:nvSpPr>
        <p:spPr>
          <a:xfrm>
            <a:off x="6643076" y="21602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7" name="Freeform 5426"/>
          <p:cNvSpPr/>
          <p:nvPr/>
        </p:nvSpPr>
        <p:spPr>
          <a:xfrm>
            <a:off x="8149067" y="2148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Freeform 5427"/>
          <p:cNvSpPr/>
          <p:nvPr/>
        </p:nvSpPr>
        <p:spPr>
          <a:xfrm>
            <a:off x="7369682" y="2151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9" name="Freeform 5428"/>
          <p:cNvSpPr/>
          <p:nvPr/>
        </p:nvSpPr>
        <p:spPr>
          <a:xfrm>
            <a:off x="7127638" y="215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Freeform 5429"/>
          <p:cNvSpPr/>
          <p:nvPr/>
        </p:nvSpPr>
        <p:spPr>
          <a:xfrm>
            <a:off x="7881892" y="2162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1" name="Freeform 5430"/>
          <p:cNvSpPr/>
          <p:nvPr/>
        </p:nvSpPr>
        <p:spPr>
          <a:xfrm>
            <a:off x="7521854" y="2158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2" name="Freeform 5431"/>
          <p:cNvSpPr/>
          <p:nvPr/>
        </p:nvSpPr>
        <p:spPr>
          <a:xfrm>
            <a:off x="7318203" y="2153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Freeform 5432"/>
          <p:cNvSpPr/>
          <p:nvPr/>
        </p:nvSpPr>
        <p:spPr>
          <a:xfrm>
            <a:off x="7698041" y="2143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4" name="Freeform 5433"/>
          <p:cNvSpPr/>
          <p:nvPr/>
        </p:nvSpPr>
        <p:spPr>
          <a:xfrm>
            <a:off x="7270169" y="214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Freeform 5434"/>
          <p:cNvSpPr/>
          <p:nvPr/>
        </p:nvSpPr>
        <p:spPr>
          <a:xfrm>
            <a:off x="7776159" y="2135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6" name="Freeform 5435"/>
          <p:cNvSpPr/>
          <p:nvPr/>
        </p:nvSpPr>
        <p:spPr>
          <a:xfrm>
            <a:off x="7174095" y="2138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Freeform 5436"/>
          <p:cNvSpPr/>
          <p:nvPr/>
        </p:nvSpPr>
        <p:spPr>
          <a:xfrm>
            <a:off x="7643518" y="214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8" name="Freeform 5437"/>
          <p:cNvSpPr/>
          <p:nvPr/>
        </p:nvSpPr>
        <p:spPr>
          <a:xfrm>
            <a:off x="6501327" y="2143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Freeform 5438"/>
          <p:cNvSpPr/>
          <p:nvPr/>
        </p:nvSpPr>
        <p:spPr>
          <a:xfrm>
            <a:off x="7630912" y="2147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0" name="Freeform 5439"/>
          <p:cNvSpPr/>
          <p:nvPr/>
        </p:nvSpPr>
        <p:spPr>
          <a:xfrm>
            <a:off x="7769733" y="2158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Freeform 5440"/>
          <p:cNvSpPr/>
          <p:nvPr/>
        </p:nvSpPr>
        <p:spPr>
          <a:xfrm>
            <a:off x="8284857" y="2142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2" name="Freeform 5441"/>
          <p:cNvSpPr/>
          <p:nvPr/>
        </p:nvSpPr>
        <p:spPr>
          <a:xfrm>
            <a:off x="7424884" y="2139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Freeform 5442"/>
          <p:cNvSpPr/>
          <p:nvPr/>
        </p:nvSpPr>
        <p:spPr>
          <a:xfrm>
            <a:off x="7187581" y="2155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4" name="Freeform 5443"/>
          <p:cNvSpPr/>
          <p:nvPr/>
        </p:nvSpPr>
        <p:spPr>
          <a:xfrm>
            <a:off x="7138486" y="2142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Freeform 5444"/>
          <p:cNvSpPr/>
          <p:nvPr/>
        </p:nvSpPr>
        <p:spPr>
          <a:xfrm>
            <a:off x="7280224" y="214429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6" name="Freeform 5445"/>
          <p:cNvSpPr/>
          <p:nvPr/>
        </p:nvSpPr>
        <p:spPr>
          <a:xfrm>
            <a:off x="6905066" y="2141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Freeform 5446"/>
          <p:cNvSpPr/>
          <p:nvPr/>
        </p:nvSpPr>
        <p:spPr>
          <a:xfrm>
            <a:off x="7531214" y="2158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8" name="Freeform 5447"/>
          <p:cNvSpPr/>
          <p:nvPr/>
        </p:nvSpPr>
        <p:spPr>
          <a:xfrm>
            <a:off x="7296163" y="2161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9" name="Freeform 5448"/>
          <p:cNvSpPr/>
          <p:nvPr/>
        </p:nvSpPr>
        <p:spPr>
          <a:xfrm>
            <a:off x="7325316" y="2151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Freeform 5449"/>
          <p:cNvSpPr/>
          <p:nvPr/>
        </p:nvSpPr>
        <p:spPr>
          <a:xfrm>
            <a:off x="7280220" y="2137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1" name="Freeform 5450"/>
          <p:cNvSpPr/>
          <p:nvPr/>
        </p:nvSpPr>
        <p:spPr>
          <a:xfrm>
            <a:off x="6687949" y="2147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Freeform 5451"/>
          <p:cNvSpPr/>
          <p:nvPr/>
        </p:nvSpPr>
        <p:spPr>
          <a:xfrm>
            <a:off x="7883295" y="2151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3" name="Freeform 5452"/>
          <p:cNvSpPr/>
          <p:nvPr/>
        </p:nvSpPr>
        <p:spPr>
          <a:xfrm>
            <a:off x="6923241" y="2136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Freeform 5453"/>
          <p:cNvSpPr/>
          <p:nvPr/>
        </p:nvSpPr>
        <p:spPr>
          <a:xfrm>
            <a:off x="7522686" y="2153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5" name="Freeform 5454"/>
          <p:cNvSpPr/>
          <p:nvPr/>
        </p:nvSpPr>
        <p:spPr>
          <a:xfrm>
            <a:off x="8014020" y="2148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Freeform 5455"/>
          <p:cNvSpPr/>
          <p:nvPr/>
        </p:nvSpPr>
        <p:spPr>
          <a:xfrm>
            <a:off x="7870879" y="2132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7" name="Freeform 5456"/>
          <p:cNvSpPr/>
          <p:nvPr/>
        </p:nvSpPr>
        <p:spPr>
          <a:xfrm>
            <a:off x="7502296" y="2149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Freeform 5457"/>
          <p:cNvSpPr/>
          <p:nvPr/>
        </p:nvSpPr>
        <p:spPr>
          <a:xfrm>
            <a:off x="6745101" y="21460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9" name="Freeform 5458"/>
          <p:cNvSpPr/>
          <p:nvPr/>
        </p:nvSpPr>
        <p:spPr>
          <a:xfrm>
            <a:off x="8154196" y="214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Freeform 5459"/>
          <p:cNvSpPr/>
          <p:nvPr/>
        </p:nvSpPr>
        <p:spPr>
          <a:xfrm>
            <a:off x="8170500" y="2146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1" name="Freeform 5460"/>
          <p:cNvSpPr/>
          <p:nvPr/>
        </p:nvSpPr>
        <p:spPr>
          <a:xfrm>
            <a:off x="7078585" y="2154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Freeform 5461"/>
          <p:cNvSpPr/>
          <p:nvPr/>
        </p:nvSpPr>
        <p:spPr>
          <a:xfrm>
            <a:off x="7539146" y="2163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3" name="Freeform 5462"/>
          <p:cNvSpPr/>
          <p:nvPr/>
        </p:nvSpPr>
        <p:spPr>
          <a:xfrm>
            <a:off x="6800042" y="2126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Freeform 5463"/>
          <p:cNvSpPr/>
          <p:nvPr/>
        </p:nvSpPr>
        <p:spPr>
          <a:xfrm>
            <a:off x="7065510" y="2149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5" name="Freeform 5464"/>
          <p:cNvSpPr/>
          <p:nvPr/>
        </p:nvSpPr>
        <p:spPr>
          <a:xfrm>
            <a:off x="7980368" y="2147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6" name="Freeform 5465"/>
          <p:cNvSpPr/>
          <p:nvPr/>
        </p:nvSpPr>
        <p:spPr>
          <a:xfrm>
            <a:off x="7560486" y="21380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Freeform 5466"/>
          <p:cNvSpPr/>
          <p:nvPr/>
        </p:nvSpPr>
        <p:spPr>
          <a:xfrm>
            <a:off x="7220765" y="214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8" name="Freeform 5467"/>
          <p:cNvSpPr/>
          <p:nvPr/>
        </p:nvSpPr>
        <p:spPr>
          <a:xfrm>
            <a:off x="8205615" y="2150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Freeform 5468"/>
          <p:cNvSpPr/>
          <p:nvPr/>
        </p:nvSpPr>
        <p:spPr>
          <a:xfrm>
            <a:off x="7556053" y="2160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0" name="Freeform 5469"/>
          <p:cNvSpPr/>
          <p:nvPr/>
        </p:nvSpPr>
        <p:spPr>
          <a:xfrm>
            <a:off x="7241210" y="214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Freeform 5470"/>
          <p:cNvSpPr/>
          <p:nvPr/>
        </p:nvSpPr>
        <p:spPr>
          <a:xfrm>
            <a:off x="7720090" y="2140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2" name="Freeform 5471"/>
          <p:cNvSpPr/>
          <p:nvPr/>
        </p:nvSpPr>
        <p:spPr>
          <a:xfrm>
            <a:off x="7848522" y="2153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Freeform 5472"/>
          <p:cNvSpPr/>
          <p:nvPr/>
        </p:nvSpPr>
        <p:spPr>
          <a:xfrm>
            <a:off x="7443665" y="214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4" name="Freeform 5473"/>
          <p:cNvSpPr/>
          <p:nvPr/>
        </p:nvSpPr>
        <p:spPr>
          <a:xfrm>
            <a:off x="7426626" y="2142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Freeform 5474"/>
          <p:cNvSpPr/>
          <p:nvPr/>
        </p:nvSpPr>
        <p:spPr>
          <a:xfrm>
            <a:off x="7183822" y="216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6" name="Freeform 5475"/>
          <p:cNvSpPr/>
          <p:nvPr/>
        </p:nvSpPr>
        <p:spPr>
          <a:xfrm>
            <a:off x="7491117" y="2144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Freeform 5476"/>
          <p:cNvSpPr/>
          <p:nvPr/>
        </p:nvSpPr>
        <p:spPr>
          <a:xfrm>
            <a:off x="7922018" y="21447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8" name="Freeform 5477"/>
          <p:cNvSpPr/>
          <p:nvPr/>
        </p:nvSpPr>
        <p:spPr>
          <a:xfrm>
            <a:off x="7388307" y="2165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Freeform 5478"/>
          <p:cNvSpPr/>
          <p:nvPr/>
        </p:nvSpPr>
        <p:spPr>
          <a:xfrm>
            <a:off x="7385542" y="215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0" name="Freeform 5479"/>
          <p:cNvSpPr/>
          <p:nvPr/>
        </p:nvSpPr>
        <p:spPr>
          <a:xfrm>
            <a:off x="8150878" y="2159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Freeform 5480"/>
          <p:cNvSpPr/>
          <p:nvPr/>
        </p:nvSpPr>
        <p:spPr>
          <a:xfrm>
            <a:off x="8211311" y="2155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2" name="Freeform 5481"/>
          <p:cNvSpPr/>
          <p:nvPr/>
        </p:nvSpPr>
        <p:spPr>
          <a:xfrm>
            <a:off x="7045962" y="2165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3" name="Freeform 5482"/>
          <p:cNvSpPr/>
          <p:nvPr/>
        </p:nvSpPr>
        <p:spPr>
          <a:xfrm>
            <a:off x="7568198" y="21497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Freeform 5483"/>
          <p:cNvSpPr/>
          <p:nvPr/>
        </p:nvSpPr>
        <p:spPr>
          <a:xfrm>
            <a:off x="7587136" y="2151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5" name="Freeform 5484"/>
          <p:cNvSpPr/>
          <p:nvPr/>
        </p:nvSpPr>
        <p:spPr>
          <a:xfrm>
            <a:off x="7554374" y="2141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Freeform 5485"/>
          <p:cNvSpPr/>
          <p:nvPr/>
        </p:nvSpPr>
        <p:spPr>
          <a:xfrm>
            <a:off x="6935460" y="2151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7" name="Freeform 5486"/>
          <p:cNvSpPr/>
          <p:nvPr/>
        </p:nvSpPr>
        <p:spPr>
          <a:xfrm>
            <a:off x="7185470" y="21464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Freeform 5487"/>
          <p:cNvSpPr/>
          <p:nvPr/>
        </p:nvSpPr>
        <p:spPr>
          <a:xfrm>
            <a:off x="7726344" y="2151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9" name="Freeform 5488"/>
          <p:cNvSpPr/>
          <p:nvPr/>
        </p:nvSpPr>
        <p:spPr>
          <a:xfrm>
            <a:off x="7263230" y="215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Freeform 5489"/>
          <p:cNvSpPr/>
          <p:nvPr/>
        </p:nvSpPr>
        <p:spPr>
          <a:xfrm>
            <a:off x="6551003" y="2153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1" name="Freeform 5490"/>
          <p:cNvSpPr/>
          <p:nvPr/>
        </p:nvSpPr>
        <p:spPr>
          <a:xfrm>
            <a:off x="7268814" y="2170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Freeform 5491"/>
          <p:cNvSpPr/>
          <p:nvPr/>
        </p:nvSpPr>
        <p:spPr>
          <a:xfrm>
            <a:off x="7542787" y="2154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3" name="Freeform 5492"/>
          <p:cNvSpPr/>
          <p:nvPr/>
        </p:nvSpPr>
        <p:spPr>
          <a:xfrm>
            <a:off x="7612470" y="2148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Freeform 5493"/>
          <p:cNvSpPr/>
          <p:nvPr/>
        </p:nvSpPr>
        <p:spPr>
          <a:xfrm>
            <a:off x="7409338" y="2150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5" name="Freeform 5494"/>
          <p:cNvSpPr/>
          <p:nvPr/>
        </p:nvSpPr>
        <p:spPr>
          <a:xfrm>
            <a:off x="7447027" y="2145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Freeform 5495"/>
          <p:cNvSpPr/>
          <p:nvPr/>
        </p:nvSpPr>
        <p:spPr>
          <a:xfrm>
            <a:off x="7657846" y="2160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7" name="Freeform 5496"/>
          <p:cNvSpPr/>
          <p:nvPr/>
        </p:nvSpPr>
        <p:spPr>
          <a:xfrm>
            <a:off x="8211244" y="2141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Freeform 5497"/>
          <p:cNvSpPr/>
          <p:nvPr/>
        </p:nvSpPr>
        <p:spPr>
          <a:xfrm>
            <a:off x="6558108" y="2154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9" name="Freeform 5498"/>
          <p:cNvSpPr/>
          <p:nvPr/>
        </p:nvSpPr>
        <p:spPr>
          <a:xfrm>
            <a:off x="7515640" y="2157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0" name="Freeform 5499"/>
          <p:cNvSpPr/>
          <p:nvPr/>
        </p:nvSpPr>
        <p:spPr>
          <a:xfrm>
            <a:off x="7022305" y="21545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Freeform 5500"/>
          <p:cNvSpPr/>
          <p:nvPr/>
        </p:nvSpPr>
        <p:spPr>
          <a:xfrm>
            <a:off x="8500906" y="2151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2" name="Freeform 5501"/>
          <p:cNvSpPr/>
          <p:nvPr/>
        </p:nvSpPr>
        <p:spPr>
          <a:xfrm>
            <a:off x="7461717" y="2156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Freeform 5502"/>
          <p:cNvSpPr/>
          <p:nvPr/>
        </p:nvSpPr>
        <p:spPr>
          <a:xfrm>
            <a:off x="7270381" y="2147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4" name="Freeform 5503"/>
          <p:cNvSpPr/>
          <p:nvPr/>
        </p:nvSpPr>
        <p:spPr>
          <a:xfrm>
            <a:off x="7338296" y="2150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Freeform 5504"/>
          <p:cNvSpPr/>
          <p:nvPr/>
        </p:nvSpPr>
        <p:spPr>
          <a:xfrm>
            <a:off x="8012193" y="2154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6" name="Freeform 5505"/>
          <p:cNvSpPr/>
          <p:nvPr/>
        </p:nvSpPr>
        <p:spPr>
          <a:xfrm>
            <a:off x="6588132" y="2149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Freeform 5506"/>
          <p:cNvSpPr/>
          <p:nvPr/>
        </p:nvSpPr>
        <p:spPr>
          <a:xfrm>
            <a:off x="7797439" y="2150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8" name="Freeform 5507"/>
          <p:cNvSpPr/>
          <p:nvPr/>
        </p:nvSpPr>
        <p:spPr>
          <a:xfrm>
            <a:off x="7242234" y="2150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Freeform 5508"/>
          <p:cNvSpPr/>
          <p:nvPr/>
        </p:nvSpPr>
        <p:spPr>
          <a:xfrm>
            <a:off x="6809194" y="2152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0" name="Freeform 5509"/>
          <p:cNvSpPr/>
          <p:nvPr/>
        </p:nvSpPr>
        <p:spPr>
          <a:xfrm>
            <a:off x="7681080" y="2156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Freeform 5510"/>
          <p:cNvSpPr/>
          <p:nvPr/>
        </p:nvSpPr>
        <p:spPr>
          <a:xfrm>
            <a:off x="7653102" y="2160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2" name="Freeform 5511"/>
          <p:cNvSpPr/>
          <p:nvPr/>
        </p:nvSpPr>
        <p:spPr>
          <a:xfrm>
            <a:off x="7553212" y="2139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Freeform 5512"/>
          <p:cNvSpPr/>
          <p:nvPr/>
        </p:nvSpPr>
        <p:spPr>
          <a:xfrm>
            <a:off x="7704880" y="2134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4" name="Freeform 5513"/>
          <p:cNvSpPr/>
          <p:nvPr/>
        </p:nvSpPr>
        <p:spPr>
          <a:xfrm>
            <a:off x="8061751" y="2147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Freeform 5514"/>
          <p:cNvSpPr/>
          <p:nvPr/>
        </p:nvSpPr>
        <p:spPr>
          <a:xfrm>
            <a:off x="7637982" y="2143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6" name="Freeform 5515"/>
          <p:cNvSpPr/>
          <p:nvPr/>
        </p:nvSpPr>
        <p:spPr>
          <a:xfrm>
            <a:off x="7306534" y="2149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7" name="Freeform 5516"/>
          <p:cNvSpPr/>
          <p:nvPr/>
        </p:nvSpPr>
        <p:spPr>
          <a:xfrm>
            <a:off x="7257061" y="214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8" name="Freeform 5517"/>
          <p:cNvSpPr/>
          <p:nvPr/>
        </p:nvSpPr>
        <p:spPr>
          <a:xfrm>
            <a:off x="6603320" y="2142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9" name="Freeform 5518"/>
          <p:cNvSpPr/>
          <p:nvPr/>
        </p:nvSpPr>
        <p:spPr>
          <a:xfrm>
            <a:off x="7921736" y="2142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0" name="Freeform 5519"/>
          <p:cNvSpPr/>
          <p:nvPr/>
        </p:nvSpPr>
        <p:spPr>
          <a:xfrm>
            <a:off x="7606126" y="2160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1" name="Freeform 5520"/>
          <p:cNvSpPr/>
          <p:nvPr/>
        </p:nvSpPr>
        <p:spPr>
          <a:xfrm>
            <a:off x="7976533" y="2145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2" name="Freeform 5521"/>
          <p:cNvSpPr/>
          <p:nvPr/>
        </p:nvSpPr>
        <p:spPr>
          <a:xfrm>
            <a:off x="7782055" y="2144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3" name="Freeform 5522"/>
          <p:cNvSpPr/>
          <p:nvPr/>
        </p:nvSpPr>
        <p:spPr>
          <a:xfrm>
            <a:off x="6639460" y="2144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4" name="Freeform 5523"/>
          <p:cNvSpPr/>
          <p:nvPr/>
        </p:nvSpPr>
        <p:spPr>
          <a:xfrm>
            <a:off x="7538389" y="2142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5" name="Freeform 5524"/>
          <p:cNvSpPr/>
          <p:nvPr/>
        </p:nvSpPr>
        <p:spPr>
          <a:xfrm>
            <a:off x="7439570" y="21568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6" name="Freeform 5525"/>
          <p:cNvSpPr/>
          <p:nvPr/>
        </p:nvSpPr>
        <p:spPr>
          <a:xfrm>
            <a:off x="7085346" y="2164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7" name="Freeform 5526"/>
          <p:cNvSpPr/>
          <p:nvPr/>
        </p:nvSpPr>
        <p:spPr>
          <a:xfrm>
            <a:off x="7331194" y="214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8" name="Freeform 5527"/>
          <p:cNvSpPr/>
          <p:nvPr/>
        </p:nvSpPr>
        <p:spPr>
          <a:xfrm>
            <a:off x="7159955" y="2156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9" name="Freeform 5528"/>
          <p:cNvSpPr/>
          <p:nvPr/>
        </p:nvSpPr>
        <p:spPr>
          <a:xfrm>
            <a:off x="7962878" y="2158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0" name="Freeform 5529"/>
          <p:cNvSpPr/>
          <p:nvPr/>
        </p:nvSpPr>
        <p:spPr>
          <a:xfrm>
            <a:off x="7830893" y="2151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1" name="Freeform 5530"/>
          <p:cNvSpPr/>
          <p:nvPr/>
        </p:nvSpPr>
        <p:spPr>
          <a:xfrm>
            <a:off x="6994671" y="2146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2" name="Freeform 5531"/>
          <p:cNvSpPr/>
          <p:nvPr/>
        </p:nvSpPr>
        <p:spPr>
          <a:xfrm>
            <a:off x="7344913" y="2129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3" name="Freeform 5532"/>
          <p:cNvSpPr/>
          <p:nvPr/>
        </p:nvSpPr>
        <p:spPr>
          <a:xfrm>
            <a:off x="7795507" y="2138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4" name="Freeform 5533"/>
          <p:cNvSpPr/>
          <p:nvPr/>
        </p:nvSpPr>
        <p:spPr>
          <a:xfrm>
            <a:off x="8073658" y="215137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5" name="Freeform 5534"/>
          <p:cNvSpPr/>
          <p:nvPr/>
        </p:nvSpPr>
        <p:spPr>
          <a:xfrm>
            <a:off x="7046388" y="2148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6" name="Freeform 5535"/>
          <p:cNvSpPr/>
          <p:nvPr/>
        </p:nvSpPr>
        <p:spPr>
          <a:xfrm>
            <a:off x="6458047" y="2145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7" name="Freeform 5536"/>
          <p:cNvSpPr/>
          <p:nvPr/>
        </p:nvSpPr>
        <p:spPr>
          <a:xfrm>
            <a:off x="7569219" y="2153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8" name="Freeform 5537"/>
          <p:cNvSpPr/>
          <p:nvPr/>
        </p:nvSpPr>
        <p:spPr>
          <a:xfrm>
            <a:off x="7598484" y="2131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9" name="Freeform 5538"/>
          <p:cNvSpPr/>
          <p:nvPr/>
        </p:nvSpPr>
        <p:spPr>
          <a:xfrm>
            <a:off x="7381813" y="21584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0" name="Freeform 5539"/>
          <p:cNvSpPr/>
          <p:nvPr/>
        </p:nvSpPr>
        <p:spPr>
          <a:xfrm>
            <a:off x="7543635" y="2146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1" name="Freeform 5540"/>
          <p:cNvSpPr/>
          <p:nvPr/>
        </p:nvSpPr>
        <p:spPr>
          <a:xfrm>
            <a:off x="8226415" y="2147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2" name="Freeform 5541"/>
          <p:cNvSpPr/>
          <p:nvPr/>
        </p:nvSpPr>
        <p:spPr>
          <a:xfrm>
            <a:off x="7144793" y="214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3" name="Freeform 5542"/>
          <p:cNvSpPr/>
          <p:nvPr/>
        </p:nvSpPr>
        <p:spPr>
          <a:xfrm>
            <a:off x="7764992" y="2148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4" name="Freeform 5543"/>
          <p:cNvSpPr/>
          <p:nvPr/>
        </p:nvSpPr>
        <p:spPr>
          <a:xfrm>
            <a:off x="7221673" y="2144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5" name="Freeform 5544"/>
          <p:cNvSpPr/>
          <p:nvPr/>
        </p:nvSpPr>
        <p:spPr>
          <a:xfrm>
            <a:off x="6587146" y="2160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6" name="Freeform 5545"/>
          <p:cNvSpPr/>
          <p:nvPr/>
        </p:nvSpPr>
        <p:spPr>
          <a:xfrm>
            <a:off x="7109091" y="2154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7" name="Freeform 5546"/>
          <p:cNvSpPr/>
          <p:nvPr/>
        </p:nvSpPr>
        <p:spPr>
          <a:xfrm>
            <a:off x="7278230" y="2156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8" name="Freeform 5547"/>
          <p:cNvSpPr/>
          <p:nvPr/>
        </p:nvSpPr>
        <p:spPr>
          <a:xfrm>
            <a:off x="7741538" y="2153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9" name="Freeform 5548"/>
          <p:cNvSpPr/>
          <p:nvPr/>
        </p:nvSpPr>
        <p:spPr>
          <a:xfrm>
            <a:off x="7718074" y="2152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0" name="Freeform 5549"/>
          <p:cNvSpPr/>
          <p:nvPr/>
        </p:nvSpPr>
        <p:spPr>
          <a:xfrm>
            <a:off x="7734107" y="2147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1" name="Freeform 5550"/>
          <p:cNvSpPr/>
          <p:nvPr/>
        </p:nvSpPr>
        <p:spPr>
          <a:xfrm>
            <a:off x="7538045" y="2146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2" name="Freeform 5551"/>
          <p:cNvSpPr/>
          <p:nvPr/>
        </p:nvSpPr>
        <p:spPr>
          <a:xfrm>
            <a:off x="7240579" y="21493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3" name="Freeform 5552"/>
          <p:cNvSpPr/>
          <p:nvPr/>
        </p:nvSpPr>
        <p:spPr>
          <a:xfrm>
            <a:off x="7231145" y="2137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4" name="Freeform 5553"/>
          <p:cNvSpPr/>
          <p:nvPr/>
        </p:nvSpPr>
        <p:spPr>
          <a:xfrm>
            <a:off x="7373806" y="2150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5" name="Freeform 5554"/>
          <p:cNvSpPr/>
          <p:nvPr/>
        </p:nvSpPr>
        <p:spPr>
          <a:xfrm>
            <a:off x="7750763" y="2153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6" name="Freeform 5555"/>
          <p:cNvSpPr/>
          <p:nvPr/>
        </p:nvSpPr>
        <p:spPr>
          <a:xfrm>
            <a:off x="7308684" y="2152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7" name="Freeform 5556"/>
          <p:cNvSpPr/>
          <p:nvPr/>
        </p:nvSpPr>
        <p:spPr>
          <a:xfrm>
            <a:off x="7805767" y="2147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8" name="Freeform 5557"/>
          <p:cNvSpPr/>
          <p:nvPr/>
        </p:nvSpPr>
        <p:spPr>
          <a:xfrm>
            <a:off x="7697148" y="2153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9" name="Freeform 5558"/>
          <p:cNvSpPr/>
          <p:nvPr/>
        </p:nvSpPr>
        <p:spPr>
          <a:xfrm>
            <a:off x="7773272" y="2158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0" name="Freeform 5559"/>
          <p:cNvSpPr/>
          <p:nvPr/>
        </p:nvSpPr>
        <p:spPr>
          <a:xfrm>
            <a:off x="6963164" y="2148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1" name="Freeform 5560"/>
          <p:cNvSpPr/>
          <p:nvPr/>
        </p:nvSpPr>
        <p:spPr>
          <a:xfrm>
            <a:off x="7746806" y="2141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2" name="Freeform 5561"/>
          <p:cNvSpPr/>
          <p:nvPr/>
        </p:nvSpPr>
        <p:spPr>
          <a:xfrm>
            <a:off x="7245896" y="2158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3" name="Freeform 5562"/>
          <p:cNvSpPr/>
          <p:nvPr/>
        </p:nvSpPr>
        <p:spPr>
          <a:xfrm>
            <a:off x="7407229" y="2141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4" name="Freeform 5563"/>
          <p:cNvSpPr/>
          <p:nvPr/>
        </p:nvSpPr>
        <p:spPr>
          <a:xfrm>
            <a:off x="7192954" y="21543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5" name="Freeform 5564"/>
          <p:cNvSpPr/>
          <p:nvPr/>
        </p:nvSpPr>
        <p:spPr>
          <a:xfrm>
            <a:off x="7679595" y="2144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6" name="Freeform 5565"/>
          <p:cNvSpPr/>
          <p:nvPr/>
        </p:nvSpPr>
        <p:spPr>
          <a:xfrm>
            <a:off x="8296121" y="2150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7" name="Freeform 5566"/>
          <p:cNvSpPr/>
          <p:nvPr/>
        </p:nvSpPr>
        <p:spPr>
          <a:xfrm>
            <a:off x="6941739" y="214231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8" name="Freeform 5567"/>
          <p:cNvSpPr/>
          <p:nvPr/>
        </p:nvSpPr>
        <p:spPr>
          <a:xfrm>
            <a:off x="6900072" y="2136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9" name="Freeform 5568"/>
          <p:cNvSpPr/>
          <p:nvPr/>
        </p:nvSpPr>
        <p:spPr>
          <a:xfrm>
            <a:off x="6764558" y="2145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0" name="Freeform 5569"/>
          <p:cNvSpPr/>
          <p:nvPr/>
        </p:nvSpPr>
        <p:spPr>
          <a:xfrm>
            <a:off x="8044374" y="216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1" name="Freeform 5570"/>
          <p:cNvSpPr/>
          <p:nvPr/>
        </p:nvSpPr>
        <p:spPr>
          <a:xfrm>
            <a:off x="7479553" y="2146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2" name="Freeform 5571"/>
          <p:cNvSpPr/>
          <p:nvPr/>
        </p:nvSpPr>
        <p:spPr>
          <a:xfrm>
            <a:off x="7881818" y="2144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3" name="Freeform 5572"/>
          <p:cNvSpPr/>
          <p:nvPr/>
        </p:nvSpPr>
        <p:spPr>
          <a:xfrm>
            <a:off x="7536972" y="2153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4" name="Freeform 5573"/>
          <p:cNvSpPr/>
          <p:nvPr/>
        </p:nvSpPr>
        <p:spPr>
          <a:xfrm>
            <a:off x="7447963" y="2161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5" name="Freeform 5574"/>
          <p:cNvSpPr/>
          <p:nvPr/>
        </p:nvSpPr>
        <p:spPr>
          <a:xfrm>
            <a:off x="7987271" y="2135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6" name="Freeform 5575"/>
          <p:cNvSpPr/>
          <p:nvPr/>
        </p:nvSpPr>
        <p:spPr>
          <a:xfrm>
            <a:off x="7207480" y="2139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7" name="Freeform 5576"/>
          <p:cNvSpPr/>
          <p:nvPr/>
        </p:nvSpPr>
        <p:spPr>
          <a:xfrm>
            <a:off x="6938362" y="2143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8" name="Freeform 5577"/>
          <p:cNvSpPr/>
          <p:nvPr/>
        </p:nvSpPr>
        <p:spPr>
          <a:xfrm>
            <a:off x="7786092" y="2147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9" name="Freeform 5578"/>
          <p:cNvSpPr/>
          <p:nvPr/>
        </p:nvSpPr>
        <p:spPr>
          <a:xfrm>
            <a:off x="7315519" y="2151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0" name="Freeform 5579"/>
          <p:cNvSpPr/>
          <p:nvPr/>
        </p:nvSpPr>
        <p:spPr>
          <a:xfrm>
            <a:off x="7809845" y="2141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1" name="Freeform 5580"/>
          <p:cNvSpPr/>
          <p:nvPr/>
        </p:nvSpPr>
        <p:spPr>
          <a:xfrm>
            <a:off x="6745128" y="2139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2" name="Freeform 5581"/>
          <p:cNvSpPr/>
          <p:nvPr/>
        </p:nvSpPr>
        <p:spPr>
          <a:xfrm>
            <a:off x="7403804" y="2141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3" name="Freeform 5582"/>
          <p:cNvSpPr/>
          <p:nvPr/>
        </p:nvSpPr>
        <p:spPr>
          <a:xfrm>
            <a:off x="7507433" y="2154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4" name="Freeform 5583"/>
          <p:cNvSpPr/>
          <p:nvPr/>
        </p:nvSpPr>
        <p:spPr>
          <a:xfrm>
            <a:off x="7010753" y="2135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5" name="Freeform 5584"/>
          <p:cNvSpPr/>
          <p:nvPr/>
        </p:nvSpPr>
        <p:spPr>
          <a:xfrm>
            <a:off x="7575301" y="2142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6" name="Freeform 5585"/>
          <p:cNvSpPr/>
          <p:nvPr/>
        </p:nvSpPr>
        <p:spPr>
          <a:xfrm>
            <a:off x="7618059" y="2160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7" name="Freeform 5586"/>
          <p:cNvSpPr/>
          <p:nvPr/>
        </p:nvSpPr>
        <p:spPr>
          <a:xfrm>
            <a:off x="7259707" y="2148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8" name="Freeform 5587"/>
          <p:cNvSpPr/>
          <p:nvPr/>
        </p:nvSpPr>
        <p:spPr>
          <a:xfrm>
            <a:off x="7663459" y="214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9" name="Freeform 5588"/>
          <p:cNvSpPr/>
          <p:nvPr/>
        </p:nvSpPr>
        <p:spPr>
          <a:xfrm>
            <a:off x="7764000" y="2146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0" name="Freeform 5589"/>
          <p:cNvSpPr/>
          <p:nvPr/>
        </p:nvSpPr>
        <p:spPr>
          <a:xfrm>
            <a:off x="8109295" y="21439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1" name="Freeform 5590"/>
          <p:cNvSpPr/>
          <p:nvPr/>
        </p:nvSpPr>
        <p:spPr>
          <a:xfrm>
            <a:off x="7328385" y="21358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2" name="Freeform 5591"/>
          <p:cNvSpPr/>
          <p:nvPr/>
        </p:nvSpPr>
        <p:spPr>
          <a:xfrm>
            <a:off x="7265222" y="2147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3" name="Freeform 5592"/>
          <p:cNvSpPr/>
          <p:nvPr/>
        </p:nvSpPr>
        <p:spPr>
          <a:xfrm>
            <a:off x="8354224" y="2147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4" name="Freeform 5593"/>
          <p:cNvSpPr/>
          <p:nvPr/>
        </p:nvSpPr>
        <p:spPr>
          <a:xfrm>
            <a:off x="6912968" y="2153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5" name="Freeform 5594"/>
          <p:cNvSpPr/>
          <p:nvPr/>
        </p:nvSpPr>
        <p:spPr>
          <a:xfrm>
            <a:off x="7588920" y="21507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6" name="Freeform 5595"/>
          <p:cNvSpPr/>
          <p:nvPr/>
        </p:nvSpPr>
        <p:spPr>
          <a:xfrm>
            <a:off x="7398699" y="215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7" name="Freeform 5596"/>
          <p:cNvSpPr/>
          <p:nvPr/>
        </p:nvSpPr>
        <p:spPr>
          <a:xfrm>
            <a:off x="7417401" y="2148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8" name="Freeform 5597"/>
          <p:cNvSpPr/>
          <p:nvPr/>
        </p:nvSpPr>
        <p:spPr>
          <a:xfrm>
            <a:off x="7565231" y="2150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9" name="Freeform 5598"/>
          <p:cNvSpPr/>
          <p:nvPr/>
        </p:nvSpPr>
        <p:spPr>
          <a:xfrm>
            <a:off x="7385603" y="21425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0" name="Freeform 5599"/>
          <p:cNvSpPr/>
          <p:nvPr/>
        </p:nvSpPr>
        <p:spPr>
          <a:xfrm>
            <a:off x="6734776" y="21423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1" name="Freeform 5600"/>
          <p:cNvSpPr/>
          <p:nvPr/>
        </p:nvSpPr>
        <p:spPr>
          <a:xfrm>
            <a:off x="6866519" y="213913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2" name="Freeform 5601"/>
          <p:cNvSpPr/>
          <p:nvPr/>
        </p:nvSpPr>
        <p:spPr>
          <a:xfrm>
            <a:off x="6720500" y="21574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3" name="Freeform 5602"/>
          <p:cNvSpPr/>
          <p:nvPr/>
        </p:nvSpPr>
        <p:spPr>
          <a:xfrm>
            <a:off x="7304095" y="21436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4" name="Freeform 5603"/>
          <p:cNvSpPr/>
          <p:nvPr/>
        </p:nvSpPr>
        <p:spPr>
          <a:xfrm>
            <a:off x="7206093" y="2153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5" name="Freeform 5604"/>
          <p:cNvSpPr/>
          <p:nvPr/>
        </p:nvSpPr>
        <p:spPr>
          <a:xfrm>
            <a:off x="6979473" y="2145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6" name="Freeform 5605"/>
          <p:cNvSpPr/>
          <p:nvPr/>
        </p:nvSpPr>
        <p:spPr>
          <a:xfrm>
            <a:off x="7334986" y="2143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7" name="Freeform 5606"/>
          <p:cNvSpPr/>
          <p:nvPr/>
        </p:nvSpPr>
        <p:spPr>
          <a:xfrm>
            <a:off x="7853430" y="2150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8" name="Freeform 5607"/>
          <p:cNvSpPr/>
          <p:nvPr/>
        </p:nvSpPr>
        <p:spPr>
          <a:xfrm>
            <a:off x="6705893" y="21432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9" name="Freeform 5608"/>
          <p:cNvSpPr/>
          <p:nvPr/>
        </p:nvSpPr>
        <p:spPr>
          <a:xfrm>
            <a:off x="7992143" y="2151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0" name="Freeform 5609"/>
          <p:cNvSpPr/>
          <p:nvPr/>
        </p:nvSpPr>
        <p:spPr>
          <a:xfrm>
            <a:off x="8089218" y="21483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1" name="Freeform 5610"/>
          <p:cNvSpPr/>
          <p:nvPr/>
        </p:nvSpPr>
        <p:spPr>
          <a:xfrm>
            <a:off x="7633815" y="2145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2" name="Freeform 5611"/>
          <p:cNvSpPr/>
          <p:nvPr/>
        </p:nvSpPr>
        <p:spPr>
          <a:xfrm>
            <a:off x="7561427" y="214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3" name="Freeform 5612"/>
          <p:cNvSpPr/>
          <p:nvPr/>
        </p:nvSpPr>
        <p:spPr>
          <a:xfrm>
            <a:off x="8017296" y="2140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4" name="Freeform 5613"/>
          <p:cNvSpPr/>
          <p:nvPr/>
        </p:nvSpPr>
        <p:spPr>
          <a:xfrm>
            <a:off x="7477702" y="21534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5" name="Freeform 5614"/>
          <p:cNvSpPr/>
          <p:nvPr/>
        </p:nvSpPr>
        <p:spPr>
          <a:xfrm>
            <a:off x="7635361" y="2130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6" name="Freeform 5615"/>
          <p:cNvSpPr/>
          <p:nvPr/>
        </p:nvSpPr>
        <p:spPr>
          <a:xfrm>
            <a:off x="7789066" y="2155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7" name="Freeform 5616"/>
          <p:cNvSpPr/>
          <p:nvPr/>
        </p:nvSpPr>
        <p:spPr>
          <a:xfrm>
            <a:off x="7700907" y="2154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8" name="Freeform 5617"/>
          <p:cNvSpPr/>
          <p:nvPr/>
        </p:nvSpPr>
        <p:spPr>
          <a:xfrm>
            <a:off x="8225969" y="2146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9" name="Freeform 5618"/>
          <p:cNvSpPr/>
          <p:nvPr/>
        </p:nvSpPr>
        <p:spPr>
          <a:xfrm>
            <a:off x="7561887" y="215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0" name="Freeform 5619"/>
          <p:cNvSpPr/>
          <p:nvPr/>
        </p:nvSpPr>
        <p:spPr>
          <a:xfrm>
            <a:off x="6602955" y="2152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1" name="Freeform 5620"/>
          <p:cNvSpPr/>
          <p:nvPr/>
        </p:nvSpPr>
        <p:spPr>
          <a:xfrm>
            <a:off x="6931845" y="2145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2" name="Freeform 5621"/>
          <p:cNvSpPr/>
          <p:nvPr/>
        </p:nvSpPr>
        <p:spPr>
          <a:xfrm>
            <a:off x="7038483" y="2147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3" name="Freeform 5622"/>
          <p:cNvSpPr/>
          <p:nvPr/>
        </p:nvSpPr>
        <p:spPr>
          <a:xfrm>
            <a:off x="8146353" y="214001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4" name="Freeform 5623"/>
          <p:cNvSpPr/>
          <p:nvPr/>
        </p:nvSpPr>
        <p:spPr>
          <a:xfrm>
            <a:off x="8184369" y="213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5" name="Freeform 5624"/>
          <p:cNvSpPr/>
          <p:nvPr/>
        </p:nvSpPr>
        <p:spPr>
          <a:xfrm>
            <a:off x="7090844" y="214782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6" name="Freeform 5625"/>
          <p:cNvSpPr/>
          <p:nvPr/>
        </p:nvSpPr>
        <p:spPr>
          <a:xfrm>
            <a:off x="7724957" y="214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7" name="Freeform 5626"/>
          <p:cNvSpPr/>
          <p:nvPr/>
        </p:nvSpPr>
        <p:spPr>
          <a:xfrm>
            <a:off x="7241949" y="2160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8" name="Freeform 5627"/>
          <p:cNvSpPr/>
          <p:nvPr/>
        </p:nvSpPr>
        <p:spPr>
          <a:xfrm>
            <a:off x="7656629" y="2147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9" name="Freeform 5628"/>
          <p:cNvSpPr/>
          <p:nvPr/>
        </p:nvSpPr>
        <p:spPr>
          <a:xfrm>
            <a:off x="7079133" y="2159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0" name="Freeform 5629"/>
          <p:cNvSpPr/>
          <p:nvPr/>
        </p:nvSpPr>
        <p:spPr>
          <a:xfrm>
            <a:off x="7368388" y="2148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1" name="Freeform 5630"/>
          <p:cNvSpPr/>
          <p:nvPr/>
        </p:nvSpPr>
        <p:spPr>
          <a:xfrm>
            <a:off x="6798157" y="2136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2" name="Freeform 5631"/>
          <p:cNvSpPr/>
          <p:nvPr/>
        </p:nvSpPr>
        <p:spPr>
          <a:xfrm>
            <a:off x="7266662" y="2148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3" name="Freeform 5632"/>
          <p:cNvSpPr/>
          <p:nvPr/>
        </p:nvSpPr>
        <p:spPr>
          <a:xfrm>
            <a:off x="7427916" y="2139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4" name="Freeform 5633"/>
          <p:cNvSpPr/>
          <p:nvPr/>
        </p:nvSpPr>
        <p:spPr>
          <a:xfrm>
            <a:off x="7312147" y="2135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5" name="Freeform 5634"/>
          <p:cNvSpPr/>
          <p:nvPr/>
        </p:nvSpPr>
        <p:spPr>
          <a:xfrm>
            <a:off x="7417221" y="2132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6" name="Freeform 5635"/>
          <p:cNvSpPr/>
          <p:nvPr/>
        </p:nvSpPr>
        <p:spPr>
          <a:xfrm>
            <a:off x="6526433" y="2145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7" name="Freeform 5636"/>
          <p:cNvSpPr/>
          <p:nvPr/>
        </p:nvSpPr>
        <p:spPr>
          <a:xfrm>
            <a:off x="8226159" y="2150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8" name="Freeform 5637"/>
          <p:cNvSpPr/>
          <p:nvPr/>
        </p:nvSpPr>
        <p:spPr>
          <a:xfrm>
            <a:off x="7634399" y="21520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9" name="Freeform 5638"/>
          <p:cNvSpPr/>
          <p:nvPr/>
        </p:nvSpPr>
        <p:spPr>
          <a:xfrm>
            <a:off x="7060939" y="2140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0" name="Freeform 5639"/>
          <p:cNvSpPr/>
          <p:nvPr/>
        </p:nvSpPr>
        <p:spPr>
          <a:xfrm>
            <a:off x="7825990" y="21493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1" name="Freeform 5640"/>
          <p:cNvSpPr/>
          <p:nvPr/>
        </p:nvSpPr>
        <p:spPr>
          <a:xfrm>
            <a:off x="7078810" y="21312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2" name="Freeform 5641"/>
          <p:cNvSpPr/>
          <p:nvPr/>
        </p:nvSpPr>
        <p:spPr>
          <a:xfrm>
            <a:off x="7435746" y="2150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3" name="Freeform 5642"/>
          <p:cNvSpPr/>
          <p:nvPr/>
        </p:nvSpPr>
        <p:spPr>
          <a:xfrm>
            <a:off x="7697247" y="2165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4" name="Freeform 5643"/>
          <p:cNvSpPr/>
          <p:nvPr/>
        </p:nvSpPr>
        <p:spPr>
          <a:xfrm>
            <a:off x="7287185" y="21400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5" name="Freeform 5644"/>
          <p:cNvSpPr/>
          <p:nvPr/>
        </p:nvSpPr>
        <p:spPr>
          <a:xfrm>
            <a:off x="7125200" y="2137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6" name="Freeform 5645"/>
          <p:cNvSpPr/>
          <p:nvPr/>
        </p:nvSpPr>
        <p:spPr>
          <a:xfrm>
            <a:off x="7738107" y="21477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7" name="Freeform 5646"/>
          <p:cNvSpPr/>
          <p:nvPr/>
        </p:nvSpPr>
        <p:spPr>
          <a:xfrm>
            <a:off x="7316019" y="2144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8" name="Freeform 5647"/>
          <p:cNvSpPr/>
          <p:nvPr/>
        </p:nvSpPr>
        <p:spPr>
          <a:xfrm>
            <a:off x="7282473" y="2148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9" name="Freeform 5648"/>
          <p:cNvSpPr/>
          <p:nvPr/>
        </p:nvSpPr>
        <p:spPr>
          <a:xfrm>
            <a:off x="6815515" y="2142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0" name="Freeform 5649"/>
          <p:cNvSpPr/>
          <p:nvPr/>
        </p:nvSpPr>
        <p:spPr>
          <a:xfrm>
            <a:off x="6236505" y="2155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1" name="Freeform 5650"/>
          <p:cNvSpPr/>
          <p:nvPr/>
        </p:nvSpPr>
        <p:spPr>
          <a:xfrm>
            <a:off x="7674026" y="2153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2" name="Freeform 5651"/>
          <p:cNvSpPr/>
          <p:nvPr/>
        </p:nvSpPr>
        <p:spPr>
          <a:xfrm>
            <a:off x="7832644" y="2153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3" name="Freeform 5652"/>
          <p:cNvSpPr/>
          <p:nvPr/>
        </p:nvSpPr>
        <p:spPr>
          <a:xfrm>
            <a:off x="6671389" y="2151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4" name="Freeform 5653"/>
          <p:cNvSpPr/>
          <p:nvPr/>
        </p:nvSpPr>
        <p:spPr>
          <a:xfrm>
            <a:off x="7244377" y="214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5" name="Freeform 5654"/>
          <p:cNvSpPr/>
          <p:nvPr/>
        </p:nvSpPr>
        <p:spPr>
          <a:xfrm>
            <a:off x="6661914" y="2140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6" name="Freeform 5655"/>
          <p:cNvSpPr/>
          <p:nvPr/>
        </p:nvSpPr>
        <p:spPr>
          <a:xfrm>
            <a:off x="7613439" y="2153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7" name="Freeform 5656"/>
          <p:cNvSpPr/>
          <p:nvPr/>
        </p:nvSpPr>
        <p:spPr>
          <a:xfrm>
            <a:off x="7443129" y="2154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8" name="Freeform 5657"/>
          <p:cNvSpPr/>
          <p:nvPr/>
        </p:nvSpPr>
        <p:spPr>
          <a:xfrm>
            <a:off x="7930957" y="2155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9" name="Freeform 5658"/>
          <p:cNvSpPr/>
          <p:nvPr/>
        </p:nvSpPr>
        <p:spPr>
          <a:xfrm>
            <a:off x="7109577" y="2145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0" name="Freeform 5659"/>
          <p:cNvSpPr/>
          <p:nvPr/>
        </p:nvSpPr>
        <p:spPr>
          <a:xfrm>
            <a:off x="7723287" y="21461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1" name="Freeform 5660"/>
          <p:cNvSpPr/>
          <p:nvPr/>
        </p:nvSpPr>
        <p:spPr>
          <a:xfrm>
            <a:off x="7224325" y="2150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2" name="Freeform 5661"/>
          <p:cNvSpPr/>
          <p:nvPr/>
        </p:nvSpPr>
        <p:spPr>
          <a:xfrm>
            <a:off x="7279785" y="21524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3" name="Freeform 5662"/>
          <p:cNvSpPr/>
          <p:nvPr/>
        </p:nvSpPr>
        <p:spPr>
          <a:xfrm>
            <a:off x="8277653" y="2155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4" name="Freeform 5663"/>
          <p:cNvSpPr/>
          <p:nvPr/>
        </p:nvSpPr>
        <p:spPr>
          <a:xfrm>
            <a:off x="7828287" y="2151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5" name="Freeform 5664"/>
          <p:cNvSpPr/>
          <p:nvPr/>
        </p:nvSpPr>
        <p:spPr>
          <a:xfrm>
            <a:off x="8038524" y="2155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6" name="Freeform 5665"/>
          <p:cNvSpPr/>
          <p:nvPr/>
        </p:nvSpPr>
        <p:spPr>
          <a:xfrm>
            <a:off x="7708677" y="2158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7" name="Freeform 5666"/>
          <p:cNvSpPr/>
          <p:nvPr/>
        </p:nvSpPr>
        <p:spPr>
          <a:xfrm>
            <a:off x="7728194" y="2151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8" name="Freeform 5667"/>
          <p:cNvSpPr/>
          <p:nvPr/>
        </p:nvSpPr>
        <p:spPr>
          <a:xfrm>
            <a:off x="6792587" y="215043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9" name="Freeform 5668"/>
          <p:cNvSpPr/>
          <p:nvPr/>
        </p:nvSpPr>
        <p:spPr>
          <a:xfrm>
            <a:off x="7148758" y="215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0" name="Freeform 5669"/>
          <p:cNvSpPr/>
          <p:nvPr/>
        </p:nvSpPr>
        <p:spPr>
          <a:xfrm>
            <a:off x="7156467" y="215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1" name="Freeform 5670"/>
          <p:cNvSpPr/>
          <p:nvPr/>
        </p:nvSpPr>
        <p:spPr>
          <a:xfrm>
            <a:off x="7383693" y="2135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2" name="Freeform 5671"/>
          <p:cNvSpPr/>
          <p:nvPr/>
        </p:nvSpPr>
        <p:spPr>
          <a:xfrm>
            <a:off x="8091822" y="2149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3" name="Freeform 5672"/>
          <p:cNvSpPr/>
          <p:nvPr/>
        </p:nvSpPr>
        <p:spPr>
          <a:xfrm>
            <a:off x="7179156" y="2149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4" name="Freeform 5673"/>
          <p:cNvSpPr/>
          <p:nvPr/>
        </p:nvSpPr>
        <p:spPr>
          <a:xfrm>
            <a:off x="7676017" y="214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5" name="Freeform 5674"/>
          <p:cNvSpPr/>
          <p:nvPr/>
        </p:nvSpPr>
        <p:spPr>
          <a:xfrm>
            <a:off x="7870286" y="2160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6" name="Freeform 5675"/>
          <p:cNvSpPr/>
          <p:nvPr/>
        </p:nvSpPr>
        <p:spPr>
          <a:xfrm>
            <a:off x="7393349" y="21601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7" name="Freeform 5676"/>
          <p:cNvSpPr/>
          <p:nvPr/>
        </p:nvSpPr>
        <p:spPr>
          <a:xfrm>
            <a:off x="6599147" y="2148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8" name="Freeform 5677"/>
          <p:cNvSpPr/>
          <p:nvPr/>
        </p:nvSpPr>
        <p:spPr>
          <a:xfrm>
            <a:off x="6959115" y="2149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9" name="Freeform 5678"/>
          <p:cNvSpPr/>
          <p:nvPr/>
        </p:nvSpPr>
        <p:spPr>
          <a:xfrm>
            <a:off x="7693251" y="2147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0" name="Freeform 5679"/>
          <p:cNvSpPr/>
          <p:nvPr/>
        </p:nvSpPr>
        <p:spPr>
          <a:xfrm>
            <a:off x="7744009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1" name="Freeform 5680"/>
          <p:cNvSpPr/>
          <p:nvPr/>
        </p:nvSpPr>
        <p:spPr>
          <a:xfrm>
            <a:off x="8439134" y="214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2" name="Freeform 5681"/>
          <p:cNvSpPr/>
          <p:nvPr/>
        </p:nvSpPr>
        <p:spPr>
          <a:xfrm>
            <a:off x="6819566" y="2169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3" name="Freeform 5682"/>
          <p:cNvSpPr/>
          <p:nvPr/>
        </p:nvSpPr>
        <p:spPr>
          <a:xfrm>
            <a:off x="7172224" y="2144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4" name="Freeform 5683"/>
          <p:cNvSpPr/>
          <p:nvPr/>
        </p:nvSpPr>
        <p:spPr>
          <a:xfrm>
            <a:off x="7799195" y="2137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5" name="Freeform 5684"/>
          <p:cNvSpPr/>
          <p:nvPr/>
        </p:nvSpPr>
        <p:spPr>
          <a:xfrm>
            <a:off x="7263190" y="2135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6" name="Freeform 5685"/>
          <p:cNvSpPr/>
          <p:nvPr/>
        </p:nvSpPr>
        <p:spPr>
          <a:xfrm>
            <a:off x="7922672" y="2150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7" name="Freeform 5686"/>
          <p:cNvSpPr/>
          <p:nvPr/>
        </p:nvSpPr>
        <p:spPr>
          <a:xfrm>
            <a:off x="7753201" y="2144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8" name="Freeform 5687"/>
          <p:cNvSpPr/>
          <p:nvPr/>
        </p:nvSpPr>
        <p:spPr>
          <a:xfrm>
            <a:off x="7453127" y="2151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9" name="Freeform 5688"/>
          <p:cNvSpPr/>
          <p:nvPr/>
        </p:nvSpPr>
        <p:spPr>
          <a:xfrm>
            <a:off x="7438789" y="214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0" name="Freeform 5689"/>
          <p:cNvSpPr/>
          <p:nvPr/>
        </p:nvSpPr>
        <p:spPr>
          <a:xfrm>
            <a:off x="7185660" y="2154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1" name="Freeform 5690"/>
          <p:cNvSpPr/>
          <p:nvPr/>
        </p:nvSpPr>
        <p:spPr>
          <a:xfrm>
            <a:off x="7149817" y="2141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2" name="Freeform 5691"/>
          <p:cNvSpPr/>
          <p:nvPr/>
        </p:nvSpPr>
        <p:spPr>
          <a:xfrm>
            <a:off x="7661784" y="2151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3" name="Freeform 5692"/>
          <p:cNvSpPr/>
          <p:nvPr/>
        </p:nvSpPr>
        <p:spPr>
          <a:xfrm>
            <a:off x="7509671" y="2146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4" name="Freeform 5693"/>
          <p:cNvSpPr/>
          <p:nvPr/>
        </p:nvSpPr>
        <p:spPr>
          <a:xfrm>
            <a:off x="8166359" y="21565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5" name="Freeform 5694"/>
          <p:cNvSpPr/>
          <p:nvPr/>
        </p:nvSpPr>
        <p:spPr>
          <a:xfrm>
            <a:off x="7375223" y="2147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6" name="Freeform 5695"/>
          <p:cNvSpPr/>
          <p:nvPr/>
        </p:nvSpPr>
        <p:spPr>
          <a:xfrm>
            <a:off x="8030216" y="2154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7" name="Freeform 5696"/>
          <p:cNvSpPr/>
          <p:nvPr/>
        </p:nvSpPr>
        <p:spPr>
          <a:xfrm>
            <a:off x="6917507" y="2153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8" name="Freeform 5697"/>
          <p:cNvSpPr/>
          <p:nvPr/>
        </p:nvSpPr>
        <p:spPr>
          <a:xfrm>
            <a:off x="6347145" y="216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9" name="Freeform 5698"/>
          <p:cNvSpPr/>
          <p:nvPr/>
        </p:nvSpPr>
        <p:spPr>
          <a:xfrm>
            <a:off x="8154069" y="2151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0" name="Freeform 5699"/>
          <p:cNvSpPr/>
          <p:nvPr/>
        </p:nvSpPr>
        <p:spPr>
          <a:xfrm>
            <a:off x="7185157" y="215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1" name="Freeform 5700"/>
          <p:cNvSpPr/>
          <p:nvPr/>
        </p:nvSpPr>
        <p:spPr>
          <a:xfrm>
            <a:off x="7679169" y="2142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2" name="Freeform 5701"/>
          <p:cNvSpPr/>
          <p:nvPr/>
        </p:nvSpPr>
        <p:spPr>
          <a:xfrm>
            <a:off x="7603276" y="2150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3" name="Freeform 5702"/>
          <p:cNvSpPr/>
          <p:nvPr/>
        </p:nvSpPr>
        <p:spPr>
          <a:xfrm>
            <a:off x="6922388" y="2150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4" name="Freeform 5703"/>
          <p:cNvSpPr/>
          <p:nvPr/>
        </p:nvSpPr>
        <p:spPr>
          <a:xfrm>
            <a:off x="8246769" y="2151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5" name="Freeform 5704"/>
          <p:cNvSpPr/>
          <p:nvPr/>
        </p:nvSpPr>
        <p:spPr>
          <a:xfrm>
            <a:off x="7641304" y="2149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6" name="Freeform 5705"/>
          <p:cNvSpPr/>
          <p:nvPr/>
        </p:nvSpPr>
        <p:spPr>
          <a:xfrm>
            <a:off x="7759151" y="2138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7" name="Freeform 5706"/>
          <p:cNvSpPr/>
          <p:nvPr/>
        </p:nvSpPr>
        <p:spPr>
          <a:xfrm>
            <a:off x="7588968" y="2143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8" name="Freeform 5707"/>
          <p:cNvSpPr/>
          <p:nvPr/>
        </p:nvSpPr>
        <p:spPr>
          <a:xfrm>
            <a:off x="7403216" y="2156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9" name="Freeform 5708"/>
          <p:cNvSpPr/>
          <p:nvPr/>
        </p:nvSpPr>
        <p:spPr>
          <a:xfrm>
            <a:off x="7163052" y="2143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0" name="Freeform 5709"/>
          <p:cNvSpPr/>
          <p:nvPr/>
        </p:nvSpPr>
        <p:spPr>
          <a:xfrm>
            <a:off x="6835587" y="2153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1" name="Freeform 5710"/>
          <p:cNvSpPr/>
          <p:nvPr/>
        </p:nvSpPr>
        <p:spPr>
          <a:xfrm>
            <a:off x="6982452" y="2149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2" name="Freeform 5711"/>
          <p:cNvSpPr/>
          <p:nvPr/>
        </p:nvSpPr>
        <p:spPr>
          <a:xfrm>
            <a:off x="7505612" y="2142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3" name="Freeform 5712"/>
          <p:cNvSpPr/>
          <p:nvPr/>
        </p:nvSpPr>
        <p:spPr>
          <a:xfrm>
            <a:off x="7740727" y="2150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4" name="Freeform 5713"/>
          <p:cNvSpPr/>
          <p:nvPr/>
        </p:nvSpPr>
        <p:spPr>
          <a:xfrm>
            <a:off x="6746593" y="2145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5" name="Freeform 5714"/>
          <p:cNvSpPr/>
          <p:nvPr/>
        </p:nvSpPr>
        <p:spPr>
          <a:xfrm>
            <a:off x="6645920" y="215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6" name="Freeform 5715"/>
          <p:cNvSpPr/>
          <p:nvPr/>
        </p:nvSpPr>
        <p:spPr>
          <a:xfrm>
            <a:off x="8671000" y="2167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7" name="Freeform 5716"/>
          <p:cNvSpPr/>
          <p:nvPr/>
        </p:nvSpPr>
        <p:spPr>
          <a:xfrm>
            <a:off x="7500133" y="21535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8" name="Freeform 5717"/>
          <p:cNvSpPr/>
          <p:nvPr/>
        </p:nvSpPr>
        <p:spPr>
          <a:xfrm>
            <a:off x="7980610" y="215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9" name="Freeform 5718"/>
          <p:cNvSpPr/>
          <p:nvPr/>
        </p:nvSpPr>
        <p:spPr>
          <a:xfrm>
            <a:off x="7160260" y="2156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0" name="Freeform 5719"/>
          <p:cNvSpPr/>
          <p:nvPr/>
        </p:nvSpPr>
        <p:spPr>
          <a:xfrm>
            <a:off x="7620856" y="2157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1" name="Freeform 5720"/>
          <p:cNvSpPr/>
          <p:nvPr/>
        </p:nvSpPr>
        <p:spPr>
          <a:xfrm>
            <a:off x="7000170" y="2153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2" name="Freeform 5721"/>
          <p:cNvSpPr/>
          <p:nvPr/>
        </p:nvSpPr>
        <p:spPr>
          <a:xfrm>
            <a:off x="6554517" y="2162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3" name="Freeform 5722"/>
          <p:cNvSpPr/>
          <p:nvPr/>
        </p:nvSpPr>
        <p:spPr>
          <a:xfrm>
            <a:off x="7626541" y="21266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4" name="Freeform 5723"/>
          <p:cNvSpPr/>
          <p:nvPr/>
        </p:nvSpPr>
        <p:spPr>
          <a:xfrm>
            <a:off x="7177500" y="2141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5" name="Freeform 5724"/>
          <p:cNvSpPr/>
          <p:nvPr/>
        </p:nvSpPr>
        <p:spPr>
          <a:xfrm>
            <a:off x="7414165" y="21514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6" name="Freeform 5725"/>
          <p:cNvSpPr/>
          <p:nvPr/>
        </p:nvSpPr>
        <p:spPr>
          <a:xfrm>
            <a:off x="6650192" y="2139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7" name="Freeform 5726"/>
          <p:cNvSpPr/>
          <p:nvPr/>
        </p:nvSpPr>
        <p:spPr>
          <a:xfrm>
            <a:off x="7168581" y="2163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8" name="Freeform 5727"/>
          <p:cNvSpPr/>
          <p:nvPr/>
        </p:nvSpPr>
        <p:spPr>
          <a:xfrm>
            <a:off x="7268008" y="2161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9" name="Freeform 5728"/>
          <p:cNvSpPr/>
          <p:nvPr/>
        </p:nvSpPr>
        <p:spPr>
          <a:xfrm>
            <a:off x="7187679" y="2136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0" name="Freeform 5729"/>
          <p:cNvSpPr/>
          <p:nvPr/>
        </p:nvSpPr>
        <p:spPr>
          <a:xfrm>
            <a:off x="8047678" y="2153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1" name="Freeform 5730"/>
          <p:cNvSpPr/>
          <p:nvPr/>
        </p:nvSpPr>
        <p:spPr>
          <a:xfrm>
            <a:off x="7971737" y="2153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2" name="Freeform 5731"/>
          <p:cNvSpPr/>
          <p:nvPr/>
        </p:nvSpPr>
        <p:spPr>
          <a:xfrm>
            <a:off x="6548679" y="21316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3" name="Freeform 5732"/>
          <p:cNvSpPr/>
          <p:nvPr/>
        </p:nvSpPr>
        <p:spPr>
          <a:xfrm>
            <a:off x="7760511" y="2156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4" name="Freeform 5733"/>
          <p:cNvSpPr/>
          <p:nvPr/>
        </p:nvSpPr>
        <p:spPr>
          <a:xfrm>
            <a:off x="6851928" y="214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5" name="Freeform 5734"/>
          <p:cNvSpPr/>
          <p:nvPr/>
        </p:nvSpPr>
        <p:spPr>
          <a:xfrm>
            <a:off x="7059118" y="2159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6" name="Freeform 5735"/>
          <p:cNvSpPr/>
          <p:nvPr/>
        </p:nvSpPr>
        <p:spPr>
          <a:xfrm>
            <a:off x="7093974" y="215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7" name="Freeform 5736"/>
          <p:cNvSpPr/>
          <p:nvPr/>
        </p:nvSpPr>
        <p:spPr>
          <a:xfrm>
            <a:off x="8817610" y="214916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8" name="Freeform 5737"/>
          <p:cNvSpPr/>
          <p:nvPr/>
        </p:nvSpPr>
        <p:spPr>
          <a:xfrm>
            <a:off x="7191833" y="2158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9" name="Freeform 5738"/>
          <p:cNvSpPr/>
          <p:nvPr/>
        </p:nvSpPr>
        <p:spPr>
          <a:xfrm>
            <a:off x="7646594" y="2148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0" name="Freeform 5739"/>
          <p:cNvSpPr/>
          <p:nvPr/>
        </p:nvSpPr>
        <p:spPr>
          <a:xfrm>
            <a:off x="7313707" y="2150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1" name="Freeform 5740"/>
          <p:cNvSpPr/>
          <p:nvPr/>
        </p:nvSpPr>
        <p:spPr>
          <a:xfrm>
            <a:off x="7933815" y="215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2" name="Freeform 5741"/>
          <p:cNvSpPr/>
          <p:nvPr/>
        </p:nvSpPr>
        <p:spPr>
          <a:xfrm>
            <a:off x="7759289" y="2144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3" name="Freeform 5742"/>
          <p:cNvSpPr/>
          <p:nvPr/>
        </p:nvSpPr>
        <p:spPr>
          <a:xfrm>
            <a:off x="7416593" y="2138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4" name="Freeform 5743"/>
          <p:cNvSpPr/>
          <p:nvPr/>
        </p:nvSpPr>
        <p:spPr>
          <a:xfrm>
            <a:off x="7932849" y="2166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5" name="Freeform 5744"/>
          <p:cNvSpPr/>
          <p:nvPr/>
        </p:nvSpPr>
        <p:spPr>
          <a:xfrm>
            <a:off x="7509919" y="2156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6" name="Freeform 5745"/>
          <p:cNvSpPr/>
          <p:nvPr/>
        </p:nvSpPr>
        <p:spPr>
          <a:xfrm>
            <a:off x="7682099" y="2157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7" name="Freeform 5746"/>
          <p:cNvSpPr/>
          <p:nvPr/>
        </p:nvSpPr>
        <p:spPr>
          <a:xfrm>
            <a:off x="8226828" y="2150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8" name="Freeform 5747"/>
          <p:cNvSpPr/>
          <p:nvPr/>
        </p:nvSpPr>
        <p:spPr>
          <a:xfrm>
            <a:off x="7267741" y="2148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9" name="Freeform 5748"/>
          <p:cNvSpPr/>
          <p:nvPr/>
        </p:nvSpPr>
        <p:spPr>
          <a:xfrm>
            <a:off x="8015900" y="2141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0" name="Freeform 5749"/>
          <p:cNvSpPr/>
          <p:nvPr/>
        </p:nvSpPr>
        <p:spPr>
          <a:xfrm>
            <a:off x="7588427" y="2149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1" name="Freeform 5750"/>
          <p:cNvSpPr/>
          <p:nvPr/>
        </p:nvSpPr>
        <p:spPr>
          <a:xfrm>
            <a:off x="7424057" y="2141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2" name="Freeform 5751"/>
          <p:cNvSpPr/>
          <p:nvPr/>
        </p:nvSpPr>
        <p:spPr>
          <a:xfrm>
            <a:off x="7645688" y="2149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3" name="Freeform 5752"/>
          <p:cNvSpPr/>
          <p:nvPr/>
        </p:nvSpPr>
        <p:spPr>
          <a:xfrm>
            <a:off x="6806466" y="215461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4" name="Freeform 5753"/>
          <p:cNvSpPr/>
          <p:nvPr/>
        </p:nvSpPr>
        <p:spPr>
          <a:xfrm>
            <a:off x="7198084" y="216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5" name="Freeform 5754"/>
          <p:cNvSpPr/>
          <p:nvPr/>
        </p:nvSpPr>
        <p:spPr>
          <a:xfrm>
            <a:off x="7809961" y="216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6" name="Freeform 5755"/>
          <p:cNvSpPr/>
          <p:nvPr/>
        </p:nvSpPr>
        <p:spPr>
          <a:xfrm>
            <a:off x="7438169" y="2131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7" name="Freeform 5756"/>
          <p:cNvSpPr/>
          <p:nvPr/>
        </p:nvSpPr>
        <p:spPr>
          <a:xfrm>
            <a:off x="7179019" y="2157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8" name="Freeform 5757"/>
          <p:cNvSpPr/>
          <p:nvPr/>
        </p:nvSpPr>
        <p:spPr>
          <a:xfrm>
            <a:off x="7270382" y="2148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9" name="Freeform 5758"/>
          <p:cNvSpPr/>
          <p:nvPr/>
        </p:nvSpPr>
        <p:spPr>
          <a:xfrm>
            <a:off x="7904852" y="2168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0" name="Freeform 5759"/>
          <p:cNvSpPr/>
          <p:nvPr/>
        </p:nvSpPr>
        <p:spPr>
          <a:xfrm>
            <a:off x="7374020" y="2149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1" name="Freeform 5760"/>
          <p:cNvSpPr/>
          <p:nvPr/>
        </p:nvSpPr>
        <p:spPr>
          <a:xfrm>
            <a:off x="7327996" y="2165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2" name="Freeform 5761"/>
          <p:cNvSpPr/>
          <p:nvPr/>
        </p:nvSpPr>
        <p:spPr>
          <a:xfrm>
            <a:off x="7487602" y="2150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3" name="Freeform 5762"/>
          <p:cNvSpPr/>
          <p:nvPr/>
        </p:nvSpPr>
        <p:spPr>
          <a:xfrm>
            <a:off x="7464982" y="21545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4" name="Freeform 5763"/>
          <p:cNvSpPr/>
          <p:nvPr/>
        </p:nvSpPr>
        <p:spPr>
          <a:xfrm>
            <a:off x="7308953" y="2148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5" name="Freeform 5764"/>
          <p:cNvSpPr/>
          <p:nvPr/>
        </p:nvSpPr>
        <p:spPr>
          <a:xfrm>
            <a:off x="7930327" y="21280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6" name="Freeform 5765"/>
          <p:cNvSpPr/>
          <p:nvPr/>
        </p:nvSpPr>
        <p:spPr>
          <a:xfrm>
            <a:off x="7873773" y="213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7" name="Freeform 5766"/>
          <p:cNvSpPr/>
          <p:nvPr/>
        </p:nvSpPr>
        <p:spPr>
          <a:xfrm>
            <a:off x="6079645" y="2163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8" name="Freeform 5767"/>
          <p:cNvSpPr/>
          <p:nvPr/>
        </p:nvSpPr>
        <p:spPr>
          <a:xfrm>
            <a:off x="6755344" y="21385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9" name="Freeform 5768"/>
          <p:cNvSpPr/>
          <p:nvPr/>
        </p:nvSpPr>
        <p:spPr>
          <a:xfrm>
            <a:off x="7920628" y="2159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0" name="Freeform 5769"/>
          <p:cNvSpPr/>
          <p:nvPr/>
        </p:nvSpPr>
        <p:spPr>
          <a:xfrm>
            <a:off x="8285742" y="2145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1" name="Freeform 5770"/>
          <p:cNvSpPr/>
          <p:nvPr/>
        </p:nvSpPr>
        <p:spPr>
          <a:xfrm>
            <a:off x="7547975" y="21447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2" name="Freeform 5771"/>
          <p:cNvSpPr/>
          <p:nvPr/>
        </p:nvSpPr>
        <p:spPr>
          <a:xfrm>
            <a:off x="7680530" y="214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3" name="Freeform 5772"/>
          <p:cNvSpPr/>
          <p:nvPr/>
        </p:nvSpPr>
        <p:spPr>
          <a:xfrm>
            <a:off x="7304745" y="2140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4" name="Freeform 5773"/>
          <p:cNvSpPr/>
          <p:nvPr/>
        </p:nvSpPr>
        <p:spPr>
          <a:xfrm>
            <a:off x="7202982" y="2141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5" name="Freeform 5774"/>
          <p:cNvSpPr/>
          <p:nvPr/>
        </p:nvSpPr>
        <p:spPr>
          <a:xfrm>
            <a:off x="7771563" y="2136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6" name="Freeform 5775"/>
          <p:cNvSpPr/>
          <p:nvPr/>
        </p:nvSpPr>
        <p:spPr>
          <a:xfrm>
            <a:off x="7306605" y="2154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7" name="Freeform 5776"/>
          <p:cNvSpPr/>
          <p:nvPr/>
        </p:nvSpPr>
        <p:spPr>
          <a:xfrm>
            <a:off x="6482960" y="2144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8" name="Freeform 5777"/>
          <p:cNvSpPr/>
          <p:nvPr/>
        </p:nvSpPr>
        <p:spPr>
          <a:xfrm>
            <a:off x="6766611" y="215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9" name="Freeform 5778"/>
          <p:cNvSpPr/>
          <p:nvPr/>
        </p:nvSpPr>
        <p:spPr>
          <a:xfrm>
            <a:off x="7373795" y="2157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0" name="Freeform 5779"/>
          <p:cNvSpPr/>
          <p:nvPr/>
        </p:nvSpPr>
        <p:spPr>
          <a:xfrm>
            <a:off x="7395105" y="215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1" name="Freeform 5780"/>
          <p:cNvSpPr/>
          <p:nvPr/>
        </p:nvSpPr>
        <p:spPr>
          <a:xfrm>
            <a:off x="7056684" y="2162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2" name="Freeform 5781"/>
          <p:cNvSpPr/>
          <p:nvPr/>
        </p:nvSpPr>
        <p:spPr>
          <a:xfrm>
            <a:off x="7194648" y="2158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3" name="Freeform 5782"/>
          <p:cNvSpPr/>
          <p:nvPr/>
        </p:nvSpPr>
        <p:spPr>
          <a:xfrm>
            <a:off x="6748625" y="2158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4" name="Freeform 5783"/>
          <p:cNvSpPr/>
          <p:nvPr/>
        </p:nvSpPr>
        <p:spPr>
          <a:xfrm>
            <a:off x="6741554" y="2168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5" name="Freeform 5784"/>
          <p:cNvSpPr/>
          <p:nvPr/>
        </p:nvSpPr>
        <p:spPr>
          <a:xfrm>
            <a:off x="6406851" y="2151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6" name="Freeform 5785"/>
          <p:cNvSpPr/>
          <p:nvPr/>
        </p:nvSpPr>
        <p:spPr>
          <a:xfrm>
            <a:off x="7228534" y="2164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7" name="Freeform 5786"/>
          <p:cNvSpPr/>
          <p:nvPr/>
        </p:nvSpPr>
        <p:spPr>
          <a:xfrm>
            <a:off x="7650625" y="2157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8" name="Freeform 5787"/>
          <p:cNvSpPr/>
          <p:nvPr/>
        </p:nvSpPr>
        <p:spPr>
          <a:xfrm>
            <a:off x="7589431" y="2144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9" name="Freeform 5788"/>
          <p:cNvSpPr/>
          <p:nvPr/>
        </p:nvSpPr>
        <p:spPr>
          <a:xfrm>
            <a:off x="7734411" y="21449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0" name="Freeform 5789"/>
          <p:cNvSpPr/>
          <p:nvPr/>
        </p:nvSpPr>
        <p:spPr>
          <a:xfrm>
            <a:off x="6823626" y="2145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1" name="Freeform 5790"/>
          <p:cNvSpPr/>
          <p:nvPr/>
        </p:nvSpPr>
        <p:spPr>
          <a:xfrm>
            <a:off x="6861982" y="2150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2" name="Freeform 5791"/>
          <p:cNvSpPr/>
          <p:nvPr/>
        </p:nvSpPr>
        <p:spPr>
          <a:xfrm>
            <a:off x="6943328" y="2132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3" name="Freeform 5792"/>
          <p:cNvSpPr/>
          <p:nvPr/>
        </p:nvSpPr>
        <p:spPr>
          <a:xfrm>
            <a:off x="7549480" y="214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4" name="Freeform 5793"/>
          <p:cNvSpPr/>
          <p:nvPr/>
        </p:nvSpPr>
        <p:spPr>
          <a:xfrm>
            <a:off x="7461059" y="2147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5" name="Freeform 5794"/>
          <p:cNvSpPr/>
          <p:nvPr/>
        </p:nvSpPr>
        <p:spPr>
          <a:xfrm>
            <a:off x="6793591" y="2140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6" name="Freeform 5795"/>
          <p:cNvSpPr/>
          <p:nvPr/>
        </p:nvSpPr>
        <p:spPr>
          <a:xfrm>
            <a:off x="7395548" y="2167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7" name="Freeform 5796"/>
          <p:cNvSpPr/>
          <p:nvPr/>
        </p:nvSpPr>
        <p:spPr>
          <a:xfrm>
            <a:off x="8698584" y="2145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8" name="Freeform 5797"/>
          <p:cNvSpPr/>
          <p:nvPr/>
        </p:nvSpPr>
        <p:spPr>
          <a:xfrm>
            <a:off x="7450445" y="2155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9" name="Freeform 5798"/>
          <p:cNvSpPr/>
          <p:nvPr/>
        </p:nvSpPr>
        <p:spPr>
          <a:xfrm>
            <a:off x="8098660" y="2139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0" name="Freeform 5799"/>
          <p:cNvSpPr/>
          <p:nvPr/>
        </p:nvSpPr>
        <p:spPr>
          <a:xfrm>
            <a:off x="7515440" y="2146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1" name="Freeform 5800"/>
          <p:cNvSpPr/>
          <p:nvPr/>
        </p:nvSpPr>
        <p:spPr>
          <a:xfrm>
            <a:off x="7349160" y="2147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2" name="Freeform 5801"/>
          <p:cNvSpPr/>
          <p:nvPr/>
        </p:nvSpPr>
        <p:spPr>
          <a:xfrm>
            <a:off x="7822954" y="21573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3" name="Freeform 5802"/>
          <p:cNvSpPr/>
          <p:nvPr/>
        </p:nvSpPr>
        <p:spPr>
          <a:xfrm>
            <a:off x="7445006" y="2139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4" name="Freeform 5803"/>
          <p:cNvSpPr/>
          <p:nvPr/>
        </p:nvSpPr>
        <p:spPr>
          <a:xfrm>
            <a:off x="7437848" y="2142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5" name="Freeform 5804"/>
          <p:cNvSpPr/>
          <p:nvPr/>
        </p:nvSpPr>
        <p:spPr>
          <a:xfrm>
            <a:off x="7936741" y="2152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6" name="Freeform 5805"/>
          <p:cNvSpPr/>
          <p:nvPr/>
        </p:nvSpPr>
        <p:spPr>
          <a:xfrm>
            <a:off x="7031284" y="2149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7" name="Freeform 5806"/>
          <p:cNvSpPr/>
          <p:nvPr/>
        </p:nvSpPr>
        <p:spPr>
          <a:xfrm>
            <a:off x="7418088" y="214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8" name="Freeform 5807"/>
          <p:cNvSpPr/>
          <p:nvPr/>
        </p:nvSpPr>
        <p:spPr>
          <a:xfrm>
            <a:off x="7689455" y="2136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9" name="Freeform 5808"/>
          <p:cNvSpPr/>
          <p:nvPr/>
        </p:nvSpPr>
        <p:spPr>
          <a:xfrm>
            <a:off x="8047707" y="21281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0" name="Freeform 5809"/>
          <p:cNvSpPr/>
          <p:nvPr/>
        </p:nvSpPr>
        <p:spPr>
          <a:xfrm>
            <a:off x="7132900" y="2144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1" name="Freeform 5810"/>
          <p:cNvSpPr/>
          <p:nvPr/>
        </p:nvSpPr>
        <p:spPr>
          <a:xfrm>
            <a:off x="6622125" y="2155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2" name="Freeform 5811"/>
          <p:cNvSpPr/>
          <p:nvPr/>
        </p:nvSpPr>
        <p:spPr>
          <a:xfrm>
            <a:off x="7600834" y="2146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3" name="Freeform 5812"/>
          <p:cNvSpPr/>
          <p:nvPr/>
        </p:nvSpPr>
        <p:spPr>
          <a:xfrm>
            <a:off x="7195493" y="21491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4" name="Freeform 5813"/>
          <p:cNvSpPr/>
          <p:nvPr/>
        </p:nvSpPr>
        <p:spPr>
          <a:xfrm>
            <a:off x="7881977" y="2152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5" name="Freeform 5814"/>
          <p:cNvSpPr/>
          <p:nvPr/>
        </p:nvSpPr>
        <p:spPr>
          <a:xfrm>
            <a:off x="6653024" y="2145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6" name="Freeform 5815"/>
          <p:cNvSpPr/>
          <p:nvPr/>
        </p:nvSpPr>
        <p:spPr>
          <a:xfrm>
            <a:off x="7406098" y="2139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7" name="Freeform 5816"/>
          <p:cNvSpPr/>
          <p:nvPr/>
        </p:nvSpPr>
        <p:spPr>
          <a:xfrm>
            <a:off x="7802351" y="2150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8" name="Freeform 5817"/>
          <p:cNvSpPr/>
          <p:nvPr/>
        </p:nvSpPr>
        <p:spPr>
          <a:xfrm>
            <a:off x="7885228" y="2153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9" name="Freeform 5818"/>
          <p:cNvSpPr/>
          <p:nvPr/>
        </p:nvSpPr>
        <p:spPr>
          <a:xfrm>
            <a:off x="6843372" y="2147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0" name="Freeform 5819"/>
          <p:cNvSpPr/>
          <p:nvPr/>
        </p:nvSpPr>
        <p:spPr>
          <a:xfrm>
            <a:off x="8192638" y="2138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1" name="Freeform 5820"/>
          <p:cNvSpPr/>
          <p:nvPr/>
        </p:nvSpPr>
        <p:spPr>
          <a:xfrm>
            <a:off x="7078004" y="2148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2" name="Freeform 5821"/>
          <p:cNvSpPr/>
          <p:nvPr/>
        </p:nvSpPr>
        <p:spPr>
          <a:xfrm>
            <a:off x="7062862" y="2142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3" name="Freeform 5822"/>
          <p:cNvSpPr/>
          <p:nvPr/>
        </p:nvSpPr>
        <p:spPr>
          <a:xfrm>
            <a:off x="6264820" y="2159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4" name="Freeform 5823"/>
          <p:cNvSpPr/>
          <p:nvPr/>
        </p:nvSpPr>
        <p:spPr>
          <a:xfrm>
            <a:off x="7713482" y="21505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5" name="Freeform 5824"/>
          <p:cNvSpPr/>
          <p:nvPr/>
        </p:nvSpPr>
        <p:spPr>
          <a:xfrm>
            <a:off x="7450262" y="215012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6" name="Freeform 5825"/>
          <p:cNvSpPr/>
          <p:nvPr/>
        </p:nvSpPr>
        <p:spPr>
          <a:xfrm>
            <a:off x="7716276" y="2159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7" name="Freeform 5826"/>
          <p:cNvSpPr/>
          <p:nvPr/>
        </p:nvSpPr>
        <p:spPr>
          <a:xfrm>
            <a:off x="7550621" y="2160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8" name="Freeform 5827"/>
          <p:cNvSpPr/>
          <p:nvPr/>
        </p:nvSpPr>
        <p:spPr>
          <a:xfrm>
            <a:off x="6614848" y="214166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9" name="Freeform 5828"/>
          <p:cNvSpPr/>
          <p:nvPr/>
        </p:nvSpPr>
        <p:spPr>
          <a:xfrm>
            <a:off x="7529373" y="2146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0" name="Freeform 5829"/>
          <p:cNvSpPr/>
          <p:nvPr/>
        </p:nvSpPr>
        <p:spPr>
          <a:xfrm>
            <a:off x="8036287" y="2153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1" name="Freeform 5830"/>
          <p:cNvSpPr/>
          <p:nvPr/>
        </p:nvSpPr>
        <p:spPr>
          <a:xfrm>
            <a:off x="7196902" y="2161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2" name="Freeform 5831"/>
          <p:cNvSpPr/>
          <p:nvPr/>
        </p:nvSpPr>
        <p:spPr>
          <a:xfrm>
            <a:off x="7361942" y="2150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3" name="Freeform 5832"/>
          <p:cNvSpPr/>
          <p:nvPr/>
        </p:nvSpPr>
        <p:spPr>
          <a:xfrm>
            <a:off x="7594414" y="214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4" name="Freeform 5833"/>
          <p:cNvSpPr/>
          <p:nvPr/>
        </p:nvSpPr>
        <p:spPr>
          <a:xfrm>
            <a:off x="7578107" y="2145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5" name="Freeform 5834"/>
          <p:cNvSpPr/>
          <p:nvPr/>
        </p:nvSpPr>
        <p:spPr>
          <a:xfrm>
            <a:off x="7629947" y="2147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6" name="Freeform 5835"/>
          <p:cNvSpPr/>
          <p:nvPr/>
        </p:nvSpPr>
        <p:spPr>
          <a:xfrm>
            <a:off x="7186663" y="2145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7" name="Freeform 5836"/>
          <p:cNvSpPr/>
          <p:nvPr/>
        </p:nvSpPr>
        <p:spPr>
          <a:xfrm>
            <a:off x="7645503" y="2152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8" name="Freeform 5837"/>
          <p:cNvSpPr/>
          <p:nvPr/>
        </p:nvSpPr>
        <p:spPr>
          <a:xfrm>
            <a:off x="7607178" y="2150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9" name="Freeform 5838"/>
          <p:cNvSpPr/>
          <p:nvPr/>
        </p:nvSpPr>
        <p:spPr>
          <a:xfrm>
            <a:off x="6789794" y="2169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0" name="Freeform 5839"/>
          <p:cNvSpPr/>
          <p:nvPr/>
        </p:nvSpPr>
        <p:spPr>
          <a:xfrm>
            <a:off x="7050130" y="2150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1" name="Freeform 5840"/>
          <p:cNvSpPr/>
          <p:nvPr/>
        </p:nvSpPr>
        <p:spPr>
          <a:xfrm>
            <a:off x="7025328" y="215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2" name="Freeform 5841"/>
          <p:cNvSpPr/>
          <p:nvPr/>
        </p:nvSpPr>
        <p:spPr>
          <a:xfrm>
            <a:off x="7019879" y="2134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3" name="Freeform 5842"/>
          <p:cNvSpPr/>
          <p:nvPr/>
        </p:nvSpPr>
        <p:spPr>
          <a:xfrm>
            <a:off x="6643872" y="2152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4" name="Freeform 5843"/>
          <p:cNvSpPr/>
          <p:nvPr/>
        </p:nvSpPr>
        <p:spPr>
          <a:xfrm>
            <a:off x="8089858" y="21483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5" name="Freeform 5844"/>
          <p:cNvSpPr/>
          <p:nvPr/>
        </p:nvSpPr>
        <p:spPr>
          <a:xfrm>
            <a:off x="7793479" y="2144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6" name="Freeform 5845"/>
          <p:cNvSpPr/>
          <p:nvPr/>
        </p:nvSpPr>
        <p:spPr>
          <a:xfrm>
            <a:off x="7753647" y="214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7" name="Freeform 5846"/>
          <p:cNvSpPr/>
          <p:nvPr/>
        </p:nvSpPr>
        <p:spPr>
          <a:xfrm>
            <a:off x="7323487" y="2147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8" name="Freeform 5847"/>
          <p:cNvSpPr/>
          <p:nvPr/>
        </p:nvSpPr>
        <p:spPr>
          <a:xfrm>
            <a:off x="7196373" y="2162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9" name="Freeform 5848"/>
          <p:cNvSpPr/>
          <p:nvPr/>
        </p:nvSpPr>
        <p:spPr>
          <a:xfrm>
            <a:off x="7391234" y="2144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0" name="Freeform 5849"/>
          <p:cNvSpPr/>
          <p:nvPr/>
        </p:nvSpPr>
        <p:spPr>
          <a:xfrm>
            <a:off x="7211917" y="2152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1" name="Freeform 5850"/>
          <p:cNvSpPr/>
          <p:nvPr/>
        </p:nvSpPr>
        <p:spPr>
          <a:xfrm>
            <a:off x="8034216" y="2147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2" name="Freeform 5851"/>
          <p:cNvSpPr/>
          <p:nvPr/>
        </p:nvSpPr>
        <p:spPr>
          <a:xfrm>
            <a:off x="7449069" y="2141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3" name="Freeform 5852"/>
          <p:cNvSpPr/>
          <p:nvPr/>
        </p:nvSpPr>
        <p:spPr>
          <a:xfrm>
            <a:off x="7952396" y="2156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4" name="Freeform 5853"/>
          <p:cNvSpPr/>
          <p:nvPr/>
        </p:nvSpPr>
        <p:spPr>
          <a:xfrm>
            <a:off x="7577699" y="2144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5" name="Freeform 5854"/>
          <p:cNvSpPr/>
          <p:nvPr/>
        </p:nvSpPr>
        <p:spPr>
          <a:xfrm>
            <a:off x="7148686" y="2146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6" name="Freeform 5855"/>
          <p:cNvSpPr/>
          <p:nvPr/>
        </p:nvSpPr>
        <p:spPr>
          <a:xfrm>
            <a:off x="7208565" y="213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7" name="Freeform 5856"/>
          <p:cNvSpPr/>
          <p:nvPr/>
        </p:nvSpPr>
        <p:spPr>
          <a:xfrm>
            <a:off x="7507148" y="2155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8" name="Freeform 5857"/>
          <p:cNvSpPr/>
          <p:nvPr/>
        </p:nvSpPr>
        <p:spPr>
          <a:xfrm>
            <a:off x="7770841" y="215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9" name="Freeform 5858"/>
          <p:cNvSpPr/>
          <p:nvPr/>
        </p:nvSpPr>
        <p:spPr>
          <a:xfrm>
            <a:off x="6636774" y="2151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0" name="Freeform 5859"/>
          <p:cNvSpPr/>
          <p:nvPr/>
        </p:nvSpPr>
        <p:spPr>
          <a:xfrm>
            <a:off x="6405345" y="2151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1" name="Freeform 5860"/>
          <p:cNvSpPr/>
          <p:nvPr/>
        </p:nvSpPr>
        <p:spPr>
          <a:xfrm>
            <a:off x="7991016" y="2151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2" name="Freeform 5861"/>
          <p:cNvSpPr/>
          <p:nvPr/>
        </p:nvSpPr>
        <p:spPr>
          <a:xfrm>
            <a:off x="8339425" y="2158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3" name="Freeform 5862"/>
          <p:cNvSpPr/>
          <p:nvPr/>
        </p:nvSpPr>
        <p:spPr>
          <a:xfrm>
            <a:off x="7386383" y="2144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4" name="Freeform 5863"/>
          <p:cNvSpPr/>
          <p:nvPr/>
        </p:nvSpPr>
        <p:spPr>
          <a:xfrm>
            <a:off x="7557337" y="2144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5" name="Freeform 5864"/>
          <p:cNvSpPr/>
          <p:nvPr/>
        </p:nvSpPr>
        <p:spPr>
          <a:xfrm>
            <a:off x="7386927" y="2145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6" name="Freeform 5865"/>
          <p:cNvSpPr/>
          <p:nvPr/>
        </p:nvSpPr>
        <p:spPr>
          <a:xfrm>
            <a:off x="7134818" y="2156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7" name="Freeform 5866"/>
          <p:cNvSpPr/>
          <p:nvPr/>
        </p:nvSpPr>
        <p:spPr>
          <a:xfrm>
            <a:off x="7323048" y="21430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8" name="Freeform 5867"/>
          <p:cNvSpPr/>
          <p:nvPr/>
        </p:nvSpPr>
        <p:spPr>
          <a:xfrm>
            <a:off x="7182834" y="2142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9" name="Freeform 5868"/>
          <p:cNvSpPr/>
          <p:nvPr/>
        </p:nvSpPr>
        <p:spPr>
          <a:xfrm>
            <a:off x="7245529" y="2154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0" name="Freeform 5869"/>
          <p:cNvSpPr/>
          <p:nvPr/>
        </p:nvSpPr>
        <p:spPr>
          <a:xfrm>
            <a:off x="7501214" y="2145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1" name="Freeform 5870"/>
          <p:cNvSpPr/>
          <p:nvPr/>
        </p:nvSpPr>
        <p:spPr>
          <a:xfrm>
            <a:off x="7388359" y="2139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2" name="Freeform 5871"/>
          <p:cNvSpPr/>
          <p:nvPr/>
        </p:nvSpPr>
        <p:spPr>
          <a:xfrm>
            <a:off x="7429586" y="2155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3" name="Freeform 5872"/>
          <p:cNvSpPr/>
          <p:nvPr/>
        </p:nvSpPr>
        <p:spPr>
          <a:xfrm>
            <a:off x="8277510" y="2147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4" name="Freeform 5873"/>
          <p:cNvSpPr/>
          <p:nvPr/>
        </p:nvSpPr>
        <p:spPr>
          <a:xfrm>
            <a:off x="5903274" y="2145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5" name="Freeform 5874"/>
          <p:cNvSpPr/>
          <p:nvPr/>
        </p:nvSpPr>
        <p:spPr>
          <a:xfrm>
            <a:off x="7761590" y="2137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6" name="Freeform 5875"/>
          <p:cNvSpPr/>
          <p:nvPr/>
        </p:nvSpPr>
        <p:spPr>
          <a:xfrm>
            <a:off x="6841095" y="2132803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7" name="Freeform 5876"/>
          <p:cNvSpPr/>
          <p:nvPr/>
        </p:nvSpPr>
        <p:spPr>
          <a:xfrm>
            <a:off x="6738088" y="2142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8" name="Freeform 5877"/>
          <p:cNvSpPr/>
          <p:nvPr/>
        </p:nvSpPr>
        <p:spPr>
          <a:xfrm>
            <a:off x="7220336" y="2147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9" name="Freeform 5878"/>
          <p:cNvSpPr/>
          <p:nvPr/>
        </p:nvSpPr>
        <p:spPr>
          <a:xfrm>
            <a:off x="6983065" y="2146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0" name="Freeform 5879"/>
          <p:cNvSpPr/>
          <p:nvPr/>
        </p:nvSpPr>
        <p:spPr>
          <a:xfrm>
            <a:off x="7762841" y="21551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1" name="Freeform 5880"/>
          <p:cNvSpPr/>
          <p:nvPr/>
        </p:nvSpPr>
        <p:spPr>
          <a:xfrm>
            <a:off x="7588765" y="2154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2" name="Freeform 5881"/>
          <p:cNvSpPr/>
          <p:nvPr/>
        </p:nvSpPr>
        <p:spPr>
          <a:xfrm>
            <a:off x="8487967" y="21367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3" name="Freeform 5882"/>
          <p:cNvSpPr/>
          <p:nvPr/>
        </p:nvSpPr>
        <p:spPr>
          <a:xfrm>
            <a:off x="8057148" y="2140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4" name="Freeform 5883"/>
          <p:cNvSpPr/>
          <p:nvPr/>
        </p:nvSpPr>
        <p:spPr>
          <a:xfrm>
            <a:off x="7085750" y="2145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5" name="Freeform 5884"/>
          <p:cNvSpPr/>
          <p:nvPr/>
        </p:nvSpPr>
        <p:spPr>
          <a:xfrm>
            <a:off x="8067672" y="2128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6" name="Freeform 5885"/>
          <p:cNvSpPr/>
          <p:nvPr/>
        </p:nvSpPr>
        <p:spPr>
          <a:xfrm>
            <a:off x="7523393" y="2145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7" name="Freeform 5886"/>
          <p:cNvSpPr/>
          <p:nvPr/>
        </p:nvSpPr>
        <p:spPr>
          <a:xfrm>
            <a:off x="7161317" y="2155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8" name="Freeform 5887"/>
          <p:cNvSpPr/>
          <p:nvPr/>
        </p:nvSpPr>
        <p:spPr>
          <a:xfrm>
            <a:off x="7376450" y="2148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9" name="Freeform 5888"/>
          <p:cNvSpPr/>
          <p:nvPr/>
        </p:nvSpPr>
        <p:spPr>
          <a:xfrm>
            <a:off x="7877507" y="2149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0" name="Freeform 5889"/>
          <p:cNvSpPr/>
          <p:nvPr/>
        </p:nvSpPr>
        <p:spPr>
          <a:xfrm>
            <a:off x="8187286" y="2149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1" name="Freeform 5890"/>
          <p:cNvSpPr/>
          <p:nvPr/>
        </p:nvSpPr>
        <p:spPr>
          <a:xfrm>
            <a:off x="7439562" y="2143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2" name="Freeform 5891"/>
          <p:cNvSpPr/>
          <p:nvPr/>
        </p:nvSpPr>
        <p:spPr>
          <a:xfrm>
            <a:off x="7829884" y="216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3" name="Freeform 5892"/>
          <p:cNvSpPr/>
          <p:nvPr/>
        </p:nvSpPr>
        <p:spPr>
          <a:xfrm>
            <a:off x="7789304" y="213163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4" name="Freeform 5893"/>
          <p:cNvSpPr/>
          <p:nvPr/>
        </p:nvSpPr>
        <p:spPr>
          <a:xfrm>
            <a:off x="8108839" y="2150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5" name="Freeform 5894"/>
          <p:cNvSpPr/>
          <p:nvPr/>
        </p:nvSpPr>
        <p:spPr>
          <a:xfrm>
            <a:off x="7517532" y="2145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6" name="Freeform 5895"/>
          <p:cNvSpPr/>
          <p:nvPr/>
        </p:nvSpPr>
        <p:spPr>
          <a:xfrm>
            <a:off x="6933149" y="215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7" name="Freeform 5896"/>
          <p:cNvSpPr/>
          <p:nvPr/>
        </p:nvSpPr>
        <p:spPr>
          <a:xfrm>
            <a:off x="7527188" y="2157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8" name="Freeform 5897"/>
          <p:cNvSpPr/>
          <p:nvPr/>
        </p:nvSpPr>
        <p:spPr>
          <a:xfrm>
            <a:off x="8041316" y="214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9" name="Freeform 5898"/>
          <p:cNvSpPr/>
          <p:nvPr/>
        </p:nvSpPr>
        <p:spPr>
          <a:xfrm>
            <a:off x="8547916" y="2139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0" name="Freeform 5899"/>
          <p:cNvSpPr/>
          <p:nvPr/>
        </p:nvSpPr>
        <p:spPr>
          <a:xfrm>
            <a:off x="6785136" y="2142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1" name="Freeform 5900"/>
          <p:cNvSpPr/>
          <p:nvPr/>
        </p:nvSpPr>
        <p:spPr>
          <a:xfrm>
            <a:off x="6563623" y="2161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2" name="Freeform 5901"/>
          <p:cNvSpPr/>
          <p:nvPr/>
        </p:nvSpPr>
        <p:spPr>
          <a:xfrm>
            <a:off x="6776341" y="2147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3" name="Freeform 5902"/>
          <p:cNvSpPr/>
          <p:nvPr/>
        </p:nvSpPr>
        <p:spPr>
          <a:xfrm>
            <a:off x="7469220" y="2157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4" name="Freeform 5903"/>
          <p:cNvSpPr/>
          <p:nvPr/>
        </p:nvSpPr>
        <p:spPr>
          <a:xfrm>
            <a:off x="6973179" y="2134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5" name="Freeform 5904"/>
          <p:cNvSpPr/>
          <p:nvPr/>
        </p:nvSpPr>
        <p:spPr>
          <a:xfrm>
            <a:off x="7417896" y="2137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6" name="Freeform 5905"/>
          <p:cNvSpPr/>
          <p:nvPr/>
        </p:nvSpPr>
        <p:spPr>
          <a:xfrm>
            <a:off x="6813926" y="2138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7" name="Freeform 5906"/>
          <p:cNvSpPr/>
          <p:nvPr/>
        </p:nvSpPr>
        <p:spPr>
          <a:xfrm>
            <a:off x="7585636" y="2149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8" name="Freeform 5907"/>
          <p:cNvSpPr/>
          <p:nvPr/>
        </p:nvSpPr>
        <p:spPr>
          <a:xfrm>
            <a:off x="7235155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9" name="Freeform 5908"/>
          <p:cNvSpPr/>
          <p:nvPr/>
        </p:nvSpPr>
        <p:spPr>
          <a:xfrm>
            <a:off x="7555617" y="21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0" name="Freeform 5909"/>
          <p:cNvSpPr/>
          <p:nvPr/>
        </p:nvSpPr>
        <p:spPr>
          <a:xfrm>
            <a:off x="6707884" y="2155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1" name="Freeform 5910"/>
          <p:cNvSpPr/>
          <p:nvPr/>
        </p:nvSpPr>
        <p:spPr>
          <a:xfrm>
            <a:off x="7653679" y="2148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2" name="Freeform 5911"/>
          <p:cNvSpPr/>
          <p:nvPr/>
        </p:nvSpPr>
        <p:spPr>
          <a:xfrm>
            <a:off x="6889424" y="2147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3" name="Freeform 5912"/>
          <p:cNvSpPr/>
          <p:nvPr/>
        </p:nvSpPr>
        <p:spPr>
          <a:xfrm>
            <a:off x="7512356" y="2145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4" name="Freeform 5913"/>
          <p:cNvSpPr/>
          <p:nvPr/>
        </p:nvSpPr>
        <p:spPr>
          <a:xfrm>
            <a:off x="7031715" y="215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5" name="Freeform 5914"/>
          <p:cNvSpPr/>
          <p:nvPr/>
        </p:nvSpPr>
        <p:spPr>
          <a:xfrm>
            <a:off x="6243550" y="2148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6" name="Freeform 5915"/>
          <p:cNvSpPr/>
          <p:nvPr/>
        </p:nvSpPr>
        <p:spPr>
          <a:xfrm>
            <a:off x="6900321" y="21457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7" name="Freeform 5916"/>
          <p:cNvSpPr/>
          <p:nvPr/>
        </p:nvSpPr>
        <p:spPr>
          <a:xfrm>
            <a:off x="7364441" y="21563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8" name="Freeform 5917"/>
          <p:cNvSpPr/>
          <p:nvPr/>
        </p:nvSpPr>
        <p:spPr>
          <a:xfrm>
            <a:off x="6786393" y="2135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9" name="Freeform 5918"/>
          <p:cNvSpPr/>
          <p:nvPr/>
        </p:nvSpPr>
        <p:spPr>
          <a:xfrm>
            <a:off x="7734692" y="214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0" name="Freeform 5919"/>
          <p:cNvSpPr/>
          <p:nvPr/>
        </p:nvSpPr>
        <p:spPr>
          <a:xfrm>
            <a:off x="6665398" y="2151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1" name="Freeform 5920"/>
          <p:cNvSpPr/>
          <p:nvPr/>
        </p:nvSpPr>
        <p:spPr>
          <a:xfrm>
            <a:off x="6988590" y="2150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2" name="Freeform 5921"/>
          <p:cNvSpPr/>
          <p:nvPr/>
        </p:nvSpPr>
        <p:spPr>
          <a:xfrm>
            <a:off x="7500375" y="2144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3" name="Freeform 5922"/>
          <p:cNvSpPr/>
          <p:nvPr/>
        </p:nvSpPr>
        <p:spPr>
          <a:xfrm>
            <a:off x="7702811" y="2141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4" name="Freeform 5923"/>
          <p:cNvSpPr/>
          <p:nvPr/>
        </p:nvSpPr>
        <p:spPr>
          <a:xfrm>
            <a:off x="7192112" y="2148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5" name="Freeform 5924"/>
          <p:cNvSpPr/>
          <p:nvPr/>
        </p:nvSpPr>
        <p:spPr>
          <a:xfrm>
            <a:off x="6596912" y="2158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6" name="Freeform 5925"/>
          <p:cNvSpPr/>
          <p:nvPr/>
        </p:nvSpPr>
        <p:spPr>
          <a:xfrm>
            <a:off x="6898861" y="215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7" name="Freeform 5926"/>
          <p:cNvSpPr/>
          <p:nvPr/>
        </p:nvSpPr>
        <p:spPr>
          <a:xfrm>
            <a:off x="7245465" y="2144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8" name="Freeform 5927"/>
          <p:cNvSpPr/>
          <p:nvPr/>
        </p:nvSpPr>
        <p:spPr>
          <a:xfrm>
            <a:off x="8304739" y="2157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9" name="Freeform 5928"/>
          <p:cNvSpPr/>
          <p:nvPr/>
        </p:nvSpPr>
        <p:spPr>
          <a:xfrm>
            <a:off x="8440999" y="2145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0" name="Freeform 5929"/>
          <p:cNvSpPr/>
          <p:nvPr/>
        </p:nvSpPr>
        <p:spPr>
          <a:xfrm>
            <a:off x="6886498" y="2151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1" name="Freeform 5930"/>
          <p:cNvSpPr/>
          <p:nvPr/>
        </p:nvSpPr>
        <p:spPr>
          <a:xfrm>
            <a:off x="6529768" y="214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2" name="Freeform 5931"/>
          <p:cNvSpPr/>
          <p:nvPr/>
        </p:nvSpPr>
        <p:spPr>
          <a:xfrm>
            <a:off x="7248407" y="21439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3" name="Freeform 5932"/>
          <p:cNvSpPr/>
          <p:nvPr/>
        </p:nvSpPr>
        <p:spPr>
          <a:xfrm>
            <a:off x="7395507" y="21450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4" name="Freeform 5933"/>
          <p:cNvSpPr/>
          <p:nvPr/>
        </p:nvSpPr>
        <p:spPr>
          <a:xfrm>
            <a:off x="7575000" y="2147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5" name="Freeform 5934"/>
          <p:cNvSpPr/>
          <p:nvPr/>
        </p:nvSpPr>
        <p:spPr>
          <a:xfrm>
            <a:off x="6483713" y="21439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6" name="Freeform 5935"/>
          <p:cNvSpPr/>
          <p:nvPr/>
        </p:nvSpPr>
        <p:spPr>
          <a:xfrm>
            <a:off x="8711730" y="214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7" name="Freeform 5936"/>
          <p:cNvSpPr/>
          <p:nvPr/>
        </p:nvSpPr>
        <p:spPr>
          <a:xfrm>
            <a:off x="6307079" y="2154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8" name="Freeform 5937"/>
          <p:cNvSpPr/>
          <p:nvPr/>
        </p:nvSpPr>
        <p:spPr>
          <a:xfrm>
            <a:off x="7059643" y="2146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9" name="Freeform 5938"/>
          <p:cNvSpPr/>
          <p:nvPr/>
        </p:nvSpPr>
        <p:spPr>
          <a:xfrm>
            <a:off x="7526477" y="2157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0" name="Freeform 5939"/>
          <p:cNvSpPr/>
          <p:nvPr/>
        </p:nvSpPr>
        <p:spPr>
          <a:xfrm>
            <a:off x="8330954" y="2156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1" name="Freeform 5940"/>
          <p:cNvSpPr/>
          <p:nvPr/>
        </p:nvSpPr>
        <p:spPr>
          <a:xfrm>
            <a:off x="7509119" y="21485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2" name="Freeform 5941"/>
          <p:cNvSpPr/>
          <p:nvPr/>
        </p:nvSpPr>
        <p:spPr>
          <a:xfrm>
            <a:off x="8557152" y="2143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3" name="Freeform 5942"/>
          <p:cNvSpPr/>
          <p:nvPr/>
        </p:nvSpPr>
        <p:spPr>
          <a:xfrm>
            <a:off x="7368990" y="2134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4" name="Freeform 5943"/>
          <p:cNvSpPr/>
          <p:nvPr/>
        </p:nvSpPr>
        <p:spPr>
          <a:xfrm>
            <a:off x="7071152" y="215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5" name="Freeform 5944"/>
          <p:cNvSpPr/>
          <p:nvPr/>
        </p:nvSpPr>
        <p:spPr>
          <a:xfrm>
            <a:off x="7935827" y="2148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6" name="Freeform 5945"/>
          <p:cNvSpPr/>
          <p:nvPr/>
        </p:nvSpPr>
        <p:spPr>
          <a:xfrm>
            <a:off x="7471450" y="2170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7" name="Freeform 5946"/>
          <p:cNvSpPr/>
          <p:nvPr/>
        </p:nvSpPr>
        <p:spPr>
          <a:xfrm>
            <a:off x="6777233" y="2148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8" name="Freeform 5947"/>
          <p:cNvSpPr/>
          <p:nvPr/>
        </p:nvSpPr>
        <p:spPr>
          <a:xfrm>
            <a:off x="7269244" y="2151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9" name="Freeform 5948"/>
          <p:cNvSpPr/>
          <p:nvPr/>
        </p:nvSpPr>
        <p:spPr>
          <a:xfrm>
            <a:off x="6739926" y="2144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0" name="Freeform 5949"/>
          <p:cNvSpPr/>
          <p:nvPr/>
        </p:nvSpPr>
        <p:spPr>
          <a:xfrm>
            <a:off x="7286715" y="2144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1" name="Freeform 5950"/>
          <p:cNvSpPr/>
          <p:nvPr/>
        </p:nvSpPr>
        <p:spPr>
          <a:xfrm>
            <a:off x="7340666" y="2147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2" name="Freeform 5951"/>
          <p:cNvSpPr/>
          <p:nvPr/>
        </p:nvSpPr>
        <p:spPr>
          <a:xfrm>
            <a:off x="7582710" y="2150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3" name="Freeform 5952"/>
          <p:cNvSpPr/>
          <p:nvPr/>
        </p:nvSpPr>
        <p:spPr>
          <a:xfrm>
            <a:off x="7569605" y="215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4" name="Freeform 5953"/>
          <p:cNvSpPr/>
          <p:nvPr/>
        </p:nvSpPr>
        <p:spPr>
          <a:xfrm>
            <a:off x="7647539" y="2153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5" name="Freeform 5954"/>
          <p:cNvSpPr/>
          <p:nvPr/>
        </p:nvSpPr>
        <p:spPr>
          <a:xfrm>
            <a:off x="7301388" y="2171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6" name="Freeform 5955"/>
          <p:cNvSpPr/>
          <p:nvPr/>
        </p:nvSpPr>
        <p:spPr>
          <a:xfrm>
            <a:off x="7140951" y="2139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7" name="Freeform 5956"/>
          <p:cNvSpPr/>
          <p:nvPr/>
        </p:nvSpPr>
        <p:spPr>
          <a:xfrm>
            <a:off x="6980460" y="2149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8" name="Freeform 5957"/>
          <p:cNvSpPr/>
          <p:nvPr/>
        </p:nvSpPr>
        <p:spPr>
          <a:xfrm>
            <a:off x="7978796" y="2156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9" name="Freeform 5958"/>
          <p:cNvSpPr/>
          <p:nvPr/>
        </p:nvSpPr>
        <p:spPr>
          <a:xfrm>
            <a:off x="8578132" y="2144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0" name="Freeform 5959"/>
          <p:cNvSpPr/>
          <p:nvPr/>
        </p:nvSpPr>
        <p:spPr>
          <a:xfrm>
            <a:off x="7627590" y="2152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1" name="Freeform 5960"/>
          <p:cNvSpPr/>
          <p:nvPr/>
        </p:nvSpPr>
        <p:spPr>
          <a:xfrm>
            <a:off x="7191612" y="21462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2" name="Freeform 5961"/>
          <p:cNvSpPr/>
          <p:nvPr/>
        </p:nvSpPr>
        <p:spPr>
          <a:xfrm>
            <a:off x="8110887" y="2148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3" name="Freeform 5962"/>
          <p:cNvSpPr/>
          <p:nvPr/>
        </p:nvSpPr>
        <p:spPr>
          <a:xfrm>
            <a:off x="7201266" y="2144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4" name="Freeform 5963"/>
          <p:cNvSpPr/>
          <p:nvPr/>
        </p:nvSpPr>
        <p:spPr>
          <a:xfrm>
            <a:off x="6708732" y="2138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5" name="Freeform 5964"/>
          <p:cNvSpPr/>
          <p:nvPr/>
        </p:nvSpPr>
        <p:spPr>
          <a:xfrm>
            <a:off x="6823261" y="2159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6" name="Freeform 5965"/>
          <p:cNvSpPr/>
          <p:nvPr/>
        </p:nvSpPr>
        <p:spPr>
          <a:xfrm>
            <a:off x="7526104" y="21598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7" name="Freeform 5966"/>
          <p:cNvSpPr/>
          <p:nvPr/>
        </p:nvSpPr>
        <p:spPr>
          <a:xfrm>
            <a:off x="7619428" y="2155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8" name="Freeform 5967"/>
          <p:cNvSpPr/>
          <p:nvPr/>
        </p:nvSpPr>
        <p:spPr>
          <a:xfrm>
            <a:off x="7942439" y="2135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9" name="Freeform 5968"/>
          <p:cNvSpPr/>
          <p:nvPr/>
        </p:nvSpPr>
        <p:spPr>
          <a:xfrm>
            <a:off x="7571543" y="2146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0" name="Freeform 5969"/>
          <p:cNvSpPr/>
          <p:nvPr/>
        </p:nvSpPr>
        <p:spPr>
          <a:xfrm>
            <a:off x="7662406" y="2149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1" name="Freeform 5970"/>
          <p:cNvSpPr/>
          <p:nvPr/>
        </p:nvSpPr>
        <p:spPr>
          <a:xfrm>
            <a:off x="7790473" y="2159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2" name="Freeform 5971"/>
          <p:cNvSpPr/>
          <p:nvPr/>
        </p:nvSpPr>
        <p:spPr>
          <a:xfrm>
            <a:off x="7238417" y="2155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3" name="Freeform 5972"/>
          <p:cNvSpPr/>
          <p:nvPr/>
        </p:nvSpPr>
        <p:spPr>
          <a:xfrm>
            <a:off x="6854568" y="214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4" name="Freeform 5973"/>
          <p:cNvSpPr/>
          <p:nvPr/>
        </p:nvSpPr>
        <p:spPr>
          <a:xfrm>
            <a:off x="7619740" y="2152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5" name="Freeform 5974"/>
          <p:cNvSpPr/>
          <p:nvPr/>
        </p:nvSpPr>
        <p:spPr>
          <a:xfrm>
            <a:off x="7070450" y="21526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6" name="Freeform 5975"/>
          <p:cNvSpPr/>
          <p:nvPr/>
        </p:nvSpPr>
        <p:spPr>
          <a:xfrm>
            <a:off x="7788300" y="2137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7" name="Freeform 5976"/>
          <p:cNvSpPr/>
          <p:nvPr/>
        </p:nvSpPr>
        <p:spPr>
          <a:xfrm>
            <a:off x="7131556" y="2144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8" name="Freeform 5977"/>
          <p:cNvSpPr/>
          <p:nvPr/>
        </p:nvSpPr>
        <p:spPr>
          <a:xfrm>
            <a:off x="7698438" y="2146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9" name="Freeform 5978"/>
          <p:cNvSpPr/>
          <p:nvPr/>
        </p:nvSpPr>
        <p:spPr>
          <a:xfrm>
            <a:off x="7475284" y="2157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0" name="Freeform 5979"/>
          <p:cNvSpPr/>
          <p:nvPr/>
        </p:nvSpPr>
        <p:spPr>
          <a:xfrm>
            <a:off x="6938040" y="2142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1" name="Freeform 5980"/>
          <p:cNvSpPr/>
          <p:nvPr/>
        </p:nvSpPr>
        <p:spPr>
          <a:xfrm>
            <a:off x="7989820" y="2149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2" name="Freeform 5981"/>
          <p:cNvSpPr/>
          <p:nvPr/>
        </p:nvSpPr>
        <p:spPr>
          <a:xfrm>
            <a:off x="7727334" y="2166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3" name="Freeform 5982"/>
          <p:cNvSpPr/>
          <p:nvPr/>
        </p:nvSpPr>
        <p:spPr>
          <a:xfrm>
            <a:off x="7478299" y="2149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4" name="Freeform 5983"/>
          <p:cNvSpPr/>
          <p:nvPr/>
        </p:nvSpPr>
        <p:spPr>
          <a:xfrm>
            <a:off x="7466497" y="2144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5" name="Freeform 5984"/>
          <p:cNvSpPr/>
          <p:nvPr/>
        </p:nvSpPr>
        <p:spPr>
          <a:xfrm>
            <a:off x="6948612" y="2148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6" name="Freeform 5985"/>
          <p:cNvSpPr/>
          <p:nvPr/>
        </p:nvSpPr>
        <p:spPr>
          <a:xfrm>
            <a:off x="8178373" y="2150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7" name="Freeform 5986"/>
          <p:cNvSpPr/>
          <p:nvPr/>
        </p:nvSpPr>
        <p:spPr>
          <a:xfrm>
            <a:off x="7875895" y="216797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8" name="Freeform 5987"/>
          <p:cNvSpPr/>
          <p:nvPr/>
        </p:nvSpPr>
        <p:spPr>
          <a:xfrm>
            <a:off x="7517681" y="2151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9" name="Freeform 5988"/>
          <p:cNvSpPr/>
          <p:nvPr/>
        </p:nvSpPr>
        <p:spPr>
          <a:xfrm>
            <a:off x="7253716" y="2157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0" name="Freeform 5989"/>
          <p:cNvSpPr/>
          <p:nvPr/>
        </p:nvSpPr>
        <p:spPr>
          <a:xfrm>
            <a:off x="7260313" y="2146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1" name="Freeform 5990"/>
          <p:cNvSpPr/>
          <p:nvPr/>
        </p:nvSpPr>
        <p:spPr>
          <a:xfrm>
            <a:off x="8794398" y="2137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2" name="Freeform 5991"/>
          <p:cNvSpPr/>
          <p:nvPr/>
        </p:nvSpPr>
        <p:spPr>
          <a:xfrm>
            <a:off x="7999027" y="2146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3" name="Freeform 5992"/>
          <p:cNvSpPr/>
          <p:nvPr/>
        </p:nvSpPr>
        <p:spPr>
          <a:xfrm>
            <a:off x="7443698" y="2141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4" name="Freeform 5993"/>
          <p:cNvSpPr/>
          <p:nvPr/>
        </p:nvSpPr>
        <p:spPr>
          <a:xfrm>
            <a:off x="767722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5" name="Freeform 5994"/>
          <p:cNvSpPr/>
          <p:nvPr/>
        </p:nvSpPr>
        <p:spPr>
          <a:xfrm>
            <a:off x="7847964" y="213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6" name="Freeform 5995"/>
          <p:cNvSpPr/>
          <p:nvPr/>
        </p:nvSpPr>
        <p:spPr>
          <a:xfrm>
            <a:off x="7246639" y="2141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7" name="Freeform 5996"/>
          <p:cNvSpPr/>
          <p:nvPr/>
        </p:nvSpPr>
        <p:spPr>
          <a:xfrm>
            <a:off x="8195597" y="2153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8" name="Freeform 5997"/>
          <p:cNvSpPr/>
          <p:nvPr/>
        </p:nvSpPr>
        <p:spPr>
          <a:xfrm>
            <a:off x="7548714" y="21499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9" name="Freeform 5998"/>
          <p:cNvSpPr/>
          <p:nvPr/>
        </p:nvSpPr>
        <p:spPr>
          <a:xfrm>
            <a:off x="7617280" y="215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0" name="Freeform 5999"/>
          <p:cNvSpPr/>
          <p:nvPr/>
        </p:nvSpPr>
        <p:spPr>
          <a:xfrm>
            <a:off x="6513678" y="2131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1" name="Freeform 6000"/>
          <p:cNvSpPr/>
          <p:nvPr/>
        </p:nvSpPr>
        <p:spPr>
          <a:xfrm>
            <a:off x="8208795" y="2151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2" name="Freeform 6001"/>
          <p:cNvSpPr/>
          <p:nvPr/>
        </p:nvSpPr>
        <p:spPr>
          <a:xfrm>
            <a:off x="6772160" y="2161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3" name="Freeform 6002"/>
          <p:cNvSpPr/>
          <p:nvPr/>
        </p:nvSpPr>
        <p:spPr>
          <a:xfrm>
            <a:off x="6955687" y="2159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4" name="Freeform 6003"/>
          <p:cNvSpPr/>
          <p:nvPr/>
        </p:nvSpPr>
        <p:spPr>
          <a:xfrm>
            <a:off x="7303864" y="2151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5" name="Freeform 6004"/>
          <p:cNvSpPr/>
          <p:nvPr/>
        </p:nvSpPr>
        <p:spPr>
          <a:xfrm>
            <a:off x="8071762" y="214831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6" name="Freeform 6005"/>
          <p:cNvSpPr/>
          <p:nvPr/>
        </p:nvSpPr>
        <p:spPr>
          <a:xfrm>
            <a:off x="6859072" y="2130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7" name="Freeform 6006"/>
          <p:cNvSpPr/>
          <p:nvPr/>
        </p:nvSpPr>
        <p:spPr>
          <a:xfrm>
            <a:off x="7506533" y="2140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8" name="Freeform 6007"/>
          <p:cNvSpPr/>
          <p:nvPr/>
        </p:nvSpPr>
        <p:spPr>
          <a:xfrm>
            <a:off x="8010859" y="2145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9" name="Freeform 6008"/>
          <p:cNvSpPr/>
          <p:nvPr/>
        </p:nvSpPr>
        <p:spPr>
          <a:xfrm>
            <a:off x="8042214" y="2160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0" name="Freeform 6009"/>
          <p:cNvSpPr/>
          <p:nvPr/>
        </p:nvSpPr>
        <p:spPr>
          <a:xfrm>
            <a:off x="6993775" y="2140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1" name="Freeform 6010"/>
          <p:cNvSpPr/>
          <p:nvPr/>
        </p:nvSpPr>
        <p:spPr>
          <a:xfrm>
            <a:off x="7241656" y="2131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2" name="Freeform 6011"/>
          <p:cNvSpPr/>
          <p:nvPr/>
        </p:nvSpPr>
        <p:spPr>
          <a:xfrm>
            <a:off x="7851736" y="2152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3" name="Freeform 6012"/>
          <p:cNvSpPr/>
          <p:nvPr/>
        </p:nvSpPr>
        <p:spPr>
          <a:xfrm>
            <a:off x="8210295" y="2143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4" name="Freeform 6013"/>
          <p:cNvSpPr/>
          <p:nvPr/>
        </p:nvSpPr>
        <p:spPr>
          <a:xfrm>
            <a:off x="7616063" y="216486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5" name="Freeform 6014"/>
          <p:cNvSpPr/>
          <p:nvPr/>
        </p:nvSpPr>
        <p:spPr>
          <a:xfrm>
            <a:off x="6978097" y="2151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6" name="Freeform 6015"/>
          <p:cNvSpPr/>
          <p:nvPr/>
        </p:nvSpPr>
        <p:spPr>
          <a:xfrm>
            <a:off x="7363870" y="2148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7" name="Freeform 6016"/>
          <p:cNvSpPr/>
          <p:nvPr/>
        </p:nvSpPr>
        <p:spPr>
          <a:xfrm>
            <a:off x="6160429" y="2152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8" name="Freeform 6017"/>
          <p:cNvSpPr/>
          <p:nvPr/>
        </p:nvSpPr>
        <p:spPr>
          <a:xfrm>
            <a:off x="6828825" y="2126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9" name="Freeform 6018"/>
          <p:cNvSpPr/>
          <p:nvPr/>
        </p:nvSpPr>
        <p:spPr>
          <a:xfrm>
            <a:off x="7537118" y="2155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0" name="Freeform 6019"/>
          <p:cNvSpPr/>
          <p:nvPr/>
        </p:nvSpPr>
        <p:spPr>
          <a:xfrm>
            <a:off x="7341585" y="2146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1" name="Freeform 6020"/>
          <p:cNvSpPr/>
          <p:nvPr/>
        </p:nvSpPr>
        <p:spPr>
          <a:xfrm>
            <a:off x="7688244" y="2142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2" name="Freeform 6021"/>
          <p:cNvSpPr/>
          <p:nvPr/>
        </p:nvSpPr>
        <p:spPr>
          <a:xfrm>
            <a:off x="7804113" y="2145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3" name="Freeform 6022"/>
          <p:cNvSpPr/>
          <p:nvPr/>
        </p:nvSpPr>
        <p:spPr>
          <a:xfrm>
            <a:off x="6923277" y="213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4" name="Freeform 6023"/>
          <p:cNvSpPr/>
          <p:nvPr/>
        </p:nvSpPr>
        <p:spPr>
          <a:xfrm>
            <a:off x="8104913" y="2163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5" name="Freeform 6024"/>
          <p:cNvSpPr/>
          <p:nvPr/>
        </p:nvSpPr>
        <p:spPr>
          <a:xfrm>
            <a:off x="7601599" y="2160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6" name="Freeform 6025"/>
          <p:cNvSpPr/>
          <p:nvPr/>
        </p:nvSpPr>
        <p:spPr>
          <a:xfrm>
            <a:off x="6493871" y="2140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7" name="Freeform 6026"/>
          <p:cNvSpPr/>
          <p:nvPr/>
        </p:nvSpPr>
        <p:spPr>
          <a:xfrm>
            <a:off x="7624035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8" name="Freeform 6027"/>
          <p:cNvSpPr/>
          <p:nvPr/>
        </p:nvSpPr>
        <p:spPr>
          <a:xfrm>
            <a:off x="8021943" y="2145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9" name="Freeform 6028"/>
          <p:cNvSpPr/>
          <p:nvPr/>
        </p:nvSpPr>
        <p:spPr>
          <a:xfrm>
            <a:off x="6328441" y="2135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0" name="Freeform 6029"/>
          <p:cNvSpPr/>
          <p:nvPr/>
        </p:nvSpPr>
        <p:spPr>
          <a:xfrm>
            <a:off x="6152807" y="2148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1" name="Freeform 6030"/>
          <p:cNvSpPr/>
          <p:nvPr/>
        </p:nvSpPr>
        <p:spPr>
          <a:xfrm>
            <a:off x="7315588" y="2165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2" name="Freeform 6031"/>
          <p:cNvSpPr/>
          <p:nvPr/>
        </p:nvSpPr>
        <p:spPr>
          <a:xfrm>
            <a:off x="7051240" y="2151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3" name="Freeform 6032"/>
          <p:cNvSpPr/>
          <p:nvPr/>
        </p:nvSpPr>
        <p:spPr>
          <a:xfrm>
            <a:off x="7322113" y="2136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4" name="Freeform 6033"/>
          <p:cNvSpPr/>
          <p:nvPr/>
        </p:nvSpPr>
        <p:spPr>
          <a:xfrm>
            <a:off x="7829056" y="2145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5" name="Freeform 6034"/>
          <p:cNvSpPr/>
          <p:nvPr/>
        </p:nvSpPr>
        <p:spPr>
          <a:xfrm>
            <a:off x="7616737" y="2153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6" name="Freeform 6035"/>
          <p:cNvSpPr/>
          <p:nvPr/>
        </p:nvSpPr>
        <p:spPr>
          <a:xfrm>
            <a:off x="6956965" y="2140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7" name="Freeform 6036"/>
          <p:cNvSpPr/>
          <p:nvPr/>
        </p:nvSpPr>
        <p:spPr>
          <a:xfrm>
            <a:off x="7859903" y="2150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8" name="Freeform 6037"/>
          <p:cNvSpPr/>
          <p:nvPr/>
        </p:nvSpPr>
        <p:spPr>
          <a:xfrm>
            <a:off x="6475799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9" name="TextBox 6038"/>
          <p:cNvSpPr txBox="1"/>
          <p:nvPr/>
        </p:nvSpPr>
        <p:spPr>
          <a:xfrm>
            <a:off x="6354594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040" name="Freeform 6039"/>
          <p:cNvSpPr/>
          <p:nvPr/>
        </p:nvSpPr>
        <p:spPr>
          <a:xfrm>
            <a:off x="7262643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1" name="TextBox 6040"/>
          <p:cNvSpPr txBox="1"/>
          <p:nvPr/>
        </p:nvSpPr>
        <p:spPr>
          <a:xfrm>
            <a:off x="7141438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6042" name="Freeform 6041"/>
          <p:cNvSpPr/>
          <p:nvPr/>
        </p:nvSpPr>
        <p:spPr>
          <a:xfrm>
            <a:off x="8049487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3" name="TextBox 6042"/>
          <p:cNvSpPr txBox="1"/>
          <p:nvPr/>
        </p:nvSpPr>
        <p:spPr>
          <a:xfrm>
            <a:off x="7928281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6044" name="Freeform 6043"/>
          <p:cNvSpPr/>
          <p:nvPr/>
        </p:nvSpPr>
        <p:spPr>
          <a:xfrm>
            <a:off x="8836331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5" name="TextBox 6044"/>
          <p:cNvSpPr txBox="1"/>
          <p:nvPr/>
        </p:nvSpPr>
        <p:spPr>
          <a:xfrm>
            <a:off x="8715125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6046" name="Freeform 6045"/>
          <p:cNvSpPr/>
          <p:nvPr/>
        </p:nvSpPr>
        <p:spPr>
          <a:xfrm>
            <a:off x="9623174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7" name="TextBox 6046"/>
          <p:cNvSpPr txBox="1"/>
          <p:nvPr/>
        </p:nvSpPr>
        <p:spPr>
          <a:xfrm>
            <a:off x="9501969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6048" name="TextBox 6047"/>
          <p:cNvSpPr txBox="1"/>
          <p:nvPr/>
        </p:nvSpPr>
        <p:spPr>
          <a:xfrm>
            <a:off x="7206564" y="3962763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6049" name="Freeform 6048"/>
          <p:cNvSpPr/>
          <p:nvPr/>
        </p:nvSpPr>
        <p:spPr>
          <a:xfrm>
            <a:off x="6040578" y="36344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0" name="TextBox 6049"/>
          <p:cNvSpPr txBox="1"/>
          <p:nvPr/>
        </p:nvSpPr>
        <p:spPr>
          <a:xfrm>
            <a:off x="5713355" y="355566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6051" name="Freeform 6050"/>
          <p:cNvSpPr/>
          <p:nvPr/>
        </p:nvSpPr>
        <p:spPr>
          <a:xfrm>
            <a:off x="6040578" y="31561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2" name="TextBox 6051"/>
          <p:cNvSpPr txBox="1"/>
          <p:nvPr/>
        </p:nvSpPr>
        <p:spPr>
          <a:xfrm>
            <a:off x="5713355" y="30774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6053" name="Freeform 6052"/>
          <p:cNvSpPr/>
          <p:nvPr/>
        </p:nvSpPr>
        <p:spPr>
          <a:xfrm>
            <a:off x="6040578" y="26779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4" name="TextBox 6053"/>
          <p:cNvSpPr txBox="1"/>
          <p:nvPr/>
        </p:nvSpPr>
        <p:spPr>
          <a:xfrm>
            <a:off x="5713355" y="259915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6055" name="Freeform 6054"/>
          <p:cNvSpPr/>
          <p:nvPr/>
        </p:nvSpPr>
        <p:spPr>
          <a:xfrm>
            <a:off x="6040578" y="21996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6" name="TextBox 6055"/>
          <p:cNvSpPr txBox="1"/>
          <p:nvPr/>
        </p:nvSpPr>
        <p:spPr>
          <a:xfrm>
            <a:off x="5713355" y="2120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1.10</a:t>
            </a:r>
          </a:p>
        </p:txBody>
      </p:sp>
      <p:sp>
        <p:nvSpPr>
          <p:cNvPr id="6057" name="Freeform 6056"/>
          <p:cNvSpPr/>
          <p:nvPr/>
        </p:nvSpPr>
        <p:spPr>
          <a:xfrm>
            <a:off x="6040578" y="1721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8" name="TextBox 6057"/>
          <p:cNvSpPr txBox="1"/>
          <p:nvPr/>
        </p:nvSpPr>
        <p:spPr>
          <a:xfrm>
            <a:off x="5713355" y="1642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1.15</a:t>
            </a:r>
          </a:p>
        </p:txBody>
      </p:sp>
      <p:sp>
        <p:nvSpPr>
          <p:cNvPr id="6059" name="Freeform 6058"/>
          <p:cNvSpPr/>
          <p:nvPr/>
        </p:nvSpPr>
        <p:spPr>
          <a:xfrm>
            <a:off x="6040578" y="12431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0" name="TextBox 6059"/>
          <p:cNvSpPr txBox="1"/>
          <p:nvPr/>
        </p:nvSpPr>
        <p:spPr>
          <a:xfrm>
            <a:off x="5713355" y="11643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6061" name="Freeform 6060"/>
          <p:cNvSpPr/>
          <p:nvPr/>
        </p:nvSpPr>
        <p:spPr>
          <a:xfrm>
            <a:off x="6040578" y="7648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2" name="TextBox 6061"/>
          <p:cNvSpPr txBox="1"/>
          <p:nvPr/>
        </p:nvSpPr>
        <p:spPr>
          <a:xfrm>
            <a:off x="5713355" y="6861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6063" name="TextBox 6062"/>
          <p:cNvSpPr txBox="1"/>
          <p:nvPr/>
        </p:nvSpPr>
        <p:spPr>
          <a:xfrm rot="16200000">
            <a:off x="5540893" y="191858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6064" name="Freeform 6063"/>
          <p:cNvSpPr/>
          <p:nvPr/>
        </p:nvSpPr>
        <p:spPr>
          <a:xfrm>
            <a:off x="6963643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5" name="Freeform 6064"/>
          <p:cNvSpPr/>
          <p:nvPr/>
        </p:nvSpPr>
        <p:spPr>
          <a:xfrm>
            <a:off x="6085028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6" name="Freeform 6065"/>
          <p:cNvSpPr/>
          <p:nvPr/>
        </p:nvSpPr>
        <p:spPr>
          <a:xfrm>
            <a:off x="6085028" y="3730650"/>
            <a:ext cx="3747208" cy="0"/>
          </a:xfrm>
          <a:custGeom>
            <a:avLst/>
            <a:gdLst/>
            <a:ahLst/>
            <a:cxnLst/>
            <a:rect l="l" t="t" r="r" b="b"/>
            <a:pathLst>
              <a:path w="3747208" h="0">
                <a:moveTo>
                  <a:pt x="0" y="0"/>
                </a:moveTo>
                <a:lnTo>
                  <a:pt x="37472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7" name="TextBox 6066"/>
          <p:cNvSpPr txBox="1"/>
          <p:nvPr/>
        </p:nvSpPr>
        <p:spPr>
          <a:xfrm>
            <a:off x="7188235" y="401168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Coupled steady-state</a:t>
            </a:r>
          </a:p>
        </p:txBody>
      </p:sp>
      <p:sp>
        <p:nvSpPr>
          <p:cNvPr id="6068" name="Freeform 6067"/>
          <p:cNvSpPr/>
          <p:nvPr/>
        </p:nvSpPr>
        <p:spPr>
          <a:xfrm>
            <a:off x="8472130" y="648818"/>
            <a:ext cx="1309306" cy="179609"/>
          </a:xfrm>
          <a:custGeom>
            <a:avLst/>
            <a:gdLst/>
            <a:ahLst/>
            <a:cxnLst/>
            <a:rect l="l" t="t" r="r" b="b"/>
            <a:pathLst>
              <a:path w="1309306" h="179609">
                <a:moveTo>
                  <a:pt x="20320" y="179609"/>
                </a:moveTo>
                <a:lnTo>
                  <a:pt x="1288986" y="179609"/>
                </a:lnTo>
                <a:close/>
                <a:lnTo>
                  <a:pt x="1304226" y="174529"/>
                </a:lnTo>
                <a:close/>
                <a:lnTo>
                  <a:pt x="1309306" y="15928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89"/>
                </a:lnTo>
                <a:close/>
                <a:lnTo>
                  <a:pt x="5080" y="174529"/>
                </a:lnTo>
                <a:close/>
                <a:lnTo>
                  <a:pt x="20320" y="179609"/>
                </a:lnTo>
                <a:close/>
                <a:lnTo>
                  <a:pt x="20320" y="1796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9" name="Freeform 6068"/>
          <p:cNvSpPr/>
          <p:nvPr/>
        </p:nvSpPr>
        <p:spPr>
          <a:xfrm>
            <a:off x="8512770" y="731098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0" name="TextBox 6069"/>
          <p:cNvSpPr txBox="1"/>
          <p:nvPr/>
        </p:nvSpPr>
        <p:spPr>
          <a:xfrm>
            <a:off x="8797250" y="665058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6071" name="Rectangle 6070"/>
          <p:cNvSpPr/>
          <p:nvPr/>
        </p:nvSpPr>
        <p:spPr>
          <a:xfrm>
            <a:off x="4618234" y="989597"/>
            <a:ext cx="117474" cy="2349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2" name="Freeform 6071"/>
          <p:cNvSpPr/>
          <p:nvPr/>
        </p:nvSpPr>
        <p:spPr>
          <a:xfrm>
            <a:off x="4735708" y="29566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3" name="TextBox 6072"/>
          <p:cNvSpPr txBox="1"/>
          <p:nvPr/>
        </p:nvSpPr>
        <p:spPr>
          <a:xfrm>
            <a:off x="4824608" y="287792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6074" name="Freeform 6073"/>
          <p:cNvSpPr/>
          <p:nvPr/>
        </p:nvSpPr>
        <p:spPr>
          <a:xfrm>
            <a:off x="4735708" y="2562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5" name="TextBox 6074"/>
          <p:cNvSpPr txBox="1"/>
          <p:nvPr/>
        </p:nvSpPr>
        <p:spPr>
          <a:xfrm>
            <a:off x="4824608" y="248366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6076" name="Freeform 6075"/>
          <p:cNvSpPr/>
          <p:nvPr/>
        </p:nvSpPr>
        <p:spPr>
          <a:xfrm>
            <a:off x="4735708" y="21681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7" name="TextBox 6076"/>
          <p:cNvSpPr txBox="1"/>
          <p:nvPr/>
        </p:nvSpPr>
        <p:spPr>
          <a:xfrm>
            <a:off x="4824608" y="20893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6078" name="Freeform 6077"/>
          <p:cNvSpPr/>
          <p:nvPr/>
        </p:nvSpPr>
        <p:spPr>
          <a:xfrm>
            <a:off x="4735708" y="17738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9" name="TextBox 6078"/>
          <p:cNvSpPr txBox="1"/>
          <p:nvPr/>
        </p:nvSpPr>
        <p:spPr>
          <a:xfrm>
            <a:off x="4824608" y="169513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6080" name="Freeform 6079"/>
          <p:cNvSpPr/>
          <p:nvPr/>
        </p:nvSpPr>
        <p:spPr>
          <a:xfrm>
            <a:off x="4735708" y="13796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1" name="TextBox 6080"/>
          <p:cNvSpPr txBox="1"/>
          <p:nvPr/>
        </p:nvSpPr>
        <p:spPr>
          <a:xfrm>
            <a:off x="4824608" y="130086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0.05</a:t>
            </a:r>
          </a:p>
        </p:txBody>
      </p:sp>
      <p:sp>
        <p:nvSpPr>
          <p:cNvPr id="6082" name="TextBox 6081"/>
          <p:cNvSpPr txBox="1"/>
          <p:nvPr/>
        </p:nvSpPr>
        <p:spPr>
          <a:xfrm rot="16200000">
            <a:off x="5159181" y="1944195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Point density</a:t>
            </a:r>
          </a:p>
        </p:txBody>
      </p:sp>
      <p:sp>
        <p:nvSpPr>
          <p:cNvPr id="6083" name="Freeform 6082"/>
          <p:cNvSpPr/>
          <p:nvPr/>
        </p:nvSpPr>
        <p:spPr>
          <a:xfrm>
            <a:off x="4618234" y="989597"/>
            <a:ext cx="117474" cy="2349474"/>
          </a:xfrm>
          <a:custGeom>
            <a:avLst/>
            <a:gdLst/>
            <a:ahLst/>
            <a:cxnLst/>
            <a:rect l="l" t="t" r="r" b="b"/>
            <a:pathLst>
              <a:path w="117474" h="2349474">
                <a:moveTo>
                  <a:pt x="0" y="2349474"/>
                </a:moveTo>
                <a:lnTo>
                  <a:pt x="58737" y="2349474"/>
                </a:lnTo>
                <a:close/>
                <a:lnTo>
                  <a:pt x="117474" y="2349474"/>
                </a:lnTo>
                <a:close/>
                <a:lnTo>
                  <a:pt x="117474" y="0"/>
                </a:lnTo>
                <a:close/>
                <a:lnTo>
                  <a:pt x="58737" y="0"/>
                </a:lnTo>
                <a:close/>
                <a:lnTo>
                  <a:pt x="0" y="0"/>
                </a:lnTo>
                <a:close/>
                <a:lnTo>
                  <a:pt x="0" y="2349474"/>
                </a:lnTo>
                <a:close/>
                <a:lnTo>
                  <a:pt x="0" y="234947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4" name="Rectangle 6083"/>
          <p:cNvSpPr/>
          <p:nvPr/>
        </p:nvSpPr>
        <p:spPr>
          <a:xfrm>
            <a:off x="10066437" y="989597"/>
            <a:ext cx="117474" cy="2349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5" name="Freeform 6084"/>
          <p:cNvSpPr/>
          <p:nvPr/>
        </p:nvSpPr>
        <p:spPr>
          <a:xfrm>
            <a:off x="10183910" y="29948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6" name="TextBox 6085"/>
          <p:cNvSpPr txBox="1"/>
          <p:nvPr/>
        </p:nvSpPr>
        <p:spPr>
          <a:xfrm>
            <a:off x="10272810" y="291614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087" name="Freeform 6086"/>
          <p:cNvSpPr/>
          <p:nvPr/>
        </p:nvSpPr>
        <p:spPr>
          <a:xfrm>
            <a:off x="10183910" y="2640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8" name="TextBox 6087"/>
          <p:cNvSpPr txBox="1"/>
          <p:nvPr/>
        </p:nvSpPr>
        <p:spPr>
          <a:xfrm>
            <a:off x="10272810" y="2561352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089" name="Freeform 6088"/>
          <p:cNvSpPr/>
          <p:nvPr/>
        </p:nvSpPr>
        <p:spPr>
          <a:xfrm>
            <a:off x="10183910" y="22853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0" name="TextBox 6089"/>
          <p:cNvSpPr txBox="1"/>
          <p:nvPr/>
        </p:nvSpPr>
        <p:spPr>
          <a:xfrm>
            <a:off x="10272810" y="220656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091" name="Freeform 6090"/>
          <p:cNvSpPr/>
          <p:nvPr/>
        </p:nvSpPr>
        <p:spPr>
          <a:xfrm>
            <a:off x="10183910" y="19305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2" name="TextBox 6091"/>
          <p:cNvSpPr txBox="1"/>
          <p:nvPr/>
        </p:nvSpPr>
        <p:spPr>
          <a:xfrm>
            <a:off x="10272810" y="185176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093" name="Freeform 6092"/>
          <p:cNvSpPr/>
          <p:nvPr/>
        </p:nvSpPr>
        <p:spPr>
          <a:xfrm>
            <a:off x="10183910" y="157572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4" name="TextBox 6093"/>
          <p:cNvSpPr txBox="1"/>
          <p:nvPr/>
        </p:nvSpPr>
        <p:spPr>
          <a:xfrm>
            <a:off x="10272810" y="149697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095" name="Freeform 6094"/>
          <p:cNvSpPr/>
          <p:nvPr/>
        </p:nvSpPr>
        <p:spPr>
          <a:xfrm>
            <a:off x="10183910" y="12209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6" name="TextBox 6095"/>
          <p:cNvSpPr txBox="1"/>
          <p:nvPr/>
        </p:nvSpPr>
        <p:spPr>
          <a:xfrm>
            <a:off x="10272810" y="1142183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097" name="TextBox 6096"/>
          <p:cNvSpPr txBox="1"/>
          <p:nvPr/>
        </p:nvSpPr>
        <p:spPr>
          <a:xfrm rot="16200000">
            <a:off x="10405414" y="1944195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Point density</a:t>
            </a:r>
          </a:p>
        </p:txBody>
      </p:sp>
      <p:sp>
        <p:nvSpPr>
          <p:cNvPr id="6098" name="Freeform 6097"/>
          <p:cNvSpPr/>
          <p:nvPr/>
        </p:nvSpPr>
        <p:spPr>
          <a:xfrm>
            <a:off x="10066437" y="989597"/>
            <a:ext cx="117473" cy="2349474"/>
          </a:xfrm>
          <a:custGeom>
            <a:avLst/>
            <a:gdLst/>
            <a:ahLst/>
            <a:cxnLst/>
            <a:rect l="l" t="t" r="r" b="b"/>
            <a:pathLst>
              <a:path w="117473" h="2349474">
                <a:moveTo>
                  <a:pt x="0" y="2349474"/>
                </a:moveTo>
                <a:lnTo>
                  <a:pt x="58736" y="2349474"/>
                </a:lnTo>
                <a:close/>
                <a:lnTo>
                  <a:pt x="117473" y="2349474"/>
                </a:lnTo>
                <a:close/>
                <a:lnTo>
                  <a:pt x="117473" y="0"/>
                </a:lnTo>
                <a:close/>
                <a:lnTo>
                  <a:pt x="58736" y="0"/>
                </a:lnTo>
                <a:close/>
                <a:lnTo>
                  <a:pt x="0" y="0"/>
                </a:lnTo>
                <a:close/>
                <a:lnTo>
                  <a:pt x="0" y="2349474"/>
                </a:lnTo>
                <a:close/>
                <a:lnTo>
                  <a:pt x="0" y="234947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9" name="TextBox 6098"/>
          <p:cNvSpPr txBox="1"/>
          <p:nvPr/>
        </p:nvSpPr>
        <p:spPr>
          <a:xfrm>
            <a:off x="2574550" y="55507"/>
            <a:ext cx="63703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3 (v2) | Joint stress–keff distribution: decoupled vs coupled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