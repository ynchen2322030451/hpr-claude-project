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852160" cy="299923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852160" cy="2999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7804" y="1096503"/>
            <a:ext cx="4325620" cy="2476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300" b="1" i="0">
                <a:solidFill>
                  <a:srgbClr val="000000"/>
                </a:solidFill>
                <a:latin typeface="Arial"/>
              </a:rPr>
              <a:t>Figure A8 | Training curves (NLL vs epoch)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2542" y="1670984"/>
            <a:ext cx="431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C0392B"/>
                </a:solidFill>
                <a:latin typeface="Arial"/>
              </a:rPr>
              <a:t>【缺数据】  Re-run run_train_fixed_surrogates.py to generate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