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711247" cy="775831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9781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1440" y="1411834"/>
            <a:ext cx="1559052" cy="985723"/>
          </a:xfrm>
          <a:custGeom>
            <a:avLst/>
            <a:gdLst/>
            <a:ahLst/>
            <a:cxnLst/>
            <a:rect l="l" t="t" r="r" b="b"/>
            <a:pathLst>
              <a:path w="1559052" h="985723">
                <a:moveTo>
                  <a:pt x="70866" y="985723"/>
                </a:moveTo>
                <a:lnTo>
                  <a:pt x="1488186" y="985723"/>
                </a:lnTo>
                <a:close/>
                <a:lnTo>
                  <a:pt x="1519190" y="981322"/>
                </a:lnTo>
                <a:close/>
                <a:lnTo>
                  <a:pt x="1541336" y="968121"/>
                </a:lnTo>
                <a:close/>
                <a:lnTo>
                  <a:pt x="1554623" y="946118"/>
                </a:lnTo>
                <a:close/>
                <a:lnTo>
                  <a:pt x="1559052" y="915314"/>
                </a:lnTo>
                <a:close/>
                <a:lnTo>
                  <a:pt x="1559052" y="70408"/>
                </a:lnTo>
                <a:close/>
                <a:lnTo>
                  <a:pt x="1554623" y="39605"/>
                </a:lnTo>
                <a:close/>
                <a:lnTo>
                  <a:pt x="1541336" y="17602"/>
                </a:lnTo>
                <a:close/>
                <a:lnTo>
                  <a:pt x="1519190" y="4400"/>
                </a:lnTo>
                <a:close/>
                <a:lnTo>
                  <a:pt x="1488186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7" y="17602"/>
                </a:lnTo>
                <a:close/>
                <a:lnTo>
                  <a:pt x="4429" y="39605"/>
                </a:lnTo>
                <a:close/>
                <a:lnTo>
                  <a:pt x="0" y="70408"/>
                </a:lnTo>
                <a:close/>
                <a:lnTo>
                  <a:pt x="0" y="915314"/>
                </a:lnTo>
                <a:close/>
                <a:lnTo>
                  <a:pt x="4429" y="946118"/>
                </a:lnTo>
                <a:close/>
                <a:lnTo>
                  <a:pt x="17717" y="968121"/>
                </a:lnTo>
                <a:close/>
                <a:lnTo>
                  <a:pt x="39862" y="981322"/>
                </a:lnTo>
                <a:close/>
                <a:lnTo>
                  <a:pt x="70866" y="985723"/>
                </a:lnTo>
                <a:close/>
                <a:lnTo>
                  <a:pt x="70866" y="985723"/>
                </a:lnTo>
                <a:close/>
              </a:path>
            </a:pathLst>
          </a:custGeom>
          <a:solidFill>
            <a:srgbClr val="D6EAF8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863090" y="1411834"/>
            <a:ext cx="1842516" cy="774496"/>
          </a:xfrm>
          <a:custGeom>
            <a:avLst/>
            <a:gdLst/>
            <a:ahLst/>
            <a:cxnLst/>
            <a:rect l="l" t="t" r="r" b="b"/>
            <a:pathLst>
              <a:path w="1842516" h="774496">
                <a:moveTo>
                  <a:pt x="70866" y="774496"/>
                </a:moveTo>
                <a:lnTo>
                  <a:pt x="1771650" y="774496"/>
                </a:lnTo>
                <a:close/>
                <a:lnTo>
                  <a:pt x="1802654" y="770096"/>
                </a:lnTo>
                <a:close/>
                <a:lnTo>
                  <a:pt x="1824799" y="756894"/>
                </a:lnTo>
                <a:close/>
                <a:lnTo>
                  <a:pt x="1838087" y="734891"/>
                </a:lnTo>
                <a:close/>
                <a:lnTo>
                  <a:pt x="1842516" y="704088"/>
                </a:lnTo>
                <a:close/>
                <a:lnTo>
                  <a:pt x="1842516" y="70408"/>
                </a:lnTo>
                <a:close/>
                <a:lnTo>
                  <a:pt x="1838087" y="39605"/>
                </a:lnTo>
                <a:close/>
                <a:lnTo>
                  <a:pt x="1824799" y="17602"/>
                </a:lnTo>
                <a:close/>
                <a:lnTo>
                  <a:pt x="1802654" y="4400"/>
                </a:lnTo>
                <a:close/>
                <a:lnTo>
                  <a:pt x="1771650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8"/>
                </a:lnTo>
                <a:close/>
                <a:lnTo>
                  <a:pt x="0" y="704088"/>
                </a:lnTo>
                <a:close/>
                <a:lnTo>
                  <a:pt x="4429" y="734891"/>
                </a:lnTo>
                <a:close/>
                <a:lnTo>
                  <a:pt x="17716" y="756894"/>
                </a:lnTo>
                <a:close/>
                <a:lnTo>
                  <a:pt x="39862" y="770096"/>
                </a:lnTo>
                <a:close/>
                <a:lnTo>
                  <a:pt x="70866" y="774496"/>
                </a:lnTo>
                <a:close/>
                <a:lnTo>
                  <a:pt x="70866" y="774496"/>
                </a:lnTo>
                <a:close/>
              </a:path>
            </a:pathLst>
          </a:custGeom>
          <a:solidFill>
            <a:srgbClr val="FDEBD0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63090" y="2327148"/>
            <a:ext cx="1842516" cy="844906"/>
          </a:xfrm>
          <a:custGeom>
            <a:avLst/>
            <a:gdLst/>
            <a:ahLst/>
            <a:cxnLst/>
            <a:rect l="l" t="t" r="r" b="b"/>
            <a:pathLst>
              <a:path w="1842516" h="844906">
                <a:moveTo>
                  <a:pt x="70866" y="844906"/>
                </a:moveTo>
                <a:lnTo>
                  <a:pt x="1771650" y="844906"/>
                </a:lnTo>
                <a:close/>
                <a:lnTo>
                  <a:pt x="1802654" y="840505"/>
                </a:lnTo>
                <a:close/>
                <a:lnTo>
                  <a:pt x="1824799" y="827303"/>
                </a:lnTo>
                <a:close/>
                <a:lnTo>
                  <a:pt x="1838087" y="805301"/>
                </a:lnTo>
                <a:close/>
                <a:lnTo>
                  <a:pt x="1842516" y="774497"/>
                </a:lnTo>
                <a:close/>
                <a:lnTo>
                  <a:pt x="1842516" y="70409"/>
                </a:lnTo>
                <a:close/>
                <a:lnTo>
                  <a:pt x="1838087" y="39605"/>
                </a:lnTo>
                <a:close/>
                <a:lnTo>
                  <a:pt x="1824799" y="17602"/>
                </a:lnTo>
                <a:close/>
                <a:lnTo>
                  <a:pt x="1802654" y="4401"/>
                </a:lnTo>
                <a:close/>
                <a:lnTo>
                  <a:pt x="1771650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774497"/>
                </a:lnTo>
                <a:close/>
                <a:lnTo>
                  <a:pt x="4429" y="805301"/>
                </a:lnTo>
                <a:close/>
                <a:lnTo>
                  <a:pt x="17716" y="827303"/>
                </a:lnTo>
                <a:close/>
                <a:lnTo>
                  <a:pt x="39862" y="840505"/>
                </a:lnTo>
                <a:close/>
                <a:lnTo>
                  <a:pt x="70866" y="844906"/>
                </a:lnTo>
                <a:close/>
                <a:lnTo>
                  <a:pt x="70866" y="844906"/>
                </a:lnTo>
                <a:close/>
              </a:path>
            </a:pathLst>
          </a:custGeom>
          <a:solidFill>
            <a:srgbClr val="D5F5E3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989070" y="1693469"/>
            <a:ext cx="1700784" cy="985723"/>
          </a:xfrm>
          <a:custGeom>
            <a:avLst/>
            <a:gdLst/>
            <a:ahLst/>
            <a:cxnLst/>
            <a:rect l="l" t="t" r="r" b="b"/>
            <a:pathLst>
              <a:path w="1700784" h="985723">
                <a:moveTo>
                  <a:pt x="70866" y="985723"/>
                </a:moveTo>
                <a:lnTo>
                  <a:pt x="1629918" y="985723"/>
                </a:lnTo>
                <a:close/>
                <a:lnTo>
                  <a:pt x="1660922" y="981322"/>
                </a:lnTo>
                <a:close/>
                <a:lnTo>
                  <a:pt x="1683067" y="968121"/>
                </a:lnTo>
                <a:close/>
                <a:lnTo>
                  <a:pt x="1696355" y="946118"/>
                </a:lnTo>
                <a:close/>
                <a:lnTo>
                  <a:pt x="1700784" y="915314"/>
                </a:lnTo>
                <a:close/>
                <a:lnTo>
                  <a:pt x="1700784" y="70409"/>
                </a:lnTo>
                <a:close/>
                <a:lnTo>
                  <a:pt x="1696355" y="39605"/>
                </a:lnTo>
                <a:close/>
                <a:lnTo>
                  <a:pt x="1683067" y="17602"/>
                </a:lnTo>
                <a:close/>
                <a:lnTo>
                  <a:pt x="1660922" y="4400"/>
                </a:lnTo>
                <a:close/>
                <a:lnTo>
                  <a:pt x="1629918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7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915314"/>
                </a:lnTo>
                <a:close/>
                <a:lnTo>
                  <a:pt x="4429" y="946118"/>
                </a:lnTo>
                <a:close/>
                <a:lnTo>
                  <a:pt x="17717" y="968121"/>
                </a:lnTo>
                <a:close/>
                <a:lnTo>
                  <a:pt x="39862" y="981322"/>
                </a:lnTo>
                <a:close/>
                <a:lnTo>
                  <a:pt x="70866" y="985723"/>
                </a:lnTo>
                <a:close/>
                <a:lnTo>
                  <a:pt x="70866" y="985723"/>
                </a:lnTo>
                <a:close/>
              </a:path>
            </a:pathLst>
          </a:custGeom>
          <a:solidFill>
            <a:srgbClr val="D6EAF8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973318" y="778154"/>
            <a:ext cx="1842516" cy="633680"/>
          </a:xfrm>
          <a:custGeom>
            <a:avLst/>
            <a:gdLst/>
            <a:ahLst/>
            <a:cxnLst/>
            <a:rect l="l" t="t" r="r" b="b"/>
            <a:pathLst>
              <a:path w="1842516" h="633680">
                <a:moveTo>
                  <a:pt x="70866" y="633680"/>
                </a:moveTo>
                <a:lnTo>
                  <a:pt x="1771650" y="633680"/>
                </a:lnTo>
                <a:close/>
                <a:lnTo>
                  <a:pt x="1802654" y="629279"/>
                </a:lnTo>
                <a:close/>
                <a:lnTo>
                  <a:pt x="1824800" y="616077"/>
                </a:lnTo>
                <a:close/>
                <a:lnTo>
                  <a:pt x="1838087" y="594075"/>
                </a:lnTo>
                <a:close/>
                <a:lnTo>
                  <a:pt x="1842516" y="563271"/>
                </a:lnTo>
                <a:close/>
                <a:lnTo>
                  <a:pt x="1842516" y="70409"/>
                </a:lnTo>
                <a:close/>
                <a:lnTo>
                  <a:pt x="1838087" y="39605"/>
                </a:lnTo>
                <a:close/>
                <a:lnTo>
                  <a:pt x="1824800" y="17603"/>
                </a:lnTo>
                <a:close/>
                <a:lnTo>
                  <a:pt x="1802654" y="4401"/>
                </a:lnTo>
                <a:close/>
                <a:lnTo>
                  <a:pt x="1771650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3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563271"/>
                </a:lnTo>
                <a:close/>
                <a:lnTo>
                  <a:pt x="4429" y="594075"/>
                </a:lnTo>
                <a:close/>
                <a:lnTo>
                  <a:pt x="17716" y="616077"/>
                </a:lnTo>
                <a:close/>
                <a:lnTo>
                  <a:pt x="39862" y="629279"/>
                </a:lnTo>
                <a:close/>
                <a:lnTo>
                  <a:pt x="70866" y="633680"/>
                </a:lnTo>
                <a:close/>
                <a:lnTo>
                  <a:pt x="70866" y="633680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973318" y="1482242"/>
            <a:ext cx="1842516" cy="633680"/>
          </a:xfrm>
          <a:custGeom>
            <a:avLst/>
            <a:gdLst/>
            <a:ahLst/>
            <a:cxnLst/>
            <a:rect l="l" t="t" r="r" b="b"/>
            <a:pathLst>
              <a:path w="1842516" h="633680">
                <a:moveTo>
                  <a:pt x="70866" y="633680"/>
                </a:moveTo>
                <a:lnTo>
                  <a:pt x="1771650" y="633680"/>
                </a:lnTo>
                <a:close/>
                <a:lnTo>
                  <a:pt x="1802654" y="629279"/>
                </a:lnTo>
                <a:close/>
                <a:lnTo>
                  <a:pt x="1824800" y="616077"/>
                </a:lnTo>
                <a:close/>
                <a:lnTo>
                  <a:pt x="1838087" y="594075"/>
                </a:lnTo>
                <a:close/>
                <a:lnTo>
                  <a:pt x="1842516" y="563271"/>
                </a:lnTo>
                <a:close/>
                <a:lnTo>
                  <a:pt x="1842516" y="70409"/>
                </a:lnTo>
                <a:close/>
                <a:lnTo>
                  <a:pt x="1838087" y="39605"/>
                </a:lnTo>
                <a:close/>
                <a:lnTo>
                  <a:pt x="1824800" y="17603"/>
                </a:lnTo>
                <a:close/>
                <a:lnTo>
                  <a:pt x="1802654" y="4401"/>
                </a:lnTo>
                <a:close/>
                <a:lnTo>
                  <a:pt x="1771650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3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563271"/>
                </a:lnTo>
                <a:close/>
                <a:lnTo>
                  <a:pt x="4429" y="594075"/>
                </a:lnTo>
                <a:close/>
                <a:lnTo>
                  <a:pt x="17716" y="616077"/>
                </a:lnTo>
                <a:close/>
                <a:lnTo>
                  <a:pt x="39862" y="629279"/>
                </a:lnTo>
                <a:close/>
                <a:lnTo>
                  <a:pt x="70866" y="633680"/>
                </a:lnTo>
                <a:close/>
                <a:lnTo>
                  <a:pt x="70866" y="633680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973318" y="2186330"/>
            <a:ext cx="1842516" cy="633680"/>
          </a:xfrm>
          <a:custGeom>
            <a:avLst/>
            <a:gdLst/>
            <a:ahLst/>
            <a:cxnLst/>
            <a:rect l="l" t="t" r="r" b="b"/>
            <a:pathLst>
              <a:path w="1842516" h="633680">
                <a:moveTo>
                  <a:pt x="70866" y="633680"/>
                </a:moveTo>
                <a:lnTo>
                  <a:pt x="1771650" y="633680"/>
                </a:lnTo>
                <a:close/>
                <a:lnTo>
                  <a:pt x="1802654" y="629279"/>
                </a:lnTo>
                <a:close/>
                <a:lnTo>
                  <a:pt x="1824800" y="616077"/>
                </a:lnTo>
                <a:close/>
                <a:lnTo>
                  <a:pt x="1838087" y="594075"/>
                </a:lnTo>
                <a:close/>
                <a:lnTo>
                  <a:pt x="1842516" y="563271"/>
                </a:lnTo>
                <a:close/>
                <a:lnTo>
                  <a:pt x="1842516" y="70409"/>
                </a:lnTo>
                <a:close/>
                <a:lnTo>
                  <a:pt x="1838087" y="39605"/>
                </a:lnTo>
                <a:close/>
                <a:lnTo>
                  <a:pt x="1824800" y="17603"/>
                </a:lnTo>
                <a:close/>
                <a:lnTo>
                  <a:pt x="1802654" y="4401"/>
                </a:lnTo>
                <a:close/>
                <a:lnTo>
                  <a:pt x="1771650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3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563271"/>
                </a:lnTo>
                <a:close/>
                <a:lnTo>
                  <a:pt x="4429" y="594075"/>
                </a:lnTo>
                <a:close/>
                <a:lnTo>
                  <a:pt x="17716" y="616077"/>
                </a:lnTo>
                <a:close/>
                <a:lnTo>
                  <a:pt x="39862" y="629279"/>
                </a:lnTo>
                <a:close/>
                <a:lnTo>
                  <a:pt x="70866" y="633680"/>
                </a:lnTo>
                <a:close/>
                <a:lnTo>
                  <a:pt x="70866" y="633680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1175" y="1631204"/>
            <a:ext cx="8001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8 material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622" y="1962464"/>
            <a:ext cx="8953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uniform priors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0515" y="1589586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HF solver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4589" y="1803521"/>
            <a:ext cx="8382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OpenMC–FEniCS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361" y="2540105"/>
            <a:ext cx="59436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9952" y="2754040"/>
            <a:ext cx="8953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n≈2900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4168" y="1976834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HeteroMLP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651" y="2190770"/>
            <a:ext cx="11811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physics-regularized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029" y="885498"/>
            <a:ext cx="8001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Forward UQ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0344" y="1152763"/>
            <a:ext cx="11239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20k samples / 3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9103" y="1589586"/>
            <a:ext cx="8686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Sobol S1,ST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2061" y="1856851"/>
            <a:ext cx="7239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sensitivity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0583" y="2293674"/>
            <a:ext cx="10744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Posterior MCMC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2521" y="2560939"/>
            <a:ext cx="7239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calibration</a:t>
            </a:r>
          </a:p>
        </p:txBody>
      </p:sp>
      <p:sp>
        <p:nvSpPr>
          <p:cNvPr id="24" name="Freeform 23"/>
          <p:cNvSpPr/>
          <p:nvPr/>
        </p:nvSpPr>
        <p:spPr>
          <a:xfrm>
            <a:off x="1603199" y="1781131"/>
            <a:ext cx="287345" cy="114196"/>
          </a:xfrm>
          <a:custGeom>
            <a:avLst/>
            <a:gdLst/>
            <a:ahLst/>
            <a:cxnLst/>
            <a:rect l="l" t="t" r="r" b="b"/>
            <a:pathLst>
              <a:path w="287345" h="114196">
                <a:moveTo>
                  <a:pt x="0" y="114196"/>
                </a:moveTo>
                <a:lnTo>
                  <a:pt x="287345" y="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833954" y="1776288"/>
            <a:ext cx="56590" cy="47208"/>
          </a:xfrm>
          <a:custGeom>
            <a:avLst/>
            <a:gdLst/>
            <a:ahLst/>
            <a:cxnLst/>
            <a:rect l="l" t="t" r="r" b="b"/>
            <a:pathLst>
              <a:path w="56590" h="47208">
                <a:moveTo>
                  <a:pt x="0" y="0"/>
                </a:moveTo>
                <a:lnTo>
                  <a:pt x="56590" y="4843"/>
                </a:lnTo>
                <a:close/>
                <a:lnTo>
                  <a:pt x="18762" y="47208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784348" y="2141328"/>
            <a:ext cx="0" cy="209470"/>
          </a:xfrm>
          <a:custGeom>
            <a:avLst/>
            <a:gdLst/>
            <a:ahLst/>
            <a:cxnLst/>
            <a:rect l="l" t="t" r="r" b="b"/>
            <a:pathLst>
              <a:path w="0" h="209470">
                <a:moveTo>
                  <a:pt x="0" y="0"/>
                </a:moveTo>
                <a:lnTo>
                  <a:pt x="0" y="20947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758948" y="229999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0"/>
                </a:moveTo>
                <a:lnTo>
                  <a:pt x="25400" y="50800"/>
                </a:lnTo>
                <a:close/>
                <a:lnTo>
                  <a:pt x="0" y="0"/>
                </a:lnTo>
                <a:close/>
                <a:lnTo>
                  <a:pt x="50800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654282" y="2427355"/>
            <a:ext cx="369664" cy="306066"/>
          </a:xfrm>
          <a:custGeom>
            <a:avLst/>
            <a:gdLst/>
            <a:ahLst/>
            <a:cxnLst/>
            <a:rect l="l" t="t" r="r" b="b"/>
            <a:pathLst>
              <a:path w="369664" h="306066">
                <a:moveTo>
                  <a:pt x="0" y="306066"/>
                </a:moveTo>
                <a:lnTo>
                  <a:pt x="369664" y="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968619" y="2427355"/>
            <a:ext cx="55327" cy="51961"/>
          </a:xfrm>
          <a:custGeom>
            <a:avLst/>
            <a:gdLst/>
            <a:ahLst/>
            <a:cxnLst/>
            <a:rect l="l" t="t" r="r" b="b"/>
            <a:pathLst>
              <a:path w="55327" h="51961">
                <a:moveTo>
                  <a:pt x="0" y="12832"/>
                </a:moveTo>
                <a:lnTo>
                  <a:pt x="55327" y="0"/>
                </a:lnTo>
                <a:close/>
                <a:lnTo>
                  <a:pt x="32397" y="51961"/>
                </a:lnTo>
                <a:close/>
                <a:lnTo>
                  <a:pt x="0" y="12832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630796" y="1136385"/>
            <a:ext cx="391652" cy="745824"/>
          </a:xfrm>
          <a:custGeom>
            <a:avLst/>
            <a:gdLst/>
            <a:ahLst/>
            <a:cxnLst/>
            <a:rect l="l" t="t" r="r" b="b"/>
            <a:pathLst>
              <a:path w="391652" h="745824">
                <a:moveTo>
                  <a:pt x="0" y="745824"/>
                </a:moveTo>
                <a:lnTo>
                  <a:pt x="391652" y="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976342" y="1136385"/>
            <a:ext cx="46106" cy="56785"/>
          </a:xfrm>
          <a:custGeom>
            <a:avLst/>
            <a:gdLst/>
            <a:ahLst/>
            <a:cxnLst/>
            <a:rect l="l" t="t" r="r" b="b"/>
            <a:pathLst>
              <a:path w="46106" h="56785">
                <a:moveTo>
                  <a:pt x="0" y="33167"/>
                </a:moveTo>
                <a:lnTo>
                  <a:pt x="46106" y="0"/>
                </a:lnTo>
                <a:close/>
                <a:lnTo>
                  <a:pt x="44976" y="56785"/>
                </a:lnTo>
                <a:close/>
                <a:lnTo>
                  <a:pt x="0" y="33167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637751" y="1830526"/>
            <a:ext cx="371908" cy="338716"/>
          </a:xfrm>
          <a:custGeom>
            <a:avLst/>
            <a:gdLst/>
            <a:ahLst/>
            <a:cxnLst/>
            <a:rect l="l" t="t" r="r" b="b"/>
            <a:pathLst>
              <a:path w="371908" h="338716">
                <a:moveTo>
                  <a:pt x="0" y="338716"/>
                </a:moveTo>
                <a:lnTo>
                  <a:pt x="371908" y="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954998" y="1830526"/>
            <a:ext cx="54661" cy="52985"/>
          </a:xfrm>
          <a:custGeom>
            <a:avLst/>
            <a:gdLst/>
            <a:ahLst/>
            <a:cxnLst/>
            <a:rect l="l" t="t" r="r" b="b"/>
            <a:pathLst>
              <a:path w="54661" h="52985">
                <a:moveTo>
                  <a:pt x="0" y="15427"/>
                </a:moveTo>
                <a:lnTo>
                  <a:pt x="54661" y="0"/>
                </a:lnTo>
                <a:close/>
                <a:lnTo>
                  <a:pt x="34206" y="52985"/>
                </a:lnTo>
                <a:close/>
                <a:lnTo>
                  <a:pt x="0" y="15427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644265" y="2470058"/>
            <a:ext cx="353356" cy="29257"/>
          </a:xfrm>
          <a:custGeom>
            <a:avLst/>
            <a:gdLst/>
            <a:ahLst/>
            <a:cxnLst/>
            <a:rect l="l" t="t" r="r" b="b"/>
            <a:pathLst>
              <a:path w="353356" h="29257">
                <a:moveTo>
                  <a:pt x="0" y="0"/>
                </a:moveTo>
                <a:lnTo>
                  <a:pt x="353356" y="29257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44899" y="2469810"/>
            <a:ext cx="52722" cy="50627"/>
          </a:xfrm>
          <a:custGeom>
            <a:avLst/>
            <a:gdLst/>
            <a:ahLst/>
            <a:cxnLst/>
            <a:rect l="l" t="t" r="r" b="b"/>
            <a:pathLst>
              <a:path w="52722" h="50627">
                <a:moveTo>
                  <a:pt x="4191" y="0"/>
                </a:moveTo>
                <a:lnTo>
                  <a:pt x="52722" y="29505"/>
                </a:lnTo>
                <a:close/>
                <a:lnTo>
                  <a:pt x="0" y="50627"/>
                </a:lnTo>
                <a:close/>
                <a:lnTo>
                  <a:pt x="4191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96603" y="3128162"/>
            <a:ext cx="14173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C0392B"/>
                </a:solidFill>
                <a:latin typeface="Arial"/>
              </a:rPr>
              <a:t>23 million× speedup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5469" y="58501"/>
            <a:ext cx="38277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Figure 1 (v1) | Surrogate framework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78954" cy="6766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083564" y="1535278"/>
            <a:ext cx="2267712" cy="985723"/>
          </a:xfrm>
          <a:custGeom>
            <a:avLst/>
            <a:gdLst/>
            <a:ahLst/>
            <a:cxnLst/>
            <a:rect l="l" t="t" r="r" b="b"/>
            <a:pathLst>
              <a:path w="2267712" h="985723">
                <a:moveTo>
                  <a:pt x="70866" y="985723"/>
                </a:moveTo>
                <a:lnTo>
                  <a:pt x="2196846" y="985723"/>
                </a:lnTo>
                <a:close/>
                <a:lnTo>
                  <a:pt x="2227850" y="981322"/>
                </a:lnTo>
                <a:close/>
                <a:lnTo>
                  <a:pt x="2249995" y="968121"/>
                </a:lnTo>
                <a:close/>
                <a:lnTo>
                  <a:pt x="2263283" y="946118"/>
                </a:lnTo>
                <a:close/>
                <a:lnTo>
                  <a:pt x="2267712" y="915314"/>
                </a:lnTo>
                <a:close/>
                <a:lnTo>
                  <a:pt x="2267712" y="70408"/>
                </a:lnTo>
                <a:close/>
                <a:lnTo>
                  <a:pt x="2263283" y="39605"/>
                </a:lnTo>
                <a:close/>
                <a:lnTo>
                  <a:pt x="2249995" y="17602"/>
                </a:lnTo>
                <a:close/>
                <a:lnTo>
                  <a:pt x="2227850" y="4400"/>
                </a:lnTo>
                <a:close/>
                <a:lnTo>
                  <a:pt x="2196846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8"/>
                </a:lnTo>
                <a:close/>
                <a:lnTo>
                  <a:pt x="0" y="915314"/>
                </a:lnTo>
                <a:close/>
                <a:lnTo>
                  <a:pt x="4429" y="946118"/>
                </a:lnTo>
                <a:close/>
                <a:lnTo>
                  <a:pt x="17716" y="968121"/>
                </a:lnTo>
                <a:close/>
                <a:lnTo>
                  <a:pt x="39862" y="981322"/>
                </a:lnTo>
                <a:close/>
                <a:lnTo>
                  <a:pt x="70866" y="985723"/>
                </a:lnTo>
                <a:close/>
                <a:lnTo>
                  <a:pt x="70866" y="985723"/>
                </a:lnTo>
                <a:close/>
              </a:path>
            </a:pathLst>
          </a:custGeom>
          <a:solidFill>
            <a:srgbClr val="D6EAF8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083564" y="2943454"/>
            <a:ext cx="2267712" cy="844905"/>
          </a:xfrm>
          <a:custGeom>
            <a:avLst/>
            <a:gdLst/>
            <a:ahLst/>
            <a:cxnLst/>
            <a:rect l="l" t="t" r="r" b="b"/>
            <a:pathLst>
              <a:path w="2267712" h="844905">
                <a:moveTo>
                  <a:pt x="70866" y="844905"/>
                </a:moveTo>
                <a:lnTo>
                  <a:pt x="2196846" y="844905"/>
                </a:lnTo>
                <a:close/>
                <a:lnTo>
                  <a:pt x="2227850" y="840505"/>
                </a:lnTo>
                <a:close/>
                <a:lnTo>
                  <a:pt x="2249995" y="827303"/>
                </a:lnTo>
                <a:close/>
                <a:lnTo>
                  <a:pt x="2263283" y="805300"/>
                </a:lnTo>
                <a:close/>
                <a:lnTo>
                  <a:pt x="2267712" y="774496"/>
                </a:lnTo>
                <a:close/>
                <a:lnTo>
                  <a:pt x="2267712" y="70408"/>
                </a:lnTo>
                <a:close/>
                <a:lnTo>
                  <a:pt x="2263283" y="39605"/>
                </a:lnTo>
                <a:close/>
                <a:lnTo>
                  <a:pt x="2249995" y="17602"/>
                </a:lnTo>
                <a:close/>
                <a:lnTo>
                  <a:pt x="2227850" y="4400"/>
                </a:lnTo>
                <a:close/>
                <a:lnTo>
                  <a:pt x="2196846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8"/>
                </a:lnTo>
                <a:close/>
                <a:lnTo>
                  <a:pt x="0" y="774496"/>
                </a:lnTo>
                <a:close/>
                <a:lnTo>
                  <a:pt x="4429" y="805300"/>
                </a:lnTo>
                <a:close/>
                <a:lnTo>
                  <a:pt x="17716" y="827303"/>
                </a:lnTo>
                <a:close/>
                <a:lnTo>
                  <a:pt x="39862" y="840505"/>
                </a:lnTo>
                <a:close/>
                <a:lnTo>
                  <a:pt x="70866" y="844905"/>
                </a:lnTo>
                <a:close/>
                <a:lnTo>
                  <a:pt x="70866" y="844905"/>
                </a:lnTo>
                <a:close/>
              </a:path>
            </a:pathLst>
          </a:custGeom>
          <a:solidFill>
            <a:srgbClr val="FDEBD0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83564" y="4140403"/>
            <a:ext cx="2267712" cy="774497"/>
          </a:xfrm>
          <a:custGeom>
            <a:avLst/>
            <a:gdLst/>
            <a:ahLst/>
            <a:cxnLst/>
            <a:rect l="l" t="t" r="r" b="b"/>
            <a:pathLst>
              <a:path w="2267712" h="774497">
                <a:moveTo>
                  <a:pt x="70866" y="774497"/>
                </a:moveTo>
                <a:lnTo>
                  <a:pt x="2196846" y="774497"/>
                </a:lnTo>
                <a:close/>
                <a:lnTo>
                  <a:pt x="2227850" y="770096"/>
                </a:lnTo>
                <a:close/>
                <a:lnTo>
                  <a:pt x="2249995" y="756895"/>
                </a:lnTo>
                <a:close/>
                <a:lnTo>
                  <a:pt x="2263283" y="734892"/>
                </a:lnTo>
                <a:close/>
                <a:lnTo>
                  <a:pt x="2267712" y="704088"/>
                </a:lnTo>
                <a:close/>
                <a:lnTo>
                  <a:pt x="2267712" y="70409"/>
                </a:lnTo>
                <a:close/>
                <a:lnTo>
                  <a:pt x="2263283" y="39605"/>
                </a:lnTo>
                <a:close/>
                <a:lnTo>
                  <a:pt x="2249995" y="17602"/>
                </a:lnTo>
                <a:close/>
                <a:lnTo>
                  <a:pt x="2227850" y="4401"/>
                </a:lnTo>
                <a:close/>
                <a:lnTo>
                  <a:pt x="2196846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704088"/>
                </a:lnTo>
                <a:close/>
                <a:lnTo>
                  <a:pt x="4429" y="734892"/>
                </a:lnTo>
                <a:close/>
                <a:lnTo>
                  <a:pt x="17716" y="756895"/>
                </a:lnTo>
                <a:close/>
                <a:lnTo>
                  <a:pt x="39862" y="770096"/>
                </a:lnTo>
                <a:close/>
                <a:lnTo>
                  <a:pt x="70866" y="774497"/>
                </a:lnTo>
                <a:close/>
                <a:lnTo>
                  <a:pt x="70866" y="774497"/>
                </a:lnTo>
                <a:close/>
              </a:path>
            </a:pathLst>
          </a:custGeom>
          <a:solidFill>
            <a:srgbClr val="D5F5E3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83564" y="5337353"/>
            <a:ext cx="2267712" cy="844905"/>
          </a:xfrm>
          <a:custGeom>
            <a:avLst/>
            <a:gdLst/>
            <a:ahLst/>
            <a:cxnLst/>
            <a:rect l="l" t="t" r="r" b="b"/>
            <a:pathLst>
              <a:path w="2267712" h="844905">
                <a:moveTo>
                  <a:pt x="70866" y="844905"/>
                </a:moveTo>
                <a:lnTo>
                  <a:pt x="2196846" y="844905"/>
                </a:lnTo>
                <a:close/>
                <a:lnTo>
                  <a:pt x="2227850" y="840505"/>
                </a:lnTo>
                <a:close/>
                <a:lnTo>
                  <a:pt x="2249995" y="827303"/>
                </a:lnTo>
                <a:close/>
                <a:lnTo>
                  <a:pt x="2263283" y="805300"/>
                </a:lnTo>
                <a:close/>
                <a:lnTo>
                  <a:pt x="2267712" y="774497"/>
                </a:lnTo>
                <a:close/>
                <a:lnTo>
                  <a:pt x="2267712" y="70409"/>
                </a:lnTo>
                <a:close/>
                <a:lnTo>
                  <a:pt x="2263283" y="39605"/>
                </a:lnTo>
                <a:close/>
                <a:lnTo>
                  <a:pt x="2249995" y="17602"/>
                </a:lnTo>
                <a:close/>
                <a:lnTo>
                  <a:pt x="2227850" y="4400"/>
                </a:lnTo>
                <a:close/>
                <a:lnTo>
                  <a:pt x="2196846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774497"/>
                </a:lnTo>
                <a:close/>
                <a:lnTo>
                  <a:pt x="4429" y="805300"/>
                </a:lnTo>
                <a:close/>
                <a:lnTo>
                  <a:pt x="17716" y="827303"/>
                </a:lnTo>
                <a:close/>
                <a:lnTo>
                  <a:pt x="39862" y="840505"/>
                </a:lnTo>
                <a:close/>
                <a:lnTo>
                  <a:pt x="70866" y="844905"/>
                </a:lnTo>
                <a:close/>
                <a:lnTo>
                  <a:pt x="70866" y="844905"/>
                </a:lnTo>
                <a:close/>
              </a:path>
            </a:pathLst>
          </a:custGeom>
          <a:solidFill>
            <a:srgbClr val="D6EAF8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563874" y="2168957"/>
            <a:ext cx="1488186" cy="704088"/>
          </a:xfrm>
          <a:custGeom>
            <a:avLst/>
            <a:gdLst/>
            <a:ahLst/>
            <a:cxnLst/>
            <a:rect l="l" t="t" r="r" b="b"/>
            <a:pathLst>
              <a:path w="1488186" h="704088">
                <a:moveTo>
                  <a:pt x="70866" y="704088"/>
                </a:moveTo>
                <a:lnTo>
                  <a:pt x="1417320" y="704088"/>
                </a:lnTo>
                <a:close/>
                <a:lnTo>
                  <a:pt x="1448324" y="699687"/>
                </a:lnTo>
                <a:close/>
                <a:lnTo>
                  <a:pt x="1470470" y="686486"/>
                </a:lnTo>
                <a:close/>
                <a:lnTo>
                  <a:pt x="1483757" y="664483"/>
                </a:lnTo>
                <a:close/>
                <a:lnTo>
                  <a:pt x="1488186" y="633679"/>
                </a:lnTo>
                <a:close/>
                <a:lnTo>
                  <a:pt x="1488186" y="70409"/>
                </a:lnTo>
                <a:close/>
                <a:lnTo>
                  <a:pt x="1483757" y="39605"/>
                </a:lnTo>
                <a:close/>
                <a:lnTo>
                  <a:pt x="1470470" y="17602"/>
                </a:lnTo>
                <a:close/>
                <a:lnTo>
                  <a:pt x="1448324" y="4400"/>
                </a:lnTo>
                <a:close/>
                <a:lnTo>
                  <a:pt x="1417320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7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633679"/>
                </a:lnTo>
                <a:close/>
                <a:lnTo>
                  <a:pt x="4429" y="664483"/>
                </a:lnTo>
                <a:close/>
                <a:lnTo>
                  <a:pt x="17717" y="686486"/>
                </a:lnTo>
                <a:close/>
                <a:lnTo>
                  <a:pt x="39862" y="699687"/>
                </a:lnTo>
                <a:close/>
                <a:lnTo>
                  <a:pt x="70866" y="704088"/>
                </a:lnTo>
                <a:close/>
                <a:lnTo>
                  <a:pt x="70866" y="704088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0574" y="3436315"/>
            <a:ext cx="1488186" cy="704088"/>
          </a:xfrm>
          <a:custGeom>
            <a:avLst/>
            <a:gdLst/>
            <a:ahLst/>
            <a:cxnLst/>
            <a:rect l="l" t="t" r="r" b="b"/>
            <a:pathLst>
              <a:path w="1488186" h="704088">
                <a:moveTo>
                  <a:pt x="70866" y="704088"/>
                </a:moveTo>
                <a:lnTo>
                  <a:pt x="1417320" y="704088"/>
                </a:lnTo>
                <a:close/>
                <a:lnTo>
                  <a:pt x="1448324" y="699688"/>
                </a:lnTo>
                <a:close/>
                <a:lnTo>
                  <a:pt x="1470470" y="686486"/>
                </a:lnTo>
                <a:close/>
                <a:lnTo>
                  <a:pt x="1483757" y="664483"/>
                </a:lnTo>
                <a:close/>
                <a:lnTo>
                  <a:pt x="1488186" y="633679"/>
                </a:lnTo>
                <a:close/>
                <a:lnTo>
                  <a:pt x="1488186" y="70409"/>
                </a:lnTo>
                <a:close/>
                <a:lnTo>
                  <a:pt x="1483757" y="39605"/>
                </a:lnTo>
                <a:close/>
                <a:lnTo>
                  <a:pt x="1470470" y="17602"/>
                </a:lnTo>
                <a:close/>
                <a:lnTo>
                  <a:pt x="1448324" y="4401"/>
                </a:lnTo>
                <a:close/>
                <a:lnTo>
                  <a:pt x="1417320" y="0"/>
                </a:lnTo>
                <a:close/>
                <a:lnTo>
                  <a:pt x="70866" y="0"/>
                </a:lnTo>
                <a:close/>
                <a:lnTo>
                  <a:pt x="39862" y="4401"/>
                </a:lnTo>
                <a:close/>
                <a:lnTo>
                  <a:pt x="17716" y="17602"/>
                </a:lnTo>
                <a:close/>
                <a:lnTo>
                  <a:pt x="4429" y="39605"/>
                </a:lnTo>
                <a:close/>
                <a:lnTo>
                  <a:pt x="0" y="70409"/>
                </a:lnTo>
                <a:close/>
                <a:lnTo>
                  <a:pt x="0" y="633679"/>
                </a:lnTo>
                <a:close/>
                <a:lnTo>
                  <a:pt x="4429" y="664483"/>
                </a:lnTo>
                <a:close/>
                <a:lnTo>
                  <a:pt x="17716" y="686486"/>
                </a:lnTo>
                <a:close/>
                <a:lnTo>
                  <a:pt x="39862" y="699688"/>
                </a:lnTo>
                <a:close/>
                <a:lnTo>
                  <a:pt x="70866" y="704088"/>
                </a:lnTo>
                <a:close/>
                <a:lnTo>
                  <a:pt x="70866" y="704088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563874" y="4703674"/>
            <a:ext cx="1488186" cy="704088"/>
          </a:xfrm>
          <a:custGeom>
            <a:avLst/>
            <a:gdLst/>
            <a:ahLst/>
            <a:cxnLst/>
            <a:rect l="l" t="t" r="r" b="b"/>
            <a:pathLst>
              <a:path w="1488186" h="704088">
                <a:moveTo>
                  <a:pt x="70866" y="704088"/>
                </a:moveTo>
                <a:lnTo>
                  <a:pt x="1417320" y="704088"/>
                </a:lnTo>
                <a:close/>
                <a:lnTo>
                  <a:pt x="1448324" y="699687"/>
                </a:lnTo>
                <a:close/>
                <a:lnTo>
                  <a:pt x="1470470" y="686485"/>
                </a:lnTo>
                <a:close/>
                <a:lnTo>
                  <a:pt x="1483757" y="664483"/>
                </a:lnTo>
                <a:close/>
                <a:lnTo>
                  <a:pt x="1488186" y="633679"/>
                </a:lnTo>
                <a:close/>
                <a:lnTo>
                  <a:pt x="1488186" y="70408"/>
                </a:lnTo>
                <a:close/>
                <a:lnTo>
                  <a:pt x="1483757" y="39605"/>
                </a:lnTo>
                <a:close/>
                <a:lnTo>
                  <a:pt x="1470470" y="17602"/>
                </a:lnTo>
                <a:close/>
                <a:lnTo>
                  <a:pt x="1448324" y="4400"/>
                </a:lnTo>
                <a:close/>
                <a:lnTo>
                  <a:pt x="1417320" y="0"/>
                </a:lnTo>
                <a:close/>
                <a:lnTo>
                  <a:pt x="70866" y="0"/>
                </a:lnTo>
                <a:close/>
                <a:lnTo>
                  <a:pt x="39862" y="4400"/>
                </a:lnTo>
                <a:close/>
                <a:lnTo>
                  <a:pt x="17717" y="17602"/>
                </a:lnTo>
                <a:close/>
                <a:lnTo>
                  <a:pt x="4429" y="39605"/>
                </a:lnTo>
                <a:close/>
                <a:lnTo>
                  <a:pt x="0" y="70408"/>
                </a:lnTo>
                <a:close/>
                <a:lnTo>
                  <a:pt x="0" y="633679"/>
                </a:lnTo>
                <a:close/>
                <a:lnTo>
                  <a:pt x="4429" y="664483"/>
                </a:lnTo>
                <a:close/>
                <a:lnTo>
                  <a:pt x="17717" y="686485"/>
                </a:lnTo>
                <a:close/>
                <a:lnTo>
                  <a:pt x="39862" y="699687"/>
                </a:lnTo>
                <a:close/>
                <a:lnTo>
                  <a:pt x="70866" y="704088"/>
                </a:lnTo>
                <a:close/>
                <a:lnTo>
                  <a:pt x="70866" y="704088"/>
                </a:lnTo>
                <a:close/>
              </a:path>
            </a:pathLst>
          </a:custGeom>
          <a:solidFill>
            <a:srgbClr val="EBF5FB"/>
          </a:solidFill>
          <a:ln w="1524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7629" y="1754648"/>
            <a:ext cx="8001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8 material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1076" y="2085908"/>
            <a:ext cx="8953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uniform priors</a:t>
            </a:r>
          </a:p>
        </p:txBody>
      </p:sp>
      <p:sp>
        <p:nvSpPr>
          <p:cNvPr id="12" name="Freeform 11"/>
          <p:cNvSpPr/>
          <p:nvPr/>
        </p:nvSpPr>
        <p:spPr>
          <a:xfrm>
            <a:off x="2217420" y="2476015"/>
            <a:ext cx="0" cy="350287"/>
          </a:xfrm>
          <a:custGeom>
            <a:avLst/>
            <a:gdLst/>
            <a:ahLst/>
            <a:cxnLst/>
            <a:rect l="l" t="t" r="r" b="b"/>
            <a:pathLst>
              <a:path w="0" h="350287">
                <a:moveTo>
                  <a:pt x="0" y="0"/>
                </a:moveTo>
                <a:lnTo>
                  <a:pt x="0" y="350287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192020" y="277550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0"/>
                </a:moveTo>
                <a:lnTo>
                  <a:pt x="25400" y="50800"/>
                </a:lnTo>
                <a:close/>
                <a:lnTo>
                  <a:pt x="0" y="0"/>
                </a:lnTo>
                <a:close/>
                <a:lnTo>
                  <a:pt x="50800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13587" y="3156410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HF solver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7661" y="3370346"/>
            <a:ext cx="8382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OpenMC–FEniCS</a:t>
            </a:r>
          </a:p>
        </p:txBody>
      </p:sp>
      <p:sp>
        <p:nvSpPr>
          <p:cNvPr id="16" name="Freeform 15"/>
          <p:cNvSpPr/>
          <p:nvPr/>
        </p:nvSpPr>
        <p:spPr>
          <a:xfrm>
            <a:off x="2217420" y="3743374"/>
            <a:ext cx="0" cy="350286"/>
          </a:xfrm>
          <a:custGeom>
            <a:avLst/>
            <a:gdLst/>
            <a:ahLst/>
            <a:cxnLst/>
            <a:rect l="l" t="t" r="r" b="b"/>
            <a:pathLst>
              <a:path w="0" h="350286">
                <a:moveTo>
                  <a:pt x="0" y="0"/>
                </a:moveTo>
                <a:lnTo>
                  <a:pt x="0" y="350286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192020" y="404286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0"/>
                </a:moveTo>
                <a:lnTo>
                  <a:pt x="25400" y="50800"/>
                </a:lnTo>
                <a:close/>
                <a:lnTo>
                  <a:pt x="0" y="0"/>
                </a:lnTo>
                <a:close/>
                <a:lnTo>
                  <a:pt x="50800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433" y="4318155"/>
            <a:ext cx="59436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8223" y="4585420"/>
            <a:ext cx="11239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n≈2900, 15 outputs</a:t>
            </a:r>
          </a:p>
        </p:txBody>
      </p:sp>
      <p:sp>
        <p:nvSpPr>
          <p:cNvPr id="20" name="Freeform 19"/>
          <p:cNvSpPr/>
          <p:nvPr/>
        </p:nvSpPr>
        <p:spPr>
          <a:xfrm>
            <a:off x="2217420" y="4869915"/>
            <a:ext cx="0" cy="350286"/>
          </a:xfrm>
          <a:custGeom>
            <a:avLst/>
            <a:gdLst/>
            <a:ahLst/>
            <a:cxnLst/>
            <a:rect l="l" t="t" r="r" b="b"/>
            <a:pathLst>
              <a:path w="0" h="350286">
                <a:moveTo>
                  <a:pt x="0" y="0"/>
                </a:moveTo>
                <a:lnTo>
                  <a:pt x="0" y="350286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192020" y="516940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0"/>
                </a:moveTo>
                <a:lnTo>
                  <a:pt x="25400" y="50800"/>
                </a:lnTo>
                <a:close/>
                <a:lnTo>
                  <a:pt x="0" y="0"/>
                </a:lnTo>
                <a:close/>
                <a:lnTo>
                  <a:pt x="50800" y="0"/>
                </a:lnTo>
                <a:close/>
              </a:path>
            </a:pathLst>
          </a:custGeom>
          <a:solidFill>
            <a:srgbClr val="3333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62126" y="5550309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HeteroMLP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4609" y="5764245"/>
            <a:ext cx="11811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physics-regularized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8420" y="2311505"/>
            <a:ext cx="8001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Forward UQ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02242" y="2578770"/>
            <a:ext cx="4953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20k/3ms</a:t>
            </a:r>
          </a:p>
        </p:txBody>
      </p:sp>
      <p:sp>
        <p:nvSpPr>
          <p:cNvPr id="26" name="Freeform 25"/>
          <p:cNvSpPr/>
          <p:nvPr/>
        </p:nvSpPr>
        <p:spPr>
          <a:xfrm>
            <a:off x="2238114" y="2560299"/>
            <a:ext cx="1433480" cy="3184714"/>
          </a:xfrm>
          <a:custGeom>
            <a:avLst/>
            <a:gdLst/>
            <a:ahLst/>
            <a:cxnLst/>
            <a:rect l="l" t="t" r="r" b="b"/>
            <a:pathLst>
              <a:path w="1433480" h="3184714">
                <a:moveTo>
                  <a:pt x="0" y="3184714"/>
                </a:moveTo>
                <a:lnTo>
                  <a:pt x="198563" y="3033448"/>
                </a:lnTo>
                <a:close/>
                <a:lnTo>
                  <a:pt x="382330" y="2875812"/>
                </a:lnTo>
                <a:close/>
                <a:lnTo>
                  <a:pt x="551302" y="2711805"/>
                </a:lnTo>
                <a:close/>
                <a:lnTo>
                  <a:pt x="705478" y="2541427"/>
                </a:lnTo>
                <a:close/>
                <a:lnTo>
                  <a:pt x="844858" y="2364679"/>
                </a:lnTo>
                <a:close/>
                <a:lnTo>
                  <a:pt x="969443" y="2181561"/>
                </a:lnTo>
                <a:close/>
                <a:lnTo>
                  <a:pt x="1079232" y="1992072"/>
                </a:lnTo>
                <a:close/>
                <a:lnTo>
                  <a:pt x="1174226" y="1796213"/>
                </a:lnTo>
                <a:close/>
                <a:lnTo>
                  <a:pt x="1254424" y="1593983"/>
                </a:lnTo>
                <a:close/>
                <a:lnTo>
                  <a:pt x="1319826" y="1385382"/>
                </a:lnTo>
                <a:close/>
                <a:lnTo>
                  <a:pt x="1370433" y="1170412"/>
                </a:lnTo>
                <a:close/>
                <a:lnTo>
                  <a:pt x="1406244" y="949070"/>
                </a:lnTo>
                <a:close/>
                <a:lnTo>
                  <a:pt x="1427260" y="721359"/>
                </a:lnTo>
                <a:close/>
                <a:lnTo>
                  <a:pt x="1433480" y="487276"/>
                </a:lnTo>
                <a:close/>
                <a:lnTo>
                  <a:pt x="1424904" y="246824"/>
                </a:lnTo>
                <a:close/>
                <a:lnTo>
                  <a:pt x="1401533" y="0"/>
                </a:lnTo>
                <a:close/>
              </a:path>
            </a:pathLst>
          </a:custGeom>
          <a:noFill/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620642" y="2560299"/>
            <a:ext cx="50420" cy="53523"/>
          </a:xfrm>
          <a:custGeom>
            <a:avLst/>
            <a:gdLst/>
            <a:ahLst/>
            <a:cxnLst/>
            <a:rect l="l" t="t" r="r" b="b"/>
            <a:pathLst>
              <a:path w="50420" h="53523">
                <a:moveTo>
                  <a:pt x="0" y="53523"/>
                </a:moveTo>
                <a:lnTo>
                  <a:pt x="19005" y="0"/>
                </a:lnTo>
                <a:close/>
                <a:lnTo>
                  <a:pt x="50420" y="47317"/>
                </a:lnTo>
                <a:close/>
                <a:lnTo>
                  <a:pt x="0" y="5352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206" y="3578863"/>
            <a:ext cx="66294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Sobol S1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52" y="3846128"/>
            <a:ext cx="7239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sensitivity</a:t>
            </a:r>
          </a:p>
        </p:txBody>
      </p:sp>
      <p:sp>
        <p:nvSpPr>
          <p:cNvPr id="30" name="Freeform 29"/>
          <p:cNvSpPr/>
          <p:nvPr/>
        </p:nvSpPr>
        <p:spPr>
          <a:xfrm>
            <a:off x="130153" y="3796684"/>
            <a:ext cx="2080105" cy="1938768"/>
          </a:xfrm>
          <a:custGeom>
            <a:avLst/>
            <a:gdLst/>
            <a:ahLst/>
            <a:cxnLst/>
            <a:rect l="l" t="t" r="r" b="b"/>
            <a:pathLst>
              <a:path w="2080105" h="1938768">
                <a:moveTo>
                  <a:pt x="2080105" y="1938768"/>
                </a:moveTo>
                <a:lnTo>
                  <a:pt x="2016524" y="1744909"/>
                </a:lnTo>
                <a:close/>
                <a:lnTo>
                  <a:pt x="1944086" y="1560742"/>
                </a:lnTo>
                <a:close/>
                <a:lnTo>
                  <a:pt x="1862791" y="1386266"/>
                </a:lnTo>
                <a:close/>
                <a:lnTo>
                  <a:pt x="1772640" y="1221482"/>
                </a:lnTo>
                <a:close/>
                <a:lnTo>
                  <a:pt x="1673632" y="1066389"/>
                </a:lnTo>
                <a:close/>
                <a:lnTo>
                  <a:pt x="1565767" y="920988"/>
                </a:lnTo>
                <a:close/>
                <a:lnTo>
                  <a:pt x="1449045" y="785278"/>
                </a:lnTo>
                <a:close/>
                <a:lnTo>
                  <a:pt x="1323467" y="659259"/>
                </a:lnTo>
                <a:close/>
                <a:lnTo>
                  <a:pt x="1189032" y="542932"/>
                </a:lnTo>
                <a:close/>
                <a:lnTo>
                  <a:pt x="1045740" y="436296"/>
                </a:lnTo>
                <a:close/>
                <a:lnTo>
                  <a:pt x="893592" y="339351"/>
                </a:lnTo>
                <a:close/>
                <a:lnTo>
                  <a:pt x="732587" y="252098"/>
                </a:lnTo>
                <a:close/>
                <a:lnTo>
                  <a:pt x="562725" y="174536"/>
                </a:lnTo>
                <a:close/>
                <a:lnTo>
                  <a:pt x="384007" y="106666"/>
                </a:lnTo>
                <a:close/>
                <a:lnTo>
                  <a:pt x="196431" y="48487"/>
                </a:lnTo>
                <a:close/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30153" y="3782649"/>
            <a:ext cx="55034" cy="49641"/>
          </a:xfrm>
          <a:custGeom>
            <a:avLst/>
            <a:gdLst/>
            <a:ahLst/>
            <a:cxnLst/>
            <a:rect l="l" t="t" r="r" b="b"/>
            <a:pathLst>
              <a:path w="55034" h="49641">
                <a:moveTo>
                  <a:pt x="44248" y="49641"/>
                </a:moveTo>
                <a:lnTo>
                  <a:pt x="0" y="14035"/>
                </a:lnTo>
                <a:close/>
                <a:lnTo>
                  <a:pt x="55034" y="0"/>
                </a:lnTo>
                <a:close/>
                <a:lnTo>
                  <a:pt x="44248" y="49641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11501" y="4846221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Posterior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59273" y="5113486"/>
            <a:ext cx="3238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555555"/>
                </a:solidFill>
                <a:latin typeface="Arial"/>
              </a:rPr>
              <a:t>MCMC</a:t>
            </a:r>
          </a:p>
        </p:txBody>
      </p:sp>
      <p:sp>
        <p:nvSpPr>
          <p:cNvPr id="34" name="Freeform 33"/>
          <p:cNvSpPr/>
          <p:nvPr/>
        </p:nvSpPr>
        <p:spPr>
          <a:xfrm>
            <a:off x="2242773" y="5088893"/>
            <a:ext cx="1370343" cy="677141"/>
          </a:xfrm>
          <a:custGeom>
            <a:avLst/>
            <a:gdLst/>
            <a:ahLst/>
            <a:cxnLst/>
            <a:rect l="l" t="t" r="r" b="b"/>
            <a:pathLst>
              <a:path w="1370343" h="677141">
                <a:moveTo>
                  <a:pt x="0" y="672773"/>
                </a:moveTo>
                <a:lnTo>
                  <a:pt x="109507" y="677141"/>
                </a:lnTo>
                <a:close/>
                <a:lnTo>
                  <a:pt x="215833" y="675320"/>
                </a:lnTo>
                <a:close/>
                <a:lnTo>
                  <a:pt x="318977" y="667310"/>
                </a:lnTo>
                <a:close/>
                <a:lnTo>
                  <a:pt x="418940" y="653111"/>
                </a:lnTo>
                <a:close/>
                <a:lnTo>
                  <a:pt x="515722" y="632724"/>
                </a:lnTo>
                <a:close/>
                <a:lnTo>
                  <a:pt x="609322" y="606148"/>
                </a:lnTo>
                <a:close/>
                <a:lnTo>
                  <a:pt x="699740" y="573383"/>
                </a:lnTo>
                <a:close/>
                <a:lnTo>
                  <a:pt x="786978" y="534429"/>
                </a:lnTo>
                <a:close/>
                <a:lnTo>
                  <a:pt x="871033" y="489286"/>
                </a:lnTo>
                <a:close/>
                <a:lnTo>
                  <a:pt x="951908" y="437955"/>
                </a:lnTo>
                <a:close/>
                <a:lnTo>
                  <a:pt x="1029600" y="380434"/>
                </a:lnTo>
                <a:close/>
                <a:lnTo>
                  <a:pt x="1104112" y="316725"/>
                </a:lnTo>
                <a:close/>
                <a:lnTo>
                  <a:pt x="1175442" y="246827"/>
                </a:lnTo>
                <a:close/>
                <a:lnTo>
                  <a:pt x="1243590" y="170740"/>
                </a:lnTo>
                <a:close/>
                <a:lnTo>
                  <a:pt x="1308557" y="88465"/>
                </a:lnTo>
                <a:close/>
                <a:lnTo>
                  <a:pt x="1370343" y="0"/>
                </a:lnTo>
                <a:close/>
              </a:path>
            </a:pathLst>
          </a:custGeom>
          <a:noFill/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563985" y="5088893"/>
            <a:ext cx="49131" cy="56402"/>
          </a:xfrm>
          <a:custGeom>
            <a:avLst/>
            <a:gdLst/>
            <a:ahLst/>
            <a:cxnLst/>
            <a:rect l="l" t="t" r="r" b="b"/>
            <a:pathLst>
              <a:path w="49131" h="56402">
                <a:moveTo>
                  <a:pt x="0" y="28495"/>
                </a:moveTo>
                <a:lnTo>
                  <a:pt x="49131" y="0"/>
                </a:lnTo>
                <a:close/>
                <a:lnTo>
                  <a:pt x="42448" y="56402"/>
                </a:lnTo>
                <a:close/>
                <a:lnTo>
                  <a:pt x="0" y="28495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0969" y="58501"/>
            <a:ext cx="38277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Figure 1 (v2) | Surrogate framework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11247" cy="37815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463" y="743102"/>
            <a:ext cx="3267795" cy="25510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56009" y="142840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251340" y="25490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99043" y="26748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304083" y="193014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3413" y="297865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702857" y="157899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222966" y="25722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256394" y="19299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249899" y="19401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35771" y="24630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41805" y="319403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71837" y="2510432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40950" y="318893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289554" y="193745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436039" y="16627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558497" y="250476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331676" y="277307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501578" y="250826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538669" y="25216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339197" y="26321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631654" y="240328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343738" y="1998765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257493" y="273163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466806" y="18615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786685" y="230141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154082" y="273163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474571" y="251705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245870" y="282283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187071" y="278712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319027" y="271998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442022" y="1884368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887703" y="227035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8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654485" y="1982870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266479" y="18118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64152" y="254228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295610" y="2637478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586529" y="248129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350405" y="214427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184263" y="229133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139407" y="157897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208266" y="268178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199475" y="1934338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8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518939" y="172984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589948" y="229997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360392" y="255664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123925" y="2080804"/>
            <a:ext cx="43995" cy="43995"/>
          </a:xfrm>
          <a:custGeom>
            <a:avLst/>
            <a:gdLst/>
            <a:ahLst/>
            <a:cxnLst/>
            <a:rect l="l" t="t" r="r" b="b"/>
            <a:pathLst>
              <a:path w="43995" h="43995">
                <a:moveTo>
                  <a:pt x="21998" y="43995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8" y="43995"/>
                </a:lnTo>
                <a:close/>
                <a:lnTo>
                  <a:pt x="21998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053332" y="209707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539182" y="237158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474498" y="172862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064614" y="213027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773011" y="240787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002469" y="287934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486536" y="261790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517743" y="16493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426028" y="247707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287503" y="21441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302105" y="266761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288260" y="267904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365446" y="16070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733869" y="24714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250241" y="194334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428519" y="181735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452961" y="19585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349550" y="180845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55464" y="29635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483386" y="201514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443463" y="24993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46398" y="29035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189122" y="28266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777455" y="233856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497647" y="2494470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467734" y="253202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211782" y="192155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708571" y="240874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749594" y="236711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346302" y="201148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233661" y="19957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320907" y="276530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481408" y="2494031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579179" y="25112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892319" y="22606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465854" y="249629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295195" y="186360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212881" y="256810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758140" y="241491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602083" y="251376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578324" y="2557335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244600" y="21479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158966" y="200418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880354" y="234983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299639" y="20703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809419" y="242960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466904" y="10786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571658" y="25616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893173" y="234419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787198" y="240719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869414" y="227013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896250" y="212936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523383" y="1989431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980761" y="294879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53769" y="3140744"/>
            <a:ext cx="43995" cy="43995"/>
          </a:xfrm>
          <a:custGeom>
            <a:avLst/>
            <a:gdLst/>
            <a:ahLst/>
            <a:cxnLst/>
            <a:rect l="l" t="t" r="r" b="b"/>
            <a:pathLst>
              <a:path w="43995" h="43995">
                <a:moveTo>
                  <a:pt x="21998" y="43995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8" y="43995"/>
                </a:lnTo>
                <a:close/>
                <a:lnTo>
                  <a:pt x="21998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571658" y="2419520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1962741" y="20726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754551" y="249938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617809" y="24531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183750" y="196196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085638" y="20221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308088" y="279594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42713" y="223912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67297" y="1890965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965305" y="2255232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306818" y="187837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241939" y="277446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66472" y="179774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222380" y="213938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994436" y="296986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888290" y="305469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064785" y="215266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251267" y="199977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912048" y="3047666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233051" y="27139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192126" y="200539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821213" y="23347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034530" y="204563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912146" y="214767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554492" y="19591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585332" y="2416022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825999" y="22323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436625" y="2459794"/>
            <a:ext cx="43995" cy="43995"/>
          </a:xfrm>
          <a:custGeom>
            <a:avLst/>
            <a:gdLst/>
            <a:ahLst/>
            <a:cxnLst/>
            <a:rect l="l" t="t" r="r" b="b"/>
            <a:pathLst>
              <a:path w="43995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5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267676" y="21565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815914" y="22975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970945" y="21565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301764" y="26305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809492" y="31118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087005" y="219716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597468" y="243490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516107" y="240920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074015" y="222457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961105" y="298399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643033" y="177168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397483" y="261224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661395" y="23314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752402" y="307138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303912" y="192992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459969" y="182480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2039145" y="233977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790787" y="2358597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675411" y="246432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323129" y="2796867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032308" y="20686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804120" y="235632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103487" y="282759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888900" y="223048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863090" y="231000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972484" y="216383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975902" y="21434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3122485" y="132935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63268" y="239436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681394" y="257550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858817" y="24583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954194" y="217426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333727" y="27563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684641" y="2459431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359537" y="275332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889999" y="308264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534567" y="247922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744466" y="252326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168782" y="274834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054700" y="198975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825486" y="213505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906676" y="2081532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032919" y="14545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507560" y="236750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519867" y="254191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679074" y="320220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526362" y="2345610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026570" y="29806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931803" y="21108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714041" y="2393522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702418" y="230168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024519" y="301967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211440" y="1854504"/>
            <a:ext cx="43995" cy="43995"/>
          </a:xfrm>
          <a:custGeom>
            <a:avLst/>
            <a:gdLst/>
            <a:ahLst/>
            <a:cxnLst/>
            <a:rect l="l" t="t" r="r" b="b"/>
            <a:pathLst>
              <a:path w="43995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5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402879" y="176887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614390" y="250343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442535" y="175437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990260" y="22571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921718" y="231022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007866" y="194606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072134" y="205044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37451" y="237223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8212" y="243288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930777" y="227050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26973" y="157880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986841" y="2369762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8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528243" y="23981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336218" y="176397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411841" y="258974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697290" y="247412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283645" y="271938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224944" y="22029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542430" y="241707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527901" y="23914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229974" y="28956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179379" y="293324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529097" y="243054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1033065" y="293324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632508" y="232480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8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300567" y="257470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334582" y="25491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647306" y="164317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306305" y="199289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550561" y="1643727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865556" y="30261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913587" y="297697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709597" y="23837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335607" y="269098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910852" y="297215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193737" y="27893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753867" y="22835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2647648" y="1643727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261254" y="263008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541746" y="24220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546703" y="269950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650969" y="233407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312874" y="25885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076823" y="26599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286893" y="249646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581743" y="267344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380732" y="25228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430130" y="244428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2256223" y="194238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1469785" y="25464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1619347" y="252826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281008" y="187951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1972142" y="229609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1927359" y="232707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025300" y="21836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1527559" y="24098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1668232" y="23999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116917" y="212089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1738655" y="2245137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1893686" y="213357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810444" y="244116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2015386" y="2289086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1898643" y="213293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056482" y="279071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559693" y="25851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067422" y="28749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3756797" y="84507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2303912" y="18648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277321" y="262813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1998465" y="210464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228362" y="201221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1173910" y="274221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265624" y="200317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177768" y="205280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390744" y="18867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880427" y="299258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219718" y="269220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096992" y="273943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1560890" y="25418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757554" y="14613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1335094" y="262441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1701563" y="253557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1700196" y="250363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376557" y="175823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659930" y="306733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2068032" y="213272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710281" y="24019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2980273" y="185477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767883" y="239372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741902" y="2324818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1753867" y="23697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1201942" y="2761397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610117" y="2422190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2452961" y="188633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376801" y="266947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469273" y="253449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105978" y="213386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739851" y="225854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326133" y="191980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671651" y="23183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1796428" y="22340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459115" y="17244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380903" y="261645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3322128" y="153556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1595075" y="24143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655242" y="245482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1743441" y="23863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1719853" y="24083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2060511" y="237974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1913343" y="215631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1914368" y="239134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1964450" y="234389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1810786" y="248546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443121" y="26416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729595" y="24085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400560" y="276731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1472520" y="249032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962228" y="235345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2699268" y="167606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2435868" y="190947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1746517" y="224840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2070767" y="218004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1791129" y="21687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1694213" y="2230914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725322" y="24173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026326" y="21980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2079655" y="210089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069644" y="285004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604818" y="246389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069229" y="21675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793693" y="23693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1994191" y="221829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1940007" y="23959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1957784" y="226219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2247848" y="21675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2334679" y="18579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2108200" y="196335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2392111" y="18303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1470811" y="253929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171956" y="208055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1645841" y="25313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2231097" y="19437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1247067" y="270423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1242793" y="2724523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8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1059046" y="287881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137258" y="214956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1716263" y="232297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1894370" y="23119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1439018" y="2639217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2170247" y="209706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494912" y="24954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292704" y="257961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1275441" y="258763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586529" y="242453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1995217" y="19814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361588" y="259762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245284" y="21236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358438" y="20417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290140" y="2655156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564064" y="168456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2472447" y="192662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428860" y="184760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1385860" y="264983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1191857" y="274653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1941375" y="22288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1967698" y="221156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2384590" y="18207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909069" y="2243776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1837793" y="230622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535177" y="1781805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461752" y="24979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765661" y="24932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1414405" y="268799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1046569" y="281606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409277" y="25359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588238" y="23895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1904625" y="221756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3101632" y="138177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1466367" y="260308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2003934" y="221756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2384248" y="18829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662763" y="238813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2075895" y="21240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748568" y="23480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1972655" y="21608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1971800" y="23014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2425955" y="18451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777016" y="310185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789835" y="30903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790177" y="309113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1109470" y="270169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266992" y="177459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484412" y="176619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1253904" y="279046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1537986" y="24909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1635585" y="247858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1896250" y="229667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2122558" y="196016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538327" y="248387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696777" y="250981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1918470" y="2173877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665498" y="234299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1477819" y="26553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2038974" y="2134658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1975731" y="212821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3064198" y="1493729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183408" y="200935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223576" y="21346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1806342" y="222716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332360" y="26553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308088" y="269191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713186" y="235410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2007011" y="233850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1882747" y="217833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477819" y="249202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280495" y="203301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530904" y="179606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1232538" y="27544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1539011" y="242017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1513543" y="262424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285794" y="2036842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1961544" y="218117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2126831" y="225500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2212295" y="2091665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1870953" y="22505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2231610" y="199043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1244503" y="28072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1431839" y="2410848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288431" y="268201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1184849" y="2762222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1257493" y="2705281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2186143" y="217316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012993" y="2021866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1555420" y="258160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1636098" y="252144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177328" y="28248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121191" y="201747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252707" y="270223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2262890" y="186260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1445001" y="25275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173568" y="28193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2375360" y="17775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196814" y="265449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414576" y="263708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889657" y="28465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577470" y="26482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1269116" y="273217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897178" y="284412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379023" y="262732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369964" y="28157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1285525" y="264679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770349" y="3007553"/>
            <a:ext cx="43995" cy="43995"/>
          </a:xfrm>
          <a:custGeom>
            <a:avLst/>
            <a:gdLst/>
            <a:ahLst/>
            <a:cxnLst/>
            <a:rect l="l" t="t" r="r" b="b"/>
            <a:pathLst>
              <a:path w="43995" h="43995">
                <a:moveTo>
                  <a:pt x="21998" y="43995"/>
                </a:moveTo>
                <a:lnTo>
                  <a:pt x="37552" y="37552"/>
                </a:lnTo>
                <a:close/>
                <a:lnTo>
                  <a:pt x="43995" y="21998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8" y="43995"/>
                </a:lnTo>
                <a:close/>
                <a:lnTo>
                  <a:pt x="21998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2089398" y="196352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729616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608410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41" name="Freeform 440"/>
          <p:cNvSpPr/>
          <p:nvPr/>
        </p:nvSpPr>
        <p:spPr>
          <a:xfrm>
            <a:off x="1156935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1035730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443" name="Freeform 442"/>
          <p:cNvSpPr/>
          <p:nvPr/>
        </p:nvSpPr>
        <p:spPr>
          <a:xfrm>
            <a:off x="1584254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1463049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445" name="Freeform 444"/>
          <p:cNvSpPr/>
          <p:nvPr/>
        </p:nvSpPr>
        <p:spPr>
          <a:xfrm>
            <a:off x="2011573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1890368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447" name="Freeform 446"/>
          <p:cNvSpPr/>
          <p:nvPr/>
        </p:nvSpPr>
        <p:spPr>
          <a:xfrm>
            <a:off x="2438892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2317687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49" name="Freeform 448"/>
          <p:cNvSpPr/>
          <p:nvPr/>
        </p:nvSpPr>
        <p:spPr>
          <a:xfrm>
            <a:off x="2866212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2745006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51" name="Freeform 450"/>
          <p:cNvSpPr/>
          <p:nvPr/>
        </p:nvSpPr>
        <p:spPr>
          <a:xfrm>
            <a:off x="3293531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3172325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453" name="Freeform 452"/>
          <p:cNvSpPr/>
          <p:nvPr/>
        </p:nvSpPr>
        <p:spPr>
          <a:xfrm>
            <a:off x="3720850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3599644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688597" y="3526289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True stress (MPa)</a:t>
            </a:r>
          </a:p>
        </p:txBody>
      </p:sp>
      <p:sp>
        <p:nvSpPr>
          <p:cNvPr id="456" name="Freeform 455"/>
          <p:cNvSpPr/>
          <p:nvPr/>
        </p:nvSpPr>
        <p:spPr>
          <a:xfrm>
            <a:off x="552013" y="31902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265152" y="311147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58" name="Freeform 457"/>
          <p:cNvSpPr/>
          <p:nvPr/>
        </p:nvSpPr>
        <p:spPr>
          <a:xfrm>
            <a:off x="552013" y="285663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265152" y="277788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460" name="Freeform 459"/>
          <p:cNvSpPr/>
          <p:nvPr/>
        </p:nvSpPr>
        <p:spPr>
          <a:xfrm>
            <a:off x="552013" y="252303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265152" y="244428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462" name="Freeform 461"/>
          <p:cNvSpPr/>
          <p:nvPr/>
        </p:nvSpPr>
        <p:spPr>
          <a:xfrm>
            <a:off x="552013" y="21894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265152" y="21106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464" name="Freeform 463"/>
          <p:cNvSpPr/>
          <p:nvPr/>
        </p:nvSpPr>
        <p:spPr>
          <a:xfrm>
            <a:off x="552013" y="18558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265152" y="17770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66" name="Freeform 465"/>
          <p:cNvSpPr/>
          <p:nvPr/>
        </p:nvSpPr>
        <p:spPr>
          <a:xfrm>
            <a:off x="552013" y="15222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265152" y="14434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68" name="Freeform 467"/>
          <p:cNvSpPr/>
          <p:nvPr/>
        </p:nvSpPr>
        <p:spPr>
          <a:xfrm>
            <a:off x="552013" y="11886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265152" y="11099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470" name="Freeform 469"/>
          <p:cNvSpPr/>
          <p:nvPr/>
        </p:nvSpPr>
        <p:spPr>
          <a:xfrm>
            <a:off x="552013" y="85505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265152" y="77630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472" name="TextBox 471"/>
          <p:cNvSpPr txBox="1"/>
          <p:nvPr/>
        </p:nvSpPr>
        <p:spPr>
          <a:xfrm rot="16200000">
            <a:off x="92690" y="1694938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stress (MPa)</a:t>
            </a:r>
          </a:p>
        </p:txBody>
      </p:sp>
      <p:sp>
        <p:nvSpPr>
          <p:cNvPr id="473" name="Freeform 472"/>
          <p:cNvSpPr/>
          <p:nvPr/>
        </p:nvSpPr>
        <p:spPr>
          <a:xfrm>
            <a:off x="596463" y="743102"/>
            <a:ext cx="3267795" cy="2551075"/>
          </a:xfrm>
          <a:custGeom>
            <a:avLst/>
            <a:gdLst/>
            <a:ahLst/>
            <a:cxnLst/>
            <a:rect l="l" t="t" r="r" b="b"/>
            <a:pathLst>
              <a:path w="3267795" h="2551075">
                <a:moveTo>
                  <a:pt x="0" y="2551075"/>
                </a:moveTo>
                <a:lnTo>
                  <a:pt x="3267795" y="0"/>
                </a:lnTo>
                <a:close/>
              </a:path>
            </a:pathLst>
          </a:custGeom>
          <a:noFill/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596463" y="743102"/>
            <a:ext cx="0" cy="2551075"/>
          </a:xfrm>
          <a:custGeom>
            <a:avLst/>
            <a:gdLst/>
            <a:ahLst/>
            <a:cxnLst/>
            <a:rect l="l" t="t" r="r" b="b"/>
            <a:pathLst>
              <a:path w="0" h="2551075">
                <a:moveTo>
                  <a:pt x="0" y="2551075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596463" y="3294177"/>
            <a:ext cx="3267795" cy="0"/>
          </a:xfrm>
          <a:custGeom>
            <a:avLst/>
            <a:gdLst/>
            <a:ahLst/>
            <a:cxnLst/>
            <a:rect l="l" t="t" r="r" b="b"/>
            <a:pathLst>
              <a:path w="3267795" h="0">
                <a:moveTo>
                  <a:pt x="0" y="0"/>
                </a:moveTo>
                <a:lnTo>
                  <a:pt x="326779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759853" y="870242"/>
            <a:ext cx="75565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R² = 0.929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198832" y="411151"/>
            <a:ext cx="258191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Parity — coupled steady-state</a:t>
            </a:r>
          </a:p>
        </p:txBody>
      </p:sp>
      <p:sp>
        <p:nvSpPr>
          <p:cNvPr id="478" name="Rectangle 477"/>
          <p:cNvSpPr/>
          <p:nvPr/>
        </p:nvSpPr>
        <p:spPr>
          <a:xfrm>
            <a:off x="4974238" y="743102"/>
            <a:ext cx="3267795" cy="25510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4974238" y="2832812"/>
            <a:ext cx="2696305" cy="17270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4974238" y="2339374"/>
            <a:ext cx="1821008" cy="17270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4974238" y="1845936"/>
            <a:ext cx="1817537" cy="17270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4974238" y="1352498"/>
            <a:ext cx="2888194" cy="17270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4974238" y="859060"/>
            <a:ext cx="3073012" cy="17270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4974238" y="3005516"/>
            <a:ext cx="2723655" cy="17270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4974238" y="2512078"/>
            <a:ext cx="1823387" cy="17270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4974238" y="2018640"/>
            <a:ext cx="1812804" cy="17270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4974238" y="1525202"/>
            <a:ext cx="2891658" cy="17270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4974238" y="1031764"/>
            <a:ext cx="3105425" cy="17270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4974238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4873253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91" name="Freeform 490"/>
          <p:cNvSpPr/>
          <p:nvPr/>
        </p:nvSpPr>
        <p:spPr>
          <a:xfrm>
            <a:off x="5596675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5495690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93" name="Freeform 492"/>
          <p:cNvSpPr/>
          <p:nvPr/>
        </p:nvSpPr>
        <p:spPr>
          <a:xfrm>
            <a:off x="6219112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6118127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95" name="Freeform 494"/>
          <p:cNvSpPr/>
          <p:nvPr/>
        </p:nvSpPr>
        <p:spPr>
          <a:xfrm>
            <a:off x="6841549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6740564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497" name="Freeform 496"/>
          <p:cNvSpPr/>
          <p:nvPr/>
        </p:nvSpPr>
        <p:spPr>
          <a:xfrm>
            <a:off x="7463986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7363002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499" name="Freeform 498"/>
          <p:cNvSpPr/>
          <p:nvPr/>
        </p:nvSpPr>
        <p:spPr>
          <a:xfrm>
            <a:off x="8086424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7985439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6220150" y="3536727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R2 (test set)</a:t>
            </a:r>
          </a:p>
        </p:txBody>
      </p:sp>
      <p:sp>
        <p:nvSpPr>
          <p:cNvPr id="502" name="Freeform 501"/>
          <p:cNvSpPr/>
          <p:nvPr/>
        </p:nvSpPr>
        <p:spPr>
          <a:xfrm>
            <a:off x="4929788" y="300551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4720175" y="2938578"/>
            <a:ext cx="3670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keff</a:t>
            </a:r>
          </a:p>
        </p:txBody>
      </p:sp>
      <p:sp>
        <p:nvSpPr>
          <p:cNvPr id="504" name="Freeform 503"/>
          <p:cNvSpPr/>
          <p:nvPr/>
        </p:nvSpPr>
        <p:spPr>
          <a:xfrm>
            <a:off x="4929788" y="251207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4425016" y="2392902"/>
            <a:ext cx="6261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Max fuel</a:t>
            </a:r>
          </a:p>
        </p:txBody>
      </p:sp>
      <p:sp>
        <p:nvSpPr>
          <p:cNvPr id="506" name="Freeform 505"/>
          <p:cNvSpPr/>
          <p:nvPr/>
        </p:nvSpPr>
        <p:spPr>
          <a:xfrm>
            <a:off x="4929788" y="20186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4151464" y="1899464"/>
            <a:ext cx="8851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Max monolith</a:t>
            </a:r>
          </a:p>
        </p:txBody>
      </p:sp>
      <p:sp>
        <p:nvSpPr>
          <p:cNvPr id="508" name="Freeform 507"/>
          <p:cNvSpPr/>
          <p:nvPr/>
        </p:nvSpPr>
        <p:spPr>
          <a:xfrm>
            <a:off x="4929788" y="15252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TextBox 508"/>
          <p:cNvSpPr txBox="1"/>
          <p:nvPr/>
        </p:nvSpPr>
        <p:spPr>
          <a:xfrm>
            <a:off x="4298596" y="1406026"/>
            <a:ext cx="75565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Max global</a:t>
            </a:r>
          </a:p>
        </p:txBody>
      </p:sp>
      <p:sp>
        <p:nvSpPr>
          <p:cNvPr id="510" name="Freeform 509"/>
          <p:cNvSpPr/>
          <p:nvPr/>
        </p:nvSpPr>
        <p:spPr>
          <a:xfrm>
            <a:off x="4929788" y="10317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4659352" y="912589"/>
            <a:ext cx="3670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Wall</a:t>
            </a:r>
          </a:p>
        </p:txBody>
      </p:sp>
      <p:sp>
        <p:nvSpPr>
          <p:cNvPr id="512" name="Freeform 511"/>
          <p:cNvSpPr/>
          <p:nvPr/>
        </p:nvSpPr>
        <p:spPr>
          <a:xfrm>
            <a:off x="8086424" y="743102"/>
            <a:ext cx="0" cy="2551075"/>
          </a:xfrm>
          <a:custGeom>
            <a:avLst/>
            <a:gdLst/>
            <a:ahLst/>
            <a:cxnLst/>
            <a:rect l="l" t="t" r="r" b="b"/>
            <a:pathLst>
              <a:path w="0" h="2551075">
                <a:moveTo>
                  <a:pt x="0" y="2551075"/>
                </a:moveTo>
                <a:lnTo>
                  <a:pt x="0" y="0"/>
                </a:lnTo>
                <a:close/>
              </a:path>
            </a:pathLst>
          </a:custGeom>
          <a:noFill/>
          <a:ln w="889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4974238" y="743102"/>
            <a:ext cx="0" cy="2551075"/>
          </a:xfrm>
          <a:custGeom>
            <a:avLst/>
            <a:gdLst/>
            <a:ahLst/>
            <a:cxnLst/>
            <a:rect l="l" t="t" r="r" b="b"/>
            <a:pathLst>
              <a:path w="0" h="2551075">
                <a:moveTo>
                  <a:pt x="0" y="2551075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4974238" y="3294177"/>
            <a:ext cx="3267795" cy="0"/>
          </a:xfrm>
          <a:custGeom>
            <a:avLst/>
            <a:gdLst/>
            <a:ahLst/>
            <a:cxnLst/>
            <a:rect l="l" t="t" r="r" b="b"/>
            <a:pathLst>
              <a:path w="3267795" h="0">
                <a:moveTo>
                  <a:pt x="0" y="0"/>
                </a:moveTo>
                <a:lnTo>
                  <a:pt x="326779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TextBox 514"/>
          <p:cNvSpPr txBox="1"/>
          <p:nvPr/>
        </p:nvSpPr>
        <p:spPr>
          <a:xfrm>
            <a:off x="5822101" y="546252"/>
            <a:ext cx="193040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R2 — primary outputs</a:t>
            </a:r>
          </a:p>
        </p:txBody>
      </p:sp>
      <p:sp>
        <p:nvSpPr>
          <p:cNvPr id="516" name="Freeform 515"/>
          <p:cNvSpPr/>
          <p:nvPr/>
        </p:nvSpPr>
        <p:spPr>
          <a:xfrm>
            <a:off x="6686759" y="2914637"/>
            <a:ext cx="1504474" cy="328740"/>
          </a:xfrm>
          <a:custGeom>
            <a:avLst/>
            <a:gdLst/>
            <a:ahLst/>
            <a:cxnLst/>
            <a:rect l="l" t="t" r="r" b="b"/>
            <a:pathLst>
              <a:path w="1504474" h="328740">
                <a:moveTo>
                  <a:pt x="20320" y="328740"/>
                </a:moveTo>
                <a:lnTo>
                  <a:pt x="1484154" y="328740"/>
                </a:lnTo>
                <a:close/>
                <a:lnTo>
                  <a:pt x="1499394" y="323660"/>
                </a:lnTo>
                <a:close/>
                <a:lnTo>
                  <a:pt x="1504474" y="308420"/>
                </a:lnTo>
                <a:close/>
                <a:lnTo>
                  <a:pt x="1504474" y="20320"/>
                </a:lnTo>
                <a:close/>
                <a:lnTo>
                  <a:pt x="1499394" y="5080"/>
                </a:lnTo>
                <a:close/>
                <a:lnTo>
                  <a:pt x="1484154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420"/>
                </a:lnTo>
                <a:close/>
                <a:lnTo>
                  <a:pt x="5080" y="323660"/>
                </a:lnTo>
                <a:close/>
                <a:lnTo>
                  <a:pt x="20320" y="328740"/>
                </a:lnTo>
                <a:close/>
                <a:lnTo>
                  <a:pt x="20320" y="32874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6727399" y="2961357"/>
            <a:ext cx="203200" cy="71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7011879" y="2930877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519" name="Rectangle 518"/>
          <p:cNvSpPr/>
          <p:nvPr/>
        </p:nvSpPr>
        <p:spPr>
          <a:xfrm>
            <a:off x="6727399" y="3110487"/>
            <a:ext cx="203200" cy="71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7011879" y="3080007"/>
            <a:ext cx="14427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Regularized (selected)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9352013" y="743102"/>
            <a:ext cx="3267795" cy="25510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9500549" y="1183974"/>
            <a:ext cx="611619" cy="68479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11248033" y="2389176"/>
            <a:ext cx="611619" cy="56427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10112168" y="1113219"/>
            <a:ext cx="611619" cy="6918667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11859652" y="1148067"/>
            <a:ext cx="611619" cy="68838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10112168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9893284" y="3352216"/>
            <a:ext cx="8001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Eintercept</a:t>
            </a:r>
          </a:p>
        </p:txBody>
      </p:sp>
      <p:sp>
        <p:nvSpPr>
          <p:cNvPr id="528" name="Freeform 527"/>
          <p:cNvSpPr/>
          <p:nvPr/>
        </p:nvSpPr>
        <p:spPr>
          <a:xfrm>
            <a:off x="11859652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11724778" y="3355627"/>
            <a:ext cx="4572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530" name="Freeform 529"/>
          <p:cNvSpPr/>
          <p:nvPr/>
        </p:nvSpPr>
        <p:spPr>
          <a:xfrm>
            <a:off x="9307563" y="32941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TextBox 530"/>
          <p:cNvSpPr txBox="1"/>
          <p:nvPr/>
        </p:nvSpPr>
        <p:spPr>
          <a:xfrm>
            <a:off x="8980339" y="321542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0.65</a:t>
            </a:r>
          </a:p>
        </p:txBody>
      </p:sp>
      <p:sp>
        <p:nvSpPr>
          <p:cNvPr id="532" name="Freeform 531"/>
          <p:cNvSpPr/>
          <p:nvPr/>
        </p:nvSpPr>
        <p:spPr>
          <a:xfrm>
            <a:off x="9307563" y="29297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TextBox 532"/>
          <p:cNvSpPr txBox="1"/>
          <p:nvPr/>
        </p:nvSpPr>
        <p:spPr>
          <a:xfrm>
            <a:off x="8980339" y="285098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0.70</a:t>
            </a:r>
          </a:p>
        </p:txBody>
      </p:sp>
      <p:sp>
        <p:nvSpPr>
          <p:cNvPr id="534" name="Freeform 533"/>
          <p:cNvSpPr/>
          <p:nvPr/>
        </p:nvSpPr>
        <p:spPr>
          <a:xfrm>
            <a:off x="9307563" y="256529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TextBox 534"/>
          <p:cNvSpPr txBox="1"/>
          <p:nvPr/>
        </p:nvSpPr>
        <p:spPr>
          <a:xfrm>
            <a:off x="8980339" y="248654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536" name="Freeform 535"/>
          <p:cNvSpPr/>
          <p:nvPr/>
        </p:nvSpPr>
        <p:spPr>
          <a:xfrm>
            <a:off x="9307563" y="220085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TextBox 536"/>
          <p:cNvSpPr txBox="1"/>
          <p:nvPr/>
        </p:nvSpPr>
        <p:spPr>
          <a:xfrm>
            <a:off x="8980339" y="212210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0.80</a:t>
            </a:r>
          </a:p>
        </p:txBody>
      </p:sp>
      <p:sp>
        <p:nvSpPr>
          <p:cNvPr id="538" name="Freeform 537"/>
          <p:cNvSpPr/>
          <p:nvPr/>
        </p:nvSpPr>
        <p:spPr>
          <a:xfrm>
            <a:off x="9307563" y="18364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8980339" y="175767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0.85</a:t>
            </a:r>
          </a:p>
        </p:txBody>
      </p:sp>
      <p:sp>
        <p:nvSpPr>
          <p:cNvPr id="540" name="Freeform 539"/>
          <p:cNvSpPr/>
          <p:nvPr/>
        </p:nvSpPr>
        <p:spPr>
          <a:xfrm>
            <a:off x="9307563" y="14719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980339" y="13932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0.90</a:t>
            </a:r>
          </a:p>
        </p:txBody>
      </p:sp>
      <p:sp>
        <p:nvSpPr>
          <p:cNvPr id="542" name="Freeform 541"/>
          <p:cNvSpPr/>
          <p:nvPr/>
        </p:nvSpPr>
        <p:spPr>
          <a:xfrm>
            <a:off x="9307563" y="110754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8980339" y="102879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0.95</a:t>
            </a:r>
          </a:p>
        </p:txBody>
      </p:sp>
      <p:sp>
        <p:nvSpPr>
          <p:cNvPr id="544" name="Freeform 543"/>
          <p:cNvSpPr/>
          <p:nvPr/>
        </p:nvSpPr>
        <p:spPr>
          <a:xfrm>
            <a:off x="9307563" y="743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980339" y="66435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546" name="TextBox 545"/>
          <p:cNvSpPr txBox="1"/>
          <p:nvPr/>
        </p:nvSpPr>
        <p:spPr>
          <a:xfrm rot="16200000">
            <a:off x="8807877" y="1770990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Stress R2 (OOD)</a:t>
            </a:r>
          </a:p>
        </p:txBody>
      </p:sp>
      <p:sp>
        <p:nvSpPr>
          <p:cNvPr id="547" name="Freeform 546"/>
          <p:cNvSpPr/>
          <p:nvPr/>
        </p:nvSpPr>
        <p:spPr>
          <a:xfrm>
            <a:off x="9352013" y="743102"/>
            <a:ext cx="0" cy="2551075"/>
          </a:xfrm>
          <a:custGeom>
            <a:avLst/>
            <a:gdLst/>
            <a:ahLst/>
            <a:cxnLst/>
            <a:rect l="l" t="t" r="r" b="b"/>
            <a:pathLst>
              <a:path w="0" h="2551075">
                <a:moveTo>
                  <a:pt x="0" y="2551075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9352013" y="3294177"/>
            <a:ext cx="3267794" cy="0"/>
          </a:xfrm>
          <a:custGeom>
            <a:avLst/>
            <a:gdLst/>
            <a:ahLst/>
            <a:cxnLst/>
            <a:rect l="l" t="t" r="r" b="b"/>
            <a:pathLst>
              <a:path w="3267794" h="0">
                <a:moveTo>
                  <a:pt x="0" y="0"/>
                </a:moveTo>
                <a:lnTo>
                  <a:pt x="326779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11574475" y="1189963"/>
            <a:ext cx="570340" cy="1157345"/>
          </a:xfrm>
          <a:custGeom>
            <a:avLst/>
            <a:gdLst/>
            <a:ahLst/>
            <a:cxnLst/>
            <a:rect l="l" t="t" r="r" b="b"/>
            <a:pathLst>
              <a:path w="570340" h="1157345">
                <a:moveTo>
                  <a:pt x="0" y="1157345"/>
                </a:moveTo>
                <a:lnTo>
                  <a:pt x="57034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11574147" y="2290512"/>
            <a:ext cx="45567" cy="56796"/>
          </a:xfrm>
          <a:custGeom>
            <a:avLst/>
            <a:gdLst/>
            <a:ahLst/>
            <a:cxnLst/>
            <a:rect l="l" t="t" r="r" b="b"/>
            <a:pathLst>
              <a:path w="45567" h="56796">
                <a:moveTo>
                  <a:pt x="45567" y="22456"/>
                </a:moveTo>
                <a:lnTo>
                  <a:pt x="328" y="56796"/>
                </a:lnTo>
                <a:close/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12099576" y="1189963"/>
            <a:ext cx="45567" cy="56795"/>
          </a:xfrm>
          <a:custGeom>
            <a:avLst/>
            <a:gdLst/>
            <a:ahLst/>
            <a:cxnLst/>
            <a:rect l="l" t="t" r="r" b="b"/>
            <a:pathLst>
              <a:path w="45567" h="56795">
                <a:moveTo>
                  <a:pt x="0" y="34340"/>
                </a:moveTo>
                <a:lnTo>
                  <a:pt x="45239" y="0"/>
                </a:lnTo>
                <a:close/>
                <a:lnTo>
                  <a:pt x="45567" y="56795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11586770" y="1617877"/>
            <a:ext cx="59436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C0392B"/>
                </a:solidFill>
                <a:latin typeface="Arial"/>
              </a:rPr>
              <a:t>Δ+0.170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10171824" y="546252"/>
            <a:ext cx="193040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(C)  OOD robustness check</a:t>
            </a:r>
          </a:p>
        </p:txBody>
      </p:sp>
      <p:sp>
        <p:nvSpPr>
          <p:cNvPr id="554" name="Freeform 553"/>
          <p:cNvSpPr/>
          <p:nvPr/>
        </p:nvSpPr>
        <p:spPr>
          <a:xfrm>
            <a:off x="11604998" y="793902"/>
            <a:ext cx="964009" cy="328740"/>
          </a:xfrm>
          <a:custGeom>
            <a:avLst/>
            <a:gdLst/>
            <a:ahLst/>
            <a:cxnLst/>
            <a:rect l="l" t="t" r="r" b="b"/>
            <a:pathLst>
              <a:path w="964009" h="328740">
                <a:moveTo>
                  <a:pt x="20320" y="328740"/>
                </a:moveTo>
                <a:lnTo>
                  <a:pt x="943689" y="328740"/>
                </a:lnTo>
                <a:close/>
                <a:lnTo>
                  <a:pt x="958929" y="323660"/>
                </a:lnTo>
                <a:close/>
                <a:lnTo>
                  <a:pt x="964009" y="308420"/>
                </a:lnTo>
                <a:close/>
                <a:lnTo>
                  <a:pt x="964009" y="20320"/>
                </a:lnTo>
                <a:close/>
                <a:lnTo>
                  <a:pt x="958929" y="5080"/>
                </a:lnTo>
                <a:close/>
                <a:lnTo>
                  <a:pt x="943689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420"/>
                </a:lnTo>
                <a:close/>
                <a:lnTo>
                  <a:pt x="5080" y="323660"/>
                </a:lnTo>
                <a:close/>
                <a:lnTo>
                  <a:pt x="20320" y="328740"/>
                </a:lnTo>
                <a:close/>
                <a:lnTo>
                  <a:pt x="20320" y="32874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11645638" y="840623"/>
            <a:ext cx="203200" cy="71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11930118" y="810143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557" name="Rectangle 556"/>
          <p:cNvSpPr/>
          <p:nvPr/>
        </p:nvSpPr>
        <p:spPr>
          <a:xfrm>
            <a:off x="11645638" y="989752"/>
            <a:ext cx="203200" cy="71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11930118" y="959272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Regularized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4883555" y="55507"/>
            <a:ext cx="32613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2 (v1) | Surrogate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68047" cy="4080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463" y="603504"/>
            <a:ext cx="3460449" cy="2999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988756" y="1411437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EA6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289483" y="272918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B2B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128208" y="28770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04291" y="200142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F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73991" y="3234339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60" y="6959"/>
                </a:lnTo>
                <a:close/>
                <a:lnTo>
                  <a:pt x="0" y="23759"/>
                </a:lnTo>
                <a:close/>
                <a:lnTo>
                  <a:pt x="6960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C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826575" y="15885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9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259436" y="27564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D302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353791" y="200124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35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346913" y="201318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E28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84787" y="262801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63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49908" y="34875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0A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522979" y="268376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49003" y="34815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FA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388906" y="20100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D0B2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544027" y="168694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03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614748" y="267710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4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374555" y="299260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D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554474" y="268121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845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593752" y="269697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4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382519" y="282683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4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692218" y="255777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8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446284" y="208211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948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295999" y="294387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D5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576608" y="192072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4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856390" y="243798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4D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186491" y="294387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D5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525875" y="269154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E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283691" y="30511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8B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221425" y="300912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B5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361161" y="293017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550362" y="194759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5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963364" y="24014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43E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775351" y="206342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A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364470" y="18622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203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408946" y="272122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8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336363" y="283315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644433" y="264950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239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53344" y="22532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8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277407" y="242613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4D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288862" y="158848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2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243870" y="288525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47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293516" y="20063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66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631814" y="176588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E08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648053" y="24362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8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404964" y="273810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13512" y="21785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138757" y="219771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594295" y="252050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03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584753" y="176446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6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150704" y="2236747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841909" y="25631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03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025940" y="311756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B4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538545" y="28101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96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30547" y="167120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54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474470" y="264454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386734" y="22530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03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343241" y="28685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845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328580" y="288203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A4A2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469272" y="162145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136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800459" y="26378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7432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347275" y="201693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536063" y="18687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561946" y="203482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5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452438" y="1858332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33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76164" y="321662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A6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594165" y="21013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4D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492932" y="267068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72458" y="314598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7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223597" y="305561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3A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846616" y="248167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304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550311" y="26649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47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518635" y="270915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B4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306549" y="199131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203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773671" y="25641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43E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817112" y="251524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2191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448999" y="20970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51E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329717" y="20785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54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363152" y="298346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79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533115" y="266448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A4A2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636650" y="26847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A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968251" y="23900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54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516644" y="266713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B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394879" y="192318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83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248757" y="27515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C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826162" y="257144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B6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660905" y="2687682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ECF6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635745" y="27389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341302" y="225748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E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250618" y="20884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908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955580" y="249492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399585" y="216633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D16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880463" y="258872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33B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635667" y="100019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9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628686" y="274394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9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969156" y="248828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72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856933" y="25623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943996" y="24012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723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972414" y="22356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4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636520" y="20711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A5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002952" y="319922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15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62578" y="34249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54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628686" y="257686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05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042825" y="2168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908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822361" y="26707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F5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677557" y="26163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002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276864" y="20388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926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172967" y="210954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61F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349576" y="30194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C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45198" y="236474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7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894814" y="19553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8B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045540" y="238368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E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407187" y="194054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BE01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279528" y="29942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E8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470358" y="18457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82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317771" y="224745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10E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017433" y="322400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B6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905029" y="3323746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FE99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150885" y="22630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6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348361" y="208330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C4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930188" y="331548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16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270115" y="292303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E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285733" y="208990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3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892953" y="24771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A3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118847" y="213721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BD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989247" y="22572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52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669463" y="203554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5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643166" y="25727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927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898021" y="235678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A29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485692" y="262422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06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365737" y="22675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A2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887342" y="24334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30F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051513" y="22675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A2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342879" y="282496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5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821585" y="3390976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E28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174415" y="231539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F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656017" y="2594954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D2E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569859" y="256473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160659" y="234762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6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982137" y="324062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F8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763224" y="18150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A7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444242" y="28034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7432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723713" y="247327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F33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761130" y="33433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9B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404110" y="200116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304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569368" y="187755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926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2123734" y="24830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860734" y="250522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63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738556" y="262954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9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365505" y="30205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0A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116494" y="21643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10E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874852" y="250255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C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132914" y="305670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D2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964631" y="235458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621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937299" y="244808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8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2053142" y="22762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AE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2056762" y="22522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621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3270942" y="129497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035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831592" y="25472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34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744891" y="2760281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95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932774" y="262252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4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033774" y="2288475"/>
            <a:ext cx="47520" cy="47520"/>
          </a:xfrm>
          <a:custGeom>
            <a:avLst/>
            <a:gdLst/>
            <a:ahLst/>
            <a:cxnLst/>
            <a:rect l="l" t="t" r="r" b="b"/>
            <a:pathLst>
              <a:path w="47520" h="47520">
                <a:moveTo>
                  <a:pt x="23760" y="47520"/>
                </a:moveTo>
                <a:lnTo>
                  <a:pt x="40560" y="40561"/>
                </a:lnTo>
                <a:close/>
                <a:lnTo>
                  <a:pt x="47520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FC552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376727" y="297298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79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748330" y="262379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D302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404059" y="29693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57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906839" y="335661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9B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589408" y="26470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811682" y="269885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9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202058" y="296352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FA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140205" y="20715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00D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897478" y="22423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3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983455" y="217943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018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176096" y="14421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948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560809" y="25156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F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573841" y="272078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683479" y="349720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B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580719" y="2489956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0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051462" y="323668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6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010063" y="221394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779463" y="254629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E28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767154" y="243830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049289" y="3282567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15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306187" y="19124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8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508912" y="18117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6B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673937" y="26755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550905" y="17947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B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071966" y="2385912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C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999384" y="244834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239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090610" y="202014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5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158668" y="214288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16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910148" y="252126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2027439" y="259258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06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08977" y="240163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AC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640321" y="158828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A8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068346" y="251835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66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582711" y="25517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A29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438320" y="180602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B9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459446" y="277702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6422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761724" y="26410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927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323693" y="292946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E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320486" y="232221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35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597734" y="25739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3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582349" y="25438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63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266857" y="31367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95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213280" y="31809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C6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583616" y="258983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1058340" y="31809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C6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693123" y="2465490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6E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341612" y="275933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0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377632" y="272926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24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767749" y="16639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405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406644" y="207521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CC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665300" y="166463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405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880955" y="329018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0A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931817" y="323236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B9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774757" y="25348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30F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378718" y="289607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54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928921" y="32266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48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228484" y="3011689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60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FEE08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821637" y="241694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B5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2768111" y="166463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405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299981" y="282445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7432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597010" y="257981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14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602259" y="29060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43D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712672" y="247638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85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354645" y="27755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846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104677" y="2859532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95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327132" y="266734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8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639365" y="287545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927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426503" y="269837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C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478814" y="2605987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E621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2353610" y="20158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44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1520807" y="272608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C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1679186" y="27047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C6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379856" y="194188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31A1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2052780" y="243173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D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2005357" y="2468156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9E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109072" y="229952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3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1581987" y="2565461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723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1730953" y="2553862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A09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206091" y="22257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2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1805527" y="23718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F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1969699" y="224063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F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881549" y="26023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D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2098574" y="24234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1974948" y="22398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E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083137" y="301334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B9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616015" y="277156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138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094722" y="311234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D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3942651" y="725513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EA0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2404110" y="192465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E312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316996" y="28221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A4A2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2080655" y="220661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C2C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324106" y="2097927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60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E927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1207488" y="29563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C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363565" y="208729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A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270529" y="214565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41C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496061" y="195039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B4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896702" y="3250718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FA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255997" y="289750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E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126036" y="29530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6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1617282" y="2720679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884497" y="14501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6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1378175" y="28177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D7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1766249" y="27133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36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1764801" y="26757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481037" y="179927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9B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663206" y="33386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FC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2154324" y="223963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4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775481" y="25561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9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3120346" y="19127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8D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836479" y="254652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A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808967" y="246550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48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1821637" y="25183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8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1237172" y="29788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4B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669412" y="258000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5B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2561946" y="194990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422340" y="287078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05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520264" y="2712056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FF4B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194507" y="22409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806794" y="2387579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119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427641" y="1989260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60"/>
                </a:lnTo>
                <a:close/>
                <a:lnTo>
                  <a:pt x="23759" y="0"/>
                </a:lnTo>
                <a:close/>
                <a:lnTo>
                  <a:pt x="6959" y="6960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FE48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734574" y="245790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B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1866707" y="235878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F33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568463" y="175955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426684" y="280843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3482356" y="153744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8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1653483" y="25707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61F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717197" y="26183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2191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1810596" y="253786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00D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1785617" y="256374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119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2146359" y="2530090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60" y="47520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FD8F3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1990514" y="226737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03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1991600" y="25437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33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2044635" y="24879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1881911" y="26544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8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492570" y="283800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C6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795934" y="256397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B2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447500" y="298582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0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1523703" y="266012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A9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2042282" y="24991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2822774" y="17026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C4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2543846" y="197711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035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1813854" y="23756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41C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2157220" y="229527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1861096" y="228193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0352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1758466" y="2355088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60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CF0C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791409" y="257431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110158" y="2316386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136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2166632" y="22021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0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097075" y="30831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663801" y="262904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48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155591" y="2280554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863811" y="25178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E08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2076130" y="234024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B2B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2018751" y="254911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0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2037576" y="239187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510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2344741" y="2280554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2436691" y="191653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99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2196860" y="204047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FA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2497509" y="188408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723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1521893" y="27177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5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264375" y="21782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54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1707242" y="27083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8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2327002" y="201742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CC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1284958" y="291165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54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1280433" y="293550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D4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1085852" y="31169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3A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227631" y="225943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80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1781816" y="246333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9B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1970423" y="245037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6E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1488226" y="283520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E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2262564" y="2197703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4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547415" y="266612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A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333286" y="27651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61F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1315004" y="2774551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644433" y="258275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A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2077216" y="20617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B2B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406231" y="278629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B44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342026" y="222893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7432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461851" y="213266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B2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330571" y="285394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DA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679599" y="1712647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D2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2582581" y="199728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E2191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536425" y="19043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6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1431934" y="284768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B4B2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1226493" y="296139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D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2020199" y="235268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43E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2048074" y="233233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33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2489544" y="1872789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136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985989" y="237021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552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1910510" y="244363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649010" y="182699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3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512300" y="266912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138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834126" y="266361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43D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1462161" y="289256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6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1072639" y="304314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96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456731" y="27138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04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646243" y="254163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6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1981283" y="23393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3248859" y="1356612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F4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1517187" y="2792716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9C4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2086447" y="23393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2489182" y="1945929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59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C68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725161" y="253995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B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2162650" y="222943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816026" y="249276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1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2053323" y="227270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74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2052418" y="243799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A3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2533348" y="190148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138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787195" y="337920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B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00770" y="33656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B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801132" y="336660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B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1139249" y="290866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C9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365013" y="181851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43D2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595251" y="180863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E89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1292198" y="301304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E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1593028" y="266086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10E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1696382" y="26463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1972414" y="24324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86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2212064" y="203672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D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593390" y="265254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8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761181" y="268303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2191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1995944" y="2288020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20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DF17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728057" y="248688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A3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1529314" y="28541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4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2123553" y="224190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4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2056581" y="223432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51E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3209219" y="148825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44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276502" y="20945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319038" y="224190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C4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1877205" y="2350680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C304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375279" y="285417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45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349576" y="289716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E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778558" y="249994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1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2089705" y="248160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F171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1958114" y="2293256"/>
            <a:ext cx="47520" cy="47520"/>
          </a:xfrm>
          <a:custGeom>
            <a:avLst/>
            <a:gdLst/>
            <a:ahLst/>
            <a:cxnLst/>
            <a:rect l="l" t="t" r="r" b="b"/>
            <a:pathLst>
              <a:path w="47520" h="47520">
                <a:moveTo>
                  <a:pt x="23760" y="47520"/>
                </a:moveTo>
                <a:lnTo>
                  <a:pt x="40561" y="40561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B70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529314" y="2662116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60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60" y="47520"/>
                </a:lnTo>
                <a:close/>
                <a:lnTo>
                  <a:pt x="23760" y="47520"/>
                </a:lnTo>
                <a:close/>
              </a:path>
            </a:pathLst>
          </a:custGeom>
          <a:solidFill>
            <a:srgbClr val="FD95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379313" y="21223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5402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644485" y="184376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2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1269572" y="297071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A14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1594114" y="257763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DB14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1567144" y="281759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05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384924" y="212688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72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2041558" y="22965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984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2216589" y="2383413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13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2307092" y="219134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6A3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1945625" y="237814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933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2327545" y="20723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6211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1282243" y="303272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D16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1480624" y="256666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03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328761" y="288552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C5F2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1219072" y="297983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23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1295999" y="291288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63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2279398" y="228717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3042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096040" y="2109274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E18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1611490" y="276745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BF5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1696925" y="269671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EA84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211108" y="305345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D8F3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210616" y="2104112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824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290931" y="290930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E59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2360669" y="192200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B2B2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1494561" y="27038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97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207126" y="3046978"/>
            <a:ext cx="47519" cy="47520"/>
          </a:xfrm>
          <a:custGeom>
            <a:avLst/>
            <a:gdLst/>
            <a:ahLst/>
            <a:cxnLst/>
            <a:rect l="l" t="t" r="r" b="b"/>
            <a:pathLst>
              <a:path w="47519" h="47520">
                <a:moveTo>
                  <a:pt x="23759" y="47520"/>
                </a:moveTo>
                <a:lnTo>
                  <a:pt x="40560" y="40561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1"/>
                </a:lnTo>
                <a:close/>
                <a:lnTo>
                  <a:pt x="23759" y="47520"/>
                </a:lnTo>
                <a:close/>
                <a:lnTo>
                  <a:pt x="23759" y="47520"/>
                </a:lnTo>
                <a:close/>
              </a:path>
            </a:pathLst>
          </a:custGeom>
          <a:solidFill>
            <a:srgbClr val="FD97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2479770" y="182199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EE312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231742" y="2853169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4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462342" y="283269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803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906477" y="307904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AC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634840" y="284583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7B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1308307" y="294450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E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914441" y="307614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FFDC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424693" y="28212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D7C3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415100" y="3042801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FF7B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1325684" y="2844106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F8462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780135" y="326831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59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59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D36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2176949" y="2040675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FEC96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737466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616261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41" name="Freeform 440"/>
          <p:cNvSpPr/>
          <p:nvPr/>
        </p:nvSpPr>
        <p:spPr>
          <a:xfrm>
            <a:off x="1189978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1068772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443" name="Freeform 442"/>
          <p:cNvSpPr/>
          <p:nvPr/>
        </p:nvSpPr>
        <p:spPr>
          <a:xfrm>
            <a:off x="1642490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1521284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445" name="Freeform 444"/>
          <p:cNvSpPr/>
          <p:nvPr/>
        </p:nvSpPr>
        <p:spPr>
          <a:xfrm>
            <a:off x="2095002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1973796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447" name="Freeform 446"/>
          <p:cNvSpPr/>
          <p:nvPr/>
        </p:nvSpPr>
        <p:spPr>
          <a:xfrm>
            <a:off x="2547514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2426308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49" name="Freeform 448"/>
          <p:cNvSpPr/>
          <p:nvPr/>
        </p:nvSpPr>
        <p:spPr>
          <a:xfrm>
            <a:off x="3000026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2878820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51" name="Freeform 450"/>
          <p:cNvSpPr/>
          <p:nvPr/>
        </p:nvSpPr>
        <p:spPr>
          <a:xfrm>
            <a:off x="3452538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3331332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453" name="Freeform 452"/>
          <p:cNvSpPr/>
          <p:nvPr/>
        </p:nvSpPr>
        <p:spPr>
          <a:xfrm>
            <a:off x="3905050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3783844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784924" y="3835356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True stress (MPa)</a:t>
            </a:r>
          </a:p>
        </p:txBody>
      </p:sp>
      <p:sp>
        <p:nvSpPr>
          <p:cNvPr id="456" name="Freeform 455"/>
          <p:cNvSpPr/>
          <p:nvPr/>
        </p:nvSpPr>
        <p:spPr>
          <a:xfrm>
            <a:off x="552013" y="34810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265152" y="340226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58" name="Freeform 457"/>
          <p:cNvSpPr/>
          <p:nvPr/>
        </p:nvSpPr>
        <p:spPr>
          <a:xfrm>
            <a:off x="552013" y="308874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265152" y="300999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460" name="Freeform 459"/>
          <p:cNvSpPr/>
          <p:nvPr/>
        </p:nvSpPr>
        <p:spPr>
          <a:xfrm>
            <a:off x="552013" y="26964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265152" y="261773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462" name="Freeform 461"/>
          <p:cNvSpPr/>
          <p:nvPr/>
        </p:nvSpPr>
        <p:spPr>
          <a:xfrm>
            <a:off x="552013" y="23042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265152" y="222546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464" name="Freeform 463"/>
          <p:cNvSpPr/>
          <p:nvPr/>
        </p:nvSpPr>
        <p:spPr>
          <a:xfrm>
            <a:off x="552013" y="19119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265152" y="183319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66" name="Freeform 465"/>
          <p:cNvSpPr/>
          <p:nvPr/>
        </p:nvSpPr>
        <p:spPr>
          <a:xfrm>
            <a:off x="552013" y="151968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265152" y="14409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68" name="Freeform 467"/>
          <p:cNvSpPr/>
          <p:nvPr/>
        </p:nvSpPr>
        <p:spPr>
          <a:xfrm>
            <a:off x="552013" y="11274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265152" y="104866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470" name="Freeform 469"/>
          <p:cNvSpPr/>
          <p:nvPr/>
        </p:nvSpPr>
        <p:spPr>
          <a:xfrm>
            <a:off x="552013" y="7351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265152" y="6563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472" name="TextBox 471"/>
          <p:cNvSpPr txBox="1"/>
          <p:nvPr/>
        </p:nvSpPr>
        <p:spPr>
          <a:xfrm rot="16200000">
            <a:off x="92690" y="1779673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stress (MPa)</a:t>
            </a:r>
          </a:p>
        </p:txBody>
      </p:sp>
      <p:sp>
        <p:nvSpPr>
          <p:cNvPr id="473" name="Freeform 472"/>
          <p:cNvSpPr/>
          <p:nvPr/>
        </p:nvSpPr>
        <p:spPr>
          <a:xfrm>
            <a:off x="596463" y="603504"/>
            <a:ext cx="3460450" cy="2999740"/>
          </a:xfrm>
          <a:custGeom>
            <a:avLst/>
            <a:gdLst/>
            <a:ahLst/>
            <a:cxnLst/>
            <a:rect l="l" t="t" r="r" b="b"/>
            <a:pathLst>
              <a:path w="3460450" h="2999740">
                <a:moveTo>
                  <a:pt x="0" y="2999740"/>
                </a:moveTo>
                <a:lnTo>
                  <a:pt x="346045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596463" y="603504"/>
            <a:ext cx="0" cy="2999740"/>
          </a:xfrm>
          <a:custGeom>
            <a:avLst/>
            <a:gdLst/>
            <a:ahLst/>
            <a:cxnLst/>
            <a:rect l="l" t="t" r="r" b="b"/>
            <a:pathLst>
              <a:path w="0" h="2999740">
                <a:moveTo>
                  <a:pt x="0" y="299974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596463" y="3603244"/>
            <a:ext cx="3460450" cy="0"/>
          </a:xfrm>
          <a:custGeom>
            <a:avLst/>
            <a:gdLst/>
            <a:ahLst/>
            <a:cxnLst/>
            <a:rect l="l" t="t" r="r" b="b"/>
            <a:pathLst>
              <a:path w="3460450" h="0">
                <a:moveTo>
                  <a:pt x="0" y="0"/>
                </a:moveTo>
                <a:lnTo>
                  <a:pt x="3460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1292557" y="406654"/>
            <a:ext cx="265430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Parity coloured by predicted σ</a:t>
            </a:r>
          </a:p>
        </p:txBody>
      </p:sp>
      <p:sp>
        <p:nvSpPr>
          <p:cNvPr id="477" name="Rectangle 476"/>
          <p:cNvSpPr/>
          <p:nvPr/>
        </p:nvSpPr>
        <p:spPr>
          <a:xfrm>
            <a:off x="5551046" y="603504"/>
            <a:ext cx="4325562" cy="2999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5747662" y="739856"/>
            <a:ext cx="3932329" cy="2727036"/>
          </a:xfrm>
          <a:custGeom>
            <a:avLst/>
            <a:gdLst/>
            <a:ahLst/>
            <a:cxnLst/>
            <a:rect l="l" t="t" r="r" b="b"/>
            <a:pathLst>
              <a:path w="3932329" h="2727036">
                <a:moveTo>
                  <a:pt x="0" y="2354320"/>
                </a:moveTo>
                <a:lnTo>
                  <a:pt x="0" y="2575713"/>
                </a:lnTo>
                <a:close/>
                <a:lnTo>
                  <a:pt x="9061" y="2719566"/>
                </a:lnTo>
                <a:close/>
                <a:lnTo>
                  <a:pt x="18122" y="2723583"/>
                </a:lnTo>
                <a:close/>
                <a:lnTo>
                  <a:pt x="27182" y="2726250"/>
                </a:lnTo>
                <a:close/>
                <a:lnTo>
                  <a:pt x="36243" y="2589558"/>
                </a:lnTo>
                <a:close/>
                <a:lnTo>
                  <a:pt x="45304" y="2727036"/>
                </a:lnTo>
                <a:close/>
                <a:lnTo>
                  <a:pt x="54364" y="2572050"/>
                </a:lnTo>
                <a:close/>
                <a:lnTo>
                  <a:pt x="63425" y="2617380"/>
                </a:lnTo>
                <a:close/>
                <a:lnTo>
                  <a:pt x="72486" y="2605648"/>
                </a:lnTo>
                <a:close/>
                <a:lnTo>
                  <a:pt x="81546" y="2606158"/>
                </a:lnTo>
                <a:close/>
                <a:lnTo>
                  <a:pt x="90607" y="2661707"/>
                </a:lnTo>
                <a:close/>
                <a:lnTo>
                  <a:pt x="99668" y="2555658"/>
                </a:lnTo>
                <a:close/>
                <a:lnTo>
                  <a:pt x="108728" y="2523465"/>
                </a:lnTo>
                <a:close/>
                <a:lnTo>
                  <a:pt x="117789" y="2594410"/>
                </a:lnTo>
                <a:close/>
                <a:lnTo>
                  <a:pt x="126850" y="2358084"/>
                </a:lnTo>
                <a:close/>
                <a:lnTo>
                  <a:pt x="135910" y="2600532"/>
                </a:lnTo>
                <a:close/>
                <a:lnTo>
                  <a:pt x="144971" y="2352556"/>
                </a:lnTo>
                <a:close/>
                <a:lnTo>
                  <a:pt x="154032" y="2516988"/>
                </a:lnTo>
                <a:close/>
                <a:lnTo>
                  <a:pt x="163092" y="2613790"/>
                </a:lnTo>
                <a:close/>
                <a:lnTo>
                  <a:pt x="172153" y="2513289"/>
                </a:lnTo>
                <a:close/>
                <a:lnTo>
                  <a:pt x="181214" y="2580684"/>
                </a:lnTo>
                <a:close/>
                <a:lnTo>
                  <a:pt x="190274" y="2532880"/>
                </a:lnTo>
                <a:close/>
                <a:lnTo>
                  <a:pt x="199335" y="2535679"/>
                </a:lnTo>
                <a:close/>
                <a:lnTo>
                  <a:pt x="208396" y="2523548"/>
                </a:lnTo>
                <a:close/>
                <a:lnTo>
                  <a:pt x="217456" y="2538685"/>
                </a:lnTo>
                <a:close/>
                <a:lnTo>
                  <a:pt x="226517" y="2468853"/>
                </a:lnTo>
                <a:close/>
                <a:lnTo>
                  <a:pt x="235578" y="2595762"/>
                </a:lnTo>
                <a:close/>
                <a:lnTo>
                  <a:pt x="244638" y="2586359"/>
                </a:lnTo>
                <a:close/>
                <a:lnTo>
                  <a:pt x="253699" y="2500506"/>
                </a:lnTo>
                <a:close/>
                <a:lnTo>
                  <a:pt x="262760" y="2507094"/>
                </a:lnTo>
                <a:close/>
                <a:lnTo>
                  <a:pt x="271820" y="2383962"/>
                </a:lnTo>
                <a:close/>
                <a:lnTo>
                  <a:pt x="280881" y="2323558"/>
                </a:lnTo>
                <a:close/>
                <a:lnTo>
                  <a:pt x="289942" y="2402492"/>
                </a:lnTo>
                <a:close/>
                <a:lnTo>
                  <a:pt x="299002" y="2462459"/>
                </a:lnTo>
                <a:close/>
                <a:lnTo>
                  <a:pt x="308063" y="2461134"/>
                </a:lnTo>
                <a:close/>
                <a:lnTo>
                  <a:pt x="317124" y="2260675"/>
                </a:lnTo>
                <a:close/>
                <a:lnTo>
                  <a:pt x="326184" y="2340681"/>
                </a:lnTo>
                <a:close/>
                <a:lnTo>
                  <a:pt x="335245" y="2278845"/>
                </a:lnTo>
                <a:close/>
                <a:lnTo>
                  <a:pt x="344306" y="2456768"/>
                </a:lnTo>
                <a:close/>
                <a:lnTo>
                  <a:pt x="353366" y="2231309"/>
                </a:lnTo>
                <a:close/>
                <a:lnTo>
                  <a:pt x="362427" y="2305538"/>
                </a:lnTo>
                <a:close/>
                <a:lnTo>
                  <a:pt x="371488" y="2274969"/>
                </a:lnTo>
                <a:close/>
                <a:lnTo>
                  <a:pt x="380548" y="2421794"/>
                </a:lnTo>
                <a:close/>
                <a:lnTo>
                  <a:pt x="389609" y="2339576"/>
                </a:lnTo>
                <a:close/>
                <a:lnTo>
                  <a:pt x="398670" y="2432768"/>
                </a:lnTo>
                <a:close/>
                <a:lnTo>
                  <a:pt x="407730" y="2500506"/>
                </a:lnTo>
                <a:close/>
                <a:lnTo>
                  <a:pt x="416791" y="2374559"/>
                </a:lnTo>
                <a:close/>
                <a:lnTo>
                  <a:pt x="425852" y="2362986"/>
                </a:lnTo>
                <a:close/>
                <a:lnTo>
                  <a:pt x="434912" y="2348111"/>
                </a:lnTo>
                <a:close/>
                <a:lnTo>
                  <a:pt x="443973" y="2332082"/>
                </a:lnTo>
                <a:close/>
                <a:lnTo>
                  <a:pt x="453034" y="2335637"/>
                </a:lnTo>
                <a:close/>
                <a:lnTo>
                  <a:pt x="462094" y="2271196"/>
                </a:lnTo>
                <a:close/>
                <a:lnTo>
                  <a:pt x="471155" y="2280659"/>
                </a:lnTo>
                <a:close/>
                <a:lnTo>
                  <a:pt x="480216" y="2239308"/>
                </a:lnTo>
                <a:close/>
                <a:lnTo>
                  <a:pt x="489276" y="2185921"/>
                </a:lnTo>
                <a:close/>
                <a:lnTo>
                  <a:pt x="498337" y="2254137"/>
                </a:lnTo>
                <a:close/>
                <a:lnTo>
                  <a:pt x="507398" y="2218533"/>
                </a:lnTo>
                <a:close/>
                <a:lnTo>
                  <a:pt x="516458" y="2475381"/>
                </a:lnTo>
                <a:close/>
                <a:lnTo>
                  <a:pt x="525519" y="2347876"/>
                </a:lnTo>
                <a:close/>
                <a:lnTo>
                  <a:pt x="534580" y="2276652"/>
                </a:lnTo>
                <a:close/>
                <a:lnTo>
                  <a:pt x="543640" y="2324315"/>
                </a:lnTo>
                <a:close/>
                <a:lnTo>
                  <a:pt x="552701" y="2320963"/>
                </a:lnTo>
                <a:close/>
                <a:lnTo>
                  <a:pt x="561762" y="2369166"/>
                </a:lnTo>
                <a:close/>
                <a:lnTo>
                  <a:pt x="570822" y="2337489"/>
                </a:lnTo>
                <a:close/>
                <a:lnTo>
                  <a:pt x="579883" y="2282578"/>
                </a:lnTo>
                <a:close/>
                <a:lnTo>
                  <a:pt x="588944" y="2196939"/>
                </a:lnTo>
                <a:close/>
                <a:lnTo>
                  <a:pt x="598004" y="2240933"/>
                </a:lnTo>
                <a:close/>
                <a:lnTo>
                  <a:pt x="607065" y="2354623"/>
                </a:lnTo>
                <a:close/>
                <a:lnTo>
                  <a:pt x="616126" y="2305538"/>
                </a:lnTo>
                <a:close/>
                <a:lnTo>
                  <a:pt x="625186" y="2321583"/>
                </a:lnTo>
                <a:close/>
                <a:lnTo>
                  <a:pt x="634247" y="2267509"/>
                </a:lnTo>
                <a:close/>
                <a:lnTo>
                  <a:pt x="643308" y="2294921"/>
                </a:lnTo>
                <a:close/>
                <a:lnTo>
                  <a:pt x="652368" y="2239951"/>
                </a:lnTo>
                <a:close/>
                <a:lnTo>
                  <a:pt x="661429" y="2262220"/>
                </a:lnTo>
                <a:close/>
                <a:lnTo>
                  <a:pt x="670490" y="2282058"/>
                </a:lnTo>
                <a:close/>
                <a:lnTo>
                  <a:pt x="679550" y="2282490"/>
                </a:lnTo>
                <a:close/>
                <a:lnTo>
                  <a:pt x="688611" y="2092029"/>
                </a:lnTo>
                <a:close/>
                <a:lnTo>
                  <a:pt x="697672" y="2314064"/>
                </a:lnTo>
                <a:close/>
                <a:lnTo>
                  <a:pt x="706732" y="2308299"/>
                </a:lnTo>
                <a:close/>
                <a:lnTo>
                  <a:pt x="715793" y="2182459"/>
                </a:lnTo>
                <a:close/>
                <a:lnTo>
                  <a:pt x="724854" y="2233775"/>
                </a:lnTo>
                <a:close/>
                <a:lnTo>
                  <a:pt x="733914" y="2244057"/>
                </a:lnTo>
                <a:close/>
                <a:lnTo>
                  <a:pt x="742975" y="2165518"/>
                </a:lnTo>
                <a:close/>
                <a:lnTo>
                  <a:pt x="752036" y="2219704"/>
                </a:lnTo>
                <a:close/>
                <a:lnTo>
                  <a:pt x="761096" y="2304828"/>
                </a:lnTo>
                <a:close/>
                <a:lnTo>
                  <a:pt x="770157" y="2275256"/>
                </a:lnTo>
                <a:close/>
                <a:lnTo>
                  <a:pt x="779218" y="2394220"/>
                </a:lnTo>
                <a:close/>
                <a:lnTo>
                  <a:pt x="788278" y="2223233"/>
                </a:lnTo>
                <a:close/>
                <a:lnTo>
                  <a:pt x="797339" y="2328942"/>
                </a:lnTo>
                <a:close/>
                <a:lnTo>
                  <a:pt x="806400" y="2302010"/>
                </a:lnTo>
                <a:close/>
                <a:lnTo>
                  <a:pt x="815460" y="2322320"/>
                </a:lnTo>
                <a:close/>
                <a:lnTo>
                  <a:pt x="824521" y="2370348"/>
                </a:lnTo>
                <a:close/>
                <a:lnTo>
                  <a:pt x="833581" y="2223017"/>
                </a:lnTo>
                <a:close/>
                <a:lnTo>
                  <a:pt x="842642" y="2293469"/>
                </a:lnTo>
                <a:close/>
                <a:lnTo>
                  <a:pt x="851703" y="2137755"/>
                </a:lnTo>
                <a:close/>
                <a:lnTo>
                  <a:pt x="860763" y="2172232"/>
                </a:lnTo>
                <a:close/>
                <a:lnTo>
                  <a:pt x="869824" y="2330911"/>
                </a:lnTo>
                <a:close/>
                <a:lnTo>
                  <a:pt x="878885" y="2241748"/>
                </a:lnTo>
                <a:close/>
                <a:lnTo>
                  <a:pt x="887945" y="2311786"/>
                </a:lnTo>
                <a:close/>
                <a:lnTo>
                  <a:pt x="897006" y="2179397"/>
                </a:lnTo>
                <a:close/>
                <a:lnTo>
                  <a:pt x="906067" y="2175520"/>
                </a:lnTo>
                <a:close/>
                <a:lnTo>
                  <a:pt x="915127" y="2161253"/>
                </a:lnTo>
                <a:close/>
                <a:lnTo>
                  <a:pt x="924188" y="2332202"/>
                </a:lnTo>
                <a:close/>
                <a:lnTo>
                  <a:pt x="933249" y="2240262"/>
                </a:lnTo>
                <a:close/>
                <a:lnTo>
                  <a:pt x="942309" y="2240120"/>
                </a:lnTo>
                <a:close/>
                <a:lnTo>
                  <a:pt x="951370" y="2140287"/>
                </a:lnTo>
                <a:close/>
                <a:lnTo>
                  <a:pt x="960431" y="2241441"/>
                </a:lnTo>
                <a:close/>
                <a:lnTo>
                  <a:pt x="969491" y="2283851"/>
                </a:lnTo>
                <a:close/>
                <a:lnTo>
                  <a:pt x="978552" y="2248898"/>
                </a:lnTo>
                <a:close/>
                <a:lnTo>
                  <a:pt x="987613" y="2350350"/>
                </a:lnTo>
                <a:close/>
                <a:lnTo>
                  <a:pt x="996673" y="2126518"/>
                </a:lnTo>
                <a:close/>
                <a:lnTo>
                  <a:pt x="1005734" y="2227021"/>
                </a:lnTo>
                <a:close/>
                <a:lnTo>
                  <a:pt x="1014795" y="2277449"/>
                </a:lnTo>
                <a:close/>
                <a:lnTo>
                  <a:pt x="1023855" y="2248368"/>
                </a:lnTo>
                <a:close/>
                <a:lnTo>
                  <a:pt x="1032916" y="2090312"/>
                </a:lnTo>
                <a:close/>
                <a:lnTo>
                  <a:pt x="1041977" y="2095698"/>
                </a:lnTo>
                <a:close/>
                <a:lnTo>
                  <a:pt x="1051037" y="2017807"/>
                </a:lnTo>
                <a:close/>
                <a:lnTo>
                  <a:pt x="1060098" y="2068548"/>
                </a:lnTo>
                <a:close/>
                <a:lnTo>
                  <a:pt x="1069159" y="2016137"/>
                </a:lnTo>
                <a:close/>
                <a:lnTo>
                  <a:pt x="1078219" y="2244999"/>
                </a:lnTo>
                <a:close/>
                <a:lnTo>
                  <a:pt x="1087280" y="2203523"/>
                </a:lnTo>
                <a:close/>
                <a:lnTo>
                  <a:pt x="1096341" y="2099688"/>
                </a:lnTo>
                <a:close/>
                <a:lnTo>
                  <a:pt x="1105401" y="2077945"/>
                </a:lnTo>
                <a:close/>
                <a:lnTo>
                  <a:pt x="1114462" y="2138384"/>
                </a:lnTo>
                <a:close/>
                <a:lnTo>
                  <a:pt x="1123523" y="2157202"/>
                </a:lnTo>
                <a:close/>
                <a:lnTo>
                  <a:pt x="1132583" y="2198000"/>
                </a:lnTo>
                <a:close/>
                <a:lnTo>
                  <a:pt x="1141644" y="2114901"/>
                </a:lnTo>
                <a:close/>
                <a:lnTo>
                  <a:pt x="1150705" y="2050166"/>
                </a:lnTo>
                <a:close/>
                <a:lnTo>
                  <a:pt x="1159765" y="2139934"/>
                </a:lnTo>
                <a:close/>
                <a:lnTo>
                  <a:pt x="1168826" y="2126894"/>
                </a:lnTo>
                <a:close/>
                <a:lnTo>
                  <a:pt x="1177887" y="2133386"/>
                </a:lnTo>
                <a:close/>
                <a:lnTo>
                  <a:pt x="1186947" y="2019013"/>
                </a:lnTo>
                <a:close/>
                <a:lnTo>
                  <a:pt x="1196008" y="2097175"/>
                </a:lnTo>
                <a:close/>
                <a:lnTo>
                  <a:pt x="1205069" y="2223017"/>
                </a:lnTo>
                <a:close/>
                <a:lnTo>
                  <a:pt x="1214129" y="2089503"/>
                </a:lnTo>
                <a:close/>
                <a:lnTo>
                  <a:pt x="1223190" y="2125385"/>
                </a:lnTo>
                <a:close/>
                <a:lnTo>
                  <a:pt x="1232251" y="2181459"/>
                </a:lnTo>
                <a:close/>
                <a:lnTo>
                  <a:pt x="1241311" y="2089017"/>
                </a:lnTo>
                <a:close/>
                <a:lnTo>
                  <a:pt x="1250372" y="2049075"/>
                </a:lnTo>
                <a:close/>
                <a:lnTo>
                  <a:pt x="1259433" y="2142395"/>
                </a:lnTo>
                <a:close/>
                <a:lnTo>
                  <a:pt x="1268493" y="1944105"/>
                </a:lnTo>
                <a:close/>
                <a:lnTo>
                  <a:pt x="1277554" y="2194442"/>
                </a:lnTo>
                <a:close/>
                <a:lnTo>
                  <a:pt x="1286615" y="2030560"/>
                </a:lnTo>
                <a:close/>
                <a:lnTo>
                  <a:pt x="1295675" y="2156425"/>
                </a:lnTo>
                <a:close/>
                <a:lnTo>
                  <a:pt x="1304736" y="1932828"/>
                </a:lnTo>
                <a:close/>
                <a:lnTo>
                  <a:pt x="1313797" y="2022432"/>
                </a:lnTo>
                <a:close/>
                <a:lnTo>
                  <a:pt x="1322857" y="1995640"/>
                </a:lnTo>
                <a:close/>
                <a:lnTo>
                  <a:pt x="1331918" y="2044308"/>
                </a:lnTo>
                <a:close/>
                <a:lnTo>
                  <a:pt x="1340979" y="2033633"/>
                </a:lnTo>
                <a:close/>
                <a:lnTo>
                  <a:pt x="1350039" y="2096449"/>
                </a:lnTo>
                <a:close/>
                <a:lnTo>
                  <a:pt x="1359100" y="2158643"/>
                </a:lnTo>
                <a:close/>
                <a:lnTo>
                  <a:pt x="1368161" y="2102131"/>
                </a:lnTo>
                <a:close/>
                <a:lnTo>
                  <a:pt x="1377221" y="2129438"/>
                </a:lnTo>
                <a:close/>
                <a:lnTo>
                  <a:pt x="1386282" y="2080245"/>
                </a:lnTo>
                <a:close/>
                <a:lnTo>
                  <a:pt x="1395343" y="1978155"/>
                </a:lnTo>
                <a:close/>
                <a:lnTo>
                  <a:pt x="1404403" y="2009697"/>
                </a:lnTo>
                <a:close/>
                <a:lnTo>
                  <a:pt x="1413464" y="2014637"/>
                </a:lnTo>
                <a:close/>
                <a:lnTo>
                  <a:pt x="1422525" y="2341537"/>
                </a:lnTo>
                <a:close/>
                <a:lnTo>
                  <a:pt x="1431585" y="2151872"/>
                </a:lnTo>
                <a:close/>
                <a:lnTo>
                  <a:pt x="1440646" y="2112243"/>
                </a:lnTo>
                <a:close/>
                <a:lnTo>
                  <a:pt x="1449707" y="2227620"/>
                </a:lnTo>
                <a:close/>
                <a:lnTo>
                  <a:pt x="1458767" y="2160636"/>
                </a:lnTo>
                <a:close/>
                <a:lnTo>
                  <a:pt x="1467828" y="1985266"/>
                </a:lnTo>
                <a:close/>
                <a:lnTo>
                  <a:pt x="1476889" y="2145519"/>
                </a:lnTo>
                <a:close/>
                <a:lnTo>
                  <a:pt x="1485949" y="2161339"/>
                </a:lnTo>
                <a:close/>
                <a:lnTo>
                  <a:pt x="1495010" y="2159175"/>
                </a:lnTo>
                <a:close/>
                <a:lnTo>
                  <a:pt x="1504071" y="2173960"/>
                </a:lnTo>
                <a:close/>
                <a:lnTo>
                  <a:pt x="1513131" y="2325751"/>
                </a:lnTo>
                <a:close/>
                <a:lnTo>
                  <a:pt x="1522192" y="2063257"/>
                </a:lnTo>
                <a:close/>
                <a:lnTo>
                  <a:pt x="1531253" y="2016849"/>
                </a:lnTo>
                <a:close/>
                <a:lnTo>
                  <a:pt x="1540313" y="2121018"/>
                </a:lnTo>
                <a:close/>
                <a:lnTo>
                  <a:pt x="1549374" y="1961553"/>
                </a:lnTo>
                <a:close/>
                <a:lnTo>
                  <a:pt x="1558435" y="1902024"/>
                </a:lnTo>
                <a:close/>
                <a:lnTo>
                  <a:pt x="1567495" y="2065547"/>
                </a:lnTo>
                <a:close/>
                <a:lnTo>
                  <a:pt x="1576556" y="2079220"/>
                </a:lnTo>
                <a:close/>
                <a:lnTo>
                  <a:pt x="1585617" y="2072078"/>
                </a:lnTo>
                <a:close/>
                <a:lnTo>
                  <a:pt x="1594677" y="1999883"/>
                </a:lnTo>
                <a:close/>
                <a:lnTo>
                  <a:pt x="1603738" y="1934367"/>
                </a:lnTo>
                <a:close/>
                <a:lnTo>
                  <a:pt x="1612799" y="2107145"/>
                </a:lnTo>
                <a:close/>
                <a:lnTo>
                  <a:pt x="1621859" y="2132471"/>
                </a:lnTo>
                <a:close/>
                <a:lnTo>
                  <a:pt x="1630920" y="2088243"/>
                </a:lnTo>
                <a:close/>
                <a:lnTo>
                  <a:pt x="1639981" y="1985429"/>
                </a:lnTo>
                <a:close/>
                <a:lnTo>
                  <a:pt x="1649041" y="1937715"/>
                </a:lnTo>
                <a:close/>
                <a:lnTo>
                  <a:pt x="1658102" y="2082035"/>
                </a:lnTo>
                <a:close/>
                <a:lnTo>
                  <a:pt x="1667163" y="2106253"/>
                </a:lnTo>
                <a:close/>
                <a:lnTo>
                  <a:pt x="1676223" y="2137442"/>
                </a:lnTo>
                <a:close/>
                <a:lnTo>
                  <a:pt x="1685284" y="1904608"/>
                </a:lnTo>
                <a:close/>
                <a:lnTo>
                  <a:pt x="1694345" y="2110602"/>
                </a:lnTo>
                <a:close/>
                <a:lnTo>
                  <a:pt x="1703405" y="1971990"/>
                </a:lnTo>
                <a:close/>
                <a:lnTo>
                  <a:pt x="1712466" y="1934557"/>
                </a:lnTo>
                <a:close/>
                <a:lnTo>
                  <a:pt x="1721527" y="1951355"/>
                </a:lnTo>
                <a:close/>
                <a:lnTo>
                  <a:pt x="1730587" y="2070726"/>
                </a:lnTo>
                <a:close/>
                <a:lnTo>
                  <a:pt x="1739648" y="1976666"/>
                </a:lnTo>
                <a:close/>
                <a:lnTo>
                  <a:pt x="1748709" y="2047219"/>
                </a:lnTo>
                <a:close/>
                <a:lnTo>
                  <a:pt x="1757769" y="2174522"/>
                </a:lnTo>
                <a:close/>
                <a:lnTo>
                  <a:pt x="1766830" y="2103651"/>
                </a:lnTo>
                <a:close/>
                <a:lnTo>
                  <a:pt x="1775891" y="1895402"/>
                </a:lnTo>
                <a:close/>
                <a:lnTo>
                  <a:pt x="1784951" y="2166353"/>
                </a:lnTo>
                <a:close/>
                <a:lnTo>
                  <a:pt x="1794012" y="2122543"/>
                </a:lnTo>
                <a:close/>
                <a:lnTo>
                  <a:pt x="1803073" y="2154451"/>
                </a:lnTo>
                <a:close/>
                <a:lnTo>
                  <a:pt x="1812133" y="2091752"/>
                </a:lnTo>
                <a:close/>
                <a:lnTo>
                  <a:pt x="1821194" y="1920592"/>
                </a:lnTo>
                <a:close/>
                <a:lnTo>
                  <a:pt x="1830255" y="2044483"/>
                </a:lnTo>
                <a:close/>
                <a:lnTo>
                  <a:pt x="1839315" y="2048600"/>
                </a:lnTo>
                <a:close/>
                <a:lnTo>
                  <a:pt x="1848376" y="1994964"/>
                </a:lnTo>
                <a:close/>
                <a:lnTo>
                  <a:pt x="1857437" y="1973352"/>
                </a:lnTo>
                <a:close/>
                <a:lnTo>
                  <a:pt x="1866497" y="1930438"/>
                </a:lnTo>
                <a:close/>
                <a:lnTo>
                  <a:pt x="1875558" y="1827066"/>
                </a:lnTo>
                <a:close/>
                <a:lnTo>
                  <a:pt x="1884619" y="2064094"/>
                </a:lnTo>
                <a:close/>
                <a:lnTo>
                  <a:pt x="1893679" y="2020594"/>
                </a:lnTo>
                <a:close/>
                <a:lnTo>
                  <a:pt x="1902740" y="2031332"/>
                </a:lnTo>
                <a:close/>
                <a:lnTo>
                  <a:pt x="1911801" y="2106208"/>
                </a:lnTo>
                <a:close/>
                <a:lnTo>
                  <a:pt x="1920861" y="1831486"/>
                </a:lnTo>
                <a:close/>
                <a:lnTo>
                  <a:pt x="1929922" y="1911677"/>
                </a:lnTo>
                <a:close/>
                <a:lnTo>
                  <a:pt x="1938983" y="1858388"/>
                </a:lnTo>
                <a:close/>
                <a:lnTo>
                  <a:pt x="1948043" y="2052823"/>
                </a:lnTo>
                <a:close/>
                <a:lnTo>
                  <a:pt x="1957104" y="2118665"/>
                </a:lnTo>
                <a:close/>
                <a:lnTo>
                  <a:pt x="1966165" y="1898698"/>
                </a:lnTo>
                <a:close/>
                <a:lnTo>
                  <a:pt x="1975225" y="1863355"/>
                </a:lnTo>
                <a:close/>
                <a:lnTo>
                  <a:pt x="1984286" y="2020799"/>
                </a:lnTo>
                <a:close/>
                <a:lnTo>
                  <a:pt x="1993347" y="1963205"/>
                </a:lnTo>
                <a:close/>
                <a:lnTo>
                  <a:pt x="2002407" y="1850843"/>
                </a:lnTo>
                <a:close/>
                <a:lnTo>
                  <a:pt x="2011468" y="2067459"/>
                </a:lnTo>
                <a:close/>
                <a:lnTo>
                  <a:pt x="2020529" y="1973191"/>
                </a:lnTo>
                <a:close/>
                <a:lnTo>
                  <a:pt x="2029589" y="1968855"/>
                </a:lnTo>
                <a:close/>
                <a:lnTo>
                  <a:pt x="2038650" y="2131618"/>
                </a:lnTo>
                <a:close/>
                <a:lnTo>
                  <a:pt x="2047711" y="2054217"/>
                </a:lnTo>
                <a:close/>
                <a:lnTo>
                  <a:pt x="2056771" y="2014730"/>
                </a:lnTo>
                <a:close/>
                <a:lnTo>
                  <a:pt x="2065832" y="2013432"/>
                </a:lnTo>
                <a:close/>
                <a:lnTo>
                  <a:pt x="2074893" y="1928106"/>
                </a:lnTo>
                <a:close/>
                <a:lnTo>
                  <a:pt x="2083953" y="2019059"/>
                </a:lnTo>
                <a:close/>
                <a:lnTo>
                  <a:pt x="2093014" y="1962013"/>
                </a:lnTo>
                <a:close/>
                <a:lnTo>
                  <a:pt x="2102075" y="1805434"/>
                </a:lnTo>
                <a:close/>
                <a:lnTo>
                  <a:pt x="2111135" y="1909049"/>
                </a:lnTo>
                <a:close/>
                <a:lnTo>
                  <a:pt x="2120196" y="1872478"/>
                </a:lnTo>
                <a:close/>
                <a:lnTo>
                  <a:pt x="2129257" y="1970516"/>
                </a:lnTo>
                <a:close/>
                <a:lnTo>
                  <a:pt x="2138317" y="1900347"/>
                </a:lnTo>
                <a:close/>
                <a:lnTo>
                  <a:pt x="2147378" y="2067557"/>
                </a:lnTo>
                <a:close/>
                <a:lnTo>
                  <a:pt x="2156439" y="2032009"/>
                </a:lnTo>
                <a:close/>
                <a:lnTo>
                  <a:pt x="2165499" y="2081006"/>
                </a:lnTo>
                <a:close/>
                <a:lnTo>
                  <a:pt x="2174560" y="1960688"/>
                </a:lnTo>
                <a:close/>
                <a:lnTo>
                  <a:pt x="2183621" y="1942670"/>
                </a:lnTo>
                <a:close/>
                <a:lnTo>
                  <a:pt x="2192681" y="1756046"/>
                </a:lnTo>
                <a:close/>
                <a:lnTo>
                  <a:pt x="2201742" y="1875674"/>
                </a:lnTo>
                <a:close/>
                <a:lnTo>
                  <a:pt x="2210803" y="1991373"/>
                </a:lnTo>
                <a:close/>
                <a:lnTo>
                  <a:pt x="2219863" y="1924855"/>
                </a:lnTo>
                <a:close/>
                <a:lnTo>
                  <a:pt x="2228924" y="2064328"/>
                </a:lnTo>
                <a:close/>
                <a:lnTo>
                  <a:pt x="2237985" y="1924767"/>
                </a:lnTo>
                <a:close/>
                <a:lnTo>
                  <a:pt x="2247045" y="1917241"/>
                </a:lnTo>
                <a:close/>
                <a:lnTo>
                  <a:pt x="2256106" y="1845091"/>
                </a:lnTo>
                <a:close/>
                <a:lnTo>
                  <a:pt x="2265167" y="1947769"/>
                </a:lnTo>
                <a:close/>
                <a:lnTo>
                  <a:pt x="2274227" y="1856467"/>
                </a:lnTo>
                <a:close/>
                <a:lnTo>
                  <a:pt x="2283288" y="1903580"/>
                </a:lnTo>
                <a:close/>
                <a:lnTo>
                  <a:pt x="2292349" y="1878061"/>
                </a:lnTo>
                <a:close/>
                <a:lnTo>
                  <a:pt x="2301409" y="1892749"/>
                </a:lnTo>
                <a:close/>
                <a:lnTo>
                  <a:pt x="2310470" y="1967072"/>
                </a:lnTo>
                <a:close/>
                <a:lnTo>
                  <a:pt x="2319531" y="1706320"/>
                </a:lnTo>
                <a:close/>
                <a:lnTo>
                  <a:pt x="2328591" y="1924909"/>
                </a:lnTo>
                <a:close/>
                <a:lnTo>
                  <a:pt x="2337652" y="1855422"/>
                </a:lnTo>
                <a:close/>
                <a:lnTo>
                  <a:pt x="2346713" y="1789064"/>
                </a:lnTo>
                <a:close/>
                <a:lnTo>
                  <a:pt x="2355773" y="1705914"/>
                </a:lnTo>
                <a:close/>
                <a:lnTo>
                  <a:pt x="2364834" y="1833986"/>
                </a:lnTo>
                <a:close/>
                <a:lnTo>
                  <a:pt x="2373895" y="1731770"/>
                </a:lnTo>
                <a:close/>
                <a:lnTo>
                  <a:pt x="2382955" y="1866176"/>
                </a:lnTo>
                <a:close/>
                <a:lnTo>
                  <a:pt x="2392016" y="1768470"/>
                </a:lnTo>
                <a:close/>
                <a:lnTo>
                  <a:pt x="2401077" y="1765193"/>
                </a:lnTo>
                <a:close/>
                <a:lnTo>
                  <a:pt x="2410137" y="2010549"/>
                </a:lnTo>
                <a:close/>
                <a:lnTo>
                  <a:pt x="2419198" y="1826596"/>
                </a:lnTo>
                <a:close/>
                <a:lnTo>
                  <a:pt x="2428259" y="1946417"/>
                </a:lnTo>
                <a:close/>
                <a:lnTo>
                  <a:pt x="2437319" y="1915166"/>
                </a:lnTo>
                <a:close/>
                <a:lnTo>
                  <a:pt x="2446380" y="1955284"/>
                </a:lnTo>
                <a:close/>
                <a:lnTo>
                  <a:pt x="2455441" y="1708373"/>
                </a:lnTo>
                <a:close/>
                <a:lnTo>
                  <a:pt x="2464501" y="1983620"/>
                </a:lnTo>
                <a:close/>
                <a:lnTo>
                  <a:pt x="2473562" y="1861592"/>
                </a:lnTo>
                <a:close/>
                <a:lnTo>
                  <a:pt x="2482623" y="1988536"/>
                </a:lnTo>
                <a:close/>
                <a:lnTo>
                  <a:pt x="2491683" y="1794930"/>
                </a:lnTo>
                <a:close/>
                <a:lnTo>
                  <a:pt x="2500744" y="1922996"/>
                </a:lnTo>
                <a:close/>
                <a:lnTo>
                  <a:pt x="2509805" y="1770527"/>
                </a:lnTo>
                <a:close/>
                <a:lnTo>
                  <a:pt x="2518865" y="1972369"/>
                </a:lnTo>
                <a:close/>
                <a:lnTo>
                  <a:pt x="2527926" y="1738910"/>
                </a:lnTo>
                <a:close/>
                <a:lnTo>
                  <a:pt x="2536987" y="1954468"/>
                </a:lnTo>
                <a:close/>
                <a:lnTo>
                  <a:pt x="2546047" y="1842184"/>
                </a:lnTo>
                <a:close/>
                <a:lnTo>
                  <a:pt x="2555108" y="1827665"/>
                </a:lnTo>
                <a:close/>
                <a:lnTo>
                  <a:pt x="2564169" y="1843673"/>
                </a:lnTo>
                <a:close/>
                <a:lnTo>
                  <a:pt x="2573229" y="1902526"/>
                </a:lnTo>
                <a:close/>
                <a:lnTo>
                  <a:pt x="2582290" y="1884729"/>
                </a:lnTo>
                <a:close/>
                <a:lnTo>
                  <a:pt x="2591351" y="1846345"/>
                </a:lnTo>
                <a:close/>
                <a:lnTo>
                  <a:pt x="2600411" y="1739818"/>
                </a:lnTo>
                <a:close/>
                <a:lnTo>
                  <a:pt x="2609472" y="1775227"/>
                </a:lnTo>
                <a:close/>
                <a:lnTo>
                  <a:pt x="2618533" y="1788973"/>
                </a:lnTo>
                <a:close/>
                <a:lnTo>
                  <a:pt x="2627593" y="1930625"/>
                </a:lnTo>
                <a:close/>
                <a:lnTo>
                  <a:pt x="2636654" y="1869687"/>
                </a:lnTo>
                <a:close/>
                <a:lnTo>
                  <a:pt x="2645715" y="1860792"/>
                </a:lnTo>
                <a:close/>
                <a:lnTo>
                  <a:pt x="2654775" y="1619367"/>
                </a:lnTo>
                <a:close/>
                <a:lnTo>
                  <a:pt x="2663836" y="1743610"/>
                </a:lnTo>
                <a:close/>
                <a:lnTo>
                  <a:pt x="2672897" y="1833986"/>
                </a:lnTo>
                <a:close/>
                <a:lnTo>
                  <a:pt x="2681957" y="1994562"/>
                </a:lnTo>
                <a:close/>
                <a:lnTo>
                  <a:pt x="2691018" y="1601270"/>
                </a:lnTo>
                <a:close/>
                <a:lnTo>
                  <a:pt x="2700079" y="1553349"/>
                </a:lnTo>
                <a:close/>
                <a:lnTo>
                  <a:pt x="2709139" y="1903245"/>
                </a:lnTo>
                <a:close/>
                <a:lnTo>
                  <a:pt x="2718200" y="1776609"/>
                </a:lnTo>
                <a:close/>
                <a:lnTo>
                  <a:pt x="2727261" y="1833731"/>
                </a:lnTo>
                <a:close/>
                <a:lnTo>
                  <a:pt x="2736321" y="1728800"/>
                </a:lnTo>
                <a:close/>
                <a:lnTo>
                  <a:pt x="2745382" y="1719320"/>
                </a:lnTo>
                <a:close/>
                <a:lnTo>
                  <a:pt x="2754443" y="1692952"/>
                </a:lnTo>
                <a:close/>
                <a:lnTo>
                  <a:pt x="2763503" y="1940483"/>
                </a:lnTo>
                <a:close/>
                <a:lnTo>
                  <a:pt x="2772564" y="1690382"/>
                </a:lnTo>
                <a:close/>
                <a:lnTo>
                  <a:pt x="2781625" y="1648936"/>
                </a:lnTo>
                <a:close/>
                <a:lnTo>
                  <a:pt x="2790685" y="1979871"/>
                </a:lnTo>
                <a:close/>
                <a:lnTo>
                  <a:pt x="2799746" y="1737518"/>
                </a:lnTo>
                <a:close/>
                <a:lnTo>
                  <a:pt x="2808807" y="1731881"/>
                </a:lnTo>
                <a:close/>
                <a:lnTo>
                  <a:pt x="2817867" y="1691134"/>
                </a:lnTo>
                <a:close/>
                <a:lnTo>
                  <a:pt x="2826928" y="1812332"/>
                </a:lnTo>
                <a:close/>
                <a:lnTo>
                  <a:pt x="2835989" y="1825279"/>
                </a:lnTo>
                <a:close/>
                <a:lnTo>
                  <a:pt x="2845049" y="1598366"/>
                </a:lnTo>
                <a:close/>
                <a:lnTo>
                  <a:pt x="2854110" y="1817037"/>
                </a:lnTo>
                <a:close/>
                <a:lnTo>
                  <a:pt x="2863170" y="1735332"/>
                </a:lnTo>
                <a:close/>
                <a:lnTo>
                  <a:pt x="2872231" y="1671589"/>
                </a:lnTo>
                <a:close/>
                <a:lnTo>
                  <a:pt x="2881292" y="1666871"/>
                </a:lnTo>
                <a:close/>
                <a:lnTo>
                  <a:pt x="2890352" y="1781866"/>
                </a:lnTo>
                <a:close/>
                <a:lnTo>
                  <a:pt x="2899413" y="1515262"/>
                </a:lnTo>
                <a:close/>
                <a:lnTo>
                  <a:pt x="2908474" y="1727610"/>
                </a:lnTo>
                <a:close/>
                <a:lnTo>
                  <a:pt x="2917534" y="1475360"/>
                </a:lnTo>
                <a:close/>
                <a:lnTo>
                  <a:pt x="2926595" y="1722171"/>
                </a:lnTo>
                <a:close/>
                <a:lnTo>
                  <a:pt x="2935656" y="1659556"/>
                </a:lnTo>
                <a:close/>
                <a:lnTo>
                  <a:pt x="2944716" y="1530932"/>
                </a:lnTo>
                <a:close/>
                <a:lnTo>
                  <a:pt x="2953777" y="1695873"/>
                </a:lnTo>
                <a:close/>
                <a:lnTo>
                  <a:pt x="2962838" y="1850847"/>
                </a:lnTo>
                <a:close/>
                <a:lnTo>
                  <a:pt x="2971898" y="1851833"/>
                </a:lnTo>
                <a:close/>
                <a:lnTo>
                  <a:pt x="2980959" y="1668669"/>
                </a:lnTo>
                <a:close/>
                <a:lnTo>
                  <a:pt x="2990020" y="1677331"/>
                </a:lnTo>
                <a:close/>
                <a:lnTo>
                  <a:pt x="2999080" y="1709616"/>
                </a:lnTo>
                <a:close/>
                <a:lnTo>
                  <a:pt x="3008141" y="1699367"/>
                </a:lnTo>
                <a:close/>
                <a:lnTo>
                  <a:pt x="3017202" y="1618141"/>
                </a:lnTo>
                <a:close/>
                <a:lnTo>
                  <a:pt x="3026262" y="1602381"/>
                </a:lnTo>
                <a:close/>
                <a:lnTo>
                  <a:pt x="3035323" y="1917911"/>
                </a:lnTo>
                <a:close/>
                <a:lnTo>
                  <a:pt x="3044384" y="1844844"/>
                </a:lnTo>
                <a:close/>
                <a:lnTo>
                  <a:pt x="3053444" y="1624332"/>
                </a:lnTo>
                <a:close/>
                <a:lnTo>
                  <a:pt x="3062505" y="1487159"/>
                </a:lnTo>
                <a:close/>
                <a:lnTo>
                  <a:pt x="3071566" y="1427164"/>
                </a:lnTo>
                <a:close/>
                <a:lnTo>
                  <a:pt x="3080626" y="1589970"/>
                </a:lnTo>
                <a:close/>
                <a:lnTo>
                  <a:pt x="3089687" y="1702326"/>
                </a:lnTo>
                <a:close/>
                <a:lnTo>
                  <a:pt x="3098748" y="1800994"/>
                </a:lnTo>
                <a:close/>
                <a:lnTo>
                  <a:pt x="3107808" y="1692952"/>
                </a:lnTo>
                <a:close/>
                <a:lnTo>
                  <a:pt x="3116869" y="1763361"/>
                </a:lnTo>
                <a:close/>
                <a:lnTo>
                  <a:pt x="3125930" y="1652465"/>
                </a:lnTo>
                <a:close/>
                <a:lnTo>
                  <a:pt x="3134990" y="1435953"/>
                </a:lnTo>
                <a:close/>
                <a:lnTo>
                  <a:pt x="3144051" y="1633125"/>
                </a:lnTo>
                <a:close/>
                <a:lnTo>
                  <a:pt x="3153112" y="1623071"/>
                </a:lnTo>
                <a:close/>
                <a:lnTo>
                  <a:pt x="3162172" y="1744298"/>
                </a:lnTo>
                <a:close/>
                <a:lnTo>
                  <a:pt x="3171233" y="1751492"/>
                </a:lnTo>
                <a:close/>
                <a:lnTo>
                  <a:pt x="3180294" y="1812332"/>
                </a:lnTo>
                <a:close/>
                <a:lnTo>
                  <a:pt x="3189354" y="1469824"/>
                </a:lnTo>
                <a:close/>
                <a:lnTo>
                  <a:pt x="3198415" y="1546907"/>
                </a:lnTo>
                <a:close/>
                <a:lnTo>
                  <a:pt x="3207476" y="1572125"/>
                </a:lnTo>
                <a:close/>
                <a:lnTo>
                  <a:pt x="3216536" y="1508162"/>
                </a:lnTo>
                <a:close/>
                <a:lnTo>
                  <a:pt x="3225597" y="1485527"/>
                </a:lnTo>
                <a:close/>
                <a:lnTo>
                  <a:pt x="3234658" y="1498126"/>
                </a:lnTo>
                <a:close/>
                <a:lnTo>
                  <a:pt x="3243718" y="1656477"/>
                </a:lnTo>
                <a:close/>
                <a:lnTo>
                  <a:pt x="3252779" y="1477736"/>
                </a:lnTo>
                <a:close/>
                <a:lnTo>
                  <a:pt x="3261840" y="1399448"/>
                </a:lnTo>
                <a:close/>
                <a:lnTo>
                  <a:pt x="3270900" y="1843673"/>
                </a:lnTo>
                <a:close/>
                <a:lnTo>
                  <a:pt x="3279961" y="1661222"/>
                </a:lnTo>
                <a:close/>
                <a:lnTo>
                  <a:pt x="3289022" y="1523826"/>
                </a:lnTo>
                <a:close/>
                <a:lnTo>
                  <a:pt x="3298082" y="1654107"/>
                </a:lnTo>
                <a:close/>
                <a:lnTo>
                  <a:pt x="3307143" y="1753094"/>
                </a:lnTo>
                <a:close/>
                <a:lnTo>
                  <a:pt x="3316204" y="1598374"/>
                </a:lnTo>
                <a:close/>
                <a:lnTo>
                  <a:pt x="3325264" y="1463658"/>
                </a:lnTo>
                <a:close/>
                <a:lnTo>
                  <a:pt x="3334325" y="1722131"/>
                </a:lnTo>
                <a:close/>
                <a:lnTo>
                  <a:pt x="3343386" y="1497455"/>
                </a:lnTo>
                <a:close/>
                <a:lnTo>
                  <a:pt x="3352446" y="1597590"/>
                </a:lnTo>
                <a:close/>
                <a:lnTo>
                  <a:pt x="3361507" y="1499289"/>
                </a:lnTo>
                <a:close/>
                <a:lnTo>
                  <a:pt x="3370568" y="1486448"/>
                </a:lnTo>
                <a:close/>
                <a:lnTo>
                  <a:pt x="3379628" y="1548403"/>
                </a:lnTo>
                <a:close/>
                <a:lnTo>
                  <a:pt x="3388689" y="1446768"/>
                </a:lnTo>
                <a:close/>
                <a:lnTo>
                  <a:pt x="3397750" y="1377239"/>
                </a:lnTo>
                <a:close/>
                <a:lnTo>
                  <a:pt x="3406810" y="1434106"/>
                </a:lnTo>
                <a:close/>
                <a:lnTo>
                  <a:pt x="3415871" y="1819177"/>
                </a:lnTo>
                <a:close/>
                <a:lnTo>
                  <a:pt x="3424932" y="1622481"/>
                </a:lnTo>
                <a:close/>
                <a:lnTo>
                  <a:pt x="3433992" y="1656922"/>
                </a:lnTo>
                <a:close/>
                <a:lnTo>
                  <a:pt x="3443053" y="1417009"/>
                </a:lnTo>
                <a:close/>
                <a:lnTo>
                  <a:pt x="3452114" y="1756385"/>
                </a:lnTo>
                <a:close/>
                <a:lnTo>
                  <a:pt x="3461174" y="1720496"/>
                </a:lnTo>
                <a:close/>
                <a:lnTo>
                  <a:pt x="3470235" y="1232608"/>
                </a:lnTo>
                <a:close/>
                <a:lnTo>
                  <a:pt x="3479296" y="1492444"/>
                </a:lnTo>
                <a:close/>
                <a:lnTo>
                  <a:pt x="3488356" y="1408196"/>
                </a:lnTo>
                <a:close/>
                <a:lnTo>
                  <a:pt x="3497417" y="1441668"/>
                </a:lnTo>
                <a:close/>
                <a:lnTo>
                  <a:pt x="3506478" y="1490713"/>
                </a:lnTo>
                <a:close/>
                <a:lnTo>
                  <a:pt x="3515538" y="1449715"/>
                </a:lnTo>
                <a:close/>
                <a:lnTo>
                  <a:pt x="3524599" y="1561624"/>
                </a:lnTo>
                <a:close/>
                <a:lnTo>
                  <a:pt x="3533660" y="1469930"/>
                </a:lnTo>
                <a:close/>
                <a:lnTo>
                  <a:pt x="3542720" y="1267200"/>
                </a:lnTo>
                <a:close/>
                <a:lnTo>
                  <a:pt x="3551781" y="1474305"/>
                </a:lnTo>
                <a:close/>
                <a:lnTo>
                  <a:pt x="3560842" y="1455636"/>
                </a:lnTo>
                <a:close/>
                <a:lnTo>
                  <a:pt x="3569902" y="1421641"/>
                </a:lnTo>
                <a:close/>
                <a:lnTo>
                  <a:pt x="3578963" y="1541553"/>
                </a:lnTo>
                <a:close/>
                <a:lnTo>
                  <a:pt x="3588024" y="1255817"/>
                </a:lnTo>
                <a:close/>
                <a:lnTo>
                  <a:pt x="3597084" y="1538895"/>
                </a:lnTo>
                <a:close/>
                <a:lnTo>
                  <a:pt x="3606145" y="1245122"/>
                </a:lnTo>
                <a:close/>
                <a:lnTo>
                  <a:pt x="3615206" y="1613808"/>
                </a:lnTo>
                <a:close/>
                <a:lnTo>
                  <a:pt x="3624266" y="1478989"/>
                </a:lnTo>
                <a:close/>
                <a:lnTo>
                  <a:pt x="3633327" y="1315144"/>
                </a:lnTo>
                <a:close/>
                <a:lnTo>
                  <a:pt x="3642388" y="1462365"/>
                </a:lnTo>
                <a:close/>
                <a:lnTo>
                  <a:pt x="3651448" y="1515851"/>
                </a:lnTo>
                <a:close/>
                <a:lnTo>
                  <a:pt x="3660509" y="1572261"/>
                </a:lnTo>
                <a:close/>
                <a:lnTo>
                  <a:pt x="3669570" y="1311453"/>
                </a:lnTo>
                <a:close/>
                <a:lnTo>
                  <a:pt x="3678630" y="1636334"/>
                </a:lnTo>
                <a:close/>
                <a:lnTo>
                  <a:pt x="3687691" y="1284032"/>
                </a:lnTo>
                <a:close/>
                <a:lnTo>
                  <a:pt x="3696752" y="1208448"/>
                </a:lnTo>
                <a:close/>
                <a:lnTo>
                  <a:pt x="3705812" y="1257421"/>
                </a:lnTo>
                <a:close/>
                <a:lnTo>
                  <a:pt x="3714873" y="1551755"/>
                </a:lnTo>
                <a:close/>
                <a:lnTo>
                  <a:pt x="3723934" y="1252623"/>
                </a:lnTo>
                <a:close/>
                <a:lnTo>
                  <a:pt x="3732994" y="1382622"/>
                </a:lnTo>
                <a:close/>
                <a:lnTo>
                  <a:pt x="3742055" y="1396356"/>
                </a:lnTo>
                <a:close/>
                <a:lnTo>
                  <a:pt x="3751116" y="1304970"/>
                </a:lnTo>
                <a:close/>
                <a:lnTo>
                  <a:pt x="3760176" y="1535792"/>
                </a:lnTo>
                <a:close/>
                <a:lnTo>
                  <a:pt x="3769237" y="1293149"/>
                </a:lnTo>
                <a:close/>
                <a:lnTo>
                  <a:pt x="3778298" y="1307998"/>
                </a:lnTo>
                <a:close/>
                <a:lnTo>
                  <a:pt x="3787358" y="1304571"/>
                </a:lnTo>
                <a:close/>
                <a:lnTo>
                  <a:pt x="3796419" y="1304970"/>
                </a:lnTo>
                <a:close/>
                <a:lnTo>
                  <a:pt x="3805480" y="1567583"/>
                </a:lnTo>
                <a:close/>
                <a:lnTo>
                  <a:pt x="3814540" y="1242337"/>
                </a:lnTo>
                <a:close/>
                <a:lnTo>
                  <a:pt x="3823601" y="1145215"/>
                </a:lnTo>
                <a:close/>
                <a:lnTo>
                  <a:pt x="3832662" y="1028393"/>
                </a:lnTo>
                <a:close/>
                <a:lnTo>
                  <a:pt x="3841722" y="1582874"/>
                </a:lnTo>
                <a:close/>
                <a:lnTo>
                  <a:pt x="3850783" y="994785"/>
                </a:lnTo>
                <a:close/>
                <a:lnTo>
                  <a:pt x="3859844" y="1545919"/>
                </a:lnTo>
                <a:close/>
                <a:lnTo>
                  <a:pt x="3868904" y="1067989"/>
                </a:lnTo>
                <a:close/>
                <a:lnTo>
                  <a:pt x="3877965" y="1051574"/>
                </a:lnTo>
                <a:close/>
                <a:lnTo>
                  <a:pt x="3887026" y="940484"/>
                </a:lnTo>
                <a:close/>
                <a:lnTo>
                  <a:pt x="3896086" y="950179"/>
                </a:lnTo>
                <a:close/>
                <a:lnTo>
                  <a:pt x="3905147" y="1170358"/>
                </a:lnTo>
                <a:close/>
                <a:lnTo>
                  <a:pt x="3914208" y="1113291"/>
                </a:lnTo>
                <a:close/>
                <a:lnTo>
                  <a:pt x="3923268" y="647449"/>
                </a:lnTo>
                <a:close/>
                <a:lnTo>
                  <a:pt x="3932329" y="404788"/>
                </a:lnTo>
                <a:close/>
                <a:lnTo>
                  <a:pt x="3932329" y="0"/>
                </a:lnTo>
                <a:close/>
                <a:lnTo>
                  <a:pt x="3932329" y="0"/>
                </a:lnTo>
                <a:close/>
                <a:lnTo>
                  <a:pt x="3923268" y="233015"/>
                </a:lnTo>
                <a:close/>
                <a:lnTo>
                  <a:pt x="3914208" y="697560"/>
                </a:lnTo>
                <a:close/>
                <a:lnTo>
                  <a:pt x="3905147" y="728886"/>
                </a:lnTo>
                <a:close/>
                <a:lnTo>
                  <a:pt x="3896086" y="440769"/>
                </a:lnTo>
                <a:close/>
                <a:lnTo>
                  <a:pt x="3887026" y="557211"/>
                </a:lnTo>
                <a:close/>
                <a:lnTo>
                  <a:pt x="3877965" y="674089"/>
                </a:lnTo>
                <a:close/>
                <a:lnTo>
                  <a:pt x="3868904" y="577811"/>
                </a:lnTo>
                <a:close/>
                <a:lnTo>
                  <a:pt x="3859844" y="914939"/>
                </a:lnTo>
                <a:close/>
                <a:lnTo>
                  <a:pt x="3850783" y="597854"/>
                </a:lnTo>
                <a:close/>
                <a:lnTo>
                  <a:pt x="3841722" y="951689"/>
                </a:lnTo>
                <a:close/>
                <a:lnTo>
                  <a:pt x="3832662" y="631272"/>
                </a:lnTo>
                <a:close/>
                <a:lnTo>
                  <a:pt x="3823601" y="754078"/>
                </a:lnTo>
                <a:close/>
                <a:lnTo>
                  <a:pt x="3814540" y="854620"/>
                </a:lnTo>
                <a:close/>
                <a:lnTo>
                  <a:pt x="3805480" y="1154128"/>
                </a:lnTo>
                <a:close/>
                <a:lnTo>
                  <a:pt x="3796419" y="726137"/>
                </a:lnTo>
                <a:close/>
                <a:lnTo>
                  <a:pt x="3787358" y="725412"/>
                </a:lnTo>
                <a:close/>
                <a:lnTo>
                  <a:pt x="3778298" y="983673"/>
                </a:lnTo>
                <a:close/>
                <a:lnTo>
                  <a:pt x="3769237" y="821110"/>
                </a:lnTo>
                <a:close/>
                <a:lnTo>
                  <a:pt x="3760176" y="1137652"/>
                </a:lnTo>
                <a:close/>
                <a:lnTo>
                  <a:pt x="3751116" y="726137"/>
                </a:lnTo>
                <a:close/>
                <a:lnTo>
                  <a:pt x="3742055" y="915922"/>
                </a:lnTo>
                <a:close/>
                <a:lnTo>
                  <a:pt x="3732994" y="958699"/>
                </a:lnTo>
                <a:close/>
                <a:lnTo>
                  <a:pt x="3723934" y="646277"/>
                </a:lnTo>
                <a:close/>
                <a:lnTo>
                  <a:pt x="3714873" y="1183316"/>
                </a:lnTo>
                <a:close/>
                <a:lnTo>
                  <a:pt x="3705812" y="949039"/>
                </a:lnTo>
                <a:close/>
                <a:lnTo>
                  <a:pt x="3696752" y="834048"/>
                </a:lnTo>
                <a:close/>
                <a:lnTo>
                  <a:pt x="3687691" y="996457"/>
                </a:lnTo>
                <a:close/>
                <a:lnTo>
                  <a:pt x="3678630" y="1151094"/>
                </a:lnTo>
                <a:close/>
                <a:lnTo>
                  <a:pt x="3669570" y="892536"/>
                </a:lnTo>
                <a:close/>
                <a:lnTo>
                  <a:pt x="3660509" y="1034912"/>
                </a:lnTo>
                <a:close/>
                <a:lnTo>
                  <a:pt x="3651448" y="958752"/>
                </a:lnTo>
                <a:close/>
                <a:lnTo>
                  <a:pt x="3642388" y="937478"/>
                </a:lnTo>
                <a:close/>
                <a:lnTo>
                  <a:pt x="3633327" y="880348"/>
                </a:lnTo>
                <a:close/>
                <a:lnTo>
                  <a:pt x="3624266" y="1046147"/>
                </a:lnTo>
                <a:close/>
                <a:lnTo>
                  <a:pt x="3615206" y="1058389"/>
                </a:lnTo>
                <a:close/>
                <a:lnTo>
                  <a:pt x="3606145" y="1011292"/>
                </a:lnTo>
                <a:close/>
                <a:lnTo>
                  <a:pt x="3597084" y="982235"/>
                </a:lnTo>
                <a:close/>
                <a:lnTo>
                  <a:pt x="3588024" y="813925"/>
                </a:lnTo>
                <a:close/>
                <a:lnTo>
                  <a:pt x="3578963" y="1030700"/>
                </a:lnTo>
                <a:close/>
                <a:lnTo>
                  <a:pt x="3569902" y="1024623"/>
                </a:lnTo>
                <a:close/>
                <a:lnTo>
                  <a:pt x="3560842" y="929029"/>
                </a:lnTo>
                <a:close/>
                <a:lnTo>
                  <a:pt x="3551781" y="966981"/>
                </a:lnTo>
                <a:close/>
                <a:lnTo>
                  <a:pt x="3542720" y="1018751"/>
                </a:lnTo>
                <a:close/>
                <a:lnTo>
                  <a:pt x="3533660" y="941211"/>
                </a:lnTo>
                <a:close/>
                <a:lnTo>
                  <a:pt x="3524599" y="964356"/>
                </a:lnTo>
                <a:close/>
                <a:lnTo>
                  <a:pt x="3515538" y="941870"/>
                </a:lnTo>
                <a:close/>
                <a:lnTo>
                  <a:pt x="3506478" y="1027532"/>
                </a:lnTo>
                <a:close/>
                <a:lnTo>
                  <a:pt x="3497417" y="822605"/>
                </a:lnTo>
                <a:close/>
                <a:lnTo>
                  <a:pt x="3488356" y="895420"/>
                </a:lnTo>
                <a:close/>
                <a:lnTo>
                  <a:pt x="3479296" y="852291"/>
                </a:lnTo>
                <a:close/>
                <a:lnTo>
                  <a:pt x="3470235" y="723730"/>
                </a:lnTo>
                <a:close/>
                <a:lnTo>
                  <a:pt x="3461174" y="1121133"/>
                </a:lnTo>
                <a:close/>
                <a:lnTo>
                  <a:pt x="3452114" y="1293992"/>
                </a:lnTo>
                <a:close/>
                <a:lnTo>
                  <a:pt x="3443053" y="949541"/>
                </a:lnTo>
                <a:close/>
                <a:lnTo>
                  <a:pt x="3433992" y="1123064"/>
                </a:lnTo>
                <a:close/>
                <a:lnTo>
                  <a:pt x="3424932" y="1131596"/>
                </a:lnTo>
                <a:close/>
                <a:lnTo>
                  <a:pt x="3415871" y="1424346"/>
                </a:lnTo>
                <a:close/>
                <a:lnTo>
                  <a:pt x="3406810" y="841864"/>
                </a:lnTo>
                <a:close/>
                <a:lnTo>
                  <a:pt x="3397750" y="1090097"/>
                </a:lnTo>
                <a:close/>
                <a:lnTo>
                  <a:pt x="3388689" y="1146517"/>
                </a:lnTo>
                <a:close/>
                <a:lnTo>
                  <a:pt x="3379628" y="960525"/>
                </a:lnTo>
                <a:close/>
                <a:lnTo>
                  <a:pt x="3370568" y="1255682"/>
                </a:lnTo>
                <a:close/>
                <a:lnTo>
                  <a:pt x="3361507" y="1115062"/>
                </a:lnTo>
                <a:close/>
                <a:lnTo>
                  <a:pt x="3352446" y="1016315"/>
                </a:lnTo>
                <a:close/>
                <a:lnTo>
                  <a:pt x="3343386" y="983947"/>
                </a:lnTo>
                <a:close/>
                <a:lnTo>
                  <a:pt x="3334325" y="1177804"/>
                </a:lnTo>
                <a:close/>
                <a:lnTo>
                  <a:pt x="3325264" y="1015193"/>
                </a:lnTo>
                <a:close/>
                <a:lnTo>
                  <a:pt x="3316204" y="1030852"/>
                </a:lnTo>
                <a:close/>
                <a:lnTo>
                  <a:pt x="3307143" y="1296932"/>
                </a:lnTo>
                <a:close/>
                <a:lnTo>
                  <a:pt x="3298082" y="1177508"/>
                </a:lnTo>
                <a:close/>
                <a:lnTo>
                  <a:pt x="3289022" y="987417"/>
                </a:lnTo>
                <a:close/>
                <a:lnTo>
                  <a:pt x="3279961" y="1162590"/>
                </a:lnTo>
                <a:close/>
                <a:lnTo>
                  <a:pt x="3270900" y="1231623"/>
                </a:lnTo>
                <a:close/>
                <a:lnTo>
                  <a:pt x="3261840" y="898140"/>
                </a:lnTo>
                <a:close/>
                <a:lnTo>
                  <a:pt x="3252779" y="895678"/>
                </a:lnTo>
                <a:close/>
                <a:lnTo>
                  <a:pt x="3243718" y="1106579"/>
                </a:lnTo>
                <a:close/>
                <a:lnTo>
                  <a:pt x="3234658" y="978689"/>
                </a:lnTo>
                <a:close/>
                <a:lnTo>
                  <a:pt x="3225597" y="1128508"/>
                </a:lnTo>
                <a:close/>
                <a:lnTo>
                  <a:pt x="3216536" y="1131105"/>
                </a:lnTo>
                <a:close/>
                <a:lnTo>
                  <a:pt x="3207476" y="1184015"/>
                </a:lnTo>
                <a:close/>
                <a:lnTo>
                  <a:pt x="3198415" y="1094309"/>
                </a:lnTo>
                <a:close/>
                <a:lnTo>
                  <a:pt x="3189354" y="1164896"/>
                </a:lnTo>
                <a:close/>
                <a:lnTo>
                  <a:pt x="3180294" y="1285401"/>
                </a:lnTo>
                <a:close/>
                <a:lnTo>
                  <a:pt x="3171233" y="1256846"/>
                </a:lnTo>
                <a:close/>
                <a:lnTo>
                  <a:pt x="3162172" y="1313486"/>
                </a:lnTo>
                <a:close/>
                <a:lnTo>
                  <a:pt x="3153112" y="1124815"/>
                </a:lnTo>
                <a:close/>
                <a:lnTo>
                  <a:pt x="3144051" y="1103989"/>
                </a:lnTo>
                <a:close/>
                <a:lnTo>
                  <a:pt x="3134990" y="1206097"/>
                </a:lnTo>
                <a:close/>
                <a:lnTo>
                  <a:pt x="3125930" y="1129004"/>
                </a:lnTo>
                <a:close/>
                <a:lnTo>
                  <a:pt x="3116869" y="1406521"/>
                </a:lnTo>
                <a:close/>
                <a:lnTo>
                  <a:pt x="3107808" y="1337848"/>
                </a:lnTo>
                <a:close/>
                <a:lnTo>
                  <a:pt x="3098748" y="1239425"/>
                </a:lnTo>
                <a:close/>
                <a:lnTo>
                  <a:pt x="3089687" y="1240927"/>
                </a:lnTo>
                <a:close/>
                <a:lnTo>
                  <a:pt x="3080626" y="1006879"/>
                </a:lnTo>
                <a:close/>
                <a:lnTo>
                  <a:pt x="3071566" y="1033153"/>
                </a:lnTo>
                <a:close/>
                <a:lnTo>
                  <a:pt x="3062505" y="1135724"/>
                </a:lnTo>
                <a:close/>
                <a:lnTo>
                  <a:pt x="3053444" y="1143248"/>
                </a:lnTo>
                <a:close/>
                <a:lnTo>
                  <a:pt x="3044384" y="1264360"/>
                </a:lnTo>
                <a:close/>
                <a:lnTo>
                  <a:pt x="3035323" y="1431936"/>
                </a:lnTo>
                <a:close/>
                <a:lnTo>
                  <a:pt x="3026262" y="1076751"/>
                </a:lnTo>
                <a:close/>
                <a:lnTo>
                  <a:pt x="3017202" y="1157503"/>
                </a:lnTo>
                <a:close/>
                <a:lnTo>
                  <a:pt x="3008141" y="1164755"/>
                </a:lnTo>
                <a:close/>
                <a:lnTo>
                  <a:pt x="2999080" y="1211001"/>
                </a:lnTo>
                <a:close/>
                <a:lnTo>
                  <a:pt x="2990020" y="1276925"/>
                </a:lnTo>
                <a:close/>
                <a:lnTo>
                  <a:pt x="2980959" y="1096442"/>
                </a:lnTo>
                <a:close/>
                <a:lnTo>
                  <a:pt x="2971898" y="1209321"/>
                </a:lnTo>
                <a:close/>
                <a:lnTo>
                  <a:pt x="2962838" y="1425011"/>
                </a:lnTo>
                <a:close/>
                <a:lnTo>
                  <a:pt x="2953777" y="1225263"/>
                </a:lnTo>
                <a:close/>
                <a:lnTo>
                  <a:pt x="2944716" y="1144545"/>
                </a:lnTo>
                <a:close/>
                <a:lnTo>
                  <a:pt x="2935656" y="1132623"/>
                </a:lnTo>
                <a:close/>
                <a:lnTo>
                  <a:pt x="2926595" y="1280600"/>
                </a:lnTo>
                <a:close/>
                <a:lnTo>
                  <a:pt x="2917534" y="1206607"/>
                </a:lnTo>
                <a:close/>
                <a:lnTo>
                  <a:pt x="2908474" y="1301575"/>
                </a:lnTo>
                <a:close/>
                <a:lnTo>
                  <a:pt x="2899413" y="1167060"/>
                </a:lnTo>
                <a:close/>
                <a:lnTo>
                  <a:pt x="2890352" y="1376210"/>
                </a:lnTo>
                <a:close/>
                <a:lnTo>
                  <a:pt x="2881292" y="1134724"/>
                </a:lnTo>
                <a:close/>
                <a:lnTo>
                  <a:pt x="2872231" y="1290448"/>
                </a:lnTo>
                <a:close/>
                <a:lnTo>
                  <a:pt x="2863170" y="1273867"/>
                </a:lnTo>
                <a:close/>
                <a:lnTo>
                  <a:pt x="2854110" y="1396854"/>
                </a:lnTo>
                <a:close/>
                <a:lnTo>
                  <a:pt x="2845049" y="1260955"/>
                </a:lnTo>
                <a:close/>
                <a:lnTo>
                  <a:pt x="2835989" y="1297938"/>
                </a:lnTo>
                <a:close/>
                <a:lnTo>
                  <a:pt x="2826928" y="1285401"/>
                </a:lnTo>
                <a:close/>
                <a:lnTo>
                  <a:pt x="2817867" y="1335732"/>
                </a:lnTo>
                <a:close/>
                <a:lnTo>
                  <a:pt x="2808807" y="1335594"/>
                </a:lnTo>
                <a:close/>
                <a:lnTo>
                  <a:pt x="2799746" y="1284353"/>
                </a:lnTo>
                <a:close/>
                <a:lnTo>
                  <a:pt x="2790685" y="1549997"/>
                </a:lnTo>
                <a:close/>
                <a:lnTo>
                  <a:pt x="2781625" y="1086798"/>
                </a:lnTo>
                <a:close/>
                <a:lnTo>
                  <a:pt x="2772564" y="1263888"/>
                </a:lnTo>
                <a:close/>
                <a:lnTo>
                  <a:pt x="2763503" y="1507998"/>
                </a:lnTo>
                <a:close/>
                <a:lnTo>
                  <a:pt x="2754443" y="1337848"/>
                </a:lnTo>
                <a:close/>
                <a:lnTo>
                  <a:pt x="2745382" y="1130189"/>
                </a:lnTo>
                <a:close/>
                <a:lnTo>
                  <a:pt x="2736321" y="1167620"/>
                </a:lnTo>
                <a:close/>
                <a:lnTo>
                  <a:pt x="2727261" y="1326053"/>
                </a:lnTo>
                <a:close/>
                <a:lnTo>
                  <a:pt x="2718200" y="1353975"/>
                </a:lnTo>
                <a:close/>
                <a:lnTo>
                  <a:pt x="2709139" y="1442020"/>
                </a:lnTo>
                <a:close/>
                <a:lnTo>
                  <a:pt x="2700079" y="1247769"/>
                </a:lnTo>
                <a:close/>
                <a:lnTo>
                  <a:pt x="2691018" y="1045491"/>
                </a:lnTo>
                <a:close/>
                <a:lnTo>
                  <a:pt x="2681957" y="1451341"/>
                </a:lnTo>
                <a:close/>
                <a:lnTo>
                  <a:pt x="2672897" y="1365634"/>
                </a:lnTo>
                <a:close/>
                <a:lnTo>
                  <a:pt x="2663836" y="1226073"/>
                </a:lnTo>
                <a:close/>
                <a:lnTo>
                  <a:pt x="2654775" y="1099455"/>
                </a:lnTo>
                <a:close/>
                <a:lnTo>
                  <a:pt x="2645715" y="1340313"/>
                </a:lnTo>
                <a:close/>
                <a:lnTo>
                  <a:pt x="2636654" y="1410500"/>
                </a:lnTo>
                <a:close/>
                <a:lnTo>
                  <a:pt x="2627593" y="1578921"/>
                </a:lnTo>
                <a:close/>
                <a:lnTo>
                  <a:pt x="2618533" y="1259748"/>
                </a:lnTo>
                <a:close/>
                <a:lnTo>
                  <a:pt x="2609472" y="1242450"/>
                </a:lnTo>
                <a:close/>
                <a:lnTo>
                  <a:pt x="2600411" y="1344327"/>
                </a:lnTo>
                <a:close/>
                <a:lnTo>
                  <a:pt x="2591351" y="1243871"/>
                </a:lnTo>
                <a:close/>
                <a:lnTo>
                  <a:pt x="2582290" y="1474815"/>
                </a:lnTo>
                <a:close/>
                <a:lnTo>
                  <a:pt x="2573229" y="1467854"/>
                </a:lnTo>
                <a:close/>
                <a:lnTo>
                  <a:pt x="2564169" y="1231623"/>
                </a:lnTo>
                <a:close/>
                <a:lnTo>
                  <a:pt x="2555108" y="1359733"/>
                </a:lnTo>
                <a:close/>
                <a:lnTo>
                  <a:pt x="2546047" y="1434143"/>
                </a:lnTo>
                <a:close/>
                <a:lnTo>
                  <a:pt x="2536987" y="1502403"/>
                </a:lnTo>
                <a:close/>
                <a:lnTo>
                  <a:pt x="2527926" y="1165565"/>
                </a:lnTo>
                <a:close/>
                <a:lnTo>
                  <a:pt x="2518865" y="1503974"/>
                </a:lnTo>
                <a:close/>
                <a:lnTo>
                  <a:pt x="2509805" y="1354988"/>
                </a:lnTo>
                <a:close/>
                <a:lnTo>
                  <a:pt x="2500744" y="1367510"/>
                </a:lnTo>
                <a:close/>
                <a:lnTo>
                  <a:pt x="2491683" y="1316520"/>
                </a:lnTo>
                <a:close/>
                <a:lnTo>
                  <a:pt x="2482623" y="1649548"/>
                </a:lnTo>
                <a:close/>
                <a:lnTo>
                  <a:pt x="2473562" y="1361047"/>
                </a:lnTo>
                <a:close/>
                <a:lnTo>
                  <a:pt x="2464501" y="1579192"/>
                </a:lnTo>
                <a:close/>
                <a:lnTo>
                  <a:pt x="2455441" y="1274006"/>
                </a:lnTo>
                <a:close/>
                <a:lnTo>
                  <a:pt x="2446380" y="1352137"/>
                </a:lnTo>
                <a:close/>
                <a:lnTo>
                  <a:pt x="2437319" y="1507447"/>
                </a:lnTo>
                <a:close/>
                <a:lnTo>
                  <a:pt x="2428259" y="1441891"/>
                </a:lnTo>
                <a:close/>
                <a:lnTo>
                  <a:pt x="2419198" y="1284066"/>
                </a:lnTo>
                <a:close/>
                <a:lnTo>
                  <a:pt x="2410137" y="1542952"/>
                </a:lnTo>
                <a:close/>
                <a:lnTo>
                  <a:pt x="2401077" y="1309709"/>
                </a:lnTo>
                <a:close/>
                <a:lnTo>
                  <a:pt x="2392016" y="1288829"/>
                </a:lnTo>
                <a:close/>
                <a:lnTo>
                  <a:pt x="2382955" y="1386821"/>
                </a:lnTo>
                <a:close/>
                <a:lnTo>
                  <a:pt x="2373895" y="1190849"/>
                </a:lnTo>
                <a:close/>
                <a:lnTo>
                  <a:pt x="2364834" y="1365634"/>
                </a:lnTo>
                <a:close/>
                <a:lnTo>
                  <a:pt x="2355773" y="1321385"/>
                </a:lnTo>
                <a:close/>
                <a:lnTo>
                  <a:pt x="2346713" y="1230956"/>
                </a:lnTo>
                <a:close/>
                <a:lnTo>
                  <a:pt x="2337652" y="1505293"/>
                </a:lnTo>
                <a:close/>
                <a:lnTo>
                  <a:pt x="2328591" y="1466917"/>
                </a:lnTo>
                <a:close/>
                <a:lnTo>
                  <a:pt x="2319531" y="1322273"/>
                </a:lnTo>
                <a:close/>
                <a:lnTo>
                  <a:pt x="2310470" y="1490401"/>
                </a:lnTo>
                <a:close/>
                <a:lnTo>
                  <a:pt x="2301409" y="1394672"/>
                </a:lnTo>
                <a:close/>
                <a:lnTo>
                  <a:pt x="2292349" y="1347871"/>
                </a:lnTo>
                <a:close/>
                <a:lnTo>
                  <a:pt x="2283288" y="1403539"/>
                </a:lnTo>
                <a:close/>
                <a:lnTo>
                  <a:pt x="2274227" y="1263264"/>
                </a:lnTo>
                <a:close/>
                <a:lnTo>
                  <a:pt x="2265167" y="1521199"/>
                </a:lnTo>
                <a:close/>
                <a:lnTo>
                  <a:pt x="2256106" y="1421651"/>
                </a:lnTo>
                <a:close/>
                <a:lnTo>
                  <a:pt x="2247045" y="1389436"/>
                </a:lnTo>
                <a:close/>
                <a:lnTo>
                  <a:pt x="2237985" y="1463087"/>
                </a:lnTo>
                <a:close/>
                <a:lnTo>
                  <a:pt x="2228924" y="1625616"/>
                </a:lnTo>
                <a:close/>
                <a:lnTo>
                  <a:pt x="2219863" y="1455301"/>
                </a:lnTo>
                <a:close/>
                <a:lnTo>
                  <a:pt x="2210803" y="1523206"/>
                </a:lnTo>
                <a:close/>
                <a:lnTo>
                  <a:pt x="2201742" y="1354066"/>
                </a:lnTo>
                <a:close/>
                <a:lnTo>
                  <a:pt x="2192681" y="1275563"/>
                </a:lnTo>
                <a:close/>
                <a:lnTo>
                  <a:pt x="2183621" y="1495601"/>
                </a:lnTo>
                <a:close/>
                <a:lnTo>
                  <a:pt x="2174560" y="1401767"/>
                </a:lnTo>
                <a:close/>
                <a:lnTo>
                  <a:pt x="2165499" y="1664151"/>
                </a:lnTo>
                <a:close/>
                <a:lnTo>
                  <a:pt x="2156439" y="1622934"/>
                </a:lnTo>
                <a:close/>
                <a:lnTo>
                  <a:pt x="2147378" y="1563854"/>
                </a:lnTo>
                <a:close/>
                <a:lnTo>
                  <a:pt x="2138317" y="1318827"/>
                </a:lnTo>
                <a:close/>
                <a:lnTo>
                  <a:pt x="2129257" y="1511666"/>
                </a:lnTo>
                <a:close/>
                <a:lnTo>
                  <a:pt x="2120196" y="1360731"/>
                </a:lnTo>
                <a:close/>
                <a:lnTo>
                  <a:pt x="2111135" y="1599595"/>
                </a:lnTo>
                <a:close/>
                <a:lnTo>
                  <a:pt x="2102075" y="1294685"/>
                </a:lnTo>
                <a:close/>
                <a:lnTo>
                  <a:pt x="2093014" y="1524798"/>
                </a:lnTo>
                <a:close/>
                <a:lnTo>
                  <a:pt x="2083953" y="1566721"/>
                </a:lnTo>
                <a:close/>
                <a:lnTo>
                  <a:pt x="2074893" y="1442264"/>
                </a:lnTo>
                <a:close/>
                <a:lnTo>
                  <a:pt x="2065832" y="1432584"/>
                </a:lnTo>
                <a:close/>
                <a:lnTo>
                  <a:pt x="2056771" y="1572426"/>
                </a:lnTo>
                <a:close/>
                <a:lnTo>
                  <a:pt x="2047711" y="1504117"/>
                </a:lnTo>
                <a:close/>
                <a:lnTo>
                  <a:pt x="2038650" y="1629476"/>
                </a:lnTo>
                <a:close/>
                <a:lnTo>
                  <a:pt x="2029589" y="1590785"/>
                </a:lnTo>
                <a:close/>
                <a:lnTo>
                  <a:pt x="2020529" y="1628293"/>
                </a:lnTo>
                <a:close/>
                <a:lnTo>
                  <a:pt x="2011468" y="1706047"/>
                </a:lnTo>
                <a:close/>
                <a:lnTo>
                  <a:pt x="2002407" y="1483085"/>
                </a:lnTo>
                <a:close/>
                <a:lnTo>
                  <a:pt x="1993347" y="1546260"/>
                </a:lnTo>
                <a:close/>
                <a:lnTo>
                  <a:pt x="1984286" y="1483352"/>
                </a:lnTo>
                <a:close/>
                <a:lnTo>
                  <a:pt x="1975225" y="1601878"/>
                </a:lnTo>
                <a:close/>
                <a:lnTo>
                  <a:pt x="1966165" y="1363721"/>
                </a:lnTo>
                <a:close/>
                <a:lnTo>
                  <a:pt x="1957104" y="1703455"/>
                </a:lnTo>
                <a:close/>
                <a:lnTo>
                  <a:pt x="1948043" y="1490506"/>
                </a:lnTo>
                <a:close/>
                <a:lnTo>
                  <a:pt x="1938983" y="1559639"/>
                </a:lnTo>
                <a:close/>
                <a:lnTo>
                  <a:pt x="1929922" y="1371396"/>
                </a:lnTo>
                <a:close/>
                <a:lnTo>
                  <a:pt x="1920861" y="1424284"/>
                </a:lnTo>
                <a:close/>
                <a:lnTo>
                  <a:pt x="1911801" y="1610347"/>
                </a:lnTo>
                <a:close/>
                <a:lnTo>
                  <a:pt x="1902740" y="1557216"/>
                </a:lnTo>
                <a:close/>
                <a:lnTo>
                  <a:pt x="1893679" y="1585859"/>
                </a:lnTo>
                <a:close/>
                <a:lnTo>
                  <a:pt x="1884619" y="1524046"/>
                </a:lnTo>
                <a:close/>
                <a:lnTo>
                  <a:pt x="1875558" y="1587196"/>
                </a:lnTo>
                <a:close/>
                <a:lnTo>
                  <a:pt x="1866497" y="1627492"/>
                </a:lnTo>
                <a:close/>
                <a:lnTo>
                  <a:pt x="1857437" y="1504318"/>
                </a:lnTo>
                <a:close/>
                <a:lnTo>
                  <a:pt x="1848376" y="1580082"/>
                </a:lnTo>
                <a:close/>
                <a:lnTo>
                  <a:pt x="1839315" y="1489446"/>
                </a:lnTo>
                <a:close/>
                <a:lnTo>
                  <a:pt x="1830255" y="1544447"/>
                </a:lnTo>
                <a:close/>
                <a:lnTo>
                  <a:pt x="1821194" y="1450325"/>
                </a:lnTo>
                <a:close/>
                <a:lnTo>
                  <a:pt x="1812133" y="1755447"/>
                </a:lnTo>
                <a:close/>
                <a:lnTo>
                  <a:pt x="1803073" y="1627695"/>
                </a:lnTo>
                <a:close/>
                <a:lnTo>
                  <a:pt x="1794012" y="1599513"/>
                </a:lnTo>
                <a:close/>
                <a:lnTo>
                  <a:pt x="1784951" y="1628383"/>
                </a:lnTo>
                <a:close/>
                <a:lnTo>
                  <a:pt x="1775891" y="1331407"/>
                </a:lnTo>
                <a:close/>
                <a:lnTo>
                  <a:pt x="1766830" y="1588491"/>
                </a:lnTo>
                <a:close/>
                <a:lnTo>
                  <a:pt x="1757769" y="1753980"/>
                </a:lnTo>
                <a:close/>
                <a:lnTo>
                  <a:pt x="1748709" y="1654883"/>
                </a:lnTo>
                <a:close/>
                <a:lnTo>
                  <a:pt x="1739648" y="1428191"/>
                </a:lnTo>
                <a:close/>
                <a:lnTo>
                  <a:pt x="1730587" y="1500308"/>
                </a:lnTo>
                <a:close/>
                <a:lnTo>
                  <a:pt x="1721527" y="1503684"/>
                </a:lnTo>
                <a:close/>
                <a:lnTo>
                  <a:pt x="1712466" y="1612396"/>
                </a:lnTo>
                <a:close/>
                <a:lnTo>
                  <a:pt x="1703405" y="1459483"/>
                </a:lnTo>
                <a:close/>
                <a:lnTo>
                  <a:pt x="1694345" y="1572156"/>
                </a:lnTo>
                <a:close/>
                <a:lnTo>
                  <a:pt x="1685284" y="1532262"/>
                </a:lnTo>
                <a:close/>
                <a:lnTo>
                  <a:pt x="1676223" y="1701068"/>
                </a:lnTo>
                <a:close/>
                <a:lnTo>
                  <a:pt x="1667163" y="1712168"/>
                </a:lnTo>
                <a:close/>
                <a:lnTo>
                  <a:pt x="1658102" y="1649101"/>
                </a:lnTo>
                <a:close/>
                <a:lnTo>
                  <a:pt x="1649041" y="1480281"/>
                </a:lnTo>
                <a:close/>
                <a:lnTo>
                  <a:pt x="1639981" y="1592381"/>
                </a:lnTo>
                <a:close/>
                <a:lnTo>
                  <a:pt x="1630920" y="1744063"/>
                </a:lnTo>
                <a:close/>
                <a:lnTo>
                  <a:pt x="1621859" y="1546824"/>
                </a:lnTo>
                <a:close/>
                <a:lnTo>
                  <a:pt x="1612799" y="1674610"/>
                </a:lnTo>
                <a:close/>
                <a:lnTo>
                  <a:pt x="1603738" y="1681940"/>
                </a:lnTo>
                <a:close/>
                <a:lnTo>
                  <a:pt x="1594677" y="1701350"/>
                </a:lnTo>
                <a:close/>
                <a:lnTo>
                  <a:pt x="1585617" y="1730701"/>
                </a:lnTo>
                <a:close/>
                <a:lnTo>
                  <a:pt x="1576556" y="1562975"/>
                </a:lnTo>
                <a:close/>
                <a:lnTo>
                  <a:pt x="1567495" y="1534815"/>
                </a:lnTo>
                <a:close/>
                <a:lnTo>
                  <a:pt x="1558435" y="1465403"/>
                </a:lnTo>
                <a:close/>
                <a:lnTo>
                  <a:pt x="1549374" y="1588298"/>
                </a:lnTo>
                <a:close/>
                <a:lnTo>
                  <a:pt x="1540313" y="1615638"/>
                </a:lnTo>
                <a:close/>
                <a:lnTo>
                  <a:pt x="1531253" y="1604223"/>
                </a:lnTo>
                <a:close/>
                <a:lnTo>
                  <a:pt x="1522192" y="1540490"/>
                </a:lnTo>
                <a:close/>
                <a:lnTo>
                  <a:pt x="1513131" y="1802196"/>
                </a:lnTo>
                <a:close/>
                <a:lnTo>
                  <a:pt x="1504071" y="1623719"/>
                </a:lnTo>
                <a:close/>
                <a:lnTo>
                  <a:pt x="1495010" y="1732329"/>
                </a:lnTo>
                <a:close/>
                <a:lnTo>
                  <a:pt x="1485949" y="1915314"/>
                </a:lnTo>
                <a:close/>
                <a:lnTo>
                  <a:pt x="1476889" y="1754689"/>
                </a:lnTo>
                <a:close/>
                <a:lnTo>
                  <a:pt x="1467828" y="1625605"/>
                </a:lnTo>
                <a:close/>
                <a:lnTo>
                  <a:pt x="1458767" y="1699285"/>
                </a:lnTo>
                <a:close/>
                <a:lnTo>
                  <a:pt x="1449707" y="1720425"/>
                </a:lnTo>
                <a:close/>
                <a:lnTo>
                  <a:pt x="1440646" y="1672222"/>
                </a:lnTo>
                <a:close/>
                <a:lnTo>
                  <a:pt x="1431585" y="1789051"/>
                </a:lnTo>
                <a:close/>
                <a:lnTo>
                  <a:pt x="1422525" y="1839471"/>
                </a:lnTo>
                <a:close/>
                <a:lnTo>
                  <a:pt x="1413464" y="1591253"/>
                </a:lnTo>
                <a:close/>
                <a:lnTo>
                  <a:pt x="1404403" y="1606274"/>
                </a:lnTo>
                <a:close/>
                <a:lnTo>
                  <a:pt x="1395343" y="1535110"/>
                </a:lnTo>
                <a:close/>
                <a:lnTo>
                  <a:pt x="1386282" y="1531958"/>
                </a:lnTo>
                <a:close/>
                <a:lnTo>
                  <a:pt x="1377221" y="1689435"/>
                </a:lnTo>
                <a:close/>
                <a:lnTo>
                  <a:pt x="1368161" y="1639793"/>
                </a:lnTo>
                <a:close/>
                <a:lnTo>
                  <a:pt x="1359100" y="1597698"/>
                </a:lnTo>
                <a:close/>
                <a:lnTo>
                  <a:pt x="1350039" y="1636001"/>
                </a:lnTo>
                <a:close/>
                <a:lnTo>
                  <a:pt x="1340979" y="1599688"/>
                </a:lnTo>
                <a:close/>
                <a:lnTo>
                  <a:pt x="1331918" y="1523107"/>
                </a:lnTo>
                <a:close/>
                <a:lnTo>
                  <a:pt x="1322857" y="1558088"/>
                </a:lnTo>
                <a:close/>
                <a:lnTo>
                  <a:pt x="1313797" y="1568690"/>
                </a:lnTo>
                <a:close/>
                <a:lnTo>
                  <a:pt x="1304736" y="1527536"/>
                </a:lnTo>
                <a:close/>
                <a:lnTo>
                  <a:pt x="1295675" y="1703682"/>
                </a:lnTo>
                <a:close/>
                <a:lnTo>
                  <a:pt x="1286615" y="1559305"/>
                </a:lnTo>
                <a:close/>
                <a:lnTo>
                  <a:pt x="1277554" y="1833312"/>
                </a:lnTo>
                <a:close/>
                <a:lnTo>
                  <a:pt x="1268493" y="1560837"/>
                </a:lnTo>
                <a:close/>
                <a:lnTo>
                  <a:pt x="1259433" y="1649182"/>
                </a:lnTo>
                <a:close/>
                <a:lnTo>
                  <a:pt x="1250372" y="1714417"/>
                </a:lnTo>
                <a:close/>
                <a:lnTo>
                  <a:pt x="1241311" y="1676420"/>
                </a:lnTo>
                <a:close/>
                <a:lnTo>
                  <a:pt x="1232251" y="1833381"/>
                </a:lnTo>
                <a:close/>
                <a:lnTo>
                  <a:pt x="1223190" y="1637212"/>
                </a:lnTo>
                <a:close/>
                <a:lnTo>
                  <a:pt x="1214129" y="1669001"/>
                </a:lnTo>
                <a:close/>
                <a:lnTo>
                  <a:pt x="1205069" y="1868089"/>
                </a:lnTo>
                <a:close/>
                <a:lnTo>
                  <a:pt x="1196008" y="1712297"/>
                </a:lnTo>
                <a:close/>
                <a:lnTo>
                  <a:pt x="1186947" y="1736047"/>
                </a:lnTo>
                <a:close/>
                <a:lnTo>
                  <a:pt x="1177887" y="1662611"/>
                </a:lnTo>
                <a:close/>
                <a:lnTo>
                  <a:pt x="1168826" y="1727882"/>
                </a:lnTo>
                <a:close/>
                <a:lnTo>
                  <a:pt x="1159765" y="1729345"/>
                </a:lnTo>
                <a:close/>
                <a:lnTo>
                  <a:pt x="1150705" y="1794822"/>
                </a:lnTo>
                <a:close/>
                <a:lnTo>
                  <a:pt x="1141644" y="1725068"/>
                </a:lnTo>
                <a:close/>
                <a:lnTo>
                  <a:pt x="1132583" y="1786671"/>
                </a:lnTo>
                <a:close/>
                <a:lnTo>
                  <a:pt x="1123523" y="1610000"/>
                </a:lnTo>
                <a:close/>
                <a:lnTo>
                  <a:pt x="1114462" y="1632256"/>
                </a:lnTo>
                <a:close/>
                <a:lnTo>
                  <a:pt x="1105401" y="1752912"/>
                </a:lnTo>
                <a:close/>
                <a:lnTo>
                  <a:pt x="1096341" y="1673658"/>
                </a:lnTo>
                <a:close/>
                <a:lnTo>
                  <a:pt x="1087280" y="1859573"/>
                </a:lnTo>
                <a:close/>
                <a:lnTo>
                  <a:pt x="1078219" y="1813243"/>
                </a:lnTo>
                <a:close/>
                <a:lnTo>
                  <a:pt x="1069159" y="1676744"/>
                </a:lnTo>
                <a:close/>
                <a:lnTo>
                  <a:pt x="1060098" y="1630899"/>
                </a:lnTo>
                <a:close/>
                <a:lnTo>
                  <a:pt x="1051037" y="1575403"/>
                </a:lnTo>
                <a:close/>
                <a:lnTo>
                  <a:pt x="1041977" y="1565605"/>
                </a:lnTo>
                <a:close/>
                <a:lnTo>
                  <a:pt x="1032916" y="1637757"/>
                </a:lnTo>
                <a:close/>
                <a:lnTo>
                  <a:pt x="1023855" y="1805540"/>
                </a:lnTo>
                <a:close/>
                <a:lnTo>
                  <a:pt x="1014795" y="1880130"/>
                </a:lnTo>
                <a:close/>
                <a:lnTo>
                  <a:pt x="1005734" y="1730474"/>
                </a:lnTo>
                <a:close/>
                <a:lnTo>
                  <a:pt x="996673" y="1721501"/>
                </a:lnTo>
                <a:close/>
                <a:lnTo>
                  <a:pt x="987613" y="1968738"/>
                </a:lnTo>
                <a:close/>
                <a:lnTo>
                  <a:pt x="978552" y="1754411"/>
                </a:lnTo>
                <a:close/>
                <a:lnTo>
                  <a:pt x="969491" y="1796008"/>
                </a:lnTo>
                <a:close/>
                <a:lnTo>
                  <a:pt x="960431" y="1770453"/>
                </a:lnTo>
                <a:close/>
                <a:lnTo>
                  <a:pt x="951370" y="1681003"/>
                </a:lnTo>
                <a:close/>
                <a:lnTo>
                  <a:pt x="942309" y="1793910"/>
                </a:lnTo>
                <a:close/>
                <a:lnTo>
                  <a:pt x="933249" y="1879597"/>
                </a:lnTo>
                <a:close/>
                <a:lnTo>
                  <a:pt x="924188" y="2085554"/>
                </a:lnTo>
                <a:close/>
                <a:lnTo>
                  <a:pt x="915127" y="1699611"/>
                </a:lnTo>
                <a:close/>
                <a:lnTo>
                  <a:pt x="906067" y="1798026"/>
                </a:lnTo>
                <a:close/>
                <a:lnTo>
                  <a:pt x="897006" y="1710705"/>
                </a:lnTo>
                <a:close/>
                <a:lnTo>
                  <a:pt x="887945" y="1978826"/>
                </a:lnTo>
                <a:close/>
                <a:lnTo>
                  <a:pt x="878885" y="1802003"/>
                </a:lnTo>
                <a:close/>
                <a:lnTo>
                  <a:pt x="869824" y="1832754"/>
                </a:lnTo>
                <a:close/>
                <a:lnTo>
                  <a:pt x="860763" y="1855871"/>
                </a:lnTo>
                <a:close/>
                <a:lnTo>
                  <a:pt x="851703" y="1737026"/>
                </a:lnTo>
                <a:close/>
                <a:lnTo>
                  <a:pt x="842642" y="2003382"/>
                </a:lnTo>
                <a:close/>
                <a:lnTo>
                  <a:pt x="833581" y="1868089"/>
                </a:lnTo>
                <a:close/>
                <a:lnTo>
                  <a:pt x="824521" y="1960479"/>
                </a:lnTo>
                <a:close/>
                <a:lnTo>
                  <a:pt x="815460" y="2056948"/>
                </a:lnTo>
                <a:close/>
                <a:lnTo>
                  <a:pt x="806400" y="2012996"/>
                </a:lnTo>
                <a:close/>
                <a:lnTo>
                  <a:pt x="797339" y="1893772"/>
                </a:lnTo>
                <a:close/>
                <a:lnTo>
                  <a:pt x="788278" y="1731790"/>
                </a:lnTo>
                <a:close/>
                <a:lnTo>
                  <a:pt x="779218" y="1983179"/>
                </a:lnTo>
                <a:close/>
                <a:lnTo>
                  <a:pt x="770157" y="1890300"/>
                </a:lnTo>
                <a:close/>
                <a:lnTo>
                  <a:pt x="761096" y="1811235"/>
                </a:lnTo>
                <a:close/>
                <a:lnTo>
                  <a:pt x="752036" y="1820807"/>
                </a:lnTo>
                <a:close/>
                <a:lnTo>
                  <a:pt x="742975" y="1761349"/>
                </a:lnTo>
                <a:close/>
                <a:lnTo>
                  <a:pt x="733914" y="1810646"/>
                </a:lnTo>
                <a:close/>
                <a:lnTo>
                  <a:pt x="724854" y="1703095"/>
                </a:lnTo>
                <a:close/>
                <a:lnTo>
                  <a:pt x="715793" y="1908241"/>
                </a:lnTo>
                <a:close/>
                <a:lnTo>
                  <a:pt x="706732" y="1837095"/>
                </a:lnTo>
                <a:close/>
                <a:lnTo>
                  <a:pt x="697672" y="1825278"/>
                </a:lnTo>
                <a:close/>
                <a:lnTo>
                  <a:pt x="688611" y="1675523"/>
                </a:lnTo>
                <a:close/>
                <a:lnTo>
                  <a:pt x="679550" y="1791175"/>
                </a:lnTo>
                <a:close/>
                <a:lnTo>
                  <a:pt x="670490" y="1939428"/>
                </a:lnTo>
                <a:close/>
                <a:lnTo>
                  <a:pt x="661429" y="1773447"/>
                </a:lnTo>
                <a:close/>
                <a:lnTo>
                  <a:pt x="652368" y="1713262"/>
                </a:lnTo>
                <a:close/>
                <a:lnTo>
                  <a:pt x="643308" y="1952603"/>
                </a:lnTo>
                <a:close/>
                <a:lnTo>
                  <a:pt x="634247" y="1772131"/>
                </a:lnTo>
                <a:close/>
                <a:lnTo>
                  <a:pt x="625186" y="1871189"/>
                </a:lnTo>
                <a:close/>
                <a:lnTo>
                  <a:pt x="616126" y="1940898"/>
                </a:lnTo>
                <a:close/>
                <a:lnTo>
                  <a:pt x="607065" y="2011607"/>
                </a:lnTo>
                <a:close/>
                <a:lnTo>
                  <a:pt x="598004" y="1945634"/>
                </a:lnTo>
                <a:close/>
                <a:lnTo>
                  <a:pt x="588944" y="1677704"/>
                </a:lnTo>
                <a:close/>
                <a:lnTo>
                  <a:pt x="579883" y="1908065"/>
                </a:lnTo>
                <a:close/>
                <a:lnTo>
                  <a:pt x="570822" y="2094650"/>
                </a:lnTo>
                <a:close/>
                <a:lnTo>
                  <a:pt x="561762" y="2031144"/>
                </a:lnTo>
                <a:close/>
                <a:lnTo>
                  <a:pt x="552701" y="1910989"/>
                </a:lnTo>
                <a:close/>
                <a:lnTo>
                  <a:pt x="543640" y="2009333"/>
                </a:lnTo>
                <a:close/>
                <a:lnTo>
                  <a:pt x="534580" y="1933690"/>
                </a:lnTo>
                <a:close/>
                <a:lnTo>
                  <a:pt x="525519" y="1945038"/>
                </a:lnTo>
                <a:close/>
                <a:lnTo>
                  <a:pt x="516458" y="2105050"/>
                </a:lnTo>
                <a:close/>
                <a:lnTo>
                  <a:pt x="507398" y="1703405"/>
                </a:lnTo>
                <a:close/>
                <a:lnTo>
                  <a:pt x="498337" y="1912008"/>
                </a:lnTo>
                <a:close/>
                <a:lnTo>
                  <a:pt x="489276" y="1727509"/>
                </a:lnTo>
                <a:close/>
                <a:lnTo>
                  <a:pt x="480216" y="1905625"/>
                </a:lnTo>
                <a:close/>
                <a:lnTo>
                  <a:pt x="471155" y="2026382"/>
                </a:lnTo>
                <a:close/>
                <a:lnTo>
                  <a:pt x="462094" y="1818165"/>
                </a:lnTo>
                <a:close/>
                <a:lnTo>
                  <a:pt x="453034" y="2028242"/>
                </a:lnTo>
                <a:close/>
                <a:lnTo>
                  <a:pt x="443973" y="1944701"/>
                </a:lnTo>
                <a:close/>
                <a:lnTo>
                  <a:pt x="434912" y="2091827"/>
                </a:lnTo>
                <a:close/>
                <a:lnTo>
                  <a:pt x="425852" y="1996448"/>
                </a:lnTo>
                <a:close/>
                <a:lnTo>
                  <a:pt x="416791" y="1934163"/>
                </a:lnTo>
                <a:close/>
                <a:lnTo>
                  <a:pt x="407730" y="2156475"/>
                </a:lnTo>
                <a:close/>
                <a:lnTo>
                  <a:pt x="398670" y="2003432"/>
                </a:lnTo>
                <a:close/>
                <a:lnTo>
                  <a:pt x="389609" y="1928408"/>
                </a:lnTo>
                <a:close/>
                <a:lnTo>
                  <a:pt x="380548" y="2003196"/>
                </a:lnTo>
                <a:close/>
                <a:lnTo>
                  <a:pt x="371488" y="2005496"/>
                </a:lnTo>
                <a:close/>
                <a:lnTo>
                  <a:pt x="362427" y="1940898"/>
                </a:lnTo>
                <a:close/>
                <a:lnTo>
                  <a:pt x="353366" y="1954154"/>
                </a:lnTo>
                <a:close/>
                <a:lnTo>
                  <a:pt x="344306" y="1985070"/>
                </a:lnTo>
                <a:close/>
                <a:lnTo>
                  <a:pt x="335245" y="1851895"/>
                </a:lnTo>
                <a:close/>
                <a:lnTo>
                  <a:pt x="326184" y="1921628"/>
                </a:lnTo>
                <a:close/>
                <a:lnTo>
                  <a:pt x="317124" y="1839705"/>
                </a:lnTo>
                <a:close/>
                <a:lnTo>
                  <a:pt x="308063" y="2026426"/>
                </a:lnTo>
                <a:close/>
                <a:lnTo>
                  <a:pt x="299002" y="2075729"/>
                </a:lnTo>
                <a:close/>
                <a:lnTo>
                  <a:pt x="289942" y="2143641"/>
                </a:lnTo>
                <a:close/>
                <a:lnTo>
                  <a:pt x="280881" y="2043184"/>
                </a:lnTo>
                <a:close/>
                <a:lnTo>
                  <a:pt x="271820" y="2034392"/>
                </a:lnTo>
                <a:close/>
                <a:lnTo>
                  <a:pt x="262760" y="2089353"/>
                </a:lnTo>
                <a:close/>
                <a:lnTo>
                  <a:pt x="253699" y="2156475"/>
                </a:lnTo>
                <a:close/>
                <a:lnTo>
                  <a:pt x="244638" y="2167160"/>
                </a:lnTo>
                <a:close/>
                <a:lnTo>
                  <a:pt x="235578" y="2237208"/>
                </a:lnTo>
                <a:close/>
                <a:lnTo>
                  <a:pt x="226517" y="2078370"/>
                </a:lnTo>
                <a:close/>
                <a:lnTo>
                  <a:pt x="217456" y="2192871"/>
                </a:lnTo>
                <a:close/>
                <a:lnTo>
                  <a:pt x="208396" y="2165102"/>
                </a:lnTo>
                <a:close/>
                <a:lnTo>
                  <a:pt x="199335" y="2224651"/>
                </a:lnTo>
                <a:close/>
                <a:lnTo>
                  <a:pt x="190274" y="2185898"/>
                </a:lnTo>
                <a:close/>
                <a:lnTo>
                  <a:pt x="181214" y="2168768"/>
                </a:lnTo>
                <a:close/>
                <a:lnTo>
                  <a:pt x="172153" y="2232737"/>
                </a:lnTo>
                <a:close/>
                <a:lnTo>
                  <a:pt x="163092" y="2276186"/>
                </a:lnTo>
                <a:close/>
                <a:lnTo>
                  <a:pt x="154032" y="2219219"/>
                </a:lnTo>
                <a:close/>
                <a:lnTo>
                  <a:pt x="144971" y="2122947"/>
                </a:lnTo>
                <a:close/>
                <a:lnTo>
                  <a:pt x="135910" y="2360664"/>
                </a:lnTo>
                <a:close/>
                <a:lnTo>
                  <a:pt x="126850" y="2122442"/>
                </a:lnTo>
                <a:close/>
                <a:lnTo>
                  <a:pt x="117789" y="2309874"/>
                </a:lnTo>
                <a:close/>
                <a:lnTo>
                  <a:pt x="108728" y="2254352"/>
                </a:lnTo>
                <a:close/>
                <a:lnTo>
                  <a:pt x="99668" y="2290506"/>
                </a:lnTo>
                <a:close/>
                <a:lnTo>
                  <a:pt x="90607" y="2359002"/>
                </a:lnTo>
                <a:close/>
                <a:lnTo>
                  <a:pt x="81546" y="2372341"/>
                </a:lnTo>
                <a:close/>
                <a:lnTo>
                  <a:pt x="72486" y="2371189"/>
                </a:lnTo>
                <a:close/>
                <a:lnTo>
                  <a:pt x="63425" y="2382940"/>
                </a:lnTo>
                <a:close/>
                <a:lnTo>
                  <a:pt x="54364" y="2236244"/>
                </a:lnTo>
                <a:close/>
                <a:lnTo>
                  <a:pt x="45304" y="2352478"/>
                </a:lnTo>
                <a:close/>
                <a:lnTo>
                  <a:pt x="36243" y="2348722"/>
                </a:lnTo>
                <a:close/>
                <a:lnTo>
                  <a:pt x="27182" y="2461775"/>
                </a:lnTo>
                <a:close/>
                <a:lnTo>
                  <a:pt x="18122" y="2454056"/>
                </a:lnTo>
                <a:close/>
                <a:lnTo>
                  <a:pt x="9061" y="2485098"/>
                </a:lnTo>
                <a:close/>
                <a:lnTo>
                  <a:pt x="0" y="2354320"/>
                </a:lnTo>
                <a:close/>
                <a:lnTo>
                  <a:pt x="0" y="2354320"/>
                </a:lnTo>
                <a:close/>
              </a:path>
            </a:pathLst>
          </a:custGeom>
          <a:solidFill>
            <a:srgbClr val="2E86AB">
              <a:alpha val="25000"/>
            </a:srgbClr>
          </a:solidFill>
          <a:ln w="12700">
            <a:solidFill>
              <a:srgbClr val="2E86AB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5732108" y="332995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5741169" y="331473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5750229" y="32655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5759290" y="326487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5768351" y="325644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5777411" y="325536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5786472" y="324218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5795533" y="323688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5804593" y="322669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5813654" y="322642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5822715" y="321107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5831775" y="316650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5840836" y="315468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5849897" y="314843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5858957" y="314735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5868018" y="314708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5877079" y="314137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5886139" y="313050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5895200" y="312955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5904261" y="312833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5913321" y="309667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5922382" y="309504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5931443" y="309056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5940503" y="307493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5949564" y="306406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5958625" y="305768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5967685" y="304015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5976746" y="303852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5985807" y="303336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5994867" y="302276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6003928" y="302263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6012989" y="301475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6022049" y="301271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6031110" y="300605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6040171" y="300429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6049231" y="299858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6058292" y="29825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6067353" y="298092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6076413" y="297738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6085474" y="297263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6094535" y="293717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6103595" y="292549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6112656" y="29216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6121717" y="292141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6130777" y="291869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6139838" y="291706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6148899" y="291271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6157959" y="291095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6167020" y="290932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6176081" y="290714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6185141" y="290565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6194202" y="290320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6203263" y="289913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6212323" y="28941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6221384" y="289043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6230445" y="288500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6239505" y="288242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6248566" y="287685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6257627" y="287481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6266687" y="28744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6275748" y="28673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6284809" y="286666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6293869" y="286530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6302930" y="286421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6311991" y="286326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6321051" y="285986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6330112" y="285878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6339173" y="285783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6348233" y="28549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6357294" y="285497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6366355" y="285198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6375415" y="284573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6384476" y="284071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6393537" y="28392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6402597" y="28341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6411658" y="283269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6420719" y="283161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6429779" y="283052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6438840" y="283038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6447901" y="28290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6456961" y="282699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6466022" y="282468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6475083" y="282074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6484143" y="28197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6493204" y="28195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6502265" y="281476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6511325" y="281476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6520386" y="281095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6529447" y="280606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6538507" y="280457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6547568" y="280280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6556629" y="279601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6565689" y="279547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6574750" y="279438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6583811" y="279370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6592871" y="279329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6601932" y="279288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6610993" y="279003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6620053" y="277386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6629114" y="277318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6638175" y="277223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6647235" y="277020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6656296" y="276558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6665357" y="276014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6674417" y="275838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6683478" y="275702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6692539" y="27568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6701599" y="275294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6710660" y="274370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6719721" y="274126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6728781" y="27343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6737842" y="273229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6746903" y="273025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6755963" y="273012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6765024" y="272101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6774085" y="271775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6783145" y="271639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6792206" y="271327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6801267" y="271259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6810327" y="271069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6819388" y="270743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6828449" y="270716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6837509" y="270593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6846570" y="269262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6855631" y="268936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6864691" y="268895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6873752" y="268786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6882813" y="26866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6891873" y="268623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6900934" y="268542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6909995" y="268460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6919055" y="268406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6928116" y="268243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6937177" y="267985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6946237" y="267985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6955298" y="267699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6964358" y="26729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6973419" y="266626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6982480" y="266409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6991540" y="266096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7000601" y="265621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7009662" y="265145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7018722" y="26494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7027783" y="264643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7036844" y="264126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7045904" y="264031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7054965" y="264004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7064026" y="263977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7073086" y="263909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7082147" y="263474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7091208" y="263202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7100268" y="263175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7109329" y="263148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7118390" y="263121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7127450" y="26310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7136511" y="262904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7145572" y="262849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7154632" y="262510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7163693" y="261817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7172754" y="261572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7181814" y="261477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7190875" y="26138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7199936" y="260526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7208996" y="260526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7218057" y="260064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7227118" y="259996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7236178" y="259928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7245239" y="259724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7254300" y="25943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7263360" y="259344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7272421" y="259344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7281482" y="25920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7290542" y="259072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7299603" y="25866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7308664" y="258474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7317724" y="258108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7326785" y="257890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7335846" y="25746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7344906" y="257129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7353967" y="256858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7363028" y="256735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7372088" y="25575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7381149" y="255689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7390210" y="255445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7399270" y="255404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7408331" y="254630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7417392" y="254222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7426452" y="253882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7435513" y="253393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7444574" y="253285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7453634" y="253067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7462695" y="252850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7471756" y="252578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7480816" y="252279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7489877" y="251804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7498938" y="251546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7507998" y="25078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7517059" y="250581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7526120" y="25054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7535180" y="250309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7544241" y="250200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7553302" y="250133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7562362" y="249643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7571423" y="249562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7580484" y="249508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7589544" y="249277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7598605" y="24920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7607666" y="249032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7616726" y="248747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7625787" y="248312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7634848" y="24797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7643908" y="247633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7652969" y="247252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7662030" y="247157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7671090" y="246994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7680151" y="24687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7689212" y="246790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7698272" y="24662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7707333" y="246464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7716394" y="246383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7725454" y="246043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7734515" y="246043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7743576" y="245989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7752636" y="245703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7761697" y="245296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7770758" y="245106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7779818" y="244929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7788879" y="24452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7797940" y="244168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7807000" y="243435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7816061" y="243394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7825122" y="243108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7834182" y="243081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7843243" y="242878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7852304" y="242660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7861364" y="242049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7870425" y="241872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7879486" y="241628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7888546" y="241546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7897607" y="241519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7906668" y="24111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7915728" y="24069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7924789" y="240351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7933850" y="240310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7942910" y="239399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7951971" y="239372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7961032" y="237701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7970092" y="237362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7979153" y="236859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7988214" y="236737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7997274" y="235989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8006335" y="235799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8015396" y="235405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8024456" y="235310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8033517" y="235038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8042578" y="234970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8051638" y="234930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8060699" y="234875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8069760" y="234726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8078820" y="234726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8087881" y="234536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8096942" y="23406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8106002" y="233897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8115063" y="233707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8124124" y="23346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8133184" y="23336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8142245" y="233286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8151306" y="232960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8160366" y="23270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8169427" y="232253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8178488" y="231981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8187548" y="231900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8196609" y="231248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8205670" y="23113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8214730" y="230596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8223791" y="23012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8232852" y="229835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8241912" y="229536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8250973" y="229482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8260034" y="229441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8269094" y="229305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8278155" y="229237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8287216" y="229047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8296276" y="22878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8305337" y="228721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8314398" y="228694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8323458" y="228666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8332519" y="228653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8341580" y="228408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8350640" y="22839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8359701" y="227525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8368762" y="227253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8377822" y="226941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8386883" y="226859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8395944" y="22660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8405004" y="226167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8414065" y="225922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8423126" y="22585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8432186" y="225446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8441247" y="225256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8450308" y="224468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8459368" y="224387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8468429" y="223911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8477490" y="223735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8486550" y="223381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8495611" y="223368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8504672" y="22224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8513732" y="22213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8522793" y="221670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8531854" y="221343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8540914" y="221330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8549975" y="221072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8559036" y="220977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8568096" y="220854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8577157" y="220746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8586218" y="220596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8595278" y="220447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8604339" y="220148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8613400" y="21967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8622460" y="21956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8631521" y="219373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8640582" y="218056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8649642" y="217879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8658703" y="217186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8667764" y="216846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8676824" y="216738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8685885" y="21662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8694946" y="216398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8704006" y="215569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8713067" y="213844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8722128" y="212947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8731188" y="212811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8740249" y="212349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8749310" y="211901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8758370" y="211874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8767431" y="211833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8776492" y="21168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8785552" y="211208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8794613" y="210624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8803674" y="209673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8812734" y="209646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8821795" y="209605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8830856" y="208803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8839916" y="208708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8848977" y="208600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8858038" y="208328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8867098" y="208111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8876159" y="208070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8885220" y="207907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8894280" y="20703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8903341" y="206983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8912402" y="20677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8921462" y="206616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8930523" y="206589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8939584" y="206507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8948644" y="206113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8957705" y="206100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8966766" y="205584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8975826" y="205366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8984887" y="205298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8993948" y="205257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9003008" y="205203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9012069" y="204184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9021130" y="204143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9030190" y="203763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9039251" y="203627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9048312" y="20346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9057372" y="203016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9066433" y="202662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9075493" y="20232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9084554" y="20232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9093615" y="202309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9102675" y="202133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9111736" y="20209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9120797" y="200557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9129857" y="19987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9138918" y="199755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9147979" y="199239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9157039" y="199157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9166100" y="198953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9175161" y="198695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9184221" y="19862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9193282" y="197989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9202343" y="197432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9211403" y="197350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9220464" y="196644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9229525" y="196549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9238585" y="19593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9247646" y="19591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9256707" y="195421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9265767" y="195312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9274828" y="194456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9283889" y="19262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9292949" y="19241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9302010" y="192391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9311071" y="191834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9320131" y="191821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9329192" y="191345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9338253" y="191304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9347313" y="190476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9356374" y="190476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9365435" y="189987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9374495" y="18991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9383556" y="189375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9392617" y="188927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9401677" y="188764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9410738" y="18805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9419799" y="187976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9428859" y="185327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9437920" y="185231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9446981" y="184878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9456041" y="184593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9465102" y="184280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9474163" y="183941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9483223" y="182718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9492284" y="182406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9501345" y="181645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9510405" y="175368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9519466" y="175028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9528527" y="175001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9537587" y="174458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9546648" y="170898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9555709" y="170613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9564769" y="166265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9573830" y="165491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9582891" y="158440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9591951" y="148562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9601012" y="144378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9610073" y="141892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9619133" y="138916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9628194" y="13725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9637255" y="13591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9646315" y="121390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9655376" y="109883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9664437" y="86840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5747662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TextBox 914"/>
          <p:cNvSpPr txBox="1"/>
          <p:nvPr/>
        </p:nvSpPr>
        <p:spPr>
          <a:xfrm>
            <a:off x="5707260" y="366164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916" name="Freeform 915"/>
          <p:cNvSpPr/>
          <p:nvPr/>
        </p:nvSpPr>
        <p:spPr>
          <a:xfrm>
            <a:off x="6653729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TextBox 916"/>
          <p:cNvSpPr txBox="1"/>
          <p:nvPr/>
        </p:nvSpPr>
        <p:spPr>
          <a:xfrm>
            <a:off x="6532523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918" name="Freeform 917"/>
          <p:cNvSpPr/>
          <p:nvPr/>
        </p:nvSpPr>
        <p:spPr>
          <a:xfrm>
            <a:off x="7559795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TextBox 918"/>
          <p:cNvSpPr txBox="1"/>
          <p:nvPr/>
        </p:nvSpPr>
        <p:spPr>
          <a:xfrm>
            <a:off x="7438590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920" name="Freeform 919"/>
          <p:cNvSpPr/>
          <p:nvPr/>
        </p:nvSpPr>
        <p:spPr>
          <a:xfrm>
            <a:off x="8465862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8344656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300</a:t>
            </a:r>
          </a:p>
        </p:txBody>
      </p:sp>
      <p:sp>
        <p:nvSpPr>
          <p:cNvPr id="922" name="Freeform 921"/>
          <p:cNvSpPr/>
          <p:nvPr/>
        </p:nvSpPr>
        <p:spPr>
          <a:xfrm>
            <a:off x="9371928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TextBox 922"/>
          <p:cNvSpPr txBox="1"/>
          <p:nvPr/>
        </p:nvSpPr>
        <p:spPr>
          <a:xfrm>
            <a:off x="9250723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575976" y="3835356"/>
            <a:ext cx="2870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Test samples (sorted by true stress)</a:t>
            </a:r>
          </a:p>
        </p:txBody>
      </p:sp>
      <p:sp>
        <p:nvSpPr>
          <p:cNvPr id="925" name="Freeform 924"/>
          <p:cNvSpPr/>
          <p:nvPr/>
        </p:nvSpPr>
        <p:spPr>
          <a:xfrm>
            <a:off x="5506596" y="33075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TextBox 925"/>
          <p:cNvSpPr txBox="1"/>
          <p:nvPr/>
        </p:nvSpPr>
        <p:spPr>
          <a:xfrm>
            <a:off x="5219735" y="32288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927" name="Freeform 926"/>
          <p:cNvSpPr/>
          <p:nvPr/>
        </p:nvSpPr>
        <p:spPr>
          <a:xfrm>
            <a:off x="5506596" y="29679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5219735" y="28891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929" name="Freeform 928"/>
          <p:cNvSpPr/>
          <p:nvPr/>
        </p:nvSpPr>
        <p:spPr>
          <a:xfrm>
            <a:off x="5506596" y="262829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TextBox 929"/>
          <p:cNvSpPr txBox="1"/>
          <p:nvPr/>
        </p:nvSpPr>
        <p:spPr>
          <a:xfrm>
            <a:off x="5219735" y="254954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931" name="Freeform 930"/>
          <p:cNvSpPr/>
          <p:nvPr/>
        </p:nvSpPr>
        <p:spPr>
          <a:xfrm>
            <a:off x="5506596" y="228863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5219735" y="220988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933" name="Freeform 932"/>
          <p:cNvSpPr/>
          <p:nvPr/>
        </p:nvSpPr>
        <p:spPr>
          <a:xfrm>
            <a:off x="5506596" y="194898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5219735" y="187023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935" name="Freeform 934"/>
          <p:cNvSpPr/>
          <p:nvPr/>
        </p:nvSpPr>
        <p:spPr>
          <a:xfrm>
            <a:off x="5506596" y="16093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TextBox 935"/>
          <p:cNvSpPr txBox="1"/>
          <p:nvPr/>
        </p:nvSpPr>
        <p:spPr>
          <a:xfrm>
            <a:off x="5219735" y="153057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937" name="Freeform 936"/>
          <p:cNvSpPr/>
          <p:nvPr/>
        </p:nvSpPr>
        <p:spPr>
          <a:xfrm>
            <a:off x="5506596" y="12696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TextBox 937"/>
          <p:cNvSpPr txBox="1"/>
          <p:nvPr/>
        </p:nvSpPr>
        <p:spPr>
          <a:xfrm>
            <a:off x="5219735" y="119092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939" name="Freeform 938"/>
          <p:cNvSpPr/>
          <p:nvPr/>
        </p:nvSpPr>
        <p:spPr>
          <a:xfrm>
            <a:off x="5506596" y="9300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5219735" y="85127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941" name="TextBox 940"/>
          <p:cNvSpPr txBox="1"/>
          <p:nvPr/>
        </p:nvSpPr>
        <p:spPr>
          <a:xfrm rot="16200000">
            <a:off x="5047273" y="1849652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Stress (MPa)</a:t>
            </a:r>
          </a:p>
        </p:txBody>
      </p:sp>
      <p:sp>
        <p:nvSpPr>
          <p:cNvPr id="942" name="Freeform 941"/>
          <p:cNvSpPr/>
          <p:nvPr/>
        </p:nvSpPr>
        <p:spPr>
          <a:xfrm>
            <a:off x="5747662" y="942250"/>
            <a:ext cx="3932329" cy="2399938"/>
          </a:xfrm>
          <a:custGeom>
            <a:avLst/>
            <a:gdLst/>
            <a:ahLst/>
            <a:cxnLst/>
            <a:rect l="l" t="t" r="r" b="b"/>
            <a:pathLst>
              <a:path w="3932329" h="2399938">
                <a:moveTo>
                  <a:pt x="0" y="2262622"/>
                </a:moveTo>
                <a:lnTo>
                  <a:pt x="9061" y="2399938"/>
                </a:lnTo>
                <a:close/>
                <a:lnTo>
                  <a:pt x="18122" y="2386426"/>
                </a:lnTo>
                <a:close/>
                <a:lnTo>
                  <a:pt x="27182" y="2391618"/>
                </a:lnTo>
                <a:close/>
                <a:lnTo>
                  <a:pt x="36243" y="2266746"/>
                </a:lnTo>
                <a:close/>
                <a:lnTo>
                  <a:pt x="45304" y="2337363"/>
                </a:lnTo>
                <a:close/>
                <a:lnTo>
                  <a:pt x="54364" y="2201753"/>
                </a:lnTo>
                <a:close/>
                <a:lnTo>
                  <a:pt x="63425" y="2297766"/>
                </a:lnTo>
                <a:close/>
                <a:lnTo>
                  <a:pt x="72486" y="2286025"/>
                </a:lnTo>
                <a:close/>
                <a:lnTo>
                  <a:pt x="81546" y="2286856"/>
                </a:lnTo>
                <a:close/>
                <a:lnTo>
                  <a:pt x="90607" y="2307961"/>
                </a:lnTo>
                <a:close/>
                <a:lnTo>
                  <a:pt x="99668" y="2220688"/>
                </a:lnTo>
                <a:close/>
                <a:lnTo>
                  <a:pt x="108728" y="2186514"/>
                </a:lnTo>
                <a:close/>
                <a:lnTo>
                  <a:pt x="117789" y="2249748"/>
                </a:lnTo>
                <a:close/>
                <a:lnTo>
                  <a:pt x="126850" y="2037869"/>
                </a:lnTo>
                <a:close/>
                <a:lnTo>
                  <a:pt x="135910" y="2278204"/>
                </a:lnTo>
                <a:close/>
                <a:lnTo>
                  <a:pt x="144971" y="2035358"/>
                </a:lnTo>
                <a:close/>
                <a:lnTo>
                  <a:pt x="154032" y="2165710"/>
                </a:lnTo>
                <a:close/>
                <a:lnTo>
                  <a:pt x="163092" y="2242594"/>
                </a:lnTo>
                <a:close/>
                <a:lnTo>
                  <a:pt x="172153" y="2170619"/>
                </a:lnTo>
                <a:close/>
                <a:lnTo>
                  <a:pt x="181214" y="2172332"/>
                </a:lnTo>
                <a:close/>
                <a:lnTo>
                  <a:pt x="190274" y="2156995"/>
                </a:lnTo>
                <a:close/>
                <a:lnTo>
                  <a:pt x="199335" y="2177771"/>
                </a:lnTo>
                <a:close/>
                <a:lnTo>
                  <a:pt x="208396" y="2141931"/>
                </a:lnTo>
                <a:close/>
                <a:lnTo>
                  <a:pt x="217456" y="2163384"/>
                </a:lnTo>
                <a:close/>
                <a:lnTo>
                  <a:pt x="226517" y="2071217"/>
                </a:lnTo>
                <a:close/>
                <a:lnTo>
                  <a:pt x="235578" y="2214091"/>
                </a:lnTo>
                <a:close/>
                <a:lnTo>
                  <a:pt x="244638" y="2174365"/>
                </a:lnTo>
                <a:close/>
                <a:lnTo>
                  <a:pt x="253699" y="2126097"/>
                </a:lnTo>
                <a:close/>
                <a:lnTo>
                  <a:pt x="262760" y="2095830"/>
                </a:lnTo>
                <a:close/>
                <a:lnTo>
                  <a:pt x="271820" y="2006783"/>
                </a:lnTo>
                <a:close/>
                <a:lnTo>
                  <a:pt x="280881" y="1980977"/>
                </a:lnTo>
                <a:close/>
                <a:lnTo>
                  <a:pt x="289942" y="2070673"/>
                </a:lnTo>
                <a:close/>
                <a:lnTo>
                  <a:pt x="299002" y="2066700"/>
                </a:lnTo>
                <a:close/>
                <a:lnTo>
                  <a:pt x="308063" y="2041386"/>
                </a:lnTo>
                <a:close/>
                <a:lnTo>
                  <a:pt x="317124" y="1847796"/>
                </a:lnTo>
                <a:close/>
                <a:lnTo>
                  <a:pt x="326184" y="1928760"/>
                </a:lnTo>
                <a:close/>
                <a:lnTo>
                  <a:pt x="335245" y="1862976"/>
                </a:lnTo>
                <a:close/>
                <a:lnTo>
                  <a:pt x="344306" y="2018525"/>
                </a:lnTo>
                <a:close/>
                <a:lnTo>
                  <a:pt x="353366" y="1890337"/>
                </a:lnTo>
                <a:close/>
                <a:lnTo>
                  <a:pt x="362427" y="1920824"/>
                </a:lnTo>
                <a:close/>
                <a:lnTo>
                  <a:pt x="371488" y="1937839"/>
                </a:lnTo>
                <a:close/>
                <a:lnTo>
                  <a:pt x="380548" y="2010101"/>
                </a:lnTo>
                <a:close/>
                <a:lnTo>
                  <a:pt x="389609" y="1931598"/>
                </a:lnTo>
                <a:close/>
                <a:lnTo>
                  <a:pt x="398670" y="2015706"/>
                </a:lnTo>
                <a:close/>
                <a:lnTo>
                  <a:pt x="407730" y="2126097"/>
                </a:lnTo>
                <a:close/>
                <a:lnTo>
                  <a:pt x="416791" y="1951967"/>
                </a:lnTo>
                <a:close/>
                <a:lnTo>
                  <a:pt x="425852" y="1977323"/>
                </a:lnTo>
                <a:close/>
                <a:lnTo>
                  <a:pt x="434912" y="2017575"/>
                </a:lnTo>
                <a:close/>
                <a:lnTo>
                  <a:pt x="443973" y="1935998"/>
                </a:lnTo>
                <a:close/>
                <a:lnTo>
                  <a:pt x="453034" y="1979545"/>
                </a:lnTo>
                <a:close/>
                <a:lnTo>
                  <a:pt x="462094" y="1842286"/>
                </a:lnTo>
                <a:close/>
                <a:lnTo>
                  <a:pt x="471155" y="1951127"/>
                </a:lnTo>
                <a:close/>
                <a:lnTo>
                  <a:pt x="480216" y="1870072"/>
                </a:lnTo>
                <a:close/>
                <a:lnTo>
                  <a:pt x="489276" y="1754321"/>
                </a:lnTo>
                <a:close/>
                <a:lnTo>
                  <a:pt x="498337" y="1880678"/>
                </a:lnTo>
                <a:close/>
                <a:lnTo>
                  <a:pt x="507398" y="1758575"/>
                </a:lnTo>
                <a:close/>
                <a:lnTo>
                  <a:pt x="516458" y="2087822"/>
                </a:lnTo>
                <a:close/>
                <a:lnTo>
                  <a:pt x="525519" y="1944063"/>
                </a:lnTo>
                <a:close/>
                <a:lnTo>
                  <a:pt x="534580" y="1902777"/>
                </a:lnTo>
                <a:close/>
                <a:lnTo>
                  <a:pt x="543640" y="1964430"/>
                </a:lnTo>
                <a:close/>
                <a:lnTo>
                  <a:pt x="552701" y="1913583"/>
                </a:lnTo>
                <a:close/>
                <a:lnTo>
                  <a:pt x="561762" y="1997761"/>
                </a:lnTo>
                <a:close/>
                <a:lnTo>
                  <a:pt x="570822" y="2013675"/>
                </a:lnTo>
                <a:close/>
                <a:lnTo>
                  <a:pt x="579883" y="1892928"/>
                </a:lnTo>
                <a:close/>
                <a:lnTo>
                  <a:pt x="588944" y="1734928"/>
                </a:lnTo>
                <a:close/>
                <a:lnTo>
                  <a:pt x="598004" y="1890890"/>
                </a:lnTo>
                <a:close/>
                <a:lnTo>
                  <a:pt x="607065" y="1980721"/>
                </a:lnTo>
                <a:close/>
                <a:lnTo>
                  <a:pt x="616126" y="1920824"/>
                </a:lnTo>
                <a:close/>
                <a:lnTo>
                  <a:pt x="625186" y="1893992"/>
                </a:lnTo>
                <a:close/>
                <a:lnTo>
                  <a:pt x="634247" y="1817426"/>
                </a:lnTo>
                <a:close/>
                <a:lnTo>
                  <a:pt x="643308" y="1921368"/>
                </a:lnTo>
                <a:close/>
                <a:lnTo>
                  <a:pt x="652368" y="1774213"/>
                </a:lnTo>
                <a:close/>
                <a:lnTo>
                  <a:pt x="661429" y="1815440"/>
                </a:lnTo>
                <a:close/>
                <a:lnTo>
                  <a:pt x="670490" y="1908349"/>
                </a:lnTo>
                <a:close/>
                <a:lnTo>
                  <a:pt x="679550" y="1834439"/>
                </a:lnTo>
                <a:close/>
                <a:lnTo>
                  <a:pt x="688611" y="1681382"/>
                </a:lnTo>
                <a:close/>
                <a:lnTo>
                  <a:pt x="697672" y="1867277"/>
                </a:lnTo>
                <a:close/>
                <a:lnTo>
                  <a:pt x="706732" y="1870303"/>
                </a:lnTo>
                <a:close/>
                <a:lnTo>
                  <a:pt x="715793" y="1842956"/>
                </a:lnTo>
                <a:close/>
                <a:lnTo>
                  <a:pt x="724854" y="1766041"/>
                </a:lnTo>
                <a:close/>
                <a:lnTo>
                  <a:pt x="733914" y="1824958"/>
                </a:lnTo>
                <a:close/>
                <a:lnTo>
                  <a:pt x="742975" y="1761040"/>
                </a:lnTo>
                <a:close/>
                <a:lnTo>
                  <a:pt x="752036" y="1817861"/>
                </a:lnTo>
                <a:close/>
                <a:lnTo>
                  <a:pt x="761096" y="1855638"/>
                </a:lnTo>
                <a:close/>
                <a:lnTo>
                  <a:pt x="770157" y="1880384"/>
                </a:lnTo>
                <a:close/>
                <a:lnTo>
                  <a:pt x="779218" y="1986305"/>
                </a:lnTo>
                <a:close/>
                <a:lnTo>
                  <a:pt x="788278" y="1775118"/>
                </a:lnTo>
                <a:close/>
                <a:lnTo>
                  <a:pt x="797339" y="1908963"/>
                </a:lnTo>
                <a:close/>
                <a:lnTo>
                  <a:pt x="806400" y="1955109"/>
                </a:lnTo>
                <a:close/>
                <a:lnTo>
                  <a:pt x="815460" y="1987240"/>
                </a:lnTo>
                <a:close/>
                <a:lnTo>
                  <a:pt x="824521" y="1963019"/>
                </a:lnTo>
                <a:close/>
                <a:lnTo>
                  <a:pt x="833581" y="1843159"/>
                </a:lnTo>
                <a:close/>
                <a:lnTo>
                  <a:pt x="842642" y="1946031"/>
                </a:lnTo>
                <a:close/>
                <a:lnTo>
                  <a:pt x="851703" y="1734996"/>
                </a:lnTo>
                <a:close/>
                <a:lnTo>
                  <a:pt x="869824" y="1879438"/>
                </a:lnTo>
                <a:close/>
                <a:lnTo>
                  <a:pt x="878885" y="1819482"/>
                </a:lnTo>
                <a:close/>
                <a:lnTo>
                  <a:pt x="887945" y="1942912"/>
                </a:lnTo>
                <a:close/>
                <a:lnTo>
                  <a:pt x="897006" y="1742657"/>
                </a:lnTo>
                <a:close/>
                <a:lnTo>
                  <a:pt x="906067" y="1784379"/>
                </a:lnTo>
                <a:close/>
                <a:lnTo>
                  <a:pt x="915127" y="1728038"/>
                </a:lnTo>
                <a:close/>
                <a:lnTo>
                  <a:pt x="924188" y="2006484"/>
                </a:lnTo>
                <a:close/>
                <a:lnTo>
                  <a:pt x="933249" y="1857536"/>
                </a:lnTo>
                <a:close/>
                <a:lnTo>
                  <a:pt x="942309" y="1814621"/>
                </a:lnTo>
                <a:close/>
                <a:lnTo>
                  <a:pt x="951370" y="1708251"/>
                </a:lnTo>
                <a:close/>
                <a:lnTo>
                  <a:pt x="960431" y="1803553"/>
                </a:lnTo>
                <a:close/>
                <a:lnTo>
                  <a:pt x="969491" y="1837536"/>
                </a:lnTo>
                <a:close/>
                <a:lnTo>
                  <a:pt x="978552" y="1799261"/>
                </a:lnTo>
                <a:close/>
                <a:lnTo>
                  <a:pt x="987613" y="1957150"/>
                </a:lnTo>
                <a:close/>
                <a:lnTo>
                  <a:pt x="996673" y="1721615"/>
                </a:lnTo>
                <a:close/>
                <a:lnTo>
                  <a:pt x="1005734" y="1776353"/>
                </a:lnTo>
                <a:close/>
                <a:lnTo>
                  <a:pt x="1014795" y="1876396"/>
                </a:lnTo>
                <a:close/>
                <a:lnTo>
                  <a:pt x="1023855" y="1824560"/>
                </a:lnTo>
                <a:close/>
                <a:lnTo>
                  <a:pt x="1032916" y="1661640"/>
                </a:lnTo>
                <a:close/>
                <a:lnTo>
                  <a:pt x="1051037" y="1594211"/>
                </a:lnTo>
                <a:close/>
                <a:lnTo>
                  <a:pt x="1060098" y="1647329"/>
                </a:lnTo>
                <a:close/>
                <a:lnTo>
                  <a:pt x="1069159" y="1644047"/>
                </a:lnTo>
                <a:close/>
                <a:lnTo>
                  <a:pt x="1078219" y="1826727"/>
                </a:lnTo>
                <a:close/>
                <a:lnTo>
                  <a:pt x="1087280" y="1829154"/>
                </a:lnTo>
                <a:close/>
                <a:lnTo>
                  <a:pt x="1096341" y="1684279"/>
                </a:lnTo>
                <a:close/>
                <a:lnTo>
                  <a:pt x="1105401" y="1713035"/>
                </a:lnTo>
                <a:close/>
                <a:lnTo>
                  <a:pt x="1114462" y="1682926"/>
                </a:lnTo>
                <a:close/>
                <a:lnTo>
                  <a:pt x="1123523" y="1681207"/>
                </a:lnTo>
                <a:close/>
                <a:lnTo>
                  <a:pt x="1132583" y="1789942"/>
                </a:lnTo>
                <a:close/>
                <a:lnTo>
                  <a:pt x="1141644" y="1717591"/>
                </a:lnTo>
                <a:close/>
                <a:lnTo>
                  <a:pt x="1150705" y="1720100"/>
                </a:lnTo>
                <a:close/>
                <a:lnTo>
                  <a:pt x="1159765" y="1732245"/>
                </a:lnTo>
                <a:close/>
                <a:lnTo>
                  <a:pt x="1168826" y="1724994"/>
                </a:lnTo>
                <a:close/>
                <a:lnTo>
                  <a:pt x="1177887" y="1695604"/>
                </a:lnTo>
                <a:close/>
                <a:lnTo>
                  <a:pt x="1186947" y="1675136"/>
                </a:lnTo>
                <a:close/>
                <a:lnTo>
                  <a:pt x="1196008" y="1702342"/>
                </a:lnTo>
                <a:close/>
                <a:lnTo>
                  <a:pt x="1205069" y="1843159"/>
                </a:lnTo>
                <a:close/>
                <a:lnTo>
                  <a:pt x="1214129" y="1676858"/>
                </a:lnTo>
                <a:close/>
                <a:lnTo>
                  <a:pt x="1223190" y="1678905"/>
                </a:lnTo>
                <a:close/>
                <a:lnTo>
                  <a:pt x="1232251" y="1805026"/>
                </a:lnTo>
                <a:close/>
                <a:lnTo>
                  <a:pt x="1241311" y="1680325"/>
                </a:lnTo>
                <a:close/>
                <a:lnTo>
                  <a:pt x="1250372" y="1679352"/>
                </a:lnTo>
                <a:close/>
                <a:lnTo>
                  <a:pt x="1259433" y="1693394"/>
                </a:lnTo>
                <a:close/>
                <a:lnTo>
                  <a:pt x="1268493" y="1550077"/>
                </a:lnTo>
                <a:close/>
                <a:lnTo>
                  <a:pt x="1277554" y="1811483"/>
                </a:lnTo>
                <a:close/>
                <a:lnTo>
                  <a:pt x="1286615" y="1592539"/>
                </a:lnTo>
                <a:close/>
                <a:lnTo>
                  <a:pt x="1295675" y="1727660"/>
                </a:lnTo>
                <a:close/>
                <a:lnTo>
                  <a:pt x="1304736" y="1527788"/>
                </a:lnTo>
                <a:close/>
                <a:lnTo>
                  <a:pt x="1313797" y="1593167"/>
                </a:lnTo>
                <a:close/>
                <a:lnTo>
                  <a:pt x="1322857" y="1574470"/>
                </a:lnTo>
                <a:close/>
                <a:lnTo>
                  <a:pt x="1331918" y="1581313"/>
                </a:lnTo>
                <a:close/>
                <a:lnTo>
                  <a:pt x="1340979" y="1614267"/>
                </a:lnTo>
                <a:close/>
                <a:lnTo>
                  <a:pt x="1350039" y="1663831"/>
                </a:lnTo>
                <a:close/>
                <a:lnTo>
                  <a:pt x="1359100" y="1675777"/>
                </a:lnTo>
                <a:close/>
                <a:lnTo>
                  <a:pt x="1368161" y="1668568"/>
                </a:lnTo>
                <a:close/>
                <a:lnTo>
                  <a:pt x="1377221" y="1707043"/>
                </a:lnTo>
                <a:close/>
                <a:lnTo>
                  <a:pt x="1386282" y="1603708"/>
                </a:lnTo>
                <a:close/>
                <a:lnTo>
                  <a:pt x="1395343" y="1554239"/>
                </a:lnTo>
                <a:close/>
                <a:lnTo>
                  <a:pt x="1404403" y="1605591"/>
                </a:lnTo>
                <a:close/>
                <a:lnTo>
                  <a:pt x="1413464" y="1600551"/>
                </a:lnTo>
                <a:close/>
                <a:lnTo>
                  <a:pt x="1422525" y="1888110"/>
                </a:lnTo>
                <a:close/>
                <a:lnTo>
                  <a:pt x="1431585" y="1768068"/>
                </a:lnTo>
                <a:close/>
                <a:lnTo>
                  <a:pt x="1440646" y="1689838"/>
                </a:lnTo>
                <a:close/>
                <a:lnTo>
                  <a:pt x="1449707" y="1771628"/>
                </a:lnTo>
                <a:close/>
                <a:lnTo>
                  <a:pt x="1458767" y="1727567"/>
                </a:lnTo>
                <a:close/>
                <a:lnTo>
                  <a:pt x="1467828" y="1603041"/>
                </a:lnTo>
                <a:close/>
                <a:lnTo>
                  <a:pt x="1476889" y="1747710"/>
                </a:lnTo>
                <a:close/>
                <a:lnTo>
                  <a:pt x="1485949" y="1835932"/>
                </a:lnTo>
                <a:close/>
                <a:lnTo>
                  <a:pt x="1495010" y="1743358"/>
                </a:lnTo>
                <a:close/>
                <a:lnTo>
                  <a:pt x="1504071" y="1696445"/>
                </a:lnTo>
                <a:close/>
                <a:lnTo>
                  <a:pt x="1513131" y="1861579"/>
                </a:lnTo>
                <a:close/>
                <a:lnTo>
                  <a:pt x="1522192" y="1599479"/>
                </a:lnTo>
                <a:close/>
                <a:lnTo>
                  <a:pt x="1531253" y="1608142"/>
                </a:lnTo>
                <a:close/>
                <a:lnTo>
                  <a:pt x="1540313" y="1665934"/>
                </a:lnTo>
                <a:close/>
                <a:lnTo>
                  <a:pt x="1558435" y="1481319"/>
                </a:lnTo>
                <a:close/>
                <a:lnTo>
                  <a:pt x="1567495" y="1597787"/>
                </a:lnTo>
                <a:close/>
                <a:lnTo>
                  <a:pt x="1576556" y="1618704"/>
                </a:lnTo>
                <a:close/>
                <a:lnTo>
                  <a:pt x="1585617" y="1698995"/>
                </a:lnTo>
                <a:close/>
                <a:lnTo>
                  <a:pt x="1594677" y="1648223"/>
                </a:lnTo>
                <a:close/>
                <a:lnTo>
                  <a:pt x="1603738" y="1605760"/>
                </a:lnTo>
                <a:close/>
                <a:lnTo>
                  <a:pt x="1612799" y="1688483"/>
                </a:lnTo>
                <a:close/>
                <a:lnTo>
                  <a:pt x="1621859" y="1637253"/>
                </a:lnTo>
                <a:close/>
                <a:lnTo>
                  <a:pt x="1630920" y="1713759"/>
                </a:lnTo>
                <a:close/>
                <a:lnTo>
                  <a:pt x="1639981" y="1586511"/>
                </a:lnTo>
                <a:close/>
                <a:lnTo>
                  <a:pt x="1649041" y="1506604"/>
                </a:lnTo>
                <a:close/>
                <a:lnTo>
                  <a:pt x="1658102" y="1663174"/>
                </a:lnTo>
                <a:close/>
                <a:lnTo>
                  <a:pt x="1667163" y="1706817"/>
                </a:lnTo>
                <a:close/>
                <a:lnTo>
                  <a:pt x="1676223" y="1716861"/>
                </a:lnTo>
                <a:close/>
                <a:lnTo>
                  <a:pt x="1685284" y="1516041"/>
                </a:lnTo>
                <a:close/>
                <a:lnTo>
                  <a:pt x="1694345" y="1638985"/>
                </a:lnTo>
                <a:close/>
                <a:lnTo>
                  <a:pt x="1703405" y="1513342"/>
                </a:lnTo>
                <a:close/>
                <a:lnTo>
                  <a:pt x="1712466" y="1571083"/>
                </a:lnTo>
                <a:close/>
                <a:lnTo>
                  <a:pt x="1721527" y="1525125"/>
                </a:lnTo>
                <a:close/>
                <a:lnTo>
                  <a:pt x="1730587" y="1583123"/>
                </a:lnTo>
                <a:close/>
                <a:lnTo>
                  <a:pt x="1739648" y="1500034"/>
                </a:lnTo>
                <a:close/>
                <a:lnTo>
                  <a:pt x="1748709" y="1648657"/>
                </a:lnTo>
                <a:close/>
                <a:lnTo>
                  <a:pt x="1757769" y="1761857"/>
                </a:lnTo>
                <a:close/>
                <a:lnTo>
                  <a:pt x="1766830" y="1643677"/>
                </a:lnTo>
                <a:close/>
                <a:lnTo>
                  <a:pt x="1775891" y="1411010"/>
                </a:lnTo>
                <a:close/>
                <a:lnTo>
                  <a:pt x="1784951" y="1694974"/>
                </a:lnTo>
                <a:close/>
                <a:lnTo>
                  <a:pt x="1794012" y="1658634"/>
                </a:lnTo>
                <a:close/>
                <a:lnTo>
                  <a:pt x="1812133" y="1721205"/>
                </a:lnTo>
                <a:close/>
                <a:lnTo>
                  <a:pt x="1821194" y="1483065"/>
                </a:lnTo>
                <a:close/>
                <a:lnTo>
                  <a:pt x="1830255" y="1592071"/>
                </a:lnTo>
                <a:close/>
                <a:lnTo>
                  <a:pt x="1839315" y="1566629"/>
                </a:lnTo>
                <a:close/>
                <a:lnTo>
                  <a:pt x="1848376" y="1585129"/>
                </a:lnTo>
                <a:close/>
                <a:lnTo>
                  <a:pt x="1857437" y="1536441"/>
                </a:lnTo>
                <a:close/>
                <a:lnTo>
                  <a:pt x="1866497" y="1576571"/>
                </a:lnTo>
                <a:close/>
                <a:lnTo>
                  <a:pt x="1875558" y="1504737"/>
                </a:lnTo>
                <a:close/>
                <a:lnTo>
                  <a:pt x="1884619" y="1591676"/>
                </a:lnTo>
                <a:close/>
                <a:lnTo>
                  <a:pt x="1893679" y="1600832"/>
                </a:lnTo>
                <a:close/>
                <a:lnTo>
                  <a:pt x="1902740" y="1591880"/>
                </a:lnTo>
                <a:close/>
                <a:lnTo>
                  <a:pt x="1911801" y="1655884"/>
                </a:lnTo>
                <a:close/>
                <a:lnTo>
                  <a:pt x="1920861" y="1425491"/>
                </a:lnTo>
                <a:close/>
                <a:lnTo>
                  <a:pt x="1929922" y="1439143"/>
                </a:lnTo>
                <a:close/>
                <a:lnTo>
                  <a:pt x="1948043" y="1569270"/>
                </a:lnTo>
                <a:close/>
                <a:lnTo>
                  <a:pt x="1957104" y="1708666"/>
                </a:lnTo>
                <a:close/>
                <a:lnTo>
                  <a:pt x="1966165" y="1428816"/>
                </a:lnTo>
                <a:close/>
                <a:lnTo>
                  <a:pt x="1975225" y="1530222"/>
                </a:lnTo>
                <a:close/>
                <a:lnTo>
                  <a:pt x="1984286" y="1549681"/>
                </a:lnTo>
                <a:close/>
                <a:lnTo>
                  <a:pt x="1993347" y="1552338"/>
                </a:lnTo>
                <a:close/>
                <a:lnTo>
                  <a:pt x="2002407" y="1464570"/>
                </a:lnTo>
                <a:close/>
                <a:lnTo>
                  <a:pt x="2011468" y="1684359"/>
                </a:lnTo>
                <a:close/>
                <a:lnTo>
                  <a:pt x="2020529" y="1598348"/>
                </a:lnTo>
                <a:close/>
                <a:lnTo>
                  <a:pt x="2029589" y="1577426"/>
                </a:lnTo>
                <a:close/>
                <a:lnTo>
                  <a:pt x="2038650" y="1678153"/>
                </a:lnTo>
                <a:close/>
                <a:lnTo>
                  <a:pt x="2047711" y="1576773"/>
                </a:lnTo>
                <a:close/>
                <a:lnTo>
                  <a:pt x="2056771" y="1591184"/>
                </a:lnTo>
                <a:close/>
                <a:lnTo>
                  <a:pt x="2065832" y="1520614"/>
                </a:lnTo>
                <a:close/>
                <a:lnTo>
                  <a:pt x="2074893" y="1482791"/>
                </a:lnTo>
                <a:close/>
                <a:lnTo>
                  <a:pt x="2083953" y="1590496"/>
                </a:lnTo>
                <a:close/>
                <a:lnTo>
                  <a:pt x="2093014" y="1541012"/>
                </a:lnTo>
                <a:close/>
                <a:lnTo>
                  <a:pt x="2102075" y="1347666"/>
                </a:lnTo>
                <a:close/>
                <a:lnTo>
                  <a:pt x="2111135" y="1551928"/>
                </a:lnTo>
                <a:close/>
                <a:lnTo>
                  <a:pt x="2120196" y="1414211"/>
                </a:lnTo>
                <a:close/>
                <a:lnTo>
                  <a:pt x="2129257" y="1538697"/>
                </a:lnTo>
                <a:close/>
                <a:lnTo>
                  <a:pt x="2138317" y="1407193"/>
                </a:lnTo>
                <a:close/>
                <a:lnTo>
                  <a:pt x="2147378" y="1613311"/>
                </a:lnTo>
                <a:close/>
                <a:lnTo>
                  <a:pt x="2156439" y="1625077"/>
                </a:lnTo>
                <a:close/>
                <a:lnTo>
                  <a:pt x="2165499" y="1670185"/>
                </a:lnTo>
                <a:close/>
                <a:lnTo>
                  <a:pt x="2174560" y="1478833"/>
                </a:lnTo>
                <a:close/>
                <a:lnTo>
                  <a:pt x="2183621" y="1516742"/>
                </a:lnTo>
                <a:close/>
                <a:lnTo>
                  <a:pt x="2192681" y="1313411"/>
                </a:lnTo>
                <a:close/>
                <a:lnTo>
                  <a:pt x="2201742" y="1412476"/>
                </a:lnTo>
                <a:close/>
                <a:lnTo>
                  <a:pt x="2210803" y="1554896"/>
                </a:lnTo>
                <a:close/>
                <a:lnTo>
                  <a:pt x="2219863" y="1487684"/>
                </a:lnTo>
                <a:close/>
                <a:lnTo>
                  <a:pt x="2228924" y="1642578"/>
                </a:lnTo>
                <a:close/>
                <a:lnTo>
                  <a:pt x="2237985" y="1491533"/>
                </a:lnTo>
                <a:close/>
                <a:lnTo>
                  <a:pt x="2247045" y="1450944"/>
                </a:lnTo>
                <a:close/>
                <a:lnTo>
                  <a:pt x="2256106" y="1430977"/>
                </a:lnTo>
                <a:close/>
                <a:lnTo>
                  <a:pt x="2265167" y="1532090"/>
                </a:lnTo>
                <a:close/>
                <a:lnTo>
                  <a:pt x="2274227" y="1357471"/>
                </a:lnTo>
                <a:close/>
                <a:lnTo>
                  <a:pt x="2283288" y="1451165"/>
                </a:lnTo>
                <a:close/>
                <a:lnTo>
                  <a:pt x="2292349" y="1410572"/>
                </a:lnTo>
                <a:close/>
                <a:lnTo>
                  <a:pt x="2301409" y="1441316"/>
                </a:lnTo>
                <a:close/>
                <a:lnTo>
                  <a:pt x="2310470" y="1526343"/>
                </a:lnTo>
                <a:close/>
                <a:lnTo>
                  <a:pt x="2319531" y="1311903"/>
                </a:lnTo>
                <a:close/>
                <a:lnTo>
                  <a:pt x="2328591" y="1493519"/>
                </a:lnTo>
                <a:close/>
                <a:lnTo>
                  <a:pt x="2337652" y="1477963"/>
                </a:lnTo>
                <a:close/>
                <a:lnTo>
                  <a:pt x="2346713" y="1307616"/>
                </a:lnTo>
                <a:close/>
                <a:lnTo>
                  <a:pt x="2355773" y="1311256"/>
                </a:lnTo>
                <a:close/>
                <a:lnTo>
                  <a:pt x="2364834" y="1397416"/>
                </a:lnTo>
                <a:close/>
                <a:lnTo>
                  <a:pt x="2373895" y="1258915"/>
                </a:lnTo>
                <a:close/>
                <a:lnTo>
                  <a:pt x="2382955" y="1424105"/>
                </a:lnTo>
                <a:close/>
                <a:lnTo>
                  <a:pt x="2392016" y="1326256"/>
                </a:lnTo>
                <a:close/>
                <a:lnTo>
                  <a:pt x="2401077" y="1335057"/>
                </a:lnTo>
                <a:close/>
                <a:lnTo>
                  <a:pt x="2410137" y="1574357"/>
                </a:lnTo>
                <a:close/>
                <a:lnTo>
                  <a:pt x="2419198" y="1352937"/>
                </a:lnTo>
                <a:close/>
                <a:lnTo>
                  <a:pt x="2428259" y="1491760"/>
                </a:lnTo>
                <a:close/>
                <a:lnTo>
                  <a:pt x="2437319" y="1508913"/>
                </a:lnTo>
                <a:close/>
                <a:lnTo>
                  <a:pt x="2446380" y="1451317"/>
                </a:lnTo>
                <a:close/>
                <a:lnTo>
                  <a:pt x="2455441" y="1288796"/>
                </a:lnTo>
                <a:close/>
                <a:lnTo>
                  <a:pt x="2464501" y="1579012"/>
                </a:lnTo>
                <a:close/>
                <a:lnTo>
                  <a:pt x="2473562" y="1408925"/>
                </a:lnTo>
                <a:close/>
                <a:lnTo>
                  <a:pt x="2482623" y="1616648"/>
                </a:lnTo>
                <a:close/>
                <a:lnTo>
                  <a:pt x="2491683" y="1353331"/>
                </a:lnTo>
                <a:close/>
                <a:lnTo>
                  <a:pt x="2500744" y="1442859"/>
                </a:lnTo>
                <a:close/>
                <a:lnTo>
                  <a:pt x="2509805" y="1360363"/>
                </a:lnTo>
                <a:close/>
                <a:lnTo>
                  <a:pt x="2518865" y="1535777"/>
                </a:lnTo>
                <a:close/>
                <a:lnTo>
                  <a:pt x="2527926" y="1249843"/>
                </a:lnTo>
                <a:close/>
                <a:lnTo>
                  <a:pt x="2536987" y="1526041"/>
                </a:lnTo>
                <a:close/>
                <a:lnTo>
                  <a:pt x="2546047" y="1435770"/>
                </a:lnTo>
                <a:close/>
                <a:lnTo>
                  <a:pt x="2555108" y="1391305"/>
                </a:lnTo>
                <a:close/>
                <a:lnTo>
                  <a:pt x="2564169" y="1335254"/>
                </a:lnTo>
                <a:close/>
                <a:lnTo>
                  <a:pt x="2573229" y="1482796"/>
                </a:lnTo>
                <a:close/>
                <a:lnTo>
                  <a:pt x="2582290" y="1477378"/>
                </a:lnTo>
                <a:close/>
                <a:lnTo>
                  <a:pt x="2591351" y="1342714"/>
                </a:lnTo>
                <a:close/>
                <a:lnTo>
                  <a:pt x="2600411" y="1339678"/>
                </a:lnTo>
                <a:close/>
                <a:lnTo>
                  <a:pt x="2609472" y="1306444"/>
                </a:lnTo>
                <a:close/>
                <a:lnTo>
                  <a:pt x="2618533" y="1321967"/>
                </a:lnTo>
                <a:close/>
                <a:lnTo>
                  <a:pt x="2627593" y="1552379"/>
                </a:lnTo>
                <a:close/>
                <a:lnTo>
                  <a:pt x="2636654" y="1437700"/>
                </a:lnTo>
                <a:close/>
                <a:lnTo>
                  <a:pt x="2645715" y="1398158"/>
                </a:lnTo>
                <a:close/>
                <a:lnTo>
                  <a:pt x="2654775" y="1157017"/>
                </a:lnTo>
                <a:close/>
                <a:lnTo>
                  <a:pt x="2681957" y="1520557"/>
                </a:lnTo>
                <a:close/>
                <a:lnTo>
                  <a:pt x="2691018" y="1120986"/>
                </a:lnTo>
                <a:close/>
                <a:lnTo>
                  <a:pt x="2700079" y="1198165"/>
                </a:lnTo>
                <a:close/>
                <a:lnTo>
                  <a:pt x="2709139" y="1470238"/>
                </a:lnTo>
                <a:close/>
                <a:lnTo>
                  <a:pt x="2718200" y="1362898"/>
                </a:lnTo>
                <a:close/>
                <a:lnTo>
                  <a:pt x="2727261" y="1377498"/>
                </a:lnTo>
                <a:close/>
                <a:lnTo>
                  <a:pt x="2736321" y="1245816"/>
                </a:lnTo>
                <a:close/>
                <a:lnTo>
                  <a:pt x="2745382" y="1222361"/>
                </a:lnTo>
                <a:close/>
                <a:lnTo>
                  <a:pt x="2754443" y="1313006"/>
                </a:lnTo>
                <a:close/>
                <a:lnTo>
                  <a:pt x="2763503" y="1521846"/>
                </a:lnTo>
                <a:close/>
                <a:lnTo>
                  <a:pt x="2772564" y="1274741"/>
                </a:lnTo>
                <a:close/>
                <a:lnTo>
                  <a:pt x="2781625" y="1165473"/>
                </a:lnTo>
                <a:close/>
                <a:lnTo>
                  <a:pt x="2790685" y="1562540"/>
                </a:lnTo>
                <a:close/>
                <a:lnTo>
                  <a:pt x="2799746" y="1308541"/>
                </a:lnTo>
                <a:close/>
                <a:lnTo>
                  <a:pt x="2808807" y="1331343"/>
                </a:lnTo>
                <a:close/>
                <a:lnTo>
                  <a:pt x="2817867" y="1311039"/>
                </a:lnTo>
                <a:close/>
                <a:lnTo>
                  <a:pt x="2826928" y="1346473"/>
                </a:lnTo>
                <a:close/>
                <a:lnTo>
                  <a:pt x="2835989" y="1359215"/>
                </a:lnTo>
                <a:close/>
                <a:lnTo>
                  <a:pt x="2845049" y="1227266"/>
                </a:lnTo>
                <a:close/>
                <a:lnTo>
                  <a:pt x="2854110" y="1404551"/>
                </a:lnTo>
                <a:close/>
                <a:lnTo>
                  <a:pt x="2863170" y="1302206"/>
                </a:lnTo>
                <a:close/>
                <a:lnTo>
                  <a:pt x="2872231" y="1278625"/>
                </a:lnTo>
                <a:close/>
                <a:lnTo>
                  <a:pt x="2881292" y="1198403"/>
                </a:lnTo>
                <a:close/>
                <a:lnTo>
                  <a:pt x="2890352" y="1376644"/>
                </a:lnTo>
                <a:close/>
                <a:lnTo>
                  <a:pt x="2899413" y="1138767"/>
                </a:lnTo>
                <a:close/>
                <a:lnTo>
                  <a:pt x="2908474" y="1312198"/>
                </a:lnTo>
                <a:close/>
                <a:lnTo>
                  <a:pt x="2917534" y="1138590"/>
                </a:lnTo>
                <a:close/>
                <a:lnTo>
                  <a:pt x="2926595" y="1298992"/>
                </a:lnTo>
                <a:close/>
                <a:lnTo>
                  <a:pt x="2935656" y="1193695"/>
                </a:lnTo>
                <a:close/>
                <a:lnTo>
                  <a:pt x="2944716" y="1135344"/>
                </a:lnTo>
                <a:close/>
                <a:lnTo>
                  <a:pt x="2953777" y="1258174"/>
                </a:lnTo>
                <a:close/>
                <a:lnTo>
                  <a:pt x="2962838" y="1435535"/>
                </a:lnTo>
                <a:close/>
                <a:lnTo>
                  <a:pt x="2971898" y="1328183"/>
                </a:lnTo>
                <a:close/>
                <a:lnTo>
                  <a:pt x="2980959" y="1180162"/>
                </a:lnTo>
                <a:close/>
                <a:lnTo>
                  <a:pt x="2990020" y="1274734"/>
                </a:lnTo>
                <a:close/>
                <a:lnTo>
                  <a:pt x="2999080" y="1257915"/>
                </a:lnTo>
                <a:close/>
                <a:lnTo>
                  <a:pt x="3008141" y="1229667"/>
                </a:lnTo>
                <a:close/>
                <a:lnTo>
                  <a:pt x="3026262" y="1137172"/>
                </a:lnTo>
                <a:close/>
                <a:lnTo>
                  <a:pt x="3035323" y="1472529"/>
                </a:lnTo>
                <a:close/>
                <a:lnTo>
                  <a:pt x="3044384" y="1352208"/>
                </a:lnTo>
                <a:close/>
                <a:lnTo>
                  <a:pt x="3053444" y="1181396"/>
                </a:lnTo>
                <a:close/>
                <a:lnTo>
                  <a:pt x="3071566" y="1027764"/>
                </a:lnTo>
                <a:close/>
                <a:lnTo>
                  <a:pt x="3080626" y="1096030"/>
                </a:lnTo>
                <a:close/>
                <a:lnTo>
                  <a:pt x="3089687" y="1269232"/>
                </a:lnTo>
                <a:close/>
                <a:lnTo>
                  <a:pt x="3098748" y="1317815"/>
                </a:lnTo>
                <a:close/>
                <a:lnTo>
                  <a:pt x="3107808" y="1313006"/>
                </a:lnTo>
                <a:close/>
                <a:lnTo>
                  <a:pt x="3116869" y="1382547"/>
                </a:lnTo>
                <a:close/>
                <a:lnTo>
                  <a:pt x="3125930" y="1188340"/>
                </a:lnTo>
                <a:close/>
                <a:lnTo>
                  <a:pt x="3134990" y="1118631"/>
                </a:lnTo>
                <a:close/>
                <a:lnTo>
                  <a:pt x="3144051" y="1166163"/>
                </a:lnTo>
                <a:close/>
                <a:lnTo>
                  <a:pt x="3153112" y="1171549"/>
                </a:lnTo>
                <a:close/>
                <a:lnTo>
                  <a:pt x="3162172" y="1326498"/>
                </a:lnTo>
                <a:close/>
                <a:lnTo>
                  <a:pt x="3171233" y="1301775"/>
                </a:lnTo>
                <a:close/>
                <a:lnTo>
                  <a:pt x="3180294" y="1346473"/>
                </a:lnTo>
                <a:close/>
                <a:lnTo>
                  <a:pt x="3189354" y="1114966"/>
                </a:lnTo>
                <a:close/>
                <a:lnTo>
                  <a:pt x="3198415" y="1118214"/>
                </a:lnTo>
                <a:close/>
                <a:lnTo>
                  <a:pt x="3207476" y="1175676"/>
                </a:lnTo>
                <a:close/>
                <a:lnTo>
                  <a:pt x="3216536" y="1117240"/>
                </a:lnTo>
                <a:close/>
                <a:lnTo>
                  <a:pt x="3225597" y="1104624"/>
                </a:lnTo>
                <a:close/>
                <a:lnTo>
                  <a:pt x="3234658" y="1036014"/>
                </a:lnTo>
                <a:close/>
                <a:lnTo>
                  <a:pt x="3243718" y="1179134"/>
                </a:lnTo>
                <a:close/>
                <a:lnTo>
                  <a:pt x="3252779" y="984313"/>
                </a:lnTo>
                <a:close/>
                <a:lnTo>
                  <a:pt x="3261840" y="946400"/>
                </a:lnTo>
                <a:close/>
                <a:lnTo>
                  <a:pt x="3270900" y="1335254"/>
                </a:lnTo>
                <a:close/>
                <a:lnTo>
                  <a:pt x="3279961" y="1209512"/>
                </a:lnTo>
                <a:close/>
                <a:lnTo>
                  <a:pt x="3289022" y="1053228"/>
                </a:lnTo>
                <a:close/>
                <a:lnTo>
                  <a:pt x="3298082" y="1213414"/>
                </a:lnTo>
                <a:close/>
                <a:lnTo>
                  <a:pt x="3307143" y="1322619"/>
                </a:lnTo>
                <a:close/>
                <a:lnTo>
                  <a:pt x="3316204" y="1112219"/>
                </a:lnTo>
                <a:close/>
                <a:lnTo>
                  <a:pt x="3325264" y="1037032"/>
                </a:lnTo>
                <a:close/>
                <a:lnTo>
                  <a:pt x="3334325" y="1247574"/>
                </a:lnTo>
                <a:close/>
                <a:lnTo>
                  <a:pt x="3343386" y="1038307"/>
                </a:lnTo>
                <a:close/>
                <a:lnTo>
                  <a:pt x="3352446" y="1104559"/>
                </a:lnTo>
                <a:close/>
                <a:lnTo>
                  <a:pt x="3361507" y="1104781"/>
                </a:lnTo>
                <a:close/>
                <a:lnTo>
                  <a:pt x="3370568" y="1168671"/>
                </a:lnTo>
                <a:close/>
                <a:lnTo>
                  <a:pt x="3379628" y="1052070"/>
                </a:lnTo>
                <a:close/>
                <a:lnTo>
                  <a:pt x="3388689" y="1094248"/>
                </a:lnTo>
                <a:close/>
                <a:lnTo>
                  <a:pt x="3397750" y="1031274"/>
                </a:lnTo>
                <a:close/>
                <a:lnTo>
                  <a:pt x="3406810" y="935591"/>
                </a:lnTo>
                <a:close/>
                <a:lnTo>
                  <a:pt x="3415871" y="1419367"/>
                </a:lnTo>
                <a:close/>
                <a:lnTo>
                  <a:pt x="3424932" y="1174644"/>
                </a:lnTo>
                <a:close/>
                <a:lnTo>
                  <a:pt x="3433992" y="1187599"/>
                </a:lnTo>
                <a:close/>
                <a:lnTo>
                  <a:pt x="3443053" y="980881"/>
                </a:lnTo>
                <a:close/>
                <a:lnTo>
                  <a:pt x="3452114" y="1322795"/>
                </a:lnTo>
                <a:close/>
                <a:lnTo>
                  <a:pt x="3461174" y="1218420"/>
                </a:lnTo>
                <a:close/>
                <a:lnTo>
                  <a:pt x="3470235" y="775775"/>
                </a:lnTo>
                <a:close/>
                <a:lnTo>
                  <a:pt x="3479296" y="969973"/>
                </a:lnTo>
                <a:close/>
                <a:lnTo>
                  <a:pt x="3497417" y="929742"/>
                </a:lnTo>
                <a:close/>
                <a:lnTo>
                  <a:pt x="3506478" y="1056728"/>
                </a:lnTo>
                <a:close/>
                <a:lnTo>
                  <a:pt x="3515538" y="993398"/>
                </a:lnTo>
                <a:close/>
                <a:lnTo>
                  <a:pt x="3524599" y="1060596"/>
                </a:lnTo>
                <a:close/>
                <a:lnTo>
                  <a:pt x="3542720" y="940582"/>
                </a:lnTo>
                <a:close/>
                <a:lnTo>
                  <a:pt x="3551781" y="1018249"/>
                </a:lnTo>
                <a:close/>
                <a:lnTo>
                  <a:pt x="3560842" y="989939"/>
                </a:lnTo>
                <a:close/>
                <a:lnTo>
                  <a:pt x="3569902" y="1020738"/>
                </a:lnTo>
                <a:close/>
                <a:lnTo>
                  <a:pt x="3578963" y="1083732"/>
                </a:lnTo>
                <a:close/>
                <a:lnTo>
                  <a:pt x="3588024" y="832477"/>
                </a:lnTo>
                <a:close/>
                <a:lnTo>
                  <a:pt x="3597084" y="1058171"/>
                </a:lnTo>
                <a:close/>
                <a:lnTo>
                  <a:pt x="3606145" y="925813"/>
                </a:lnTo>
                <a:close/>
                <a:lnTo>
                  <a:pt x="3615206" y="1133704"/>
                </a:lnTo>
                <a:close/>
                <a:lnTo>
                  <a:pt x="3624266" y="1060174"/>
                </a:lnTo>
                <a:close/>
                <a:lnTo>
                  <a:pt x="3633327" y="895352"/>
                </a:lnTo>
                <a:close/>
                <a:lnTo>
                  <a:pt x="3642388" y="997528"/>
                </a:lnTo>
                <a:close/>
                <a:lnTo>
                  <a:pt x="3651448" y="1034907"/>
                </a:lnTo>
                <a:close/>
                <a:lnTo>
                  <a:pt x="3660509" y="1101193"/>
                </a:lnTo>
                <a:close/>
                <a:lnTo>
                  <a:pt x="3669570" y="899601"/>
                </a:lnTo>
                <a:close/>
                <a:lnTo>
                  <a:pt x="3678630" y="1191320"/>
                </a:lnTo>
                <a:close/>
                <a:lnTo>
                  <a:pt x="3687691" y="937851"/>
                </a:lnTo>
                <a:close/>
                <a:lnTo>
                  <a:pt x="3696752" y="818854"/>
                </a:lnTo>
                <a:close/>
                <a:lnTo>
                  <a:pt x="3705812" y="900836"/>
                </a:lnTo>
                <a:close/>
                <a:lnTo>
                  <a:pt x="3714873" y="1165142"/>
                </a:lnTo>
                <a:close/>
                <a:lnTo>
                  <a:pt x="3723934" y="747056"/>
                </a:lnTo>
                <a:close/>
                <a:lnTo>
                  <a:pt x="3732994" y="968266"/>
                </a:lnTo>
                <a:close/>
                <a:lnTo>
                  <a:pt x="3742055" y="953745"/>
                </a:lnTo>
                <a:close/>
                <a:lnTo>
                  <a:pt x="3751116" y="813159"/>
                </a:lnTo>
                <a:close/>
                <a:lnTo>
                  <a:pt x="3760176" y="1134328"/>
                </a:lnTo>
                <a:close/>
                <a:lnTo>
                  <a:pt x="3769237" y="854736"/>
                </a:lnTo>
                <a:close/>
                <a:lnTo>
                  <a:pt x="3778298" y="943441"/>
                </a:lnTo>
                <a:close/>
                <a:lnTo>
                  <a:pt x="3787358" y="812598"/>
                </a:lnTo>
                <a:close/>
                <a:lnTo>
                  <a:pt x="3796419" y="813159"/>
                </a:lnTo>
                <a:close/>
                <a:lnTo>
                  <a:pt x="3805480" y="1158462"/>
                </a:lnTo>
                <a:close/>
                <a:lnTo>
                  <a:pt x="3814540" y="846085"/>
                </a:lnTo>
                <a:close/>
                <a:lnTo>
                  <a:pt x="3823601" y="747253"/>
                </a:lnTo>
                <a:close/>
                <a:lnTo>
                  <a:pt x="3832662" y="627439"/>
                </a:lnTo>
                <a:close/>
                <a:lnTo>
                  <a:pt x="3841722" y="1064887"/>
                </a:lnTo>
                <a:close/>
                <a:lnTo>
                  <a:pt x="3850783" y="593925"/>
                </a:lnTo>
                <a:close/>
                <a:lnTo>
                  <a:pt x="3859844" y="1028035"/>
                </a:lnTo>
                <a:close/>
                <a:lnTo>
                  <a:pt x="3868904" y="620506"/>
                </a:lnTo>
                <a:close/>
                <a:lnTo>
                  <a:pt x="3877965" y="660437"/>
                </a:lnTo>
                <a:close/>
                <a:lnTo>
                  <a:pt x="3887026" y="546453"/>
                </a:lnTo>
                <a:close/>
                <a:lnTo>
                  <a:pt x="3896086" y="493080"/>
                </a:lnTo>
                <a:close/>
                <a:lnTo>
                  <a:pt x="3905147" y="747228"/>
                </a:lnTo>
                <a:close/>
                <a:lnTo>
                  <a:pt x="3914208" y="703031"/>
                </a:lnTo>
                <a:close/>
                <a:lnTo>
                  <a:pt x="3923268" y="237838"/>
                </a:lnTo>
                <a:close/>
                <a:lnTo>
                  <a:pt x="3932329" y="0"/>
                </a:lnTo>
                <a:close/>
                <a:lnTo>
                  <a:pt x="3932329" y="0"/>
                </a:lnTo>
                <a:close/>
              </a:path>
            </a:pathLst>
          </a:custGeom>
          <a:noFill/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5551046" y="2886428"/>
            <a:ext cx="4325561" cy="0"/>
          </a:xfrm>
          <a:custGeom>
            <a:avLst/>
            <a:gdLst/>
            <a:ahLst/>
            <a:cxnLst/>
            <a:rect l="l" t="t" r="r" b="b"/>
            <a:pathLst>
              <a:path w="4325561" h="0">
                <a:moveTo>
                  <a:pt x="0" y="0"/>
                </a:moveTo>
                <a:lnTo>
                  <a:pt x="4325561" y="0"/>
                </a:lnTo>
                <a:close/>
              </a:path>
            </a:pathLst>
          </a:custGeom>
          <a:noFill/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5551046" y="603504"/>
            <a:ext cx="0" cy="2999740"/>
          </a:xfrm>
          <a:custGeom>
            <a:avLst/>
            <a:gdLst/>
            <a:ahLst/>
            <a:cxnLst/>
            <a:rect l="l" t="t" r="r" b="b"/>
            <a:pathLst>
              <a:path w="0" h="2999740">
                <a:moveTo>
                  <a:pt x="0" y="299974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5551046" y="3603244"/>
            <a:ext cx="4325561" cy="0"/>
          </a:xfrm>
          <a:custGeom>
            <a:avLst/>
            <a:gdLst/>
            <a:ahLst/>
            <a:cxnLst/>
            <a:rect l="l" t="t" r="r" b="b"/>
            <a:pathLst>
              <a:path w="4325561" h="0">
                <a:moveTo>
                  <a:pt x="0" y="0"/>
                </a:moveTo>
                <a:lnTo>
                  <a:pt x="432556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6741265" y="406654"/>
            <a:ext cx="25095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Predictive interval coverage</a:t>
            </a:r>
          </a:p>
        </p:txBody>
      </p:sp>
      <p:sp>
        <p:nvSpPr>
          <p:cNvPr id="947" name="Freeform 946"/>
          <p:cNvSpPr/>
          <p:nvPr/>
        </p:nvSpPr>
        <p:spPr>
          <a:xfrm>
            <a:off x="5601846" y="654304"/>
            <a:ext cx="1309306" cy="626999"/>
          </a:xfrm>
          <a:custGeom>
            <a:avLst/>
            <a:gdLst/>
            <a:ahLst/>
            <a:cxnLst/>
            <a:rect l="l" t="t" r="r" b="b"/>
            <a:pathLst>
              <a:path w="1309306" h="626999">
                <a:moveTo>
                  <a:pt x="20320" y="626999"/>
                </a:moveTo>
                <a:lnTo>
                  <a:pt x="1288986" y="626999"/>
                </a:lnTo>
                <a:close/>
                <a:lnTo>
                  <a:pt x="1304226" y="621919"/>
                </a:lnTo>
                <a:close/>
                <a:lnTo>
                  <a:pt x="1309306" y="606679"/>
                </a:lnTo>
                <a:close/>
                <a:lnTo>
                  <a:pt x="1309306" y="20320"/>
                </a:lnTo>
                <a:close/>
                <a:lnTo>
                  <a:pt x="1304226" y="5080"/>
                </a:lnTo>
                <a:close/>
                <a:lnTo>
                  <a:pt x="1288986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606679"/>
                </a:lnTo>
                <a:close/>
                <a:lnTo>
                  <a:pt x="5080" y="621919"/>
                </a:lnTo>
                <a:close/>
                <a:lnTo>
                  <a:pt x="20320" y="626999"/>
                </a:lnTo>
                <a:close/>
                <a:lnTo>
                  <a:pt x="20320" y="62699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Rectangle 947"/>
          <p:cNvSpPr/>
          <p:nvPr/>
        </p:nvSpPr>
        <p:spPr>
          <a:xfrm>
            <a:off x="5642486" y="701024"/>
            <a:ext cx="203200" cy="71120"/>
          </a:xfrm>
          <a:prstGeom prst="rect">
            <a:avLst/>
          </a:prstGeom>
          <a:solidFill>
            <a:srgbClr val="2E86AB">
              <a:alpha val="25000"/>
            </a:srgbClr>
          </a:solidFill>
          <a:ln w="12700">
            <a:solidFill>
              <a:srgbClr val="2E86AB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5926966" y="670544"/>
            <a:ext cx="11988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90% pred. interval</a:t>
            </a:r>
          </a:p>
        </p:txBody>
      </p:sp>
      <p:sp>
        <p:nvSpPr>
          <p:cNvPr id="950" name="Freeform 949"/>
          <p:cNvSpPr/>
          <p:nvPr/>
        </p:nvSpPr>
        <p:spPr>
          <a:xfrm>
            <a:off x="5642486" y="885714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TextBox 950"/>
          <p:cNvSpPr txBox="1"/>
          <p:nvPr/>
        </p:nvSpPr>
        <p:spPr>
          <a:xfrm>
            <a:off x="5926966" y="819674"/>
            <a:ext cx="9550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Predicted mean</a:t>
            </a:r>
          </a:p>
        </p:txBody>
      </p:sp>
      <p:sp>
        <p:nvSpPr>
          <p:cNvPr id="952" name="Freeform 951"/>
          <p:cNvSpPr/>
          <p:nvPr/>
        </p:nvSpPr>
        <p:spPr>
          <a:xfrm>
            <a:off x="5728532" y="102817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E76F51">
              <a:alpha val="60000"/>
            </a:srgbClr>
          </a:solidFill>
          <a:ln w="12700">
            <a:solidFill>
              <a:srgbClr val="E76F51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5926966" y="968804"/>
            <a:ext cx="7112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True value</a:t>
            </a:r>
          </a:p>
        </p:txBody>
      </p:sp>
      <p:sp>
        <p:nvSpPr>
          <p:cNvPr id="954" name="Freeform 953"/>
          <p:cNvSpPr/>
          <p:nvPr/>
        </p:nvSpPr>
        <p:spPr>
          <a:xfrm>
            <a:off x="5642486" y="1183973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5926966" y="1117933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956" name="Rectangle 955"/>
          <p:cNvSpPr/>
          <p:nvPr/>
        </p:nvSpPr>
        <p:spPr>
          <a:xfrm>
            <a:off x="4273191" y="903478"/>
            <a:ext cx="119990" cy="2399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4393180" y="303658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4482080" y="2957835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959" name="Freeform 958"/>
          <p:cNvSpPr/>
          <p:nvPr/>
        </p:nvSpPr>
        <p:spPr>
          <a:xfrm>
            <a:off x="4393180" y="25271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4482080" y="244839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961" name="Freeform 960"/>
          <p:cNvSpPr/>
          <p:nvPr/>
        </p:nvSpPr>
        <p:spPr>
          <a:xfrm>
            <a:off x="4393180" y="20177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TextBox 961"/>
          <p:cNvSpPr txBox="1"/>
          <p:nvPr/>
        </p:nvSpPr>
        <p:spPr>
          <a:xfrm>
            <a:off x="4482080" y="193896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963" name="Freeform 962"/>
          <p:cNvSpPr/>
          <p:nvPr/>
        </p:nvSpPr>
        <p:spPr>
          <a:xfrm>
            <a:off x="4393180" y="15082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4482080" y="1429524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965" name="Freeform 964"/>
          <p:cNvSpPr/>
          <p:nvPr/>
        </p:nvSpPr>
        <p:spPr>
          <a:xfrm>
            <a:off x="4393180" y="99883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TextBox 965"/>
          <p:cNvSpPr txBox="1"/>
          <p:nvPr/>
        </p:nvSpPr>
        <p:spPr>
          <a:xfrm>
            <a:off x="4482080" y="92008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967" name="TextBox 966"/>
          <p:cNvSpPr txBox="1"/>
          <p:nvPr/>
        </p:nvSpPr>
        <p:spPr>
          <a:xfrm rot="16200000">
            <a:off x="4695488" y="1878703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Predicted σ (MPa)</a:t>
            </a:r>
          </a:p>
        </p:txBody>
      </p:sp>
      <p:sp>
        <p:nvSpPr>
          <p:cNvPr id="968" name="Freeform 967"/>
          <p:cNvSpPr/>
          <p:nvPr/>
        </p:nvSpPr>
        <p:spPr>
          <a:xfrm>
            <a:off x="4273191" y="903478"/>
            <a:ext cx="119989" cy="2399792"/>
          </a:xfrm>
          <a:custGeom>
            <a:avLst/>
            <a:gdLst/>
            <a:ahLst/>
            <a:cxnLst/>
            <a:rect l="l" t="t" r="r" b="b"/>
            <a:pathLst>
              <a:path w="119989" h="2399792">
                <a:moveTo>
                  <a:pt x="0" y="2399792"/>
                </a:moveTo>
                <a:lnTo>
                  <a:pt x="59995" y="2399792"/>
                </a:lnTo>
                <a:close/>
                <a:lnTo>
                  <a:pt x="119989" y="2399792"/>
                </a:lnTo>
                <a:close/>
                <a:lnTo>
                  <a:pt x="119989" y="0"/>
                </a:lnTo>
                <a:close/>
                <a:lnTo>
                  <a:pt x="59995" y="0"/>
                </a:lnTo>
                <a:close/>
                <a:lnTo>
                  <a:pt x="0" y="0"/>
                </a:lnTo>
                <a:close/>
                <a:lnTo>
                  <a:pt x="0" y="2399792"/>
                </a:lnTo>
                <a:close/>
                <a:lnTo>
                  <a:pt x="0" y="2399792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2671743" y="55507"/>
            <a:ext cx="50901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2 (v2) | Parity and heteroscedastic uncertainty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730309" cy="39361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7629" y="566928"/>
            <a:ext cx="4422843" cy="2816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18668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63845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9022" y="3380433"/>
            <a:ext cx="45177" cy="284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4199" y="3377586"/>
            <a:ext cx="45177" cy="569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099376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4553" y="3383280"/>
            <a:ext cx="45178" cy="0"/>
          </a:xfrm>
          <a:custGeom>
            <a:avLst/>
            <a:gdLst/>
            <a:ahLst/>
            <a:cxnLst/>
            <a:rect l="l" t="t" r="r" b="b"/>
            <a:pathLst>
              <a:path w="45178" h="0">
                <a:moveTo>
                  <a:pt x="0" y="0"/>
                </a:moveTo>
                <a:lnTo>
                  <a:pt x="45178" y="0"/>
                </a:lnTo>
                <a:close/>
                <a:lnTo>
                  <a:pt x="45178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31" y="3374740"/>
            <a:ext cx="45177" cy="854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908" y="3366199"/>
            <a:ext cx="45177" cy="1708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085" y="3371893"/>
            <a:ext cx="45177" cy="1138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262" y="3377586"/>
            <a:ext cx="45177" cy="569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0439" y="3377586"/>
            <a:ext cx="45177" cy="569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5616" y="3354812"/>
            <a:ext cx="45177" cy="2846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0793" y="3366199"/>
            <a:ext cx="45177" cy="1708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05971" y="3366199"/>
            <a:ext cx="45177" cy="1708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51148" y="3354812"/>
            <a:ext cx="45177" cy="2846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96325" y="3340578"/>
            <a:ext cx="45177" cy="42702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1502" y="3317804"/>
            <a:ext cx="45177" cy="6547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86679" y="3326344"/>
            <a:ext cx="45177" cy="5693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31856" y="3312110"/>
            <a:ext cx="45177" cy="7117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77033" y="3329191"/>
            <a:ext cx="45177" cy="5408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2211" y="3266562"/>
            <a:ext cx="45177" cy="11671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67388" y="3266562"/>
            <a:ext cx="45177" cy="11671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12565" y="3238094"/>
            <a:ext cx="45177" cy="14518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57742" y="3212473"/>
            <a:ext cx="45177" cy="17080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02919" y="3175464"/>
            <a:ext cx="45177" cy="20781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48096" y="3141303"/>
            <a:ext cx="45177" cy="24197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93273" y="3118529"/>
            <a:ext cx="45177" cy="26475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38451" y="3035972"/>
            <a:ext cx="45177" cy="34730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83628" y="2956262"/>
            <a:ext cx="45177" cy="42701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28805" y="2916407"/>
            <a:ext cx="45177" cy="46687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73982" y="2873705"/>
            <a:ext cx="45177" cy="50957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19159" y="2796841"/>
            <a:ext cx="45177" cy="58643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64336" y="2748446"/>
            <a:ext cx="45177" cy="63483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09513" y="2628881"/>
            <a:ext cx="45177" cy="75439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54691" y="2591873"/>
            <a:ext cx="45177" cy="79140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99868" y="2523550"/>
            <a:ext cx="45177" cy="85973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45045" y="2386904"/>
            <a:ext cx="45177" cy="99637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90222" y="2341355"/>
            <a:ext cx="45177" cy="104192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35399" y="2139233"/>
            <a:ext cx="45177" cy="124404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80576" y="2045289"/>
            <a:ext cx="45177" cy="133799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25754" y="1954192"/>
            <a:ext cx="45177" cy="142908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70931" y="1928571"/>
            <a:ext cx="45177" cy="145470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16108" y="1754917"/>
            <a:ext cx="45177" cy="162836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61285" y="1692287"/>
            <a:ext cx="45177" cy="169099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06462" y="1652432"/>
            <a:ext cx="45177" cy="173084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51639" y="1726449"/>
            <a:ext cx="45177" cy="165683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96816" y="1632505"/>
            <a:ext cx="45177" cy="175077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041994" y="1515786"/>
            <a:ext cx="45177" cy="186749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87171" y="1547101"/>
            <a:ext cx="45177" cy="183617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32348" y="1490165"/>
            <a:ext cx="45177" cy="189311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77525" y="1498706"/>
            <a:ext cx="45177" cy="188457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22702" y="1547101"/>
            <a:ext cx="45177" cy="183617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67879" y="1638198"/>
            <a:ext cx="45177" cy="1745082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13056" y="1606884"/>
            <a:ext cx="45177" cy="177639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58234" y="1595497"/>
            <a:ext cx="45177" cy="178778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03411" y="1618271"/>
            <a:ext cx="45177" cy="176500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48588" y="1800465"/>
            <a:ext cx="45177" cy="158281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93765" y="1880175"/>
            <a:ext cx="45177" cy="150310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38942" y="2042442"/>
            <a:ext cx="45177" cy="134083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84119" y="2042442"/>
            <a:ext cx="45177" cy="134083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29296" y="2073757"/>
            <a:ext cx="45177" cy="130952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74474" y="2116459"/>
            <a:ext cx="45177" cy="126682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19651" y="2318581"/>
            <a:ext cx="45177" cy="106469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64828" y="2438146"/>
            <a:ext cx="45177" cy="94513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10005" y="2460920"/>
            <a:ext cx="45177" cy="92236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55182" y="2543477"/>
            <a:ext cx="45177" cy="839803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900359" y="2660196"/>
            <a:ext cx="45177" cy="72308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945536" y="2725672"/>
            <a:ext cx="45177" cy="65760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990714" y="2791148"/>
            <a:ext cx="45177" cy="592132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35891" y="2876552"/>
            <a:ext cx="45177" cy="506728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81068" y="2987576"/>
            <a:ext cx="45177" cy="39570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26245" y="2976189"/>
            <a:ext cx="45177" cy="40709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171422" y="3033125"/>
            <a:ext cx="45177" cy="35015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16599" y="3087214"/>
            <a:ext cx="45177" cy="296066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61776" y="3121375"/>
            <a:ext cx="45177" cy="261905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306954" y="3138456"/>
            <a:ext cx="45177" cy="24482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352131" y="3189698"/>
            <a:ext cx="45177" cy="193582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97308" y="3218166"/>
            <a:ext cx="45177" cy="16511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442485" y="3289336"/>
            <a:ext cx="45177" cy="9394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487662" y="3289336"/>
            <a:ext cx="45177" cy="9394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532839" y="3303570"/>
            <a:ext cx="45177" cy="7971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578016" y="3309263"/>
            <a:ext cx="45177" cy="74017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623194" y="3337731"/>
            <a:ext cx="45177" cy="4554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668371" y="3337731"/>
            <a:ext cx="45177" cy="45549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713548" y="3357659"/>
            <a:ext cx="45177" cy="2562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758725" y="3349119"/>
            <a:ext cx="45177" cy="3416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803902" y="3360506"/>
            <a:ext cx="45177" cy="22774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849079" y="3366199"/>
            <a:ext cx="45177" cy="17081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894256" y="3374740"/>
            <a:ext cx="45177" cy="854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918668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963845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009022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4199" y="3380436"/>
            <a:ext cx="45177" cy="28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099376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44553" y="3377591"/>
            <a:ext cx="45177" cy="568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89731" y="3380436"/>
            <a:ext cx="45177" cy="28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234908" y="3377591"/>
            <a:ext cx="45177" cy="568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80085" y="3377591"/>
            <a:ext cx="45177" cy="568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325262" y="3371903"/>
            <a:ext cx="45177" cy="11377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370439" y="3357681"/>
            <a:ext cx="45177" cy="2559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5616" y="3349148"/>
            <a:ext cx="45177" cy="3413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460793" y="3340614"/>
            <a:ext cx="45177" cy="4266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505971" y="3326393"/>
            <a:ext cx="45177" cy="56887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551148" y="3323548"/>
            <a:ext cx="45177" cy="5973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596325" y="3275194"/>
            <a:ext cx="45177" cy="10808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641502" y="3278038"/>
            <a:ext cx="45177" cy="10524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686679" y="3218307"/>
            <a:ext cx="45177" cy="164973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731856" y="3184174"/>
            <a:ext cx="45177" cy="19910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777033" y="3090310"/>
            <a:ext cx="45177" cy="29297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822211" y="3061866"/>
            <a:ext cx="45177" cy="32141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867388" y="2911115"/>
            <a:ext cx="45177" cy="472165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912565" y="2848539"/>
            <a:ext cx="45177" cy="53474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957742" y="2686410"/>
            <a:ext cx="45177" cy="69687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002919" y="2640900"/>
            <a:ext cx="45177" cy="74238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48096" y="2382062"/>
            <a:ext cx="45177" cy="1001218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093273" y="2251221"/>
            <a:ext cx="45177" cy="113205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138451" y="2231311"/>
            <a:ext cx="45177" cy="115196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183628" y="1966784"/>
            <a:ext cx="45177" cy="141649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228805" y="1796122"/>
            <a:ext cx="45177" cy="1587158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273982" y="1673814"/>
            <a:ext cx="45177" cy="170946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319159" y="1409288"/>
            <a:ext cx="45177" cy="197399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364336" y="1335334"/>
            <a:ext cx="45177" cy="204794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409513" y="1170361"/>
            <a:ext cx="45177" cy="221291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454691" y="1025298"/>
            <a:ext cx="45177" cy="235798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499868" y="829037"/>
            <a:ext cx="45177" cy="2554243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545045" y="797749"/>
            <a:ext cx="45177" cy="258553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590222" y="701040"/>
            <a:ext cx="45177" cy="268224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635399" y="738017"/>
            <a:ext cx="45177" cy="2645263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680576" y="991166"/>
            <a:ext cx="45177" cy="239211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725754" y="908679"/>
            <a:ext cx="45177" cy="247460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770931" y="908679"/>
            <a:ext cx="45177" cy="247460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816108" y="1070808"/>
            <a:ext cx="45177" cy="231247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861285" y="1295513"/>
            <a:ext cx="45177" cy="2087767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906462" y="1471864"/>
            <a:ext cx="45177" cy="191141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951639" y="1642526"/>
            <a:ext cx="45177" cy="174075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996816" y="1932652"/>
            <a:ext cx="45177" cy="1450628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041994" y="1898519"/>
            <a:ext cx="45177" cy="148476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087171" y="2091936"/>
            <a:ext cx="45177" cy="12913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132348" y="2296731"/>
            <a:ext cx="45177" cy="108654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177525" y="2367840"/>
            <a:ext cx="45177" cy="101544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222702" y="2561257"/>
            <a:ext cx="45177" cy="822023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267879" y="2712009"/>
            <a:ext cx="45177" cy="67127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313056" y="2766052"/>
            <a:ext cx="45177" cy="617228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358234" y="2908270"/>
            <a:ext cx="45177" cy="47501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403411" y="2959469"/>
            <a:ext cx="45177" cy="42381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448588" y="3090310"/>
            <a:ext cx="45177" cy="29297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493765" y="3161419"/>
            <a:ext cx="45177" cy="22186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538942" y="3209773"/>
            <a:ext cx="45177" cy="173507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584119" y="3238217"/>
            <a:ext cx="45177" cy="145063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629296" y="3275194"/>
            <a:ext cx="45177" cy="108086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674474" y="3309326"/>
            <a:ext cx="45177" cy="7395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719651" y="3323548"/>
            <a:ext cx="45177" cy="59732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764828" y="3343459"/>
            <a:ext cx="45177" cy="39821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810005" y="3354836"/>
            <a:ext cx="45177" cy="284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855182" y="3360525"/>
            <a:ext cx="45177" cy="22755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900359" y="3360525"/>
            <a:ext cx="45177" cy="22755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945536" y="3380436"/>
            <a:ext cx="45177" cy="28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990714" y="3377591"/>
            <a:ext cx="45177" cy="5689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4035891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4081068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4126245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4171422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216599" y="3380436"/>
            <a:ext cx="45177" cy="28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61776" y="3380436"/>
            <a:ext cx="45177" cy="2844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4306954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4352131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4397308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4442485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4487662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532839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578016" y="3383280"/>
            <a:ext cx="45178" cy="0"/>
          </a:xfrm>
          <a:custGeom>
            <a:avLst/>
            <a:gdLst/>
            <a:ahLst/>
            <a:cxnLst/>
            <a:rect l="l" t="t" r="r" b="b"/>
            <a:pathLst>
              <a:path w="45178" h="0">
                <a:moveTo>
                  <a:pt x="0" y="0"/>
                </a:moveTo>
                <a:lnTo>
                  <a:pt x="45178" y="0"/>
                </a:lnTo>
                <a:close/>
                <a:lnTo>
                  <a:pt x="45178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623194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668371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713548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4758725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4803902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4849079" y="3383280"/>
            <a:ext cx="45177" cy="0"/>
          </a:xfrm>
          <a:custGeom>
            <a:avLst/>
            <a:gdLst/>
            <a:ahLst/>
            <a:cxnLst/>
            <a:rect l="l" t="t" r="r" b="b"/>
            <a:pathLst>
              <a:path w="45177" h="0">
                <a:moveTo>
                  <a:pt x="0" y="0"/>
                </a:moveTo>
                <a:lnTo>
                  <a:pt x="45177" y="0"/>
                </a:lnTo>
                <a:close/>
                <a:lnTo>
                  <a:pt x="4517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4894256" y="3383280"/>
            <a:ext cx="45178" cy="0"/>
          </a:xfrm>
          <a:custGeom>
            <a:avLst/>
            <a:gdLst/>
            <a:ahLst/>
            <a:cxnLst/>
            <a:rect l="l" t="t" r="r" b="b"/>
            <a:pathLst>
              <a:path w="45178" h="0">
                <a:moveTo>
                  <a:pt x="0" y="0"/>
                </a:moveTo>
                <a:lnTo>
                  <a:pt x="45178" y="0"/>
                </a:lnTo>
                <a:close/>
                <a:lnTo>
                  <a:pt x="45178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228659" y="566928"/>
            <a:ext cx="2710774" cy="2816352"/>
          </a:xfrm>
          <a:prstGeom prst="rect">
            <a:avLst/>
          </a:prstGeom>
          <a:solidFill>
            <a:srgbClr val="C0392B">
              <a:alpha val="6000"/>
            </a:srgbClr>
          </a:solidFill>
          <a:ln w="12700">
            <a:solidFill>
              <a:srgbClr val="C0392B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178072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97268" y="3441680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185" name="Freeform 184"/>
          <p:cNvSpPr/>
          <p:nvPr/>
        </p:nvSpPr>
        <p:spPr>
          <a:xfrm>
            <a:off x="1826583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705377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87" name="Freeform 186"/>
          <p:cNvSpPr/>
          <p:nvPr/>
        </p:nvSpPr>
        <p:spPr>
          <a:xfrm>
            <a:off x="2475093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353888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189" name="Freeform 188"/>
          <p:cNvSpPr/>
          <p:nvPr/>
        </p:nvSpPr>
        <p:spPr>
          <a:xfrm>
            <a:off x="3123604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002398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91" name="Freeform 190"/>
          <p:cNvSpPr/>
          <p:nvPr/>
        </p:nvSpPr>
        <p:spPr>
          <a:xfrm>
            <a:off x="3772114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650909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193" name="Freeform 192"/>
          <p:cNvSpPr/>
          <p:nvPr/>
        </p:nvSpPr>
        <p:spPr>
          <a:xfrm>
            <a:off x="4420625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299419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300</a:t>
            </a:r>
          </a:p>
        </p:txBody>
      </p:sp>
      <p:sp>
        <p:nvSpPr>
          <p:cNvPr id="195" name="Freeform 194"/>
          <p:cNvSpPr/>
          <p:nvPr/>
        </p:nvSpPr>
        <p:spPr>
          <a:xfrm>
            <a:off x="5069136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947930" y="344168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350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995392" y="3615392"/>
            <a:ext cx="2184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Maximum global stress (MPa)</a:t>
            </a:r>
          </a:p>
        </p:txBody>
      </p:sp>
      <p:sp>
        <p:nvSpPr>
          <p:cNvPr id="198" name="Freeform 197"/>
          <p:cNvSpPr/>
          <p:nvPr/>
        </p:nvSpPr>
        <p:spPr>
          <a:xfrm>
            <a:off x="673179" y="33832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65152" y="330453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0.000</a:t>
            </a:r>
          </a:p>
        </p:txBody>
      </p:sp>
      <p:sp>
        <p:nvSpPr>
          <p:cNvPr id="200" name="Freeform 199"/>
          <p:cNvSpPr/>
          <p:nvPr/>
        </p:nvSpPr>
        <p:spPr>
          <a:xfrm>
            <a:off x="673179" y="298700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265152" y="290825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0.002</a:t>
            </a:r>
          </a:p>
        </p:txBody>
      </p:sp>
      <p:sp>
        <p:nvSpPr>
          <p:cNvPr id="202" name="Freeform 201"/>
          <p:cNvSpPr/>
          <p:nvPr/>
        </p:nvSpPr>
        <p:spPr>
          <a:xfrm>
            <a:off x="673179" y="259073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65152" y="2511981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0.004</a:t>
            </a:r>
          </a:p>
        </p:txBody>
      </p:sp>
      <p:sp>
        <p:nvSpPr>
          <p:cNvPr id="204" name="Freeform 203"/>
          <p:cNvSpPr/>
          <p:nvPr/>
        </p:nvSpPr>
        <p:spPr>
          <a:xfrm>
            <a:off x="673179" y="219445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265152" y="2115707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0.006</a:t>
            </a:r>
          </a:p>
        </p:txBody>
      </p:sp>
      <p:sp>
        <p:nvSpPr>
          <p:cNvPr id="206" name="Freeform 205"/>
          <p:cNvSpPr/>
          <p:nvPr/>
        </p:nvSpPr>
        <p:spPr>
          <a:xfrm>
            <a:off x="673179" y="179818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65152" y="1719433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0.008</a:t>
            </a:r>
          </a:p>
        </p:txBody>
      </p:sp>
      <p:sp>
        <p:nvSpPr>
          <p:cNvPr id="208" name="Freeform 207"/>
          <p:cNvSpPr/>
          <p:nvPr/>
        </p:nvSpPr>
        <p:spPr>
          <a:xfrm>
            <a:off x="673179" y="140190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65152" y="132315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0.010</a:t>
            </a:r>
          </a:p>
        </p:txBody>
      </p:sp>
      <p:sp>
        <p:nvSpPr>
          <p:cNvPr id="210" name="Freeform 209"/>
          <p:cNvSpPr/>
          <p:nvPr/>
        </p:nvSpPr>
        <p:spPr>
          <a:xfrm>
            <a:off x="673179" y="10056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65152" y="92688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0.012</a:t>
            </a:r>
          </a:p>
        </p:txBody>
      </p:sp>
      <p:sp>
        <p:nvSpPr>
          <p:cNvPr id="212" name="Freeform 211"/>
          <p:cNvSpPr/>
          <p:nvPr/>
        </p:nvSpPr>
        <p:spPr>
          <a:xfrm>
            <a:off x="673179" y="6093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65152" y="53061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0.014</a:t>
            </a:r>
          </a:p>
        </p:txBody>
      </p:sp>
      <p:sp>
        <p:nvSpPr>
          <p:cNvPr id="214" name="TextBox 213"/>
          <p:cNvSpPr txBox="1"/>
          <p:nvPr/>
        </p:nvSpPr>
        <p:spPr>
          <a:xfrm rot="16200000">
            <a:off x="92690" y="1759313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215" name="Freeform 214"/>
          <p:cNvSpPr/>
          <p:nvPr/>
        </p:nvSpPr>
        <p:spPr>
          <a:xfrm>
            <a:off x="2228659" y="566928"/>
            <a:ext cx="0" cy="2816352"/>
          </a:xfrm>
          <a:custGeom>
            <a:avLst/>
            <a:gdLst/>
            <a:ahLst/>
            <a:cxnLst/>
            <a:rect l="l" t="t" r="r" b="b"/>
            <a:pathLst>
              <a:path w="0" h="2816352">
                <a:moveTo>
                  <a:pt x="0" y="2816352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717629" y="566928"/>
            <a:ext cx="0" cy="2816352"/>
          </a:xfrm>
          <a:custGeom>
            <a:avLst/>
            <a:gdLst/>
            <a:ahLst/>
            <a:cxnLst/>
            <a:rect l="l" t="t" r="r" b="b"/>
            <a:pathLst>
              <a:path w="0" h="2816352">
                <a:moveTo>
                  <a:pt x="0" y="281635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717629" y="3383280"/>
            <a:ext cx="4422843" cy="0"/>
          </a:xfrm>
          <a:custGeom>
            <a:avLst/>
            <a:gdLst/>
            <a:ahLst/>
            <a:cxnLst/>
            <a:rect l="l" t="t" r="r" b="b"/>
            <a:pathLst>
              <a:path w="4422843" h="0">
                <a:moveTo>
                  <a:pt x="0" y="0"/>
                </a:moveTo>
                <a:lnTo>
                  <a:pt x="4422843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064923" y="627019"/>
            <a:ext cx="10160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1" i="0">
                <a:solidFill>
                  <a:srgbClr val="2E86AB"/>
                </a:solidFill>
                <a:latin typeface="Arial"/>
              </a:rPr>
              <a:t>28% σ reduction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276824" y="370078"/>
            <a:ext cx="17132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Max global stress</a:t>
            </a:r>
          </a:p>
        </p:txBody>
      </p:sp>
      <p:sp>
        <p:nvSpPr>
          <p:cNvPr id="220" name="Freeform 219"/>
          <p:cNvSpPr/>
          <p:nvPr/>
        </p:nvSpPr>
        <p:spPr>
          <a:xfrm>
            <a:off x="3604042" y="617728"/>
            <a:ext cx="1485630" cy="705409"/>
          </a:xfrm>
          <a:custGeom>
            <a:avLst/>
            <a:gdLst/>
            <a:ahLst/>
            <a:cxnLst/>
            <a:rect l="l" t="t" r="r" b="b"/>
            <a:pathLst>
              <a:path w="1485630" h="705409">
                <a:moveTo>
                  <a:pt x="20320" y="705409"/>
                </a:moveTo>
                <a:lnTo>
                  <a:pt x="1465310" y="705409"/>
                </a:lnTo>
                <a:close/>
                <a:lnTo>
                  <a:pt x="1480550" y="700329"/>
                </a:lnTo>
                <a:close/>
                <a:lnTo>
                  <a:pt x="1485630" y="685089"/>
                </a:lnTo>
                <a:close/>
                <a:lnTo>
                  <a:pt x="1485630" y="20320"/>
                </a:lnTo>
                <a:close/>
                <a:lnTo>
                  <a:pt x="1480550" y="5080"/>
                </a:lnTo>
                <a:close/>
                <a:lnTo>
                  <a:pt x="1465310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685089"/>
                </a:lnTo>
                <a:close/>
                <a:lnTo>
                  <a:pt x="5080" y="700329"/>
                </a:lnTo>
                <a:close/>
                <a:lnTo>
                  <a:pt x="20320" y="705409"/>
                </a:lnTo>
                <a:close/>
                <a:lnTo>
                  <a:pt x="20320" y="70540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644682" y="731898"/>
            <a:ext cx="203200" cy="71120"/>
          </a:xfrm>
          <a:prstGeom prst="rect">
            <a:avLst/>
          </a:prstGeom>
          <a:solidFill>
            <a:srgbClr val="E76F5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929162" y="633968"/>
            <a:ext cx="11988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Decoupled (pass 1)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3644682" y="994797"/>
            <a:ext cx="203200" cy="71120"/>
          </a:xfrm>
          <a:prstGeom prst="rect">
            <a:avLst/>
          </a:prstGeom>
          <a:solidFill>
            <a:srgbClr val="2E86A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3929162" y="896868"/>
            <a:ext cx="13208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Coupled steady-state</a:t>
            </a:r>
          </a:p>
        </p:txBody>
      </p:sp>
      <p:sp>
        <p:nvSpPr>
          <p:cNvPr id="225" name="Freeform 224"/>
          <p:cNvSpPr/>
          <p:nvPr/>
        </p:nvSpPr>
        <p:spPr>
          <a:xfrm>
            <a:off x="3644682" y="1225807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929162" y="1159767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618103" y="566928"/>
            <a:ext cx="4020766" cy="11044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6800866" y="1671380"/>
            <a:ext cx="46268" cy="0"/>
          </a:xfrm>
          <a:custGeom>
            <a:avLst/>
            <a:gdLst/>
            <a:ahLst/>
            <a:cxnLst/>
            <a:rect l="l" t="t" r="r" b="b"/>
            <a:pathLst>
              <a:path w="46268" h="0">
                <a:moveTo>
                  <a:pt x="0" y="0"/>
                </a:moveTo>
                <a:lnTo>
                  <a:pt x="46268" y="0"/>
                </a:lnTo>
                <a:close/>
                <a:lnTo>
                  <a:pt x="46268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6847134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6893403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6939672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6985941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7032210" y="1670284"/>
            <a:ext cx="46269" cy="1096"/>
          </a:xfrm>
          <a:custGeom>
            <a:avLst/>
            <a:gdLst/>
            <a:ahLst/>
            <a:cxnLst/>
            <a:rect l="l" t="t" r="r" b="b"/>
            <a:pathLst>
              <a:path w="46269" h="1096">
                <a:moveTo>
                  <a:pt x="0" y="1096"/>
                </a:moveTo>
                <a:lnTo>
                  <a:pt x="46269" y="1096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1096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7078479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7124748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7171017" y="1669188"/>
            <a:ext cx="46269" cy="219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217285" y="1663710"/>
            <a:ext cx="46269" cy="7670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263554" y="1668093"/>
            <a:ext cx="46269" cy="328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309823" y="1664806"/>
            <a:ext cx="46269" cy="657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356092" y="1659327"/>
            <a:ext cx="46269" cy="1205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402361" y="1661519"/>
            <a:ext cx="46269" cy="986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7448630" y="1649466"/>
            <a:ext cx="46269" cy="2191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494899" y="1646179"/>
            <a:ext cx="46269" cy="2520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7541168" y="1641796"/>
            <a:ext cx="46269" cy="2958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587437" y="1608926"/>
            <a:ext cx="46269" cy="6245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633705" y="1612213"/>
            <a:ext cx="46269" cy="5916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679974" y="1599064"/>
            <a:ext cx="46269" cy="7231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726243" y="1585916"/>
            <a:ext cx="46269" cy="8546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772512" y="1551950"/>
            <a:ext cx="46269" cy="119430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818781" y="1512505"/>
            <a:ext cx="46269" cy="15887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865050" y="1507027"/>
            <a:ext cx="46269" cy="16435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911319" y="1402937"/>
            <a:ext cx="46269" cy="26844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7957588" y="1379927"/>
            <a:ext cx="46269" cy="29145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003856" y="1358013"/>
            <a:ext cx="46269" cy="313366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8050125" y="1287890"/>
            <a:ext cx="46269" cy="383490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8096394" y="1195852"/>
            <a:ext cx="46269" cy="475528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8142663" y="1154216"/>
            <a:ext cx="46269" cy="51716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8188932" y="1121345"/>
            <a:ext cx="46269" cy="55003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8235201" y="998628"/>
            <a:ext cx="46269" cy="67275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8281470" y="927409"/>
            <a:ext cx="46269" cy="74397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8327739" y="884677"/>
            <a:ext cx="46269" cy="78670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374008" y="803596"/>
            <a:ext cx="46269" cy="86778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420276" y="807979"/>
            <a:ext cx="46269" cy="86340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8466545" y="734568"/>
            <a:ext cx="46269" cy="936812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8512814" y="664444"/>
            <a:ext cx="46269" cy="1006936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8559083" y="619521"/>
            <a:ext cx="46269" cy="1051859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8605352" y="681975"/>
            <a:ext cx="46269" cy="98940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8651621" y="755386"/>
            <a:ext cx="46269" cy="91599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8697890" y="676497"/>
            <a:ext cx="46269" cy="994883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8744159" y="741142"/>
            <a:ext cx="46269" cy="930238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8790427" y="803596"/>
            <a:ext cx="46269" cy="86778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8836696" y="855093"/>
            <a:ext cx="46269" cy="816286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882965" y="882486"/>
            <a:ext cx="46269" cy="78889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8929234" y="924122"/>
            <a:ext cx="46269" cy="747258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8975503" y="985480"/>
            <a:ext cx="46269" cy="685900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021772" y="1095049"/>
            <a:ext cx="46269" cy="57633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068041" y="1180512"/>
            <a:ext cx="46269" cy="49086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114310" y="1191469"/>
            <a:ext cx="46269" cy="47991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160579" y="1285698"/>
            <a:ext cx="46269" cy="385682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206847" y="1308708"/>
            <a:ext cx="46269" cy="362672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253116" y="1418276"/>
            <a:ext cx="46269" cy="25310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299385" y="1470869"/>
            <a:ext cx="46269" cy="20051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345654" y="1486209"/>
            <a:ext cx="46269" cy="18517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391923" y="1526749"/>
            <a:ext cx="46269" cy="14463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438192" y="1564003"/>
            <a:ext cx="46269" cy="10737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484461" y="1579342"/>
            <a:ext cx="46269" cy="92038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530730" y="1582629"/>
            <a:ext cx="46269" cy="8875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576998" y="1615500"/>
            <a:ext cx="46269" cy="55880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623267" y="1625361"/>
            <a:ext cx="46269" cy="46019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669536" y="1622074"/>
            <a:ext cx="46269" cy="49306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9715805" y="1645083"/>
            <a:ext cx="46269" cy="26296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9762074" y="1652753"/>
            <a:ext cx="46269" cy="1862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9808343" y="1661519"/>
            <a:ext cx="46269" cy="986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854612" y="1654944"/>
            <a:ext cx="46269" cy="1643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900881" y="1664806"/>
            <a:ext cx="46269" cy="6574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9947150" y="1670284"/>
            <a:ext cx="46268" cy="1096"/>
          </a:xfrm>
          <a:custGeom>
            <a:avLst/>
            <a:gdLst/>
            <a:ahLst/>
            <a:cxnLst/>
            <a:rect l="l" t="t" r="r" b="b"/>
            <a:pathLst>
              <a:path w="46268" h="1096">
                <a:moveTo>
                  <a:pt x="0" y="1096"/>
                </a:moveTo>
                <a:lnTo>
                  <a:pt x="46268" y="1096"/>
                </a:lnTo>
                <a:close/>
                <a:lnTo>
                  <a:pt x="46268" y="0"/>
                </a:lnTo>
                <a:close/>
                <a:lnTo>
                  <a:pt x="0" y="0"/>
                </a:lnTo>
                <a:close/>
                <a:lnTo>
                  <a:pt x="0" y="1096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9993418" y="1668093"/>
            <a:ext cx="46269" cy="3287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39687" y="1669188"/>
            <a:ext cx="46269" cy="2191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0085956" y="1670284"/>
            <a:ext cx="46269" cy="1096"/>
          </a:xfrm>
          <a:custGeom>
            <a:avLst/>
            <a:gdLst/>
            <a:ahLst/>
            <a:cxnLst/>
            <a:rect l="l" t="t" r="r" b="b"/>
            <a:pathLst>
              <a:path w="46269" h="1096">
                <a:moveTo>
                  <a:pt x="0" y="1096"/>
                </a:moveTo>
                <a:lnTo>
                  <a:pt x="46269" y="1096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1096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0132225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0178494" y="1670284"/>
            <a:ext cx="46269" cy="1096"/>
          </a:xfrm>
          <a:custGeom>
            <a:avLst/>
            <a:gdLst/>
            <a:ahLst/>
            <a:cxnLst/>
            <a:rect l="l" t="t" r="r" b="b"/>
            <a:pathLst>
              <a:path w="46269" h="1096">
                <a:moveTo>
                  <a:pt x="0" y="1096"/>
                </a:moveTo>
                <a:lnTo>
                  <a:pt x="46269" y="1096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1096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10224763" y="1670284"/>
            <a:ext cx="46269" cy="1096"/>
          </a:xfrm>
          <a:custGeom>
            <a:avLst/>
            <a:gdLst/>
            <a:ahLst/>
            <a:cxnLst/>
            <a:rect l="l" t="t" r="r" b="b"/>
            <a:pathLst>
              <a:path w="46269" h="1096">
                <a:moveTo>
                  <a:pt x="0" y="1096"/>
                </a:moveTo>
                <a:lnTo>
                  <a:pt x="46269" y="1096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1096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0271032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10317301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10363570" y="1671380"/>
            <a:ext cx="46268" cy="0"/>
          </a:xfrm>
          <a:custGeom>
            <a:avLst/>
            <a:gdLst/>
            <a:ahLst/>
            <a:cxnLst/>
            <a:rect l="l" t="t" r="r" b="b"/>
            <a:pathLst>
              <a:path w="46268" h="0">
                <a:moveTo>
                  <a:pt x="0" y="0"/>
                </a:moveTo>
                <a:lnTo>
                  <a:pt x="46268" y="0"/>
                </a:lnTo>
                <a:close/>
                <a:lnTo>
                  <a:pt x="46268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10409838" y="1671380"/>
            <a:ext cx="46269" cy="0"/>
          </a:xfrm>
          <a:custGeom>
            <a:avLst/>
            <a:gdLst/>
            <a:ahLst/>
            <a:cxnLst/>
            <a:rect l="l" t="t" r="r" b="b"/>
            <a:pathLst>
              <a:path w="46269" h="0">
                <a:moveTo>
                  <a:pt x="0" y="0"/>
                </a:moveTo>
                <a:lnTo>
                  <a:pt x="46269" y="0"/>
                </a:lnTo>
                <a:close/>
                <a:lnTo>
                  <a:pt x="4626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7305632" y="16713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7199592" y="1737405"/>
            <a:ext cx="3238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0.90</a:t>
            </a:r>
          </a:p>
        </p:txBody>
      </p:sp>
      <p:sp>
        <p:nvSpPr>
          <p:cNvPr id="309" name="Freeform 308"/>
          <p:cNvSpPr/>
          <p:nvPr/>
        </p:nvSpPr>
        <p:spPr>
          <a:xfrm>
            <a:off x="8280363" y="16713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8174323" y="1737405"/>
            <a:ext cx="3238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1.05</a:t>
            </a:r>
          </a:p>
        </p:txBody>
      </p:sp>
      <p:sp>
        <p:nvSpPr>
          <p:cNvPr id="311" name="Freeform 310"/>
          <p:cNvSpPr/>
          <p:nvPr/>
        </p:nvSpPr>
        <p:spPr>
          <a:xfrm>
            <a:off x="9255094" y="16713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9149054" y="1737405"/>
            <a:ext cx="3238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1.20</a:t>
            </a:r>
          </a:p>
        </p:txBody>
      </p:sp>
      <p:sp>
        <p:nvSpPr>
          <p:cNvPr id="313" name="Freeform 312"/>
          <p:cNvSpPr/>
          <p:nvPr/>
        </p:nvSpPr>
        <p:spPr>
          <a:xfrm>
            <a:off x="10229825" y="16713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0123785" y="1737405"/>
            <a:ext cx="3238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1.35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545905" y="1877339"/>
            <a:ext cx="3670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keff</a:t>
            </a:r>
          </a:p>
        </p:txBody>
      </p:sp>
      <p:sp>
        <p:nvSpPr>
          <p:cNvPr id="316" name="Freeform 315"/>
          <p:cNvSpPr/>
          <p:nvPr/>
        </p:nvSpPr>
        <p:spPr>
          <a:xfrm>
            <a:off x="6573653" y="16713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6468601" y="1612317"/>
            <a:ext cx="1524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18" name="Freeform 317"/>
          <p:cNvSpPr/>
          <p:nvPr/>
        </p:nvSpPr>
        <p:spPr>
          <a:xfrm>
            <a:off x="6573653" y="135931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6468601" y="1300255"/>
            <a:ext cx="1524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20" name="Freeform 319"/>
          <p:cNvSpPr/>
          <p:nvPr/>
        </p:nvSpPr>
        <p:spPr>
          <a:xfrm>
            <a:off x="6573653" y="10472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6468601" y="988192"/>
            <a:ext cx="1524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22" name="Freeform 321"/>
          <p:cNvSpPr/>
          <p:nvPr/>
        </p:nvSpPr>
        <p:spPr>
          <a:xfrm>
            <a:off x="6573653" y="73519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6468601" y="676130"/>
            <a:ext cx="1524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24" name="TextBox 323"/>
          <p:cNvSpPr txBox="1"/>
          <p:nvPr/>
        </p:nvSpPr>
        <p:spPr>
          <a:xfrm rot="16200000">
            <a:off x="6320471" y="946521"/>
            <a:ext cx="5283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325" name="Freeform 324"/>
          <p:cNvSpPr/>
          <p:nvPr/>
        </p:nvSpPr>
        <p:spPr>
          <a:xfrm>
            <a:off x="6618103" y="566928"/>
            <a:ext cx="0" cy="1104452"/>
          </a:xfrm>
          <a:custGeom>
            <a:avLst/>
            <a:gdLst/>
            <a:ahLst/>
            <a:cxnLst/>
            <a:rect l="l" t="t" r="r" b="b"/>
            <a:pathLst>
              <a:path w="0" h="1104452">
                <a:moveTo>
                  <a:pt x="0" y="110445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6618103" y="1671380"/>
            <a:ext cx="4020766" cy="0"/>
          </a:xfrm>
          <a:custGeom>
            <a:avLst/>
            <a:gdLst/>
            <a:ahLst/>
            <a:cxnLst/>
            <a:rect l="l" t="t" r="r" b="b"/>
            <a:pathLst>
              <a:path w="4020766" h="0">
                <a:moveTo>
                  <a:pt x="0" y="0"/>
                </a:moveTo>
                <a:lnTo>
                  <a:pt x="4020766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7635219" y="376428"/>
            <a:ext cx="25146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(B)  keff — decoupled (broad scale)</a:t>
            </a:r>
          </a:p>
        </p:txBody>
      </p:sp>
      <p:sp>
        <p:nvSpPr>
          <p:cNvPr id="328" name="Freeform 327"/>
          <p:cNvSpPr/>
          <p:nvPr/>
        </p:nvSpPr>
        <p:spPr>
          <a:xfrm>
            <a:off x="8731265" y="614553"/>
            <a:ext cx="1859979" cy="168384"/>
          </a:xfrm>
          <a:custGeom>
            <a:avLst/>
            <a:gdLst/>
            <a:ahLst/>
            <a:cxnLst/>
            <a:rect l="l" t="t" r="r" b="b"/>
            <a:pathLst>
              <a:path w="1859979" h="168384">
                <a:moveTo>
                  <a:pt x="19050" y="168384"/>
                </a:moveTo>
                <a:lnTo>
                  <a:pt x="1840929" y="168384"/>
                </a:lnTo>
                <a:close/>
                <a:lnTo>
                  <a:pt x="1855217" y="163622"/>
                </a:lnTo>
                <a:close/>
                <a:lnTo>
                  <a:pt x="1859979" y="149334"/>
                </a:lnTo>
                <a:close/>
                <a:lnTo>
                  <a:pt x="1859979" y="19050"/>
                </a:lnTo>
                <a:close/>
                <a:lnTo>
                  <a:pt x="1855217" y="4763"/>
                </a:lnTo>
                <a:close/>
                <a:lnTo>
                  <a:pt x="1840929" y="0"/>
                </a:lnTo>
                <a:close/>
                <a:lnTo>
                  <a:pt x="19050" y="0"/>
                </a:lnTo>
                <a:close/>
                <a:lnTo>
                  <a:pt x="4762" y="4763"/>
                </a:lnTo>
                <a:close/>
                <a:lnTo>
                  <a:pt x="0" y="19050"/>
                </a:lnTo>
                <a:close/>
                <a:lnTo>
                  <a:pt x="0" y="149334"/>
                </a:lnTo>
                <a:close/>
                <a:lnTo>
                  <a:pt x="4762" y="163622"/>
                </a:lnTo>
                <a:close/>
                <a:lnTo>
                  <a:pt x="19050" y="168384"/>
                </a:lnTo>
                <a:close/>
                <a:lnTo>
                  <a:pt x="19050" y="168384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8769365" y="658353"/>
            <a:ext cx="190500" cy="66675"/>
          </a:xfrm>
          <a:prstGeom prst="rect">
            <a:avLst/>
          </a:prstGeom>
          <a:solidFill>
            <a:srgbClr val="E76F5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9036065" y="629778"/>
            <a:ext cx="18097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Decoupled (pass 1)  σ = 0.0625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6618103" y="2278828"/>
            <a:ext cx="4020766" cy="11044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6800866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6862819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6924772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6986725" y="3383280"/>
            <a:ext cx="61954" cy="0"/>
          </a:xfrm>
          <a:custGeom>
            <a:avLst/>
            <a:gdLst/>
            <a:ahLst/>
            <a:cxnLst/>
            <a:rect l="l" t="t" r="r" b="b"/>
            <a:pathLst>
              <a:path w="61954" h="0">
                <a:moveTo>
                  <a:pt x="0" y="0"/>
                </a:moveTo>
                <a:lnTo>
                  <a:pt x="61954" y="0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7048679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7110632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7172585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7234538" y="3383280"/>
            <a:ext cx="61954" cy="0"/>
          </a:xfrm>
          <a:custGeom>
            <a:avLst/>
            <a:gdLst/>
            <a:ahLst/>
            <a:cxnLst/>
            <a:rect l="l" t="t" r="r" b="b"/>
            <a:pathLst>
              <a:path w="61954" h="0">
                <a:moveTo>
                  <a:pt x="0" y="0"/>
                </a:moveTo>
                <a:lnTo>
                  <a:pt x="61954" y="0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7296492" y="3382667"/>
            <a:ext cx="61953" cy="613"/>
          </a:xfrm>
          <a:custGeom>
            <a:avLst/>
            <a:gdLst/>
            <a:ahLst/>
            <a:cxnLst/>
            <a:rect l="l" t="t" r="r" b="b"/>
            <a:pathLst>
              <a:path w="61953" h="613">
                <a:moveTo>
                  <a:pt x="0" y="613"/>
                </a:moveTo>
                <a:lnTo>
                  <a:pt x="61953" y="613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613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7358445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7420398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7482351" y="3382667"/>
            <a:ext cx="61954" cy="613"/>
          </a:xfrm>
          <a:custGeom>
            <a:avLst/>
            <a:gdLst/>
            <a:ahLst/>
            <a:cxnLst/>
            <a:rect l="l" t="t" r="r" b="b"/>
            <a:pathLst>
              <a:path w="61954" h="613">
                <a:moveTo>
                  <a:pt x="0" y="613"/>
                </a:moveTo>
                <a:lnTo>
                  <a:pt x="61954" y="613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613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7544305" y="3379604"/>
            <a:ext cx="61953" cy="367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7606258" y="3379604"/>
            <a:ext cx="61953" cy="367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668211" y="3374091"/>
            <a:ext cx="61953" cy="918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7730164" y="3371028"/>
            <a:ext cx="61953" cy="1225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7792118" y="3354487"/>
            <a:ext cx="61953" cy="2879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7854071" y="3326919"/>
            <a:ext cx="61953" cy="5636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7916024" y="3298127"/>
            <a:ext cx="61953" cy="8515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7977977" y="3262595"/>
            <a:ext cx="61953" cy="12068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8039931" y="3187243"/>
            <a:ext cx="61953" cy="19603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8101884" y="3114342"/>
            <a:ext cx="61953" cy="26893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8163837" y="3029189"/>
            <a:ext cx="61953" cy="35409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8225790" y="2902990"/>
            <a:ext cx="61953" cy="48029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8287744" y="2785368"/>
            <a:ext cx="61953" cy="59791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8349697" y="2696539"/>
            <a:ext cx="61953" cy="68674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8411650" y="2563602"/>
            <a:ext cx="61953" cy="81967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8473603" y="2447818"/>
            <a:ext cx="61953" cy="93546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8535557" y="2431277"/>
            <a:ext cx="61953" cy="95200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8597510" y="2331421"/>
            <a:ext cx="61953" cy="105185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8659463" y="2419638"/>
            <a:ext cx="61953" cy="96364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721416" y="2466809"/>
            <a:ext cx="61953" cy="91647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8783370" y="2585656"/>
            <a:ext cx="61953" cy="79762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8845323" y="2702665"/>
            <a:ext cx="61953" cy="68061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8907276" y="2759026"/>
            <a:ext cx="61953" cy="62425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8969229" y="2934846"/>
            <a:ext cx="61953" cy="44843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031183" y="3008360"/>
            <a:ext cx="61953" cy="37492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9093136" y="3127820"/>
            <a:ext cx="61953" cy="25546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9155089" y="3192144"/>
            <a:ext cx="61953" cy="19113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9217042" y="3251568"/>
            <a:ext cx="61953" cy="13171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9278996" y="3306091"/>
            <a:ext cx="61953" cy="7718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9340949" y="3326307"/>
            <a:ext cx="61953" cy="5697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9402902" y="3348361"/>
            <a:ext cx="61953" cy="3491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9464855" y="3364902"/>
            <a:ext cx="61953" cy="1837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9526809" y="3375316"/>
            <a:ext cx="61953" cy="796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588762" y="3378379"/>
            <a:ext cx="61953" cy="490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9650715" y="3382055"/>
            <a:ext cx="61953" cy="1225"/>
          </a:xfrm>
          <a:custGeom>
            <a:avLst/>
            <a:gdLst/>
            <a:ahLst/>
            <a:cxnLst/>
            <a:rect l="l" t="t" r="r" b="b"/>
            <a:pathLst>
              <a:path w="61953" h="1225">
                <a:moveTo>
                  <a:pt x="0" y="1225"/>
                </a:moveTo>
                <a:lnTo>
                  <a:pt x="61953" y="1225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1225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9712668" y="3382055"/>
            <a:ext cx="61954" cy="1225"/>
          </a:xfrm>
          <a:custGeom>
            <a:avLst/>
            <a:gdLst/>
            <a:ahLst/>
            <a:cxnLst/>
            <a:rect l="l" t="t" r="r" b="b"/>
            <a:pathLst>
              <a:path w="61954" h="1225">
                <a:moveTo>
                  <a:pt x="0" y="1225"/>
                </a:moveTo>
                <a:lnTo>
                  <a:pt x="61954" y="1225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1225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9774622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9836575" y="3382667"/>
            <a:ext cx="61953" cy="613"/>
          </a:xfrm>
          <a:custGeom>
            <a:avLst/>
            <a:gdLst/>
            <a:ahLst/>
            <a:cxnLst/>
            <a:rect l="l" t="t" r="r" b="b"/>
            <a:pathLst>
              <a:path w="61953" h="613">
                <a:moveTo>
                  <a:pt x="0" y="613"/>
                </a:moveTo>
                <a:lnTo>
                  <a:pt x="61953" y="613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613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9898528" y="3382667"/>
            <a:ext cx="61953" cy="613"/>
          </a:xfrm>
          <a:custGeom>
            <a:avLst/>
            <a:gdLst/>
            <a:ahLst/>
            <a:cxnLst/>
            <a:rect l="l" t="t" r="r" b="b"/>
            <a:pathLst>
              <a:path w="61953" h="613">
                <a:moveTo>
                  <a:pt x="0" y="613"/>
                </a:moveTo>
                <a:lnTo>
                  <a:pt x="61953" y="613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613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9960481" y="3383280"/>
            <a:ext cx="61954" cy="0"/>
          </a:xfrm>
          <a:custGeom>
            <a:avLst/>
            <a:gdLst/>
            <a:ahLst/>
            <a:cxnLst/>
            <a:rect l="l" t="t" r="r" b="b"/>
            <a:pathLst>
              <a:path w="61954" h="0">
                <a:moveTo>
                  <a:pt x="0" y="0"/>
                </a:moveTo>
                <a:lnTo>
                  <a:pt x="61954" y="0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0022435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0084388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10146341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0208294" y="3383280"/>
            <a:ext cx="61954" cy="0"/>
          </a:xfrm>
          <a:custGeom>
            <a:avLst/>
            <a:gdLst/>
            <a:ahLst/>
            <a:cxnLst/>
            <a:rect l="l" t="t" r="r" b="b"/>
            <a:pathLst>
              <a:path w="61954" h="0">
                <a:moveTo>
                  <a:pt x="0" y="0"/>
                </a:moveTo>
                <a:lnTo>
                  <a:pt x="61954" y="0"/>
                </a:lnTo>
                <a:close/>
                <a:lnTo>
                  <a:pt x="6195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10270248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10332201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10394154" y="3383280"/>
            <a:ext cx="61953" cy="0"/>
          </a:xfrm>
          <a:custGeom>
            <a:avLst/>
            <a:gdLst/>
            <a:ahLst/>
            <a:cxnLst/>
            <a:rect l="l" t="t" r="r" b="b"/>
            <a:pathLst>
              <a:path w="61953" h="0">
                <a:moveTo>
                  <a:pt x="0" y="0"/>
                </a:moveTo>
                <a:lnTo>
                  <a:pt x="61953" y="0"/>
                </a:lnTo>
                <a:close/>
                <a:lnTo>
                  <a:pt x="6195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7347848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7224626" y="3449305"/>
            <a:ext cx="3810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-35.7</a:t>
            </a:r>
          </a:p>
        </p:txBody>
      </p:sp>
      <p:sp>
        <p:nvSpPr>
          <p:cNvPr id="393" name="Freeform 392"/>
          <p:cNvSpPr/>
          <p:nvPr/>
        </p:nvSpPr>
        <p:spPr>
          <a:xfrm>
            <a:off x="8244103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8120880" y="3449305"/>
            <a:ext cx="3810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-10.7</a:t>
            </a:r>
          </a:p>
        </p:txBody>
      </p:sp>
      <p:sp>
        <p:nvSpPr>
          <p:cNvPr id="395" name="Freeform 394"/>
          <p:cNvSpPr/>
          <p:nvPr/>
        </p:nvSpPr>
        <p:spPr>
          <a:xfrm>
            <a:off x="9140357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8994409" y="3449305"/>
            <a:ext cx="3810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+14.3</a:t>
            </a:r>
          </a:p>
        </p:txBody>
      </p:sp>
      <p:sp>
        <p:nvSpPr>
          <p:cNvPr id="397" name="Freeform 396"/>
          <p:cNvSpPr/>
          <p:nvPr/>
        </p:nvSpPr>
        <p:spPr>
          <a:xfrm>
            <a:off x="10036611" y="33832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9890663" y="3449305"/>
            <a:ext cx="3810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+39.3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8192114" y="3608259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keff−̄keff(×10−4)</a:t>
            </a:r>
          </a:p>
        </p:txBody>
      </p:sp>
      <p:sp>
        <p:nvSpPr>
          <p:cNvPr id="400" name="Freeform 399"/>
          <p:cNvSpPr/>
          <p:nvPr/>
        </p:nvSpPr>
        <p:spPr>
          <a:xfrm>
            <a:off x="6573653" y="33832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6468601" y="3324218"/>
            <a:ext cx="1524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02" name="Freeform 401"/>
          <p:cNvSpPr/>
          <p:nvPr/>
        </p:nvSpPr>
        <p:spPr>
          <a:xfrm>
            <a:off x="6573653" y="295981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6347395" y="2900750"/>
            <a:ext cx="2667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04" name="Freeform 403"/>
          <p:cNvSpPr/>
          <p:nvPr/>
        </p:nvSpPr>
        <p:spPr>
          <a:xfrm>
            <a:off x="6573653" y="25363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6347395" y="2477283"/>
            <a:ext cx="2667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406" name="TextBox 405"/>
          <p:cNvSpPr txBox="1"/>
          <p:nvPr/>
        </p:nvSpPr>
        <p:spPr>
          <a:xfrm rot="16200000">
            <a:off x="6199265" y="2658421"/>
            <a:ext cx="5283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407" name="Freeform 406"/>
          <p:cNvSpPr/>
          <p:nvPr/>
        </p:nvSpPr>
        <p:spPr>
          <a:xfrm>
            <a:off x="6618103" y="2278828"/>
            <a:ext cx="0" cy="1104452"/>
          </a:xfrm>
          <a:custGeom>
            <a:avLst/>
            <a:gdLst/>
            <a:ahLst/>
            <a:cxnLst/>
            <a:rect l="l" t="t" r="r" b="b"/>
            <a:pathLst>
              <a:path w="0" h="1104452">
                <a:moveTo>
                  <a:pt x="0" y="110445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6618103" y="3383280"/>
            <a:ext cx="4020766" cy="0"/>
          </a:xfrm>
          <a:custGeom>
            <a:avLst/>
            <a:gdLst/>
            <a:ahLst/>
            <a:cxnLst/>
            <a:rect l="l" t="t" r="r" b="b"/>
            <a:pathLst>
              <a:path w="4020766" h="0">
                <a:moveTo>
                  <a:pt x="0" y="0"/>
                </a:moveTo>
                <a:lnTo>
                  <a:pt x="4020766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9485201" y="2289087"/>
            <a:ext cx="10668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1" i="0">
                <a:solidFill>
                  <a:srgbClr val="2E86AB"/>
                </a:solidFill>
                <a:latin typeface="Arial"/>
              </a:rPr>
              <a:t>74× σ compression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7671795" y="2088328"/>
            <a:ext cx="230886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(C)  keff — coupled (zoomed ×74)</a:t>
            </a:r>
          </a:p>
        </p:txBody>
      </p:sp>
      <p:sp>
        <p:nvSpPr>
          <p:cNvPr id="411" name="Freeform 410"/>
          <p:cNvSpPr/>
          <p:nvPr/>
        </p:nvSpPr>
        <p:spPr>
          <a:xfrm>
            <a:off x="8544620" y="2326453"/>
            <a:ext cx="2046624" cy="168384"/>
          </a:xfrm>
          <a:custGeom>
            <a:avLst/>
            <a:gdLst/>
            <a:ahLst/>
            <a:cxnLst/>
            <a:rect l="l" t="t" r="r" b="b"/>
            <a:pathLst>
              <a:path w="2046624" h="168384">
                <a:moveTo>
                  <a:pt x="19050" y="168384"/>
                </a:moveTo>
                <a:lnTo>
                  <a:pt x="2027574" y="168384"/>
                </a:lnTo>
                <a:close/>
                <a:lnTo>
                  <a:pt x="2041862" y="163622"/>
                </a:lnTo>
                <a:close/>
                <a:lnTo>
                  <a:pt x="2046624" y="149334"/>
                </a:lnTo>
                <a:close/>
                <a:lnTo>
                  <a:pt x="2046624" y="19050"/>
                </a:lnTo>
                <a:close/>
                <a:lnTo>
                  <a:pt x="2041862" y="4763"/>
                </a:lnTo>
                <a:close/>
                <a:lnTo>
                  <a:pt x="2027574" y="0"/>
                </a:lnTo>
                <a:close/>
                <a:lnTo>
                  <a:pt x="19050" y="0"/>
                </a:lnTo>
                <a:close/>
                <a:lnTo>
                  <a:pt x="4762" y="4763"/>
                </a:lnTo>
                <a:close/>
                <a:lnTo>
                  <a:pt x="0" y="19050"/>
                </a:lnTo>
                <a:close/>
                <a:lnTo>
                  <a:pt x="0" y="149334"/>
                </a:lnTo>
                <a:close/>
                <a:lnTo>
                  <a:pt x="4762" y="163622"/>
                </a:lnTo>
                <a:close/>
                <a:lnTo>
                  <a:pt x="19050" y="168384"/>
                </a:lnTo>
                <a:close/>
                <a:lnTo>
                  <a:pt x="19050" y="168384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8582720" y="2370253"/>
            <a:ext cx="190500" cy="666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8849420" y="2341678"/>
            <a:ext cx="20383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Coupled steady-state  σ = 8.50e-04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2945372" y="55507"/>
            <a:ext cx="55473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3 (v1) | Forward UQ — coupling effect on uncertainty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94184" cy="43498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6826" y="598018"/>
            <a:ext cx="3747208" cy="31326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17606" y="2987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355034" y="1034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504379" y="1184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137872" y="7137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980818" y="1662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135534" y="18736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663062" y="2102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079881" y="9703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520472" y="19516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142396" y="1867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584715" y="1564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3539946" y="1987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805768" y="9972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699908" y="13931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126438" y="26006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764206" y="25480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496992" y="2897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41695" y="3091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432348" y="20762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912477" y="2136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149776" y="1325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555127" y="270303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054289" y="236715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373298" y="1122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570517" y="11724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928576" y="29570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018094" y="21635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049598" y="26066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177540" y="1602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523968" y="2226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570246" y="34350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651437" y="2257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800664" y="21990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16320" y="2006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918084" y="780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303396" y="27453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447633" y="966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860341" y="17561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870564" y="1675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144042" y="24163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978755" y="1867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198605" y="11378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58772" y="1334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008810" y="13927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206100" y="3237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133032" y="2107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189796" y="2295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504603" y="38351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412000" y="2963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60419" y="2109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53429" y="193091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554394" y="270147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253173" y="3600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86900" y="2593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912503" y="1609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245608" y="3143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72021" y="18720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522642" y="2112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251372" y="14938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650744" y="18359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016320" y="16584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046891" y="1047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268806" y="3332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494820" y="22537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015825" y="2448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450812" y="2630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741797" y="2174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097141" y="2924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2142206" y="2440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697626" y="265496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615475" y="2017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606525" y="2963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772943" y="2744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594336" y="231576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4428143" y="2274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837387" y="2275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3206962" y="22470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377885" y="3250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405747" y="27675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775346" y="1946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174504" y="1549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840944" y="1209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04520" y="1701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3189096" y="1908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3908210" y="1777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895934" y="177833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2687225" y="228799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91105" y="2453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630524" y="1383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232254" y="23386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241249" y="1527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264219" y="16427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617635" y="2699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567157" y="2448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102925" y="19847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766013" y="12236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3593271" y="2803460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765696" y="21120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3117012" y="20262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988308" y="16038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2367091" y="20473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389111" y="1989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932755" y="2181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3254732" y="18646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130982" y="2062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4708157" y="19918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728325" y="2543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4065138" y="2245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86087" y="1671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49546" y="24393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186170" y="2371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808451" y="20507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2950857" y="17394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202554" y="2151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808368" y="2065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364959" y="12728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594091" y="17997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058774" y="2731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3844539" y="1657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686434" y="3445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289634" y="21245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120645" y="17580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659148" y="2044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3006657" y="21909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3713658" y="1060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735788" y="2490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112807" y="1269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761763" y="2463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3083986" y="2395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932402" y="13905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3336859" y="28645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971098" y="206758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2960450" y="14880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3315654" y="14811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510641" y="1425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171706" y="2892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183586" y="1538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273291" y="1442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920862" y="1451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3103967" y="25878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3043019" y="21631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983385" y="2577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2785946" y="2841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887228" y="2193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3299468" y="2014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782782" y="3195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2370048" y="291042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3717901" y="2918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2793259" y="2301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3350675" y="2108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3396109" y="12842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3117764" y="2217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2363539" y="22465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2637075" y="3338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2240100" y="3138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323014" y="1777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2732811" y="1769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2239290" y="2287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2949411" y="1860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785086" y="4316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3320092" y="28916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531442" y="2449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91049" y="2805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73118" y="28503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2892829" y="22574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2512885" y="1841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036336" y="2414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420907" y="1846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673263" y="213800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2810045" y="28718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099810" y="2079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045686" y="247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3083523" y="2257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2626642" y="1422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2019188" y="2269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2597939" y="2354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2921976" y="232417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718170" y="192286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2657382" y="254060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3071592" y="2569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723593" y="24971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233798" y="2217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574300" y="18572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299580" y="29245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349962" y="2068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112830" y="2613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3227034" y="2542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444614" y="2227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802011" y="1734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3426549" y="15258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3078095" y="1885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3056304" y="1899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431626" y="1899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899642" y="2008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3993999" y="30764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243776" y="1591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3939447" y="1126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900191" y="2024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2061419" y="2531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274099" y="8281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2475469" y="1698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468412" y="1681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556891" y="2274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956125" y="16155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860634" y="2302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057981" y="2363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3160991" y="2430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2448173" y="2325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306325" y="2706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997400" y="14839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398994" y="38107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192081" y="8234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3055757" y="25378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2504759" y="2960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3151320" y="29871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2915672" y="2777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439175" y="23142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924364" y="21883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2431558" y="3055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562629" y="2679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2217784" y="17263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714196" y="22485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760547" y="926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3146589" y="3546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3502543" y="1431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3143183" y="231096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2327011" y="21275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2309098" y="2162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2757600" y="2344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3160943" y="2758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3871119" y="19115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867400" y="1760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2041945" y="17378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3252527" y="2556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3372346" y="21946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4120522" y="23837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121348" y="2307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2576866" y="1948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484846" y="1947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159611" y="29327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2205305" y="1861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1996920" y="1809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2138538" y="36543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2962006" y="1939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2324003" y="14771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3666532" y="2729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3279275" y="14363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2538198" y="2901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243789" y="2649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3121285" y="3032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2065405" y="2260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2657772" y="28935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648478" y="2331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2183815" y="14030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743267" y="2409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113596" y="2530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245885" y="2404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2309524" y="2046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2166978" y="1788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2252921" y="3155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2230045" y="2002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576567" y="25197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2788278" y="2855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2229605" y="1554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3041098" y="2500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466530" y="3259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2976220" y="25937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3269673" y="24678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822955" y="2180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2827423" y="18173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2615535" y="983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2480938" y="2248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2779055" y="157483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2206414" y="19363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2409905" y="20525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3370665" y="2658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2392007" y="1200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813113" y="24671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316070" y="1334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310110" y="1887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165933" y="1758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2587050" y="27010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2658136" y="26668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1449151" y="91202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2963240" y="2435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2111792" y="31509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2353709" y="25202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3777889" y="183994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4325704" y="3012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2921409" y="192588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2938477" y="3081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1544848" y="21845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2098990" y="24176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2379602" y="1473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2597191" y="2100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994235" y="2350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2437546" y="23062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2155946" y="2124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3525700" y="30438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315857" y="1503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1605251" y="142568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3418262" y="2143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3705045" y="2323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1996917" y="231845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2592720" y="18952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2205242" y="17670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766921" y="1767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477449" y="21721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2696757" y="1710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2130813" y="2857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2620351" y="12678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636630" y="2108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585534" y="2543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2626826" y="1627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2751538" y="210075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2904148" y="2039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2415413" y="1236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2022782" y="28868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2681918" y="1651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2042683" y="2779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2460387" y="1809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130057" y="1635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2200134" y="8233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3235957" y="2684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2821886" y="17562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3156471" y="31673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2093605" y="26543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305425" y="23557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3103979" y="183661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2892399" y="24976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694675" y="2476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3204478" y="2392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2229109" y="23063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969395" y="9680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3353172" y="26633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2154000" y="2364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2524996" y="145093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638183" y="1499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745127" y="22117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468053" y="1871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2499403" y="1844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748220" y="263585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3275018" y="31266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839073" y="32692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3214750" y="1637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2560789" y="23664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2821476" y="1707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2686542" y="2575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2254341" y="1931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2598484" y="1333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2381624" y="33043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779433" y="2175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2725031" y="245121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695092" y="1361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3642364" y="2867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3290650" y="2442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3103293" y="2342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3593270" y="2902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2620555" y="2380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2142321" y="16637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3068365" y="31617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2348161" y="30531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3269047" y="2062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569807" y="2739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1617525" y="1939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3390188" y="2983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2980876" y="23160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2184892" y="27887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1331446" y="19390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2877926" y="1731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3241818" y="889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2235705" y="159866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3339115" y="2492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338275" y="14853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523857" y="3153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2455197" y="2061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4047525" y="24526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2130297" y="27208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2791720" y="1326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3064440" y="3063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532327" y="29562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528764" y="2495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2382537" y="2489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916258" y="1990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2548553" y="25281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3492127" y="2609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2019015" y="294282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2676592" y="24277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942579" y="1060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777171" y="211224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2805280" y="28722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2869057" y="2152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3783101" y="16341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3320962" y="1989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4166460" y="1802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2213405" y="1385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2488974" y="11607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3012836" y="2915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425254" y="1622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2793731" y="15764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3038398" y="2090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3823338" y="2526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510848" y="24788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2982458" y="16425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3025835" y="2846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3170428" y="13325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3157714" y="2212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2991301" y="18531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3270369" y="1406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879531" y="2340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714707" y="1576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3361643" y="24442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3244300" y="1763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1962346" y="860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491585" y="2578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2977381" y="24726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2163526" y="17189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764577" y="19852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093130" y="29505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3495808" y="1983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3033732" y="2274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2006522" y="16774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711421" y="2076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3436414" y="1728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2699037" y="2175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3575441" y="1784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4223867" y="13147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2675353" y="2835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2818091" y="1859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2547594" y="1528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2579145" y="2109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200497" y="2646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2186312" y="3591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1475322" y="2625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3019101" y="3168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1264383" y="21132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2833381" y="167622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2208078" y="14334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1954848" y="1639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3452373" y="2579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2872670" y="2123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1006669" y="23310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2462566" y="3079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2312386" y="1592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3079389" y="1473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2132140" y="2399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3387253" y="22256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3591534" y="2359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2538049" y="2924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2497725" y="1652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2832835" y="21290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1238018" y="2818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2700380" y="2451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4220277" y="13463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2573680" y="23472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3192072" y="31718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2917175" y="11113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2192590" y="2184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2739589" y="2557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3268668" y="1828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1863172" y="1885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1516403" y="2610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3895803" y="1379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3589136" y="202459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3286345" y="21813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2667066" y="14790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2524774" y="888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2995652" y="1484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1992072" y="20580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2792514" y="22301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1320989" y="24115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2581843" y="245483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1698932" y="1834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2393062" y="19055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1988356" y="25469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2659459" y="1015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3578725" y="18440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4340576" y="18065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2662428" y="2333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2108227" y="28580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2409572" y="15909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2652513" y="1342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3716218" y="19126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2976495" y="1129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3145815" y="8254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2686935" y="246159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3345659" y="302489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3279306" y="1097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1990151" y="25688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2542878" y="2757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3570462" y="17135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3945491" y="20527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4050085" y="2902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1566236" y="20466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3204150" y="1303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1481238" y="17593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2541972" y="24854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2967809" y="29380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3707765" y="2052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2881544" y="1396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1867444" y="1956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2673449" y="28095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2801331" y="22644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2827535" y="306211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2206946" y="2037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3801751" y="2067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3109423" y="1962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2324039" y="1845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1197720" y="26848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2959995" y="1707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4119270" y="2096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2452310" y="2075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2894674" y="20291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1446731" y="1812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2008123" y="2255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2822198" y="2627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2519914" y="219086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2095625" y="28299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2296881" y="1511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3388952" y="1347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3989735" y="1914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3096121" y="2303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1649315" y="1349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3720031" y="3467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3127598" y="1712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2215755" y="2788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2813803" y="23840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2843177" y="1811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2448841" y="2217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3190966" y="2237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2516336" y="2368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1250034" y="2430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1696894" y="1929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2098212" y="2421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1870342" y="2723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1944270" y="1603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1743042" y="2610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3340764" y="2908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3493053" y="2350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3441891" y="20225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3121491" y="1709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2619936" y="2878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3395934" y="2776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3207148" y="2687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1866997" y="26798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2121101" y="23653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2429075" y="1716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2302376" y="23389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1845848" y="2023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2589176" y="31631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2935552" y="2296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2700918" y="349793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3115205" y="1564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2653140" y="2154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1470502" y="2526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2907494" y="215294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2594053" y="1501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2574358" y="1627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2917482" y="2027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3472553" y="32119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2656904" y="2001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1951103" y="1529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2468598" y="17800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3832231" y="1347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2912690" y="17569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2695953" y="1890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2750714" y="2417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3243653" y="2038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2958735" y="1248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3471503" y="3030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2114218" y="1695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2581049" y="21396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2962435" y="2356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4021218" y="330556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2096626" y="1457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2760360" y="1308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2202606" y="16039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2537130" y="2963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1766543" y="1391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2473726" y="209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2665056" y="20131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2126974" y="24509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3105254" y="2322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1957239" y="22461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2700902" y="16042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2336220" y="1983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2502911" y="2536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2355977" y="1659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3814282" y="2743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719618" y="32085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2491127" y="1609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1199797" y="1927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2404535" y="2795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3267758" y="15113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3278256" y="28628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1911598" y="207584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4222576" y="22697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1233903" y="25356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2627296" y="24657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2794220" y="2302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2842741" y="2555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2509811" y="1655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2961481" y="15364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2428672" y="1252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2747267" y="17867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1782038" y="2367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3608226" y="1840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1953024" y="863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1687022" y="29403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1767048" y="2188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2825480" y="127079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2990611" y="23195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2684127" y="2161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3626490" y="2433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2211634" y="2200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1602556" y="2684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2551496" y="21592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2020724" y="1765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1839419" y="21949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3418018" y="21779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4169472" y="21586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2569996" y="1831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2249360" y="27910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2922259" y="2392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2144625" y="317296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3061576" y="2393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2543647" y="12798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2945439" y="2200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2589488" y="1311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3235804" y="24940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2591125" y="25516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2152485" y="18810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3074443" y="23323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2760771" y="1598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1460966" y="1522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3886471" y="3138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1745491" y="25165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2895818" y="19358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2334548" y="1148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2528699" y="26989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2649181" y="2973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2158723" y="1929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3209218" y="21207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2153735" y="17671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3028621" y="8952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2452145" y="16396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2457000" y="2870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2856785" y="1176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3231214" y="290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2322039" y="1332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2588659" y="1442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2033859" y="1372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2767350" y="1321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3697572" y="15137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2084008" y="7608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2289638" y="2014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2860293" y="2219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3593028" y="2587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2115337" y="2175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2580632" y="20032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1769764" y="2246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1045057" y="2044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2677491" y="763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2518773" y="17712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2556361" y="1780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2429207" y="2927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3247942" y="2233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2171961" y="23689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4608974" y="2627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979346" y="16840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3056041" y="21417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3124621" y="1715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3711937" y="2810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2101718" y="2801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2623432" y="19865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1714787" y="14148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3230219" y="753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2602050" y="287151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2873032" y="27491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3129080" y="2377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2472526" y="1801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3104114" y="1699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2238992" y="18357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2922988" y="15596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2107304" y="24948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2909048" y="12491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1809500" y="1620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2455272" y="15407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2526107" y="2734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2723926" y="2387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3305522" y="2574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2820266" y="268223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2912700" y="2270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2717624" y="28803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2850031" y="1693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3014801" y="2237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2873738" y="35456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1859526" y="1957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1510924" y="203024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3289839" y="22747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3677397" y="26106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2290487" y="3064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3857153" y="2324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2603752" y="22110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2125222" y="181114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2312667" y="1543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2712278" y="19836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3041875" y="272459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2806382" y="22346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3072764" y="1854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3009548" y="2306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2353454" y="163388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2577727" y="2482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1655187" y="18550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3285786" y="321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3312995" y="2489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2922990" y="2525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3036759" y="2072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2816160" y="2562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3046521" y="241410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2539390" y="2038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2838110" y="2496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3288010" y="22748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3025993" y="21396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1629012" y="26278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4024782" y="2439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3023676" y="1716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3132648" y="2550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1598634" y="2416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2321556" y="167613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2552007" y="1914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4414898" y="14932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1960216" y="1746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2816320" y="16300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3157971" y="2341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2791847" y="2667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1937358" y="29483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2392877" y="25883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2557662" y="35336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1506041" y="175598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3333434" y="1820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2707962" y="3058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2531425" y="23456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1642423" y="14898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2178651" y="18425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3217433" y="23337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3290277" y="1163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2929660" y="2484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2104371" y="3134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3153940" y="2899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1203134" y="1954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1465086" y="255575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3291977" y="2064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3788722" y="2146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2577801" y="2230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1444097" y="1266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3392261" y="2514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2597401" y="27690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3353620" y="164258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3588332" y="1648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2607580" y="3386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3099981" y="2785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2193964" y="1282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4065500" y="2535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3710017" y="1846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2715537" y="1161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2479686" y="1752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3337780" y="1282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3205789" y="25090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2855230" y="2350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1867670" y="2109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3220361" y="2654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2250065" y="2570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2902977" y="2830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2859597" y="258536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2032594" y="1862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4100669" y="205097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2675863" y="345495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2385726" y="21795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1563994" y="23095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3394510" y="2873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2818454" y="259058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2451599" y="30563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2845047" y="20093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3162298" y="188853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3699299" y="1984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3142893" y="206816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2935811" y="2745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2735605" y="1811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1378522" y="1989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2486363" y="22746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2338494" y="213810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3255447" y="2903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2958869" y="20208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2825716" y="1569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3104299" y="2512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1993996" y="1526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2603188" y="32983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2975026" y="1678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2180757" y="1531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4392850" y="148185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2517338" y="25774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2288120" y="3095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1608749" y="273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4310466" y="1885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2576971" y="19449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1981304" y="2399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2325353" y="2326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2586800" y="3272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3315845" y="2361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1993507" y="29680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2627042" y="2768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2764208" y="23950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3824453" y="3193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1381902" y="2116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1507369" y="2106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2854676" y="1422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3087581" y="32062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2589772" y="1460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2856999" y="1848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4025575" y="309223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2372469" y="17493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3949907" y="2544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3417493" y="14048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2729608" y="2283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2227247" y="2215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2171722" y="277361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2936542" y="25361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3215150" y="2781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2755723" y="16863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2411930" y="2144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3526953" y="1858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3017709" y="28206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3159518" y="30361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3153829" y="1336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2332453" y="20033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3631210" y="29590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3274001" y="17555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2487372" y="11999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2210595" y="12208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3449343" y="23418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3223315" y="2851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1585003" y="218002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2627834" y="3451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2738479" y="22814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3332366" y="980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2439209" y="2310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3098084" y="259476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3155264" y="3218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3308465" y="2301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3071029" y="18983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2258317" y="13234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2109889" y="2860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1632156" y="1771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3124910" y="1665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2885441" y="1920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2743409" y="199694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1616124" y="1431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2131242" y="24287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1939145" y="707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2891136" y="1802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2837764" y="2236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3041762" y="2552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1723436" y="323185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1968891" y="25695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2317447" y="2031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2350180" y="835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3441158" y="2110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2028561" y="24180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2648745" y="17615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2127547" y="1651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3600624" y="2169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2750826" y="1394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3208345" y="20532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2239551" y="20348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1924939" y="25972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1656582" y="2261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2982121" y="713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2186994" y="21908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3522227" y="22737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2137910" y="23032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2602079" y="2170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1553946" y="11212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3481042" y="864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1909021" y="1350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3123141" y="2199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2556451" y="179975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2594492" y="1156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2915869" y="24228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2588203" y="1872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3391820" y="2271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1444411" y="29499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3069183" y="2681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1790194" y="1915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2610433" y="1428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3547124" y="2078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2615421" y="26245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2995257" y="2662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2100326" y="1169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1565737" y="1755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2380989" y="13266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2924261" y="1895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2822344" y="1052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2152120" y="2299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2429068" y="21744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1254585" y="1883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2879858" y="13683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2642199" y="2608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3438405" y="1083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2991106" y="2385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3017417" y="1875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3033259" y="14880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2977289" y="1346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3147378" y="17565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1977084" y="1892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2267621" y="1898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2939665" y="2259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2641859" y="20501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3512812" y="37061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2615658" y="16626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4280996" y="2678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2703340" y="22252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2815262" y="2081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3029551" y="10000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1689765" y="25022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2083576" y="3006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3053497" y="1670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2296049" y="1119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1434923" y="1977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3058148" y="10972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2488312" y="2967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2545225" y="1567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2215233" y="25627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2090639" y="2532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2521368" y="22451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2842443" y="25073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3179868" y="2263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1810764" y="33734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3670626" y="1275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1585748" y="758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3338276" y="21417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1970081" y="2584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2012162" y="14213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3612022" y="1475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2578276" y="2205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1422028" y="2202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2865269" y="1972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3677883" y="35785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2896621" y="24341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2364159" y="22127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2905580" y="208796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1938264" y="1991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2041048" y="1764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2023466" y="1902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3709976" y="18266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1821028" y="3125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3210762" y="2501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2909960" y="2850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1892568" y="23175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2513994" y="2383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2605752" y="1826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2206520" y="36919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2544843" y="1354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2811164" y="2470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2535455" y="2312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4078845" y="32312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3056079" y="24120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2449392" y="2748849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2958915" y="2439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2668501" y="35736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Freeform 973"/>
          <p:cNvSpPr/>
          <p:nvPr/>
        </p:nvSpPr>
        <p:spPr>
          <a:xfrm>
            <a:off x="2672869" y="19113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Freeform 974"/>
          <p:cNvSpPr/>
          <p:nvPr/>
        </p:nvSpPr>
        <p:spPr>
          <a:xfrm>
            <a:off x="1403955" y="20236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Freeform 975"/>
          <p:cNvSpPr/>
          <p:nvPr/>
        </p:nvSpPr>
        <p:spPr>
          <a:xfrm>
            <a:off x="3202372" y="1357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Freeform 976"/>
          <p:cNvSpPr/>
          <p:nvPr/>
        </p:nvSpPr>
        <p:spPr>
          <a:xfrm>
            <a:off x="2656767" y="31664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Freeform 977"/>
          <p:cNvSpPr/>
          <p:nvPr/>
        </p:nvSpPr>
        <p:spPr>
          <a:xfrm>
            <a:off x="2328970" y="24617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Freeform 978"/>
          <p:cNvSpPr/>
          <p:nvPr/>
        </p:nvSpPr>
        <p:spPr>
          <a:xfrm>
            <a:off x="2962291" y="22884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Freeform 979"/>
          <p:cNvSpPr/>
          <p:nvPr/>
        </p:nvSpPr>
        <p:spPr>
          <a:xfrm>
            <a:off x="2691034" y="16766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Freeform 980"/>
          <p:cNvSpPr/>
          <p:nvPr/>
        </p:nvSpPr>
        <p:spPr>
          <a:xfrm>
            <a:off x="2840905" y="1745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Freeform 981"/>
          <p:cNvSpPr/>
          <p:nvPr/>
        </p:nvSpPr>
        <p:spPr>
          <a:xfrm>
            <a:off x="2344982" y="26222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Freeform 982"/>
          <p:cNvSpPr/>
          <p:nvPr/>
        </p:nvSpPr>
        <p:spPr>
          <a:xfrm>
            <a:off x="2098510" y="17865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Freeform 983"/>
          <p:cNvSpPr/>
          <p:nvPr/>
        </p:nvSpPr>
        <p:spPr>
          <a:xfrm>
            <a:off x="2395463" y="2241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Freeform 984"/>
          <p:cNvSpPr/>
          <p:nvPr/>
        </p:nvSpPr>
        <p:spPr>
          <a:xfrm>
            <a:off x="3178586" y="2988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Freeform 985"/>
          <p:cNvSpPr/>
          <p:nvPr/>
        </p:nvSpPr>
        <p:spPr>
          <a:xfrm>
            <a:off x="3111397" y="1517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Freeform 986"/>
          <p:cNvSpPr/>
          <p:nvPr/>
        </p:nvSpPr>
        <p:spPr>
          <a:xfrm>
            <a:off x="2965181" y="2725353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Freeform 987"/>
          <p:cNvSpPr/>
          <p:nvPr/>
        </p:nvSpPr>
        <p:spPr>
          <a:xfrm>
            <a:off x="2017873" y="24887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Freeform 988"/>
          <p:cNvSpPr/>
          <p:nvPr/>
        </p:nvSpPr>
        <p:spPr>
          <a:xfrm>
            <a:off x="2074144" y="2923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Freeform 989"/>
          <p:cNvSpPr/>
          <p:nvPr/>
        </p:nvSpPr>
        <p:spPr>
          <a:xfrm>
            <a:off x="2955843" y="23301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Freeform 990"/>
          <p:cNvSpPr/>
          <p:nvPr/>
        </p:nvSpPr>
        <p:spPr>
          <a:xfrm>
            <a:off x="2642795" y="2279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Freeform 991"/>
          <p:cNvSpPr/>
          <p:nvPr/>
        </p:nvSpPr>
        <p:spPr>
          <a:xfrm>
            <a:off x="2122422" y="1924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Freeform 992"/>
          <p:cNvSpPr/>
          <p:nvPr/>
        </p:nvSpPr>
        <p:spPr>
          <a:xfrm>
            <a:off x="2608168" y="32694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Freeform 993"/>
          <p:cNvSpPr/>
          <p:nvPr/>
        </p:nvSpPr>
        <p:spPr>
          <a:xfrm>
            <a:off x="2967199" y="1959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Freeform 994"/>
          <p:cNvSpPr/>
          <p:nvPr/>
        </p:nvSpPr>
        <p:spPr>
          <a:xfrm>
            <a:off x="2849205" y="2921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Freeform 995"/>
          <p:cNvSpPr/>
          <p:nvPr/>
        </p:nvSpPr>
        <p:spPr>
          <a:xfrm>
            <a:off x="2762180" y="2091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Freeform 996"/>
          <p:cNvSpPr/>
          <p:nvPr/>
        </p:nvSpPr>
        <p:spPr>
          <a:xfrm>
            <a:off x="2809643" y="1637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Freeform 997"/>
          <p:cNvSpPr/>
          <p:nvPr/>
        </p:nvSpPr>
        <p:spPr>
          <a:xfrm>
            <a:off x="3631897" y="64555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Freeform 998"/>
          <p:cNvSpPr/>
          <p:nvPr/>
        </p:nvSpPr>
        <p:spPr>
          <a:xfrm>
            <a:off x="3412031" y="2324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Freeform 999"/>
          <p:cNvSpPr/>
          <p:nvPr/>
        </p:nvSpPr>
        <p:spPr>
          <a:xfrm>
            <a:off x="2554441" y="535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Freeform 1000"/>
          <p:cNvSpPr/>
          <p:nvPr/>
        </p:nvSpPr>
        <p:spPr>
          <a:xfrm>
            <a:off x="2485577" y="226260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Freeform 1001"/>
          <p:cNvSpPr/>
          <p:nvPr/>
        </p:nvSpPr>
        <p:spPr>
          <a:xfrm>
            <a:off x="2145854" y="20458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Freeform 1002"/>
          <p:cNvSpPr/>
          <p:nvPr/>
        </p:nvSpPr>
        <p:spPr>
          <a:xfrm>
            <a:off x="2527376" y="1516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Freeform 1003"/>
          <p:cNvSpPr/>
          <p:nvPr/>
        </p:nvSpPr>
        <p:spPr>
          <a:xfrm>
            <a:off x="1883082" y="3356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Freeform 1004"/>
          <p:cNvSpPr/>
          <p:nvPr/>
        </p:nvSpPr>
        <p:spPr>
          <a:xfrm>
            <a:off x="2686117" y="1952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Freeform 1005"/>
          <p:cNvSpPr/>
          <p:nvPr/>
        </p:nvSpPr>
        <p:spPr>
          <a:xfrm>
            <a:off x="2915603" y="1423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Freeform 1006"/>
          <p:cNvSpPr/>
          <p:nvPr/>
        </p:nvSpPr>
        <p:spPr>
          <a:xfrm>
            <a:off x="3261601" y="15311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Freeform 1007"/>
          <p:cNvSpPr/>
          <p:nvPr/>
        </p:nvSpPr>
        <p:spPr>
          <a:xfrm>
            <a:off x="2188540" y="2869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Freeform 1008"/>
          <p:cNvSpPr/>
          <p:nvPr/>
        </p:nvSpPr>
        <p:spPr>
          <a:xfrm>
            <a:off x="3160184" y="1539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Freeform 1009"/>
          <p:cNvSpPr/>
          <p:nvPr/>
        </p:nvSpPr>
        <p:spPr>
          <a:xfrm>
            <a:off x="3323919" y="1542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Freeform 1010"/>
          <p:cNvSpPr/>
          <p:nvPr/>
        </p:nvSpPr>
        <p:spPr>
          <a:xfrm>
            <a:off x="2040098" y="206927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Freeform 1011"/>
          <p:cNvSpPr/>
          <p:nvPr/>
        </p:nvSpPr>
        <p:spPr>
          <a:xfrm>
            <a:off x="2325138" y="2994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Freeform 1012"/>
          <p:cNvSpPr/>
          <p:nvPr/>
        </p:nvSpPr>
        <p:spPr>
          <a:xfrm>
            <a:off x="1914606" y="37847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Freeform 1013"/>
          <p:cNvSpPr/>
          <p:nvPr/>
        </p:nvSpPr>
        <p:spPr>
          <a:xfrm>
            <a:off x="2303722" y="2269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Freeform 1014"/>
          <p:cNvSpPr/>
          <p:nvPr/>
        </p:nvSpPr>
        <p:spPr>
          <a:xfrm>
            <a:off x="1698476" y="1689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Freeform 1015"/>
          <p:cNvSpPr/>
          <p:nvPr/>
        </p:nvSpPr>
        <p:spPr>
          <a:xfrm>
            <a:off x="3334709" y="639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Freeform 1016"/>
          <p:cNvSpPr/>
          <p:nvPr/>
        </p:nvSpPr>
        <p:spPr>
          <a:xfrm>
            <a:off x="1960697" y="2982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Freeform 1017"/>
          <p:cNvSpPr/>
          <p:nvPr/>
        </p:nvSpPr>
        <p:spPr>
          <a:xfrm>
            <a:off x="2904676" y="23429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Freeform 1018"/>
          <p:cNvSpPr/>
          <p:nvPr/>
        </p:nvSpPr>
        <p:spPr>
          <a:xfrm>
            <a:off x="2380007" y="286520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Freeform 1019"/>
          <p:cNvSpPr/>
          <p:nvPr/>
        </p:nvSpPr>
        <p:spPr>
          <a:xfrm>
            <a:off x="3010799" y="2596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Freeform 1020"/>
          <p:cNvSpPr/>
          <p:nvPr/>
        </p:nvSpPr>
        <p:spPr>
          <a:xfrm>
            <a:off x="2885070" y="2051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Freeform 1021"/>
          <p:cNvSpPr/>
          <p:nvPr/>
        </p:nvSpPr>
        <p:spPr>
          <a:xfrm>
            <a:off x="2857172" y="30318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Freeform 1022"/>
          <p:cNvSpPr/>
          <p:nvPr/>
        </p:nvSpPr>
        <p:spPr>
          <a:xfrm>
            <a:off x="2172802" y="1846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Freeform 1023"/>
          <p:cNvSpPr/>
          <p:nvPr/>
        </p:nvSpPr>
        <p:spPr>
          <a:xfrm>
            <a:off x="1939811" y="19348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Freeform 1024"/>
          <p:cNvSpPr/>
          <p:nvPr/>
        </p:nvSpPr>
        <p:spPr>
          <a:xfrm>
            <a:off x="2842714" y="1578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Freeform 1025"/>
          <p:cNvSpPr/>
          <p:nvPr/>
        </p:nvSpPr>
        <p:spPr>
          <a:xfrm>
            <a:off x="2231262" y="2374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Freeform 1026"/>
          <p:cNvSpPr/>
          <p:nvPr/>
        </p:nvSpPr>
        <p:spPr>
          <a:xfrm>
            <a:off x="2352751" y="192127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Freeform 1027"/>
          <p:cNvSpPr/>
          <p:nvPr/>
        </p:nvSpPr>
        <p:spPr>
          <a:xfrm>
            <a:off x="1556330" y="2194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Freeform 1028"/>
          <p:cNvSpPr/>
          <p:nvPr/>
        </p:nvSpPr>
        <p:spPr>
          <a:xfrm>
            <a:off x="2307758" y="21164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Freeform 1029"/>
          <p:cNvSpPr/>
          <p:nvPr/>
        </p:nvSpPr>
        <p:spPr>
          <a:xfrm>
            <a:off x="2484117" y="2057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Freeform 1030"/>
          <p:cNvSpPr/>
          <p:nvPr/>
        </p:nvSpPr>
        <p:spPr>
          <a:xfrm>
            <a:off x="3152602" y="2380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Freeform 1031"/>
          <p:cNvSpPr/>
          <p:nvPr/>
        </p:nvSpPr>
        <p:spPr>
          <a:xfrm>
            <a:off x="2280866" y="19235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Freeform 1032"/>
          <p:cNvSpPr/>
          <p:nvPr/>
        </p:nvSpPr>
        <p:spPr>
          <a:xfrm>
            <a:off x="2897578" y="303010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Freeform 1033"/>
          <p:cNvSpPr/>
          <p:nvPr/>
        </p:nvSpPr>
        <p:spPr>
          <a:xfrm>
            <a:off x="2251507" y="2884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Freeform 1034"/>
          <p:cNvSpPr/>
          <p:nvPr/>
        </p:nvSpPr>
        <p:spPr>
          <a:xfrm>
            <a:off x="2501011" y="2118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2015751" y="22265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Freeform 1036"/>
          <p:cNvSpPr/>
          <p:nvPr/>
        </p:nvSpPr>
        <p:spPr>
          <a:xfrm>
            <a:off x="2439298" y="14481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Freeform 1037"/>
          <p:cNvSpPr/>
          <p:nvPr/>
        </p:nvSpPr>
        <p:spPr>
          <a:xfrm>
            <a:off x="2951920" y="2107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Freeform 1038"/>
          <p:cNvSpPr/>
          <p:nvPr/>
        </p:nvSpPr>
        <p:spPr>
          <a:xfrm>
            <a:off x="3075992" y="3402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Freeform 1039"/>
          <p:cNvSpPr/>
          <p:nvPr/>
        </p:nvSpPr>
        <p:spPr>
          <a:xfrm>
            <a:off x="3094853" y="284933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Freeform 1040"/>
          <p:cNvSpPr/>
          <p:nvPr/>
        </p:nvSpPr>
        <p:spPr>
          <a:xfrm>
            <a:off x="3123942" y="23792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Freeform 1041"/>
          <p:cNvSpPr/>
          <p:nvPr/>
        </p:nvSpPr>
        <p:spPr>
          <a:xfrm>
            <a:off x="3133837" y="225400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Freeform 1042"/>
          <p:cNvSpPr/>
          <p:nvPr/>
        </p:nvSpPr>
        <p:spPr>
          <a:xfrm>
            <a:off x="1773348" y="3326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Freeform 1043"/>
          <p:cNvSpPr/>
          <p:nvPr/>
        </p:nvSpPr>
        <p:spPr>
          <a:xfrm>
            <a:off x="3302309" y="1468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Freeform 1044"/>
          <p:cNvSpPr/>
          <p:nvPr/>
        </p:nvSpPr>
        <p:spPr>
          <a:xfrm>
            <a:off x="2005768" y="23823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Freeform 1045"/>
          <p:cNvSpPr/>
          <p:nvPr/>
        </p:nvSpPr>
        <p:spPr>
          <a:xfrm>
            <a:off x="2119048" y="1415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Freeform 1046"/>
          <p:cNvSpPr/>
          <p:nvPr/>
        </p:nvSpPr>
        <p:spPr>
          <a:xfrm>
            <a:off x="2882572" y="27122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Freeform 1047"/>
          <p:cNvSpPr/>
          <p:nvPr/>
        </p:nvSpPr>
        <p:spPr>
          <a:xfrm>
            <a:off x="2889237" y="1928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Freeform 1048"/>
          <p:cNvSpPr/>
          <p:nvPr/>
        </p:nvSpPr>
        <p:spPr>
          <a:xfrm>
            <a:off x="2902370" y="2361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Freeform 1049"/>
          <p:cNvSpPr/>
          <p:nvPr/>
        </p:nvSpPr>
        <p:spPr>
          <a:xfrm>
            <a:off x="2150753" y="2458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Freeform 1050"/>
          <p:cNvSpPr/>
          <p:nvPr/>
        </p:nvSpPr>
        <p:spPr>
          <a:xfrm>
            <a:off x="2575679" y="20655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Freeform 1051"/>
          <p:cNvSpPr/>
          <p:nvPr/>
        </p:nvSpPr>
        <p:spPr>
          <a:xfrm>
            <a:off x="2253303" y="14573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Freeform 1052"/>
          <p:cNvSpPr/>
          <p:nvPr/>
        </p:nvSpPr>
        <p:spPr>
          <a:xfrm>
            <a:off x="2268792" y="2953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Freeform 1053"/>
          <p:cNvSpPr/>
          <p:nvPr/>
        </p:nvSpPr>
        <p:spPr>
          <a:xfrm>
            <a:off x="3177575" y="26673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Freeform 1054"/>
          <p:cNvSpPr/>
          <p:nvPr/>
        </p:nvSpPr>
        <p:spPr>
          <a:xfrm>
            <a:off x="2199204" y="25142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Freeform 1055"/>
          <p:cNvSpPr/>
          <p:nvPr/>
        </p:nvSpPr>
        <p:spPr>
          <a:xfrm>
            <a:off x="1497741" y="1315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Freeform 1056"/>
          <p:cNvSpPr/>
          <p:nvPr/>
        </p:nvSpPr>
        <p:spPr>
          <a:xfrm>
            <a:off x="3918080" y="18466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Freeform 1057"/>
          <p:cNvSpPr/>
          <p:nvPr/>
        </p:nvSpPr>
        <p:spPr>
          <a:xfrm>
            <a:off x="3733193" y="1481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Freeform 1058"/>
          <p:cNvSpPr/>
          <p:nvPr/>
        </p:nvSpPr>
        <p:spPr>
          <a:xfrm>
            <a:off x="2630603" y="29038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Freeform 1059"/>
          <p:cNvSpPr/>
          <p:nvPr/>
        </p:nvSpPr>
        <p:spPr>
          <a:xfrm>
            <a:off x="2840555" y="23092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Freeform 1060"/>
          <p:cNvSpPr/>
          <p:nvPr/>
        </p:nvSpPr>
        <p:spPr>
          <a:xfrm>
            <a:off x="1999915" y="196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Freeform 1061"/>
          <p:cNvSpPr/>
          <p:nvPr/>
        </p:nvSpPr>
        <p:spPr>
          <a:xfrm>
            <a:off x="2384082" y="21011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Freeform 1062"/>
          <p:cNvSpPr/>
          <p:nvPr/>
        </p:nvSpPr>
        <p:spPr>
          <a:xfrm>
            <a:off x="2911062" y="18867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Freeform 1063"/>
          <p:cNvSpPr/>
          <p:nvPr/>
        </p:nvSpPr>
        <p:spPr>
          <a:xfrm>
            <a:off x="2668851" y="26312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Freeform 1064"/>
          <p:cNvSpPr/>
          <p:nvPr/>
        </p:nvSpPr>
        <p:spPr>
          <a:xfrm>
            <a:off x="2563227" y="16038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Freeform 1065"/>
          <p:cNvSpPr/>
          <p:nvPr/>
        </p:nvSpPr>
        <p:spPr>
          <a:xfrm>
            <a:off x="2113167" y="1038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Freeform 1066"/>
          <p:cNvSpPr/>
          <p:nvPr/>
        </p:nvSpPr>
        <p:spPr>
          <a:xfrm>
            <a:off x="2957929" y="2760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Freeform 1067"/>
          <p:cNvSpPr/>
          <p:nvPr/>
        </p:nvSpPr>
        <p:spPr>
          <a:xfrm>
            <a:off x="2697992" y="19080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2063863" y="12995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2748818" y="2904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Freeform 1070"/>
          <p:cNvSpPr/>
          <p:nvPr/>
        </p:nvSpPr>
        <p:spPr>
          <a:xfrm>
            <a:off x="2150868" y="2009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1472205" y="1536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2492972" y="2613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1798173" y="18364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2854099" y="1898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1336711" y="3145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2609302" y="2061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1470052" y="26176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Freeform 1078"/>
          <p:cNvSpPr/>
          <p:nvPr/>
        </p:nvSpPr>
        <p:spPr>
          <a:xfrm>
            <a:off x="2934249" y="1834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3227348" y="110150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Freeform 1080"/>
          <p:cNvSpPr/>
          <p:nvPr/>
        </p:nvSpPr>
        <p:spPr>
          <a:xfrm>
            <a:off x="1701783" y="17622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3180806" y="2331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Freeform 1082"/>
          <p:cNvSpPr/>
          <p:nvPr/>
        </p:nvSpPr>
        <p:spPr>
          <a:xfrm>
            <a:off x="3128524" y="2403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Freeform 1083"/>
          <p:cNvSpPr/>
          <p:nvPr/>
        </p:nvSpPr>
        <p:spPr>
          <a:xfrm>
            <a:off x="2894838" y="1840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Freeform 1084"/>
          <p:cNvSpPr/>
          <p:nvPr/>
        </p:nvSpPr>
        <p:spPr>
          <a:xfrm>
            <a:off x="3251360" y="15388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Freeform 1085"/>
          <p:cNvSpPr/>
          <p:nvPr/>
        </p:nvSpPr>
        <p:spPr>
          <a:xfrm>
            <a:off x="2710044" y="35213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2521927" y="2080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3374653" y="3052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1730354" y="2828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2941830" y="118150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1671883" y="1926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1735440" y="20721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2352325" y="1214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2801516" y="2425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3203848" y="34433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2584320" y="15057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2181832" y="1342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3190492" y="2382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2352968" y="1898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3683126" y="1783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2676169" y="2476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2749139" y="2955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Freeform 1102"/>
          <p:cNvSpPr/>
          <p:nvPr/>
        </p:nvSpPr>
        <p:spPr>
          <a:xfrm>
            <a:off x="3759478" y="1536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2033129" y="1753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3566264" y="1528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3538875" y="1592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2031698" y="1401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2213956" y="1713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3377131" y="3750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2296134" y="2473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2086355" y="1237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1792261" y="27075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3091590" y="1935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3424641" y="270882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1229321" y="21338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3366866" y="1393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2035464" y="2231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3077038" y="2893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3599851" y="2627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2332256" y="21205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2858625" y="149810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3041740" y="20886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2856886" y="2672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2222627" y="2549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2432785" y="1507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2072584" y="1846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3360492" y="1458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2477361" y="17396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Freeform 1128"/>
          <p:cNvSpPr/>
          <p:nvPr/>
        </p:nvSpPr>
        <p:spPr>
          <a:xfrm>
            <a:off x="2944932" y="2379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Freeform 1129"/>
          <p:cNvSpPr/>
          <p:nvPr/>
        </p:nvSpPr>
        <p:spPr>
          <a:xfrm>
            <a:off x="2330337" y="801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Freeform 1130"/>
          <p:cNvSpPr/>
          <p:nvPr/>
        </p:nvSpPr>
        <p:spPr>
          <a:xfrm>
            <a:off x="2626660" y="2287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Freeform 1131"/>
          <p:cNvSpPr/>
          <p:nvPr/>
        </p:nvSpPr>
        <p:spPr>
          <a:xfrm>
            <a:off x="3852469" y="23965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Freeform 1132"/>
          <p:cNvSpPr/>
          <p:nvPr/>
        </p:nvSpPr>
        <p:spPr>
          <a:xfrm>
            <a:off x="3607922" y="2740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Freeform 1133"/>
          <p:cNvSpPr/>
          <p:nvPr/>
        </p:nvSpPr>
        <p:spPr>
          <a:xfrm>
            <a:off x="2944820" y="2341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Freeform 1134"/>
          <p:cNvSpPr/>
          <p:nvPr/>
        </p:nvSpPr>
        <p:spPr>
          <a:xfrm>
            <a:off x="2723934" y="12030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Freeform 1135"/>
          <p:cNvSpPr/>
          <p:nvPr/>
        </p:nvSpPr>
        <p:spPr>
          <a:xfrm>
            <a:off x="2669712" y="15077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2510026" y="2835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2598895" y="1841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2593526" y="2178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2177601" y="1809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2745368" y="230274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1907481" y="2138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2324503" y="2548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2422562" y="22288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1827965" y="2556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1701915" y="2481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2709702" y="2105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1767770" y="2429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2052926" y="1644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2180396" y="26121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3323441" y="1584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2332732" y="1973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1994845" y="20150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3046076" y="1910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2582380" y="2855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3359883" y="2332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2294613" y="1913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3084538" y="23828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2581384" y="289386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2582612" y="1737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Freeform 1160"/>
          <p:cNvSpPr/>
          <p:nvPr/>
        </p:nvSpPr>
        <p:spPr>
          <a:xfrm>
            <a:off x="2058985" y="1525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Freeform 1161"/>
          <p:cNvSpPr/>
          <p:nvPr/>
        </p:nvSpPr>
        <p:spPr>
          <a:xfrm>
            <a:off x="2700968" y="16109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Freeform 1162"/>
          <p:cNvSpPr/>
          <p:nvPr/>
        </p:nvSpPr>
        <p:spPr>
          <a:xfrm>
            <a:off x="1914730" y="21552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Freeform 1163"/>
          <p:cNvSpPr/>
          <p:nvPr/>
        </p:nvSpPr>
        <p:spPr>
          <a:xfrm>
            <a:off x="3090281" y="11322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Freeform 1164"/>
          <p:cNvSpPr/>
          <p:nvPr/>
        </p:nvSpPr>
        <p:spPr>
          <a:xfrm>
            <a:off x="2686754" y="2564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Freeform 1165"/>
          <p:cNvSpPr/>
          <p:nvPr/>
        </p:nvSpPr>
        <p:spPr>
          <a:xfrm>
            <a:off x="1981792" y="2216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Freeform 1166"/>
          <p:cNvSpPr/>
          <p:nvPr/>
        </p:nvSpPr>
        <p:spPr>
          <a:xfrm>
            <a:off x="2869601" y="12664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Freeform 1167"/>
          <p:cNvSpPr/>
          <p:nvPr/>
        </p:nvSpPr>
        <p:spPr>
          <a:xfrm>
            <a:off x="1730725" y="1704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1959526" y="19804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2122583" y="2411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3791742" y="1895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2648837" y="14133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3450579" y="31525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2603950" y="21257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2516073" y="13554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2798822" y="2033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2871497" y="237228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2704005" y="23432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1963003" y="2069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3037602" y="2546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2310692" y="21469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2236994" y="2010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2723591" y="30969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2614149" y="25129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2817619" y="15154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3311571" y="22329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3651422" y="28359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2991556" y="2218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3053302" y="1697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3141741" y="20641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2952801" y="117343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2864689" y="2737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2220418" y="163665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Freeform 1193"/>
          <p:cNvSpPr/>
          <p:nvPr/>
        </p:nvSpPr>
        <p:spPr>
          <a:xfrm>
            <a:off x="2495777" y="23734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Freeform 1194"/>
          <p:cNvSpPr/>
          <p:nvPr/>
        </p:nvSpPr>
        <p:spPr>
          <a:xfrm>
            <a:off x="2277617" y="223679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Freeform 1195"/>
          <p:cNvSpPr/>
          <p:nvPr/>
        </p:nvSpPr>
        <p:spPr>
          <a:xfrm>
            <a:off x="2601676" y="289035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Freeform 1196"/>
          <p:cNvSpPr/>
          <p:nvPr/>
        </p:nvSpPr>
        <p:spPr>
          <a:xfrm>
            <a:off x="4135323" y="2878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Freeform 1197"/>
          <p:cNvSpPr/>
          <p:nvPr/>
        </p:nvSpPr>
        <p:spPr>
          <a:xfrm>
            <a:off x="2623095" y="2194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Freeform 1198"/>
          <p:cNvSpPr/>
          <p:nvPr/>
        </p:nvSpPr>
        <p:spPr>
          <a:xfrm>
            <a:off x="2597914" y="1807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Freeform 1199"/>
          <p:cNvSpPr/>
          <p:nvPr/>
        </p:nvSpPr>
        <p:spPr>
          <a:xfrm>
            <a:off x="2360892" y="27735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Freeform 1200"/>
          <p:cNvSpPr/>
          <p:nvPr/>
        </p:nvSpPr>
        <p:spPr>
          <a:xfrm>
            <a:off x="2365809" y="864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3990733" y="2145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Freeform 1202"/>
          <p:cNvSpPr/>
          <p:nvPr/>
        </p:nvSpPr>
        <p:spPr>
          <a:xfrm>
            <a:off x="1875029" y="3167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3153795" y="2258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2338393" y="3198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2985577" y="21743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2479630" y="2664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2744766" y="200831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2429303" y="26466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3061074" y="2055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3017508" y="27407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2975071" y="1912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2697760" y="22939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2356687" y="2025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2416220" y="22501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2344204" y="3078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1919611" y="2378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2958895" y="2179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2256863" y="139141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2143719" y="2405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2747514" y="23081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Freeform 1221"/>
          <p:cNvSpPr/>
          <p:nvPr/>
        </p:nvSpPr>
        <p:spPr>
          <a:xfrm>
            <a:off x="2673911" y="24066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Freeform 1222"/>
          <p:cNvSpPr/>
          <p:nvPr/>
        </p:nvSpPr>
        <p:spPr>
          <a:xfrm>
            <a:off x="2137336" y="21586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Freeform 1223"/>
          <p:cNvSpPr/>
          <p:nvPr/>
        </p:nvSpPr>
        <p:spPr>
          <a:xfrm>
            <a:off x="2007815" y="2147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Freeform 1224"/>
          <p:cNvSpPr/>
          <p:nvPr/>
        </p:nvSpPr>
        <p:spPr>
          <a:xfrm>
            <a:off x="2349449" y="20815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Freeform 1225"/>
          <p:cNvSpPr/>
          <p:nvPr/>
        </p:nvSpPr>
        <p:spPr>
          <a:xfrm>
            <a:off x="1205711" y="21988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Freeform 1226"/>
          <p:cNvSpPr/>
          <p:nvPr/>
        </p:nvSpPr>
        <p:spPr>
          <a:xfrm>
            <a:off x="2820336" y="884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Freeform 1227"/>
          <p:cNvSpPr/>
          <p:nvPr/>
        </p:nvSpPr>
        <p:spPr>
          <a:xfrm>
            <a:off x="2987417" y="2594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Freeform 1228"/>
          <p:cNvSpPr/>
          <p:nvPr/>
        </p:nvSpPr>
        <p:spPr>
          <a:xfrm>
            <a:off x="1771581" y="2685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2954285" y="2940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2815139" y="22469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3379244" y="2322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2491646" y="1502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2432843" y="27939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3429893" y="2192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2338218" y="2112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2410963" y="1897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2488247" y="1638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3288594" y="18996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2463420" y="2005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3310633" y="2471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3168337" y="26277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2589661" y="2752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2540648" y="258694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3030345" y="3186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2319103" y="35542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1313979" y="1682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2619227" y="26992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2262741" y="2361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2287545" y="18784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2434782" y="2438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2783561" y="2814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2933368" y="169227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2522898" y="21704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3441085" y="18548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4095683" y="21772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2559270" y="1516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Freeform 1257"/>
          <p:cNvSpPr/>
          <p:nvPr/>
        </p:nvSpPr>
        <p:spPr>
          <a:xfrm>
            <a:off x="2216239" y="1999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Freeform 1258"/>
          <p:cNvSpPr/>
          <p:nvPr/>
        </p:nvSpPr>
        <p:spPr>
          <a:xfrm>
            <a:off x="4494430" y="14860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Freeform 1259"/>
          <p:cNvSpPr/>
          <p:nvPr/>
        </p:nvSpPr>
        <p:spPr>
          <a:xfrm>
            <a:off x="2972161" y="19322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Freeform 1260"/>
          <p:cNvSpPr/>
          <p:nvPr/>
        </p:nvSpPr>
        <p:spPr>
          <a:xfrm>
            <a:off x="2183424" y="1683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Freeform 1261"/>
          <p:cNvSpPr/>
          <p:nvPr/>
        </p:nvSpPr>
        <p:spPr>
          <a:xfrm>
            <a:off x="3981227" y="3347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Freeform 1262"/>
          <p:cNvSpPr/>
          <p:nvPr/>
        </p:nvSpPr>
        <p:spPr>
          <a:xfrm>
            <a:off x="2399325" y="1695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2866635" y="2810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Freeform 1264"/>
          <p:cNvSpPr/>
          <p:nvPr/>
        </p:nvSpPr>
        <p:spPr>
          <a:xfrm>
            <a:off x="2280467" y="1543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3148054" y="22313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2500755" y="2517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1261823" y="3147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3500325" y="2585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2144004" y="1919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2567372" y="2310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3369720" y="2329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2093963" y="2106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1907667" y="2967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2629356" y="23801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2246251" y="2675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2194108" y="2707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3448292" y="2055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1790184" y="269341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3104450" y="1955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2298089" y="200358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2684003" y="208613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2620528" y="2015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2054295" y="12405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Freeform 1284"/>
          <p:cNvSpPr/>
          <p:nvPr/>
        </p:nvSpPr>
        <p:spPr>
          <a:xfrm>
            <a:off x="2343566" y="1991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Freeform 1285"/>
          <p:cNvSpPr/>
          <p:nvPr/>
        </p:nvSpPr>
        <p:spPr>
          <a:xfrm>
            <a:off x="2926990" y="23447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Freeform 1286"/>
          <p:cNvSpPr/>
          <p:nvPr/>
        </p:nvSpPr>
        <p:spPr>
          <a:xfrm>
            <a:off x="3324201" y="17853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Freeform 1287"/>
          <p:cNvSpPr/>
          <p:nvPr/>
        </p:nvSpPr>
        <p:spPr>
          <a:xfrm>
            <a:off x="2127685" y="27202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Freeform 1288"/>
          <p:cNvSpPr/>
          <p:nvPr/>
        </p:nvSpPr>
        <p:spPr>
          <a:xfrm>
            <a:off x="3236794" y="8539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Freeform 1289"/>
          <p:cNvSpPr/>
          <p:nvPr/>
        </p:nvSpPr>
        <p:spPr>
          <a:xfrm>
            <a:off x="2766197" y="2198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2373250" y="26907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Freeform 1291"/>
          <p:cNvSpPr/>
          <p:nvPr/>
        </p:nvSpPr>
        <p:spPr>
          <a:xfrm>
            <a:off x="2350205" y="1934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777551" y="26160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3109412" y="339002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1524562" y="15891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2815620" y="2298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2971635" y="2602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3894890" y="19383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3501715" y="19532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2434715" y="24628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3602208" y="24517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2886276" y="22012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3618353" y="268535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2335534" y="17522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2463892" y="1418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1494496" y="3046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2293366" y="10971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2048252" y="2632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3286596" y="22961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2647830" y="328987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1792881" y="2004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2780005" y="135271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3200270" y="2491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2997965" y="2318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3080501" y="1119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3032726" y="14121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2793603" y="17257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Freeform 1317"/>
          <p:cNvSpPr/>
          <p:nvPr/>
        </p:nvSpPr>
        <p:spPr>
          <a:xfrm>
            <a:off x="2116484" y="2680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3001256" y="27462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Freeform 1319"/>
          <p:cNvSpPr/>
          <p:nvPr/>
        </p:nvSpPr>
        <p:spPr>
          <a:xfrm>
            <a:off x="1715263" y="3056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Freeform 1320"/>
          <p:cNvSpPr/>
          <p:nvPr/>
        </p:nvSpPr>
        <p:spPr>
          <a:xfrm>
            <a:off x="1893264" y="2453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2224460" y="18643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Freeform 1322"/>
          <p:cNvSpPr/>
          <p:nvPr/>
        </p:nvSpPr>
        <p:spPr>
          <a:xfrm>
            <a:off x="2668790" y="23835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Freeform 1323"/>
          <p:cNvSpPr/>
          <p:nvPr/>
        </p:nvSpPr>
        <p:spPr>
          <a:xfrm>
            <a:off x="3569585" y="809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2310619" y="28996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2072093" y="1722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2635449" y="13713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2620149" y="1475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1544974" y="2723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2912080" y="2648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4143442" y="927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3225687" y="3332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2605436" y="615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3147026" y="1903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2514386" y="2402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1619693" y="2424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3331915" y="2006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3167787" y="2098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2780336" y="2330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4108576" y="26536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2584594" y="3231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3950514" y="2207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2769176" y="19455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2728853" y="3081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2051503" y="27903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3357191" y="21375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1248669" y="1905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2329521" y="15606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2000456" y="1617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3524533" y="1643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2297972" y="1584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2627216" y="383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2181001" y="981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2563787" y="2319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Freeform 1354"/>
          <p:cNvSpPr/>
          <p:nvPr/>
        </p:nvSpPr>
        <p:spPr>
          <a:xfrm>
            <a:off x="3406722" y="1568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Freeform 1355"/>
          <p:cNvSpPr/>
          <p:nvPr/>
        </p:nvSpPr>
        <p:spPr>
          <a:xfrm>
            <a:off x="3260411" y="21484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Freeform 1356"/>
          <p:cNvSpPr/>
          <p:nvPr/>
        </p:nvSpPr>
        <p:spPr>
          <a:xfrm>
            <a:off x="1467346" y="211850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Freeform 1357"/>
          <p:cNvSpPr/>
          <p:nvPr/>
        </p:nvSpPr>
        <p:spPr>
          <a:xfrm>
            <a:off x="3100301" y="2515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1138866" y="1837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Freeform 1359"/>
          <p:cNvSpPr/>
          <p:nvPr/>
        </p:nvSpPr>
        <p:spPr>
          <a:xfrm>
            <a:off x="2153773" y="18262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Freeform 1360"/>
          <p:cNvSpPr/>
          <p:nvPr/>
        </p:nvSpPr>
        <p:spPr>
          <a:xfrm>
            <a:off x="2681457" y="2100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Freeform 1361"/>
          <p:cNvSpPr/>
          <p:nvPr/>
        </p:nvSpPr>
        <p:spPr>
          <a:xfrm>
            <a:off x="2041816" y="1992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2972891" y="1152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3191349" y="20242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2077498" y="2677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2247627" y="25363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2860105" y="22938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2365170" y="1300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3078940" y="292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2531185" y="92969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2679387" y="226199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1848812" y="17958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3232050" y="263926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2202715" y="2717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3164248" y="2537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2234831" y="138783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4027609" y="1620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2464055" y="1635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2793067" y="1843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1995928" y="1669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Freeform 1380"/>
          <p:cNvSpPr/>
          <p:nvPr/>
        </p:nvSpPr>
        <p:spPr>
          <a:xfrm>
            <a:off x="3399288" y="28796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Freeform 1381"/>
          <p:cNvSpPr/>
          <p:nvPr/>
        </p:nvSpPr>
        <p:spPr>
          <a:xfrm>
            <a:off x="2044616" y="2165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Freeform 1382"/>
          <p:cNvSpPr/>
          <p:nvPr/>
        </p:nvSpPr>
        <p:spPr>
          <a:xfrm>
            <a:off x="2766900" y="2893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Freeform 1383"/>
          <p:cNvSpPr/>
          <p:nvPr/>
        </p:nvSpPr>
        <p:spPr>
          <a:xfrm>
            <a:off x="2368017" y="2046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Freeform 1384"/>
          <p:cNvSpPr/>
          <p:nvPr/>
        </p:nvSpPr>
        <p:spPr>
          <a:xfrm>
            <a:off x="2371808" y="19440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Freeform 1385"/>
          <p:cNvSpPr/>
          <p:nvPr/>
        </p:nvSpPr>
        <p:spPr>
          <a:xfrm>
            <a:off x="2982318" y="21491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Freeform 1386"/>
          <p:cNvSpPr/>
          <p:nvPr/>
        </p:nvSpPr>
        <p:spPr>
          <a:xfrm>
            <a:off x="3025601" y="14377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Freeform 1387"/>
          <p:cNvSpPr/>
          <p:nvPr/>
        </p:nvSpPr>
        <p:spPr>
          <a:xfrm>
            <a:off x="2984368" y="24102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2082553" y="2094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3807514" y="17946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2777124" y="336343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3225435" y="333338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2284644" y="11856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665774" y="2043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2041428" y="28005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3239772" y="1027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3403237" y="784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2896944" y="12347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2377202" y="21165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4052012" y="1369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2581008" y="3294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3474505" y="32222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2741814" y="24045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1600702" y="1848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3331865" y="2078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2846595" y="2663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2498950" y="1264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3091788" y="2282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2057353" y="2580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2312435" y="2329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Freeform 1410"/>
          <p:cNvSpPr/>
          <p:nvPr/>
        </p:nvSpPr>
        <p:spPr>
          <a:xfrm>
            <a:off x="2444091" y="24055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Freeform 1411"/>
          <p:cNvSpPr/>
          <p:nvPr/>
        </p:nvSpPr>
        <p:spPr>
          <a:xfrm>
            <a:off x="2056312" y="2077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Freeform 1412"/>
          <p:cNvSpPr/>
          <p:nvPr/>
        </p:nvSpPr>
        <p:spPr>
          <a:xfrm>
            <a:off x="4129123" y="1274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Freeform 1413"/>
          <p:cNvSpPr/>
          <p:nvPr/>
        </p:nvSpPr>
        <p:spPr>
          <a:xfrm>
            <a:off x="3872083" y="117640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Freeform 1414"/>
          <p:cNvSpPr/>
          <p:nvPr/>
        </p:nvSpPr>
        <p:spPr>
          <a:xfrm>
            <a:off x="2051016" y="240914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Freeform 1415"/>
          <p:cNvSpPr/>
          <p:nvPr/>
        </p:nvSpPr>
        <p:spPr>
          <a:xfrm>
            <a:off x="2546893" y="27012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Freeform 1416"/>
          <p:cNvSpPr/>
          <p:nvPr/>
        </p:nvSpPr>
        <p:spPr>
          <a:xfrm>
            <a:off x="3446297" y="2572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Freeform 1417"/>
          <p:cNvSpPr/>
          <p:nvPr/>
        </p:nvSpPr>
        <p:spPr>
          <a:xfrm>
            <a:off x="4104835" y="2061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2288033" y="1825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1514466" y="15802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3328196" y="2125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3085529" y="2112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3275560" y="25718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2883013" y="1393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4169807" y="1502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2387844" y="26815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2644732" y="34940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2685413" y="2908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2438765" y="27833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1424173" y="881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2401600" y="177479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3617713" y="21947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1171871" y="2105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1410416" y="2886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2504856" y="2427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Freeform 1435"/>
          <p:cNvSpPr/>
          <p:nvPr/>
        </p:nvSpPr>
        <p:spPr>
          <a:xfrm>
            <a:off x="1965385" y="127763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Freeform 1436"/>
          <p:cNvSpPr/>
          <p:nvPr/>
        </p:nvSpPr>
        <p:spPr>
          <a:xfrm>
            <a:off x="1941023" y="31253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Freeform 1437"/>
          <p:cNvSpPr/>
          <p:nvPr/>
        </p:nvSpPr>
        <p:spPr>
          <a:xfrm>
            <a:off x="2381834" y="1759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Freeform 1438"/>
          <p:cNvSpPr/>
          <p:nvPr/>
        </p:nvSpPr>
        <p:spPr>
          <a:xfrm>
            <a:off x="2700174" y="218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Freeform 1439"/>
          <p:cNvSpPr/>
          <p:nvPr/>
        </p:nvSpPr>
        <p:spPr>
          <a:xfrm>
            <a:off x="2286948" y="9901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Freeform 1440"/>
          <p:cNvSpPr/>
          <p:nvPr/>
        </p:nvSpPr>
        <p:spPr>
          <a:xfrm>
            <a:off x="2265754" y="2184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Freeform 1441"/>
          <p:cNvSpPr/>
          <p:nvPr/>
        </p:nvSpPr>
        <p:spPr>
          <a:xfrm>
            <a:off x="2649654" y="1595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Freeform 1442"/>
          <p:cNvSpPr/>
          <p:nvPr/>
        </p:nvSpPr>
        <p:spPr>
          <a:xfrm>
            <a:off x="1188812" y="3170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2696251" y="2713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1631726" y="1774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3468042" y="2891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2320542" y="1283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2696347" y="234581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2751267" y="32637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2797929" y="2628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3131549" y="22804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2348713" y="29233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2767984" y="1869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3168647" y="315875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3554436" y="22932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2550984" y="2629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2120485" y="2099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3380465" y="15386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2784838" y="2907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2921629" y="2205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2661283" y="2380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2286588" y="18166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2718442" y="2864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Freeform 1463"/>
          <p:cNvSpPr/>
          <p:nvPr/>
        </p:nvSpPr>
        <p:spPr>
          <a:xfrm>
            <a:off x="2898755" y="2212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Freeform 1464"/>
          <p:cNvSpPr/>
          <p:nvPr/>
        </p:nvSpPr>
        <p:spPr>
          <a:xfrm>
            <a:off x="3146561" y="205713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Freeform 1465"/>
          <p:cNvSpPr/>
          <p:nvPr/>
        </p:nvSpPr>
        <p:spPr>
          <a:xfrm>
            <a:off x="1971345" y="14315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Freeform 1466"/>
          <p:cNvSpPr/>
          <p:nvPr/>
        </p:nvSpPr>
        <p:spPr>
          <a:xfrm>
            <a:off x="2383141" y="20820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Freeform 1467"/>
          <p:cNvSpPr/>
          <p:nvPr/>
        </p:nvSpPr>
        <p:spPr>
          <a:xfrm>
            <a:off x="2958723" y="1200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Freeform 1468"/>
          <p:cNvSpPr/>
          <p:nvPr/>
        </p:nvSpPr>
        <p:spPr>
          <a:xfrm>
            <a:off x="3598975" y="2517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Freeform 1469"/>
          <p:cNvSpPr/>
          <p:nvPr/>
        </p:nvSpPr>
        <p:spPr>
          <a:xfrm>
            <a:off x="2960557" y="2488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Freeform 1470"/>
          <p:cNvSpPr/>
          <p:nvPr/>
        </p:nvSpPr>
        <p:spPr>
          <a:xfrm>
            <a:off x="4114155" y="2894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2570913" y="29506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1474368" y="3659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3500005" y="16619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2595244" y="1940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1178187" y="1399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3853726" y="1165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2156274" y="2075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1894678" y="2204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2473314" y="24647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2935441" y="24580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2181002" y="17908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1650069" y="16127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1816066" y="19347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1805537" y="1332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3193816" y="27971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2417810" y="1907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1624112" y="1948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2229684" y="16935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3044741" y="2972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2667315" y="24902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1916061" y="29113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3064041" y="2420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Freeform 1493"/>
          <p:cNvSpPr/>
          <p:nvPr/>
        </p:nvSpPr>
        <p:spPr>
          <a:xfrm>
            <a:off x="1987412" y="2140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Freeform 1494"/>
          <p:cNvSpPr/>
          <p:nvPr/>
        </p:nvSpPr>
        <p:spPr>
          <a:xfrm>
            <a:off x="2714978" y="26169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Freeform 1495"/>
          <p:cNvSpPr/>
          <p:nvPr/>
        </p:nvSpPr>
        <p:spPr>
          <a:xfrm>
            <a:off x="2232299" y="149726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Freeform 1496"/>
          <p:cNvSpPr/>
          <p:nvPr/>
        </p:nvSpPr>
        <p:spPr>
          <a:xfrm>
            <a:off x="2996820" y="2534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Freeform 1497"/>
          <p:cNvSpPr/>
          <p:nvPr/>
        </p:nvSpPr>
        <p:spPr>
          <a:xfrm>
            <a:off x="1577340" y="13276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Freeform 1498"/>
          <p:cNvSpPr/>
          <p:nvPr/>
        </p:nvSpPr>
        <p:spPr>
          <a:xfrm>
            <a:off x="3284423" y="2526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Freeform 1499"/>
          <p:cNvSpPr/>
          <p:nvPr/>
        </p:nvSpPr>
        <p:spPr>
          <a:xfrm>
            <a:off x="2568211" y="15829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Freeform 1500"/>
          <p:cNvSpPr/>
          <p:nvPr/>
        </p:nvSpPr>
        <p:spPr>
          <a:xfrm>
            <a:off x="1487276" y="1948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3239442" y="12801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1791382" y="3193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3974608" y="24044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2908681" y="1531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2096961" y="18452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2281338" y="2471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1714511" y="2550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2827602" y="13933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2641589" y="238552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4232827" y="1877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3695703" y="9883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2479759" y="1636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3150935" y="24902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2279292" y="13021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3716042" y="29830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Freeform 1516"/>
          <p:cNvSpPr/>
          <p:nvPr/>
        </p:nvSpPr>
        <p:spPr>
          <a:xfrm>
            <a:off x="2768225" y="2473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Freeform 1517"/>
          <p:cNvSpPr/>
          <p:nvPr/>
        </p:nvSpPr>
        <p:spPr>
          <a:xfrm>
            <a:off x="1455022" y="2023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Freeform 1518"/>
          <p:cNvSpPr/>
          <p:nvPr/>
        </p:nvSpPr>
        <p:spPr>
          <a:xfrm>
            <a:off x="3512047" y="1706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Freeform 1519"/>
          <p:cNvSpPr/>
          <p:nvPr/>
        </p:nvSpPr>
        <p:spPr>
          <a:xfrm>
            <a:off x="2836128" y="29069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Freeform 1520"/>
          <p:cNvSpPr/>
          <p:nvPr/>
        </p:nvSpPr>
        <p:spPr>
          <a:xfrm>
            <a:off x="3072425" y="22011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Freeform 1521"/>
          <p:cNvSpPr/>
          <p:nvPr/>
        </p:nvSpPr>
        <p:spPr>
          <a:xfrm>
            <a:off x="2705052" y="30805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Freeform 1522"/>
          <p:cNvSpPr/>
          <p:nvPr/>
        </p:nvSpPr>
        <p:spPr>
          <a:xfrm>
            <a:off x="2841661" y="1942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Freeform 1523"/>
          <p:cNvSpPr/>
          <p:nvPr/>
        </p:nvSpPr>
        <p:spPr>
          <a:xfrm>
            <a:off x="4069921" y="2478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Freeform 1524"/>
          <p:cNvSpPr/>
          <p:nvPr/>
        </p:nvSpPr>
        <p:spPr>
          <a:xfrm>
            <a:off x="2356640" y="21475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Freeform 1525"/>
          <p:cNvSpPr/>
          <p:nvPr/>
        </p:nvSpPr>
        <p:spPr>
          <a:xfrm>
            <a:off x="2444447" y="25450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Freeform 1526"/>
          <p:cNvSpPr/>
          <p:nvPr/>
        </p:nvSpPr>
        <p:spPr>
          <a:xfrm>
            <a:off x="2860760" y="20709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Freeform 1527"/>
          <p:cNvSpPr/>
          <p:nvPr/>
        </p:nvSpPr>
        <p:spPr>
          <a:xfrm>
            <a:off x="2020176" y="1979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Freeform 1528"/>
          <p:cNvSpPr/>
          <p:nvPr/>
        </p:nvSpPr>
        <p:spPr>
          <a:xfrm>
            <a:off x="3622616" y="2447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Freeform 1529"/>
          <p:cNvSpPr/>
          <p:nvPr/>
        </p:nvSpPr>
        <p:spPr>
          <a:xfrm>
            <a:off x="2975608" y="1609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Freeform 1530"/>
          <p:cNvSpPr/>
          <p:nvPr/>
        </p:nvSpPr>
        <p:spPr>
          <a:xfrm>
            <a:off x="2185120" y="2507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Freeform 1531"/>
          <p:cNvSpPr/>
          <p:nvPr/>
        </p:nvSpPr>
        <p:spPr>
          <a:xfrm>
            <a:off x="2926170" y="28312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Freeform 1532"/>
          <p:cNvSpPr/>
          <p:nvPr/>
        </p:nvSpPr>
        <p:spPr>
          <a:xfrm>
            <a:off x="2335046" y="2198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Freeform 1533"/>
          <p:cNvSpPr/>
          <p:nvPr/>
        </p:nvSpPr>
        <p:spPr>
          <a:xfrm>
            <a:off x="3256133" y="26028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Freeform 1534"/>
          <p:cNvSpPr/>
          <p:nvPr/>
        </p:nvSpPr>
        <p:spPr>
          <a:xfrm>
            <a:off x="2363385" y="2343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Freeform 1535"/>
          <p:cNvSpPr/>
          <p:nvPr/>
        </p:nvSpPr>
        <p:spPr>
          <a:xfrm>
            <a:off x="2501844" y="19457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Freeform 1536"/>
          <p:cNvSpPr/>
          <p:nvPr/>
        </p:nvSpPr>
        <p:spPr>
          <a:xfrm>
            <a:off x="2308221" y="35568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Freeform 1537"/>
          <p:cNvSpPr/>
          <p:nvPr/>
        </p:nvSpPr>
        <p:spPr>
          <a:xfrm>
            <a:off x="3026737" y="2625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Freeform 1538"/>
          <p:cNvSpPr/>
          <p:nvPr/>
        </p:nvSpPr>
        <p:spPr>
          <a:xfrm>
            <a:off x="1776212" y="957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Freeform 1539"/>
          <p:cNvSpPr/>
          <p:nvPr/>
        </p:nvSpPr>
        <p:spPr>
          <a:xfrm>
            <a:off x="2356722" y="2408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Freeform 1540"/>
          <p:cNvSpPr/>
          <p:nvPr/>
        </p:nvSpPr>
        <p:spPr>
          <a:xfrm>
            <a:off x="3421461" y="2516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Freeform 1541"/>
          <p:cNvSpPr/>
          <p:nvPr/>
        </p:nvSpPr>
        <p:spPr>
          <a:xfrm>
            <a:off x="2284329" y="28190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Freeform 1542"/>
          <p:cNvSpPr/>
          <p:nvPr/>
        </p:nvSpPr>
        <p:spPr>
          <a:xfrm>
            <a:off x="1810108" y="1777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Freeform 1543"/>
          <p:cNvSpPr/>
          <p:nvPr/>
        </p:nvSpPr>
        <p:spPr>
          <a:xfrm>
            <a:off x="1913907" y="230447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Freeform 1544"/>
          <p:cNvSpPr/>
          <p:nvPr/>
        </p:nvSpPr>
        <p:spPr>
          <a:xfrm>
            <a:off x="1332053" y="1984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Freeform 1545"/>
          <p:cNvSpPr/>
          <p:nvPr/>
        </p:nvSpPr>
        <p:spPr>
          <a:xfrm>
            <a:off x="2844842" y="25015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Freeform 1546"/>
          <p:cNvSpPr/>
          <p:nvPr/>
        </p:nvSpPr>
        <p:spPr>
          <a:xfrm>
            <a:off x="2763711" y="336640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Freeform 1547"/>
          <p:cNvSpPr/>
          <p:nvPr/>
        </p:nvSpPr>
        <p:spPr>
          <a:xfrm>
            <a:off x="3226058" y="18767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Freeform 1548"/>
          <p:cNvSpPr/>
          <p:nvPr/>
        </p:nvSpPr>
        <p:spPr>
          <a:xfrm>
            <a:off x="2436761" y="2114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Freeform 1549"/>
          <p:cNvSpPr/>
          <p:nvPr/>
        </p:nvSpPr>
        <p:spPr>
          <a:xfrm>
            <a:off x="3235386" y="14802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Freeform 1550"/>
          <p:cNvSpPr/>
          <p:nvPr/>
        </p:nvSpPr>
        <p:spPr>
          <a:xfrm>
            <a:off x="1988011" y="21386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Freeform 1551"/>
          <p:cNvSpPr/>
          <p:nvPr/>
        </p:nvSpPr>
        <p:spPr>
          <a:xfrm>
            <a:off x="1591290" y="1164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Freeform 1552"/>
          <p:cNvSpPr/>
          <p:nvPr/>
        </p:nvSpPr>
        <p:spPr>
          <a:xfrm>
            <a:off x="2619601" y="89813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Freeform 1553"/>
          <p:cNvSpPr/>
          <p:nvPr/>
        </p:nvSpPr>
        <p:spPr>
          <a:xfrm>
            <a:off x="3551897" y="1758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Freeform 1554"/>
          <p:cNvSpPr/>
          <p:nvPr/>
        </p:nvSpPr>
        <p:spPr>
          <a:xfrm>
            <a:off x="2293837" y="2866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Freeform 1555"/>
          <p:cNvSpPr/>
          <p:nvPr/>
        </p:nvSpPr>
        <p:spPr>
          <a:xfrm>
            <a:off x="2663464" y="14287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Freeform 1556"/>
          <p:cNvSpPr/>
          <p:nvPr/>
        </p:nvSpPr>
        <p:spPr>
          <a:xfrm>
            <a:off x="2933128" y="956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Freeform 1557"/>
          <p:cNvSpPr/>
          <p:nvPr/>
        </p:nvSpPr>
        <p:spPr>
          <a:xfrm>
            <a:off x="1526211" y="1733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Freeform 1558"/>
          <p:cNvSpPr/>
          <p:nvPr/>
        </p:nvSpPr>
        <p:spPr>
          <a:xfrm>
            <a:off x="2889371" y="25779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Freeform 1559"/>
          <p:cNvSpPr/>
          <p:nvPr/>
        </p:nvSpPr>
        <p:spPr>
          <a:xfrm>
            <a:off x="2399648" y="2031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Freeform 1560"/>
          <p:cNvSpPr/>
          <p:nvPr/>
        </p:nvSpPr>
        <p:spPr>
          <a:xfrm>
            <a:off x="2902295" y="3160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Freeform 1561"/>
          <p:cNvSpPr/>
          <p:nvPr/>
        </p:nvSpPr>
        <p:spPr>
          <a:xfrm>
            <a:off x="2336371" y="2843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Freeform 1562"/>
          <p:cNvSpPr/>
          <p:nvPr/>
        </p:nvSpPr>
        <p:spPr>
          <a:xfrm>
            <a:off x="3281813" y="3559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Freeform 1563"/>
          <p:cNvSpPr/>
          <p:nvPr/>
        </p:nvSpPr>
        <p:spPr>
          <a:xfrm>
            <a:off x="2830539" y="20248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Freeform 1564"/>
          <p:cNvSpPr/>
          <p:nvPr/>
        </p:nvSpPr>
        <p:spPr>
          <a:xfrm>
            <a:off x="3499652" y="22832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Freeform 1565"/>
          <p:cNvSpPr/>
          <p:nvPr/>
        </p:nvSpPr>
        <p:spPr>
          <a:xfrm>
            <a:off x="3011132" y="1804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Freeform 1566"/>
          <p:cNvSpPr/>
          <p:nvPr/>
        </p:nvSpPr>
        <p:spPr>
          <a:xfrm>
            <a:off x="3667108" y="2283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Freeform 1567"/>
          <p:cNvSpPr/>
          <p:nvPr/>
        </p:nvSpPr>
        <p:spPr>
          <a:xfrm>
            <a:off x="3235246" y="2132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Freeform 1568"/>
          <p:cNvSpPr/>
          <p:nvPr/>
        </p:nvSpPr>
        <p:spPr>
          <a:xfrm>
            <a:off x="2880362" y="1443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Freeform 1569"/>
          <p:cNvSpPr/>
          <p:nvPr/>
        </p:nvSpPr>
        <p:spPr>
          <a:xfrm>
            <a:off x="1816228" y="16622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Freeform 1570"/>
          <p:cNvSpPr/>
          <p:nvPr/>
        </p:nvSpPr>
        <p:spPr>
          <a:xfrm>
            <a:off x="3552000" y="28801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Freeform 1571"/>
          <p:cNvSpPr/>
          <p:nvPr/>
        </p:nvSpPr>
        <p:spPr>
          <a:xfrm>
            <a:off x="2083197" y="2244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Freeform 1572"/>
          <p:cNvSpPr/>
          <p:nvPr/>
        </p:nvSpPr>
        <p:spPr>
          <a:xfrm>
            <a:off x="2886907" y="1899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Freeform 1573"/>
          <p:cNvSpPr/>
          <p:nvPr/>
        </p:nvSpPr>
        <p:spPr>
          <a:xfrm>
            <a:off x="2785463" y="32057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Freeform 1574"/>
          <p:cNvSpPr/>
          <p:nvPr/>
        </p:nvSpPr>
        <p:spPr>
          <a:xfrm>
            <a:off x="3617873" y="25071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Freeform 1575"/>
          <p:cNvSpPr/>
          <p:nvPr/>
        </p:nvSpPr>
        <p:spPr>
          <a:xfrm>
            <a:off x="2711128" y="1451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Freeform 1576"/>
          <p:cNvSpPr/>
          <p:nvPr/>
        </p:nvSpPr>
        <p:spPr>
          <a:xfrm>
            <a:off x="3396364" y="20532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Freeform 1577"/>
          <p:cNvSpPr/>
          <p:nvPr/>
        </p:nvSpPr>
        <p:spPr>
          <a:xfrm>
            <a:off x="2971784" y="29475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Freeform 1578"/>
          <p:cNvSpPr/>
          <p:nvPr/>
        </p:nvSpPr>
        <p:spPr>
          <a:xfrm>
            <a:off x="2523867" y="22137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Freeform 1579"/>
          <p:cNvSpPr/>
          <p:nvPr/>
        </p:nvSpPr>
        <p:spPr>
          <a:xfrm>
            <a:off x="2523374" y="2139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Freeform 1580"/>
          <p:cNvSpPr/>
          <p:nvPr/>
        </p:nvSpPr>
        <p:spPr>
          <a:xfrm>
            <a:off x="3166551" y="2906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Freeform 1581"/>
          <p:cNvSpPr/>
          <p:nvPr/>
        </p:nvSpPr>
        <p:spPr>
          <a:xfrm>
            <a:off x="2883501" y="1719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Freeform 1582"/>
          <p:cNvSpPr/>
          <p:nvPr/>
        </p:nvSpPr>
        <p:spPr>
          <a:xfrm>
            <a:off x="3104522" y="2000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Freeform 1583"/>
          <p:cNvSpPr/>
          <p:nvPr/>
        </p:nvSpPr>
        <p:spPr>
          <a:xfrm>
            <a:off x="2840376" y="1192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Freeform 1584"/>
          <p:cNvSpPr/>
          <p:nvPr/>
        </p:nvSpPr>
        <p:spPr>
          <a:xfrm>
            <a:off x="2301961" y="2232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Freeform 1585"/>
          <p:cNvSpPr/>
          <p:nvPr/>
        </p:nvSpPr>
        <p:spPr>
          <a:xfrm>
            <a:off x="2968895" y="2348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Freeform 1586"/>
          <p:cNvSpPr/>
          <p:nvPr/>
        </p:nvSpPr>
        <p:spPr>
          <a:xfrm>
            <a:off x="2493458" y="20182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Freeform 1587"/>
          <p:cNvSpPr/>
          <p:nvPr/>
        </p:nvSpPr>
        <p:spPr>
          <a:xfrm>
            <a:off x="3383465" y="24856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Freeform 1588"/>
          <p:cNvSpPr/>
          <p:nvPr/>
        </p:nvSpPr>
        <p:spPr>
          <a:xfrm>
            <a:off x="1878276" y="2522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Freeform 1589"/>
          <p:cNvSpPr/>
          <p:nvPr/>
        </p:nvSpPr>
        <p:spPr>
          <a:xfrm>
            <a:off x="3677998" y="2158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Freeform 1590"/>
          <p:cNvSpPr/>
          <p:nvPr/>
        </p:nvSpPr>
        <p:spPr>
          <a:xfrm>
            <a:off x="2133849" y="312803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Freeform 1591"/>
          <p:cNvSpPr/>
          <p:nvPr/>
        </p:nvSpPr>
        <p:spPr>
          <a:xfrm>
            <a:off x="2842215" y="2499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Freeform 1592"/>
          <p:cNvSpPr/>
          <p:nvPr/>
        </p:nvSpPr>
        <p:spPr>
          <a:xfrm>
            <a:off x="3148641" y="15496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Freeform 1593"/>
          <p:cNvSpPr/>
          <p:nvPr/>
        </p:nvSpPr>
        <p:spPr>
          <a:xfrm>
            <a:off x="2907834" y="31135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Freeform 1594"/>
          <p:cNvSpPr/>
          <p:nvPr/>
        </p:nvSpPr>
        <p:spPr>
          <a:xfrm>
            <a:off x="2478933" y="3309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Freeform 1595"/>
          <p:cNvSpPr/>
          <p:nvPr/>
        </p:nvSpPr>
        <p:spPr>
          <a:xfrm>
            <a:off x="1914922" y="2515370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Freeform 1596"/>
          <p:cNvSpPr/>
          <p:nvPr/>
        </p:nvSpPr>
        <p:spPr>
          <a:xfrm>
            <a:off x="2219140" y="264576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Freeform 1597"/>
          <p:cNvSpPr/>
          <p:nvPr/>
        </p:nvSpPr>
        <p:spPr>
          <a:xfrm>
            <a:off x="3189262" y="10532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Freeform 1598"/>
          <p:cNvSpPr/>
          <p:nvPr/>
        </p:nvSpPr>
        <p:spPr>
          <a:xfrm>
            <a:off x="1610628" y="2813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Freeform 1599"/>
          <p:cNvSpPr/>
          <p:nvPr/>
        </p:nvSpPr>
        <p:spPr>
          <a:xfrm>
            <a:off x="2843818" y="15329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Freeform 1600"/>
          <p:cNvSpPr/>
          <p:nvPr/>
        </p:nvSpPr>
        <p:spPr>
          <a:xfrm>
            <a:off x="2211193" y="25050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Freeform 1601"/>
          <p:cNvSpPr/>
          <p:nvPr/>
        </p:nvSpPr>
        <p:spPr>
          <a:xfrm>
            <a:off x="2297617" y="3169951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Freeform 1602"/>
          <p:cNvSpPr/>
          <p:nvPr/>
        </p:nvSpPr>
        <p:spPr>
          <a:xfrm>
            <a:off x="2986781" y="2079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Freeform 1603"/>
          <p:cNvSpPr/>
          <p:nvPr/>
        </p:nvSpPr>
        <p:spPr>
          <a:xfrm>
            <a:off x="2258156" y="1680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Freeform 1604"/>
          <p:cNvSpPr/>
          <p:nvPr/>
        </p:nvSpPr>
        <p:spPr>
          <a:xfrm>
            <a:off x="2394629" y="1460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Freeform 1605"/>
          <p:cNvSpPr/>
          <p:nvPr/>
        </p:nvSpPr>
        <p:spPr>
          <a:xfrm>
            <a:off x="3777500" y="2524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Freeform 1606"/>
          <p:cNvSpPr/>
          <p:nvPr/>
        </p:nvSpPr>
        <p:spPr>
          <a:xfrm>
            <a:off x="3298245" y="1713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Freeform 1607"/>
          <p:cNvSpPr/>
          <p:nvPr/>
        </p:nvSpPr>
        <p:spPr>
          <a:xfrm>
            <a:off x="3511611" y="1426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Freeform 1608"/>
          <p:cNvSpPr/>
          <p:nvPr/>
        </p:nvSpPr>
        <p:spPr>
          <a:xfrm>
            <a:off x="2862199" y="173494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Freeform 1609"/>
          <p:cNvSpPr/>
          <p:nvPr/>
        </p:nvSpPr>
        <p:spPr>
          <a:xfrm>
            <a:off x="2351635" y="11307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Freeform 1610"/>
          <p:cNvSpPr/>
          <p:nvPr/>
        </p:nvSpPr>
        <p:spPr>
          <a:xfrm>
            <a:off x="832360" y="1739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Freeform 1611"/>
          <p:cNvSpPr/>
          <p:nvPr/>
        </p:nvSpPr>
        <p:spPr>
          <a:xfrm>
            <a:off x="3045015" y="1782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Freeform 1612"/>
          <p:cNvSpPr/>
          <p:nvPr/>
        </p:nvSpPr>
        <p:spPr>
          <a:xfrm>
            <a:off x="3852265" y="2746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Freeform 1613"/>
          <p:cNvSpPr/>
          <p:nvPr/>
        </p:nvSpPr>
        <p:spPr>
          <a:xfrm>
            <a:off x="1795212" y="2308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Freeform 1614"/>
          <p:cNvSpPr/>
          <p:nvPr/>
        </p:nvSpPr>
        <p:spPr>
          <a:xfrm>
            <a:off x="2765107" y="24416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Freeform 1615"/>
          <p:cNvSpPr/>
          <p:nvPr/>
        </p:nvSpPr>
        <p:spPr>
          <a:xfrm>
            <a:off x="2752299" y="30820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Freeform 1616"/>
          <p:cNvSpPr/>
          <p:nvPr/>
        </p:nvSpPr>
        <p:spPr>
          <a:xfrm>
            <a:off x="1616020" y="226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Freeform 1617"/>
          <p:cNvSpPr/>
          <p:nvPr/>
        </p:nvSpPr>
        <p:spPr>
          <a:xfrm>
            <a:off x="4190274" y="3343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Freeform 1618"/>
          <p:cNvSpPr/>
          <p:nvPr/>
        </p:nvSpPr>
        <p:spPr>
          <a:xfrm>
            <a:off x="3054720" y="2484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Freeform 1619"/>
          <p:cNvSpPr/>
          <p:nvPr/>
        </p:nvSpPr>
        <p:spPr>
          <a:xfrm>
            <a:off x="1750723" y="2848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Freeform 1620"/>
          <p:cNvSpPr/>
          <p:nvPr/>
        </p:nvSpPr>
        <p:spPr>
          <a:xfrm>
            <a:off x="3613604" y="21000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Freeform 1621"/>
          <p:cNvSpPr/>
          <p:nvPr/>
        </p:nvSpPr>
        <p:spPr>
          <a:xfrm>
            <a:off x="2443998" y="22488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Freeform 1622"/>
          <p:cNvSpPr/>
          <p:nvPr/>
        </p:nvSpPr>
        <p:spPr>
          <a:xfrm>
            <a:off x="3835714" y="265115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Freeform 1623"/>
          <p:cNvSpPr/>
          <p:nvPr/>
        </p:nvSpPr>
        <p:spPr>
          <a:xfrm>
            <a:off x="2771260" y="3066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Freeform 1624"/>
          <p:cNvSpPr/>
          <p:nvPr/>
        </p:nvSpPr>
        <p:spPr>
          <a:xfrm>
            <a:off x="2988238" y="23091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Freeform 1625"/>
          <p:cNvSpPr/>
          <p:nvPr/>
        </p:nvSpPr>
        <p:spPr>
          <a:xfrm>
            <a:off x="2836664" y="2262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Freeform 1626"/>
          <p:cNvSpPr/>
          <p:nvPr/>
        </p:nvSpPr>
        <p:spPr>
          <a:xfrm>
            <a:off x="2009937" y="274478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Freeform 1627"/>
          <p:cNvSpPr/>
          <p:nvPr/>
        </p:nvSpPr>
        <p:spPr>
          <a:xfrm>
            <a:off x="2495037" y="1578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Freeform 1628"/>
          <p:cNvSpPr/>
          <p:nvPr/>
        </p:nvSpPr>
        <p:spPr>
          <a:xfrm>
            <a:off x="1758152" y="1953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Freeform 1629"/>
          <p:cNvSpPr/>
          <p:nvPr/>
        </p:nvSpPr>
        <p:spPr>
          <a:xfrm>
            <a:off x="2548605" y="1419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Freeform 1630"/>
          <p:cNvSpPr/>
          <p:nvPr/>
        </p:nvSpPr>
        <p:spPr>
          <a:xfrm>
            <a:off x="2727941" y="1689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Freeform 1631"/>
          <p:cNvSpPr/>
          <p:nvPr/>
        </p:nvSpPr>
        <p:spPr>
          <a:xfrm>
            <a:off x="3166593" y="1961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Freeform 1632"/>
          <p:cNvSpPr/>
          <p:nvPr/>
        </p:nvSpPr>
        <p:spPr>
          <a:xfrm>
            <a:off x="2341410" y="22698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Freeform 1633"/>
          <p:cNvSpPr/>
          <p:nvPr/>
        </p:nvSpPr>
        <p:spPr>
          <a:xfrm>
            <a:off x="3474744" y="22903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Freeform 1634"/>
          <p:cNvSpPr/>
          <p:nvPr/>
        </p:nvSpPr>
        <p:spPr>
          <a:xfrm>
            <a:off x="2695576" y="208867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Freeform 1635"/>
          <p:cNvSpPr/>
          <p:nvPr/>
        </p:nvSpPr>
        <p:spPr>
          <a:xfrm>
            <a:off x="2879738" y="17241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Freeform 1636"/>
          <p:cNvSpPr/>
          <p:nvPr/>
        </p:nvSpPr>
        <p:spPr>
          <a:xfrm>
            <a:off x="2822244" y="1147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Freeform 1637"/>
          <p:cNvSpPr/>
          <p:nvPr/>
        </p:nvSpPr>
        <p:spPr>
          <a:xfrm>
            <a:off x="1732177" y="261340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Freeform 1638"/>
          <p:cNvSpPr/>
          <p:nvPr/>
        </p:nvSpPr>
        <p:spPr>
          <a:xfrm>
            <a:off x="1448507" y="2327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Freeform 1639"/>
          <p:cNvSpPr/>
          <p:nvPr/>
        </p:nvSpPr>
        <p:spPr>
          <a:xfrm>
            <a:off x="2998543" y="2919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Freeform 1640"/>
          <p:cNvSpPr/>
          <p:nvPr/>
        </p:nvSpPr>
        <p:spPr>
          <a:xfrm>
            <a:off x="2638548" y="2169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Freeform 1641"/>
          <p:cNvSpPr/>
          <p:nvPr/>
        </p:nvSpPr>
        <p:spPr>
          <a:xfrm>
            <a:off x="3304629" y="2142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Freeform 1642"/>
          <p:cNvSpPr/>
          <p:nvPr/>
        </p:nvSpPr>
        <p:spPr>
          <a:xfrm>
            <a:off x="3607174" y="2458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Freeform 1643"/>
          <p:cNvSpPr/>
          <p:nvPr/>
        </p:nvSpPr>
        <p:spPr>
          <a:xfrm>
            <a:off x="2405908" y="24563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Freeform 1644"/>
          <p:cNvSpPr/>
          <p:nvPr/>
        </p:nvSpPr>
        <p:spPr>
          <a:xfrm>
            <a:off x="2691288" y="2522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Freeform 1645"/>
          <p:cNvSpPr/>
          <p:nvPr/>
        </p:nvSpPr>
        <p:spPr>
          <a:xfrm>
            <a:off x="2028137" y="18347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Freeform 1646"/>
          <p:cNvSpPr/>
          <p:nvPr/>
        </p:nvSpPr>
        <p:spPr>
          <a:xfrm>
            <a:off x="3809299" y="1700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Freeform 1647"/>
          <p:cNvSpPr/>
          <p:nvPr/>
        </p:nvSpPr>
        <p:spPr>
          <a:xfrm>
            <a:off x="3065806" y="24890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Freeform 1648"/>
          <p:cNvSpPr/>
          <p:nvPr/>
        </p:nvSpPr>
        <p:spPr>
          <a:xfrm>
            <a:off x="2095429" y="12708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Freeform 1649"/>
          <p:cNvSpPr/>
          <p:nvPr/>
        </p:nvSpPr>
        <p:spPr>
          <a:xfrm>
            <a:off x="2068845" y="2068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Freeform 1650"/>
          <p:cNvSpPr/>
          <p:nvPr/>
        </p:nvSpPr>
        <p:spPr>
          <a:xfrm>
            <a:off x="4649418" y="1473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Freeform 1651"/>
          <p:cNvSpPr/>
          <p:nvPr/>
        </p:nvSpPr>
        <p:spPr>
          <a:xfrm>
            <a:off x="3290927" y="2722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Freeform 1652"/>
          <p:cNvSpPr/>
          <p:nvPr/>
        </p:nvSpPr>
        <p:spPr>
          <a:xfrm>
            <a:off x="3124727" y="1704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Freeform 1653"/>
          <p:cNvSpPr/>
          <p:nvPr/>
        </p:nvSpPr>
        <p:spPr>
          <a:xfrm>
            <a:off x="2691729" y="2086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Freeform 1654"/>
          <p:cNvSpPr/>
          <p:nvPr/>
        </p:nvSpPr>
        <p:spPr>
          <a:xfrm>
            <a:off x="3531763" y="2474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Freeform 1655"/>
          <p:cNvSpPr/>
          <p:nvPr/>
        </p:nvSpPr>
        <p:spPr>
          <a:xfrm>
            <a:off x="1597613" y="2061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Freeform 1656"/>
          <p:cNvSpPr/>
          <p:nvPr/>
        </p:nvSpPr>
        <p:spPr>
          <a:xfrm>
            <a:off x="2417739" y="2507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Freeform 1657"/>
          <p:cNvSpPr/>
          <p:nvPr/>
        </p:nvSpPr>
        <p:spPr>
          <a:xfrm>
            <a:off x="2358985" y="2657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Freeform 1658"/>
          <p:cNvSpPr/>
          <p:nvPr/>
        </p:nvSpPr>
        <p:spPr>
          <a:xfrm>
            <a:off x="3070307" y="13820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Freeform 1659"/>
          <p:cNvSpPr/>
          <p:nvPr/>
        </p:nvSpPr>
        <p:spPr>
          <a:xfrm>
            <a:off x="2395629" y="16730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Freeform 1660"/>
          <p:cNvSpPr/>
          <p:nvPr/>
        </p:nvSpPr>
        <p:spPr>
          <a:xfrm>
            <a:off x="2491352" y="237028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Freeform 1661"/>
          <p:cNvSpPr/>
          <p:nvPr/>
        </p:nvSpPr>
        <p:spPr>
          <a:xfrm>
            <a:off x="3825924" y="30963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Freeform 1662"/>
          <p:cNvSpPr/>
          <p:nvPr/>
        </p:nvSpPr>
        <p:spPr>
          <a:xfrm>
            <a:off x="3309855" y="2112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Freeform 1663"/>
          <p:cNvSpPr/>
          <p:nvPr/>
        </p:nvSpPr>
        <p:spPr>
          <a:xfrm>
            <a:off x="2705289" y="2072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Freeform 1664"/>
          <p:cNvSpPr/>
          <p:nvPr/>
        </p:nvSpPr>
        <p:spPr>
          <a:xfrm>
            <a:off x="3925364" y="1551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Freeform 1665"/>
          <p:cNvSpPr/>
          <p:nvPr/>
        </p:nvSpPr>
        <p:spPr>
          <a:xfrm>
            <a:off x="3519567" y="1874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Freeform 1666"/>
          <p:cNvSpPr/>
          <p:nvPr/>
        </p:nvSpPr>
        <p:spPr>
          <a:xfrm>
            <a:off x="2913568" y="233285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Freeform 1667"/>
          <p:cNvSpPr/>
          <p:nvPr/>
        </p:nvSpPr>
        <p:spPr>
          <a:xfrm>
            <a:off x="3661825" y="2309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Freeform 1668"/>
          <p:cNvSpPr/>
          <p:nvPr/>
        </p:nvSpPr>
        <p:spPr>
          <a:xfrm>
            <a:off x="3033617" y="241218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Freeform 1669"/>
          <p:cNvSpPr/>
          <p:nvPr/>
        </p:nvSpPr>
        <p:spPr>
          <a:xfrm>
            <a:off x="2828600" y="29170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Freeform 1670"/>
          <p:cNvSpPr/>
          <p:nvPr/>
        </p:nvSpPr>
        <p:spPr>
          <a:xfrm>
            <a:off x="1999054" y="26774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Freeform 1671"/>
          <p:cNvSpPr/>
          <p:nvPr/>
        </p:nvSpPr>
        <p:spPr>
          <a:xfrm>
            <a:off x="1762373" y="2029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Freeform 1672"/>
          <p:cNvSpPr/>
          <p:nvPr/>
        </p:nvSpPr>
        <p:spPr>
          <a:xfrm>
            <a:off x="2309254" y="1367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Freeform 1673"/>
          <p:cNvSpPr/>
          <p:nvPr/>
        </p:nvSpPr>
        <p:spPr>
          <a:xfrm>
            <a:off x="2637174" y="2250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Freeform 1674"/>
          <p:cNvSpPr/>
          <p:nvPr/>
        </p:nvSpPr>
        <p:spPr>
          <a:xfrm>
            <a:off x="2202718" y="1817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Freeform 1675"/>
          <p:cNvSpPr/>
          <p:nvPr/>
        </p:nvSpPr>
        <p:spPr>
          <a:xfrm>
            <a:off x="2133317" y="2268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Freeform 1676"/>
          <p:cNvSpPr/>
          <p:nvPr/>
        </p:nvSpPr>
        <p:spPr>
          <a:xfrm>
            <a:off x="2703711" y="1765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Freeform 1677"/>
          <p:cNvSpPr/>
          <p:nvPr/>
        </p:nvSpPr>
        <p:spPr>
          <a:xfrm>
            <a:off x="3018484" y="2672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Freeform 1678"/>
          <p:cNvSpPr/>
          <p:nvPr/>
        </p:nvSpPr>
        <p:spPr>
          <a:xfrm>
            <a:off x="2921307" y="1906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Freeform 1679"/>
          <p:cNvSpPr/>
          <p:nvPr/>
        </p:nvSpPr>
        <p:spPr>
          <a:xfrm>
            <a:off x="1408773" y="2523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Freeform 1680"/>
          <p:cNvSpPr/>
          <p:nvPr/>
        </p:nvSpPr>
        <p:spPr>
          <a:xfrm>
            <a:off x="3113443" y="2424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Freeform 1681"/>
          <p:cNvSpPr/>
          <p:nvPr/>
        </p:nvSpPr>
        <p:spPr>
          <a:xfrm>
            <a:off x="3055280" y="2778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Freeform 1682"/>
          <p:cNvSpPr/>
          <p:nvPr/>
        </p:nvSpPr>
        <p:spPr>
          <a:xfrm>
            <a:off x="2364628" y="1785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Freeform 1683"/>
          <p:cNvSpPr/>
          <p:nvPr/>
        </p:nvSpPr>
        <p:spPr>
          <a:xfrm>
            <a:off x="3000725" y="22212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Freeform 1684"/>
          <p:cNvSpPr/>
          <p:nvPr/>
        </p:nvSpPr>
        <p:spPr>
          <a:xfrm>
            <a:off x="3196296" y="340307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Freeform 1685"/>
          <p:cNvSpPr/>
          <p:nvPr/>
        </p:nvSpPr>
        <p:spPr>
          <a:xfrm>
            <a:off x="2983747" y="1171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Freeform 1686"/>
          <p:cNvSpPr/>
          <p:nvPr/>
        </p:nvSpPr>
        <p:spPr>
          <a:xfrm>
            <a:off x="2140446" y="2417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Freeform 1687"/>
          <p:cNvSpPr/>
          <p:nvPr/>
        </p:nvSpPr>
        <p:spPr>
          <a:xfrm>
            <a:off x="2325367" y="2661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Freeform 1688"/>
          <p:cNvSpPr/>
          <p:nvPr/>
        </p:nvSpPr>
        <p:spPr>
          <a:xfrm>
            <a:off x="2092484" y="159338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Freeform 1689"/>
          <p:cNvSpPr/>
          <p:nvPr/>
        </p:nvSpPr>
        <p:spPr>
          <a:xfrm>
            <a:off x="3749529" y="162318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Freeform 1690"/>
          <p:cNvSpPr/>
          <p:nvPr/>
        </p:nvSpPr>
        <p:spPr>
          <a:xfrm>
            <a:off x="1982433" y="22626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Freeform 1691"/>
          <p:cNvSpPr/>
          <p:nvPr/>
        </p:nvSpPr>
        <p:spPr>
          <a:xfrm>
            <a:off x="2532824" y="16739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Freeform 1692"/>
          <p:cNvSpPr/>
          <p:nvPr/>
        </p:nvSpPr>
        <p:spPr>
          <a:xfrm>
            <a:off x="2791105" y="2599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Freeform 1693"/>
          <p:cNvSpPr/>
          <p:nvPr/>
        </p:nvSpPr>
        <p:spPr>
          <a:xfrm>
            <a:off x="4059250" y="2519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Freeform 1694"/>
          <p:cNvSpPr/>
          <p:nvPr/>
        </p:nvSpPr>
        <p:spPr>
          <a:xfrm>
            <a:off x="3521063" y="28051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Freeform 1695"/>
          <p:cNvSpPr/>
          <p:nvPr/>
        </p:nvSpPr>
        <p:spPr>
          <a:xfrm>
            <a:off x="3087758" y="1590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Freeform 1696"/>
          <p:cNvSpPr/>
          <p:nvPr/>
        </p:nvSpPr>
        <p:spPr>
          <a:xfrm>
            <a:off x="3551485" y="20127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Freeform 1697"/>
          <p:cNvSpPr/>
          <p:nvPr/>
        </p:nvSpPr>
        <p:spPr>
          <a:xfrm>
            <a:off x="4182119" y="165638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Freeform 1698"/>
          <p:cNvSpPr/>
          <p:nvPr/>
        </p:nvSpPr>
        <p:spPr>
          <a:xfrm>
            <a:off x="2470228" y="21216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Freeform 1699"/>
          <p:cNvSpPr/>
          <p:nvPr/>
        </p:nvSpPr>
        <p:spPr>
          <a:xfrm>
            <a:off x="2859433" y="2324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Freeform 1700"/>
          <p:cNvSpPr/>
          <p:nvPr/>
        </p:nvSpPr>
        <p:spPr>
          <a:xfrm>
            <a:off x="3113830" y="2462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Freeform 1701"/>
          <p:cNvSpPr/>
          <p:nvPr/>
        </p:nvSpPr>
        <p:spPr>
          <a:xfrm>
            <a:off x="3091612" y="19456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Freeform 1702"/>
          <p:cNvSpPr/>
          <p:nvPr/>
        </p:nvSpPr>
        <p:spPr>
          <a:xfrm>
            <a:off x="2391593" y="9911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Freeform 1703"/>
          <p:cNvSpPr/>
          <p:nvPr/>
        </p:nvSpPr>
        <p:spPr>
          <a:xfrm>
            <a:off x="2146423" y="2313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Freeform 1704"/>
          <p:cNvSpPr/>
          <p:nvPr/>
        </p:nvSpPr>
        <p:spPr>
          <a:xfrm>
            <a:off x="2431199" y="195388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Freeform 1705"/>
          <p:cNvSpPr/>
          <p:nvPr/>
        </p:nvSpPr>
        <p:spPr>
          <a:xfrm>
            <a:off x="3634937" y="160568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Freeform 1706"/>
          <p:cNvSpPr/>
          <p:nvPr/>
        </p:nvSpPr>
        <p:spPr>
          <a:xfrm>
            <a:off x="2465811" y="31519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Freeform 1707"/>
          <p:cNvSpPr/>
          <p:nvPr/>
        </p:nvSpPr>
        <p:spPr>
          <a:xfrm>
            <a:off x="2217350" y="20697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Freeform 1708"/>
          <p:cNvSpPr/>
          <p:nvPr/>
        </p:nvSpPr>
        <p:spPr>
          <a:xfrm>
            <a:off x="2644648" y="16836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Freeform 1709"/>
          <p:cNvSpPr/>
          <p:nvPr/>
        </p:nvSpPr>
        <p:spPr>
          <a:xfrm>
            <a:off x="3309375" y="2450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Freeform 1710"/>
          <p:cNvSpPr/>
          <p:nvPr/>
        </p:nvSpPr>
        <p:spPr>
          <a:xfrm>
            <a:off x="2874281" y="1536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Freeform 1711"/>
          <p:cNvSpPr/>
          <p:nvPr/>
        </p:nvSpPr>
        <p:spPr>
          <a:xfrm>
            <a:off x="3167372" y="1918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Freeform 1712"/>
          <p:cNvSpPr/>
          <p:nvPr/>
        </p:nvSpPr>
        <p:spPr>
          <a:xfrm>
            <a:off x="2870752" y="1432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Freeform 1713"/>
          <p:cNvSpPr/>
          <p:nvPr/>
        </p:nvSpPr>
        <p:spPr>
          <a:xfrm>
            <a:off x="2733157" y="2821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Freeform 1714"/>
          <p:cNvSpPr/>
          <p:nvPr/>
        </p:nvSpPr>
        <p:spPr>
          <a:xfrm>
            <a:off x="2321329" y="2160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Freeform 1715"/>
          <p:cNvSpPr/>
          <p:nvPr/>
        </p:nvSpPr>
        <p:spPr>
          <a:xfrm>
            <a:off x="2768691" y="16807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Freeform 1716"/>
          <p:cNvSpPr/>
          <p:nvPr/>
        </p:nvSpPr>
        <p:spPr>
          <a:xfrm>
            <a:off x="2918489" y="18610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Freeform 1717"/>
          <p:cNvSpPr/>
          <p:nvPr/>
        </p:nvSpPr>
        <p:spPr>
          <a:xfrm>
            <a:off x="2635704" y="1357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Freeform 1718"/>
          <p:cNvSpPr/>
          <p:nvPr/>
        </p:nvSpPr>
        <p:spPr>
          <a:xfrm>
            <a:off x="3155045" y="3536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Freeform 1719"/>
          <p:cNvSpPr/>
          <p:nvPr/>
        </p:nvSpPr>
        <p:spPr>
          <a:xfrm>
            <a:off x="1857252" y="2134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Freeform 1720"/>
          <p:cNvSpPr/>
          <p:nvPr/>
        </p:nvSpPr>
        <p:spPr>
          <a:xfrm>
            <a:off x="2876112" y="2156054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Freeform 1721"/>
          <p:cNvSpPr/>
          <p:nvPr/>
        </p:nvSpPr>
        <p:spPr>
          <a:xfrm>
            <a:off x="3324297" y="30631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Freeform 1722"/>
          <p:cNvSpPr/>
          <p:nvPr/>
        </p:nvSpPr>
        <p:spPr>
          <a:xfrm>
            <a:off x="2713215" y="2602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Freeform 1723"/>
          <p:cNvSpPr/>
          <p:nvPr/>
        </p:nvSpPr>
        <p:spPr>
          <a:xfrm>
            <a:off x="2692979" y="2581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Freeform 1724"/>
          <p:cNvSpPr/>
          <p:nvPr/>
        </p:nvSpPr>
        <p:spPr>
          <a:xfrm>
            <a:off x="3982192" y="1914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Freeform 1725"/>
          <p:cNvSpPr/>
          <p:nvPr/>
        </p:nvSpPr>
        <p:spPr>
          <a:xfrm>
            <a:off x="3321534" y="2322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Freeform 1726"/>
          <p:cNvSpPr/>
          <p:nvPr/>
        </p:nvSpPr>
        <p:spPr>
          <a:xfrm>
            <a:off x="2370228" y="20273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Freeform 1727"/>
          <p:cNvSpPr/>
          <p:nvPr/>
        </p:nvSpPr>
        <p:spPr>
          <a:xfrm>
            <a:off x="2089858" y="2638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Freeform 1728"/>
          <p:cNvSpPr/>
          <p:nvPr/>
        </p:nvSpPr>
        <p:spPr>
          <a:xfrm>
            <a:off x="2437235" y="2926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Freeform 1729"/>
          <p:cNvSpPr/>
          <p:nvPr/>
        </p:nvSpPr>
        <p:spPr>
          <a:xfrm>
            <a:off x="3634421" y="1855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Freeform 1730"/>
          <p:cNvSpPr/>
          <p:nvPr/>
        </p:nvSpPr>
        <p:spPr>
          <a:xfrm>
            <a:off x="1337529" y="18388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Freeform 1731"/>
          <p:cNvSpPr/>
          <p:nvPr/>
        </p:nvSpPr>
        <p:spPr>
          <a:xfrm>
            <a:off x="3057836" y="2766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Freeform 1732"/>
          <p:cNvSpPr/>
          <p:nvPr/>
        </p:nvSpPr>
        <p:spPr>
          <a:xfrm>
            <a:off x="3204298" y="1855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Freeform 1733"/>
          <p:cNvSpPr/>
          <p:nvPr/>
        </p:nvSpPr>
        <p:spPr>
          <a:xfrm>
            <a:off x="2435347" y="2058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Freeform 1734"/>
          <p:cNvSpPr/>
          <p:nvPr/>
        </p:nvSpPr>
        <p:spPr>
          <a:xfrm>
            <a:off x="2941504" y="164969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Freeform 1735"/>
          <p:cNvSpPr/>
          <p:nvPr/>
        </p:nvSpPr>
        <p:spPr>
          <a:xfrm>
            <a:off x="1263508" y="1968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Freeform 1736"/>
          <p:cNvSpPr/>
          <p:nvPr/>
        </p:nvSpPr>
        <p:spPr>
          <a:xfrm>
            <a:off x="2263090" y="1665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Freeform 1737"/>
          <p:cNvSpPr/>
          <p:nvPr/>
        </p:nvSpPr>
        <p:spPr>
          <a:xfrm>
            <a:off x="2002597" y="2362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Freeform 1738"/>
          <p:cNvSpPr/>
          <p:nvPr/>
        </p:nvSpPr>
        <p:spPr>
          <a:xfrm>
            <a:off x="3016674" y="137895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Freeform 1739"/>
          <p:cNvSpPr/>
          <p:nvPr/>
        </p:nvSpPr>
        <p:spPr>
          <a:xfrm>
            <a:off x="2634162" y="1673551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Freeform 1740"/>
          <p:cNvSpPr/>
          <p:nvPr/>
        </p:nvSpPr>
        <p:spPr>
          <a:xfrm>
            <a:off x="3000268" y="32558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Freeform 1741"/>
          <p:cNvSpPr/>
          <p:nvPr/>
        </p:nvSpPr>
        <p:spPr>
          <a:xfrm>
            <a:off x="1450582" y="2077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Freeform 1742"/>
          <p:cNvSpPr/>
          <p:nvPr/>
        </p:nvSpPr>
        <p:spPr>
          <a:xfrm>
            <a:off x="2572973" y="2199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Freeform 1743"/>
          <p:cNvSpPr/>
          <p:nvPr/>
        </p:nvSpPr>
        <p:spPr>
          <a:xfrm>
            <a:off x="2172303" y="2469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Freeform 1744"/>
          <p:cNvSpPr/>
          <p:nvPr/>
        </p:nvSpPr>
        <p:spPr>
          <a:xfrm>
            <a:off x="3061990" y="2745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Freeform 1745"/>
          <p:cNvSpPr/>
          <p:nvPr/>
        </p:nvSpPr>
        <p:spPr>
          <a:xfrm>
            <a:off x="1829173" y="2548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Freeform 1746"/>
          <p:cNvSpPr/>
          <p:nvPr/>
        </p:nvSpPr>
        <p:spPr>
          <a:xfrm>
            <a:off x="3850711" y="2816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Freeform 1747"/>
          <p:cNvSpPr/>
          <p:nvPr/>
        </p:nvSpPr>
        <p:spPr>
          <a:xfrm>
            <a:off x="2268753" y="21516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Freeform 1748"/>
          <p:cNvSpPr/>
          <p:nvPr/>
        </p:nvSpPr>
        <p:spPr>
          <a:xfrm>
            <a:off x="3084912" y="24081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Freeform 1749"/>
          <p:cNvSpPr/>
          <p:nvPr/>
        </p:nvSpPr>
        <p:spPr>
          <a:xfrm>
            <a:off x="2330507" y="2638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Freeform 1750"/>
          <p:cNvSpPr/>
          <p:nvPr/>
        </p:nvSpPr>
        <p:spPr>
          <a:xfrm>
            <a:off x="2935256" y="3327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Freeform 1751"/>
          <p:cNvSpPr/>
          <p:nvPr/>
        </p:nvSpPr>
        <p:spPr>
          <a:xfrm>
            <a:off x="2100570" y="2316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Freeform 1752"/>
          <p:cNvSpPr/>
          <p:nvPr/>
        </p:nvSpPr>
        <p:spPr>
          <a:xfrm>
            <a:off x="2781864" y="24030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Freeform 1753"/>
          <p:cNvSpPr/>
          <p:nvPr/>
        </p:nvSpPr>
        <p:spPr>
          <a:xfrm>
            <a:off x="2096154" y="1770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Freeform 1754"/>
          <p:cNvSpPr/>
          <p:nvPr/>
        </p:nvSpPr>
        <p:spPr>
          <a:xfrm>
            <a:off x="2534064" y="16203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Freeform 1755"/>
          <p:cNvSpPr/>
          <p:nvPr/>
        </p:nvSpPr>
        <p:spPr>
          <a:xfrm>
            <a:off x="1945659" y="1604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Freeform 1756"/>
          <p:cNvSpPr/>
          <p:nvPr/>
        </p:nvSpPr>
        <p:spPr>
          <a:xfrm>
            <a:off x="1432226" y="1493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Freeform 1757"/>
          <p:cNvSpPr/>
          <p:nvPr/>
        </p:nvSpPr>
        <p:spPr>
          <a:xfrm>
            <a:off x="2737049" y="2311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Freeform 1758"/>
          <p:cNvSpPr/>
          <p:nvPr/>
        </p:nvSpPr>
        <p:spPr>
          <a:xfrm>
            <a:off x="2399617" y="24182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Freeform 1759"/>
          <p:cNvSpPr/>
          <p:nvPr/>
        </p:nvSpPr>
        <p:spPr>
          <a:xfrm>
            <a:off x="2013195" y="2388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Freeform 1760"/>
          <p:cNvSpPr/>
          <p:nvPr/>
        </p:nvSpPr>
        <p:spPr>
          <a:xfrm>
            <a:off x="2167491" y="1170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Freeform 1761"/>
          <p:cNvSpPr/>
          <p:nvPr/>
        </p:nvSpPr>
        <p:spPr>
          <a:xfrm>
            <a:off x="2605176" y="17580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Freeform 1762"/>
          <p:cNvSpPr/>
          <p:nvPr/>
        </p:nvSpPr>
        <p:spPr>
          <a:xfrm>
            <a:off x="3303623" y="179847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Freeform 1763"/>
          <p:cNvSpPr/>
          <p:nvPr/>
        </p:nvSpPr>
        <p:spPr>
          <a:xfrm>
            <a:off x="3051997" y="1835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Freeform 1764"/>
          <p:cNvSpPr/>
          <p:nvPr/>
        </p:nvSpPr>
        <p:spPr>
          <a:xfrm>
            <a:off x="2557790" y="251981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Freeform 1765"/>
          <p:cNvSpPr/>
          <p:nvPr/>
        </p:nvSpPr>
        <p:spPr>
          <a:xfrm>
            <a:off x="2830019" y="1838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Freeform 1766"/>
          <p:cNvSpPr/>
          <p:nvPr/>
        </p:nvSpPr>
        <p:spPr>
          <a:xfrm>
            <a:off x="3940084" y="26098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Freeform 1767"/>
          <p:cNvSpPr/>
          <p:nvPr/>
        </p:nvSpPr>
        <p:spPr>
          <a:xfrm>
            <a:off x="2139166" y="18741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Freeform 1768"/>
          <p:cNvSpPr/>
          <p:nvPr/>
        </p:nvSpPr>
        <p:spPr>
          <a:xfrm>
            <a:off x="2906720" y="11663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Freeform 1769"/>
          <p:cNvSpPr/>
          <p:nvPr/>
        </p:nvSpPr>
        <p:spPr>
          <a:xfrm>
            <a:off x="3470226" y="2211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Freeform 1770"/>
          <p:cNvSpPr/>
          <p:nvPr/>
        </p:nvSpPr>
        <p:spPr>
          <a:xfrm>
            <a:off x="2884803" y="21842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Freeform 1771"/>
          <p:cNvSpPr/>
          <p:nvPr/>
        </p:nvSpPr>
        <p:spPr>
          <a:xfrm>
            <a:off x="1290126" y="2199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Freeform 1772"/>
          <p:cNvSpPr/>
          <p:nvPr/>
        </p:nvSpPr>
        <p:spPr>
          <a:xfrm>
            <a:off x="2895800" y="24821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Freeform 1773"/>
          <p:cNvSpPr/>
          <p:nvPr/>
        </p:nvSpPr>
        <p:spPr>
          <a:xfrm>
            <a:off x="2763183" y="99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Freeform 1774"/>
          <p:cNvSpPr/>
          <p:nvPr/>
        </p:nvSpPr>
        <p:spPr>
          <a:xfrm>
            <a:off x="2525340" y="25323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Freeform 1775"/>
          <p:cNvSpPr/>
          <p:nvPr/>
        </p:nvSpPr>
        <p:spPr>
          <a:xfrm>
            <a:off x="2923148" y="199728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Freeform 1776"/>
          <p:cNvSpPr/>
          <p:nvPr/>
        </p:nvSpPr>
        <p:spPr>
          <a:xfrm>
            <a:off x="2970329" y="24867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Freeform 1777"/>
          <p:cNvSpPr/>
          <p:nvPr/>
        </p:nvSpPr>
        <p:spPr>
          <a:xfrm>
            <a:off x="2853033" y="17420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Freeform 1778"/>
          <p:cNvSpPr/>
          <p:nvPr/>
        </p:nvSpPr>
        <p:spPr>
          <a:xfrm>
            <a:off x="3158547" y="24562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Freeform 1779"/>
          <p:cNvSpPr/>
          <p:nvPr/>
        </p:nvSpPr>
        <p:spPr>
          <a:xfrm>
            <a:off x="2917264" y="25387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Freeform 1780"/>
          <p:cNvSpPr/>
          <p:nvPr/>
        </p:nvSpPr>
        <p:spPr>
          <a:xfrm>
            <a:off x="2459331" y="1283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Freeform 1781"/>
          <p:cNvSpPr/>
          <p:nvPr/>
        </p:nvSpPr>
        <p:spPr>
          <a:xfrm>
            <a:off x="2314762" y="21345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Freeform 1782"/>
          <p:cNvSpPr/>
          <p:nvPr/>
        </p:nvSpPr>
        <p:spPr>
          <a:xfrm>
            <a:off x="1068007" y="26143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Freeform 1783"/>
          <p:cNvSpPr/>
          <p:nvPr/>
        </p:nvSpPr>
        <p:spPr>
          <a:xfrm>
            <a:off x="1174861" y="18812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Freeform 1784"/>
          <p:cNvSpPr/>
          <p:nvPr/>
        </p:nvSpPr>
        <p:spPr>
          <a:xfrm>
            <a:off x="3396277" y="12113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Freeform 1785"/>
          <p:cNvSpPr/>
          <p:nvPr/>
        </p:nvSpPr>
        <p:spPr>
          <a:xfrm>
            <a:off x="2431750" y="25232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Freeform 1786"/>
          <p:cNvSpPr/>
          <p:nvPr/>
        </p:nvSpPr>
        <p:spPr>
          <a:xfrm>
            <a:off x="3195282" y="192638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Freeform 1787"/>
          <p:cNvSpPr/>
          <p:nvPr/>
        </p:nvSpPr>
        <p:spPr>
          <a:xfrm>
            <a:off x="3154643" y="3017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Freeform 1788"/>
          <p:cNvSpPr/>
          <p:nvPr/>
        </p:nvSpPr>
        <p:spPr>
          <a:xfrm>
            <a:off x="2162887" y="676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Freeform 1789"/>
          <p:cNvSpPr/>
          <p:nvPr/>
        </p:nvSpPr>
        <p:spPr>
          <a:xfrm>
            <a:off x="1820426" y="28468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Freeform 1790"/>
          <p:cNvSpPr/>
          <p:nvPr/>
        </p:nvSpPr>
        <p:spPr>
          <a:xfrm>
            <a:off x="2463354" y="2241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Freeform 1791"/>
          <p:cNvSpPr/>
          <p:nvPr/>
        </p:nvSpPr>
        <p:spPr>
          <a:xfrm>
            <a:off x="1914655" y="2392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Freeform 1792"/>
          <p:cNvSpPr/>
          <p:nvPr/>
        </p:nvSpPr>
        <p:spPr>
          <a:xfrm>
            <a:off x="1881945" y="2419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Freeform 1793"/>
          <p:cNvSpPr/>
          <p:nvPr/>
        </p:nvSpPr>
        <p:spPr>
          <a:xfrm>
            <a:off x="1804618" y="2222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Freeform 1794"/>
          <p:cNvSpPr/>
          <p:nvPr/>
        </p:nvSpPr>
        <p:spPr>
          <a:xfrm>
            <a:off x="2860722" y="3412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Freeform 1795"/>
          <p:cNvSpPr/>
          <p:nvPr/>
        </p:nvSpPr>
        <p:spPr>
          <a:xfrm>
            <a:off x="3177685" y="1216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Freeform 1796"/>
          <p:cNvSpPr/>
          <p:nvPr/>
        </p:nvSpPr>
        <p:spPr>
          <a:xfrm>
            <a:off x="2665330" y="2475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Freeform 1797"/>
          <p:cNvSpPr/>
          <p:nvPr/>
        </p:nvSpPr>
        <p:spPr>
          <a:xfrm>
            <a:off x="2370424" y="2824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Freeform 1798"/>
          <p:cNvSpPr/>
          <p:nvPr/>
        </p:nvSpPr>
        <p:spPr>
          <a:xfrm>
            <a:off x="4382973" y="2199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Freeform 1799"/>
          <p:cNvSpPr/>
          <p:nvPr/>
        </p:nvSpPr>
        <p:spPr>
          <a:xfrm>
            <a:off x="2544574" y="33252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Freeform 1800"/>
          <p:cNvSpPr/>
          <p:nvPr/>
        </p:nvSpPr>
        <p:spPr>
          <a:xfrm>
            <a:off x="2953311" y="16521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Freeform 1801"/>
          <p:cNvSpPr/>
          <p:nvPr/>
        </p:nvSpPr>
        <p:spPr>
          <a:xfrm>
            <a:off x="2724790" y="22045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Freeform 1802"/>
          <p:cNvSpPr/>
          <p:nvPr/>
        </p:nvSpPr>
        <p:spPr>
          <a:xfrm>
            <a:off x="2140032" y="15092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Freeform 1803"/>
          <p:cNvSpPr/>
          <p:nvPr/>
        </p:nvSpPr>
        <p:spPr>
          <a:xfrm>
            <a:off x="3114921" y="1118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Freeform 1804"/>
          <p:cNvSpPr/>
          <p:nvPr/>
        </p:nvSpPr>
        <p:spPr>
          <a:xfrm>
            <a:off x="939917" y="935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Freeform 1805"/>
          <p:cNvSpPr/>
          <p:nvPr/>
        </p:nvSpPr>
        <p:spPr>
          <a:xfrm>
            <a:off x="3158604" y="25773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Freeform 1806"/>
          <p:cNvSpPr/>
          <p:nvPr/>
        </p:nvSpPr>
        <p:spPr>
          <a:xfrm>
            <a:off x="2572238" y="2683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Freeform 1807"/>
          <p:cNvSpPr/>
          <p:nvPr/>
        </p:nvSpPr>
        <p:spPr>
          <a:xfrm>
            <a:off x="3343664" y="2031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Freeform 1808"/>
          <p:cNvSpPr/>
          <p:nvPr/>
        </p:nvSpPr>
        <p:spPr>
          <a:xfrm>
            <a:off x="2730792" y="1394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Freeform 1809"/>
          <p:cNvSpPr/>
          <p:nvPr/>
        </p:nvSpPr>
        <p:spPr>
          <a:xfrm>
            <a:off x="2141812" y="19643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Freeform 1810"/>
          <p:cNvSpPr/>
          <p:nvPr/>
        </p:nvSpPr>
        <p:spPr>
          <a:xfrm>
            <a:off x="2392490" y="30117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Freeform 1811"/>
          <p:cNvSpPr/>
          <p:nvPr/>
        </p:nvSpPr>
        <p:spPr>
          <a:xfrm>
            <a:off x="4002930" y="1547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Freeform 1812"/>
          <p:cNvSpPr/>
          <p:nvPr/>
        </p:nvSpPr>
        <p:spPr>
          <a:xfrm>
            <a:off x="1209626" y="278625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Freeform 1813"/>
          <p:cNvSpPr/>
          <p:nvPr/>
        </p:nvSpPr>
        <p:spPr>
          <a:xfrm>
            <a:off x="3157810" y="2581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Freeform 1814"/>
          <p:cNvSpPr/>
          <p:nvPr/>
        </p:nvSpPr>
        <p:spPr>
          <a:xfrm>
            <a:off x="1920156" y="2256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Freeform 1815"/>
          <p:cNvSpPr/>
          <p:nvPr/>
        </p:nvSpPr>
        <p:spPr>
          <a:xfrm>
            <a:off x="1806295" y="18036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Freeform 1816"/>
          <p:cNvSpPr/>
          <p:nvPr/>
        </p:nvSpPr>
        <p:spPr>
          <a:xfrm>
            <a:off x="1616326" y="1768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Freeform 1817"/>
          <p:cNvSpPr/>
          <p:nvPr/>
        </p:nvSpPr>
        <p:spPr>
          <a:xfrm>
            <a:off x="2330951" y="2237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Freeform 1818"/>
          <p:cNvSpPr/>
          <p:nvPr/>
        </p:nvSpPr>
        <p:spPr>
          <a:xfrm>
            <a:off x="2924153" y="1908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Freeform 1819"/>
          <p:cNvSpPr/>
          <p:nvPr/>
        </p:nvSpPr>
        <p:spPr>
          <a:xfrm>
            <a:off x="3164456" y="2922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Freeform 1820"/>
          <p:cNvSpPr/>
          <p:nvPr/>
        </p:nvSpPr>
        <p:spPr>
          <a:xfrm>
            <a:off x="2578367" y="1625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Freeform 1821"/>
          <p:cNvSpPr/>
          <p:nvPr/>
        </p:nvSpPr>
        <p:spPr>
          <a:xfrm>
            <a:off x="2214944" y="30823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Freeform 1822"/>
          <p:cNvSpPr/>
          <p:nvPr/>
        </p:nvSpPr>
        <p:spPr>
          <a:xfrm>
            <a:off x="2355038" y="149417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Freeform 1823"/>
          <p:cNvSpPr/>
          <p:nvPr/>
        </p:nvSpPr>
        <p:spPr>
          <a:xfrm>
            <a:off x="2964018" y="2764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Freeform 1824"/>
          <p:cNvSpPr/>
          <p:nvPr/>
        </p:nvSpPr>
        <p:spPr>
          <a:xfrm>
            <a:off x="3422232" y="2223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Freeform 1825"/>
          <p:cNvSpPr/>
          <p:nvPr/>
        </p:nvSpPr>
        <p:spPr>
          <a:xfrm>
            <a:off x="3125304" y="1601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Freeform 1826"/>
          <p:cNvSpPr/>
          <p:nvPr/>
        </p:nvSpPr>
        <p:spPr>
          <a:xfrm>
            <a:off x="2846582" y="21220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Freeform 1827"/>
          <p:cNvSpPr/>
          <p:nvPr/>
        </p:nvSpPr>
        <p:spPr>
          <a:xfrm>
            <a:off x="2715121" y="5167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Freeform 1828"/>
          <p:cNvSpPr/>
          <p:nvPr/>
        </p:nvSpPr>
        <p:spPr>
          <a:xfrm>
            <a:off x="3277837" y="17403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Freeform 1829"/>
          <p:cNvSpPr/>
          <p:nvPr/>
        </p:nvSpPr>
        <p:spPr>
          <a:xfrm>
            <a:off x="3655669" y="19903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Freeform 1830"/>
          <p:cNvSpPr/>
          <p:nvPr/>
        </p:nvSpPr>
        <p:spPr>
          <a:xfrm>
            <a:off x="2297952" y="2279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Freeform 1831"/>
          <p:cNvSpPr/>
          <p:nvPr/>
        </p:nvSpPr>
        <p:spPr>
          <a:xfrm>
            <a:off x="3469137" y="24973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Freeform 1832"/>
          <p:cNvSpPr/>
          <p:nvPr/>
        </p:nvSpPr>
        <p:spPr>
          <a:xfrm>
            <a:off x="901510" y="23572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Freeform 1833"/>
          <p:cNvSpPr/>
          <p:nvPr/>
        </p:nvSpPr>
        <p:spPr>
          <a:xfrm>
            <a:off x="3525832" y="22701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Freeform 1834"/>
          <p:cNvSpPr/>
          <p:nvPr/>
        </p:nvSpPr>
        <p:spPr>
          <a:xfrm>
            <a:off x="2138983" y="2418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Freeform 1835"/>
          <p:cNvSpPr/>
          <p:nvPr/>
        </p:nvSpPr>
        <p:spPr>
          <a:xfrm>
            <a:off x="3157208" y="1776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Freeform 1836"/>
          <p:cNvSpPr/>
          <p:nvPr/>
        </p:nvSpPr>
        <p:spPr>
          <a:xfrm>
            <a:off x="2865341" y="1238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Freeform 1837"/>
          <p:cNvSpPr/>
          <p:nvPr/>
        </p:nvSpPr>
        <p:spPr>
          <a:xfrm>
            <a:off x="2258330" y="2785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Freeform 1838"/>
          <p:cNvSpPr/>
          <p:nvPr/>
        </p:nvSpPr>
        <p:spPr>
          <a:xfrm>
            <a:off x="2077839" y="1148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Freeform 1839"/>
          <p:cNvSpPr/>
          <p:nvPr/>
        </p:nvSpPr>
        <p:spPr>
          <a:xfrm>
            <a:off x="4356115" y="1511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Freeform 1840"/>
          <p:cNvSpPr/>
          <p:nvPr/>
        </p:nvSpPr>
        <p:spPr>
          <a:xfrm>
            <a:off x="3277008" y="21496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Freeform 1841"/>
          <p:cNvSpPr/>
          <p:nvPr/>
        </p:nvSpPr>
        <p:spPr>
          <a:xfrm>
            <a:off x="2213565" y="1863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Freeform 1842"/>
          <p:cNvSpPr/>
          <p:nvPr/>
        </p:nvSpPr>
        <p:spPr>
          <a:xfrm>
            <a:off x="3368082" y="139169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Freeform 1843"/>
          <p:cNvSpPr/>
          <p:nvPr/>
        </p:nvSpPr>
        <p:spPr>
          <a:xfrm>
            <a:off x="3284106" y="248723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Freeform 1844"/>
          <p:cNvSpPr/>
          <p:nvPr/>
        </p:nvSpPr>
        <p:spPr>
          <a:xfrm>
            <a:off x="1925146" y="2311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Freeform 1845"/>
          <p:cNvSpPr/>
          <p:nvPr/>
        </p:nvSpPr>
        <p:spPr>
          <a:xfrm>
            <a:off x="2427634" y="2204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Freeform 1846"/>
          <p:cNvSpPr/>
          <p:nvPr/>
        </p:nvSpPr>
        <p:spPr>
          <a:xfrm>
            <a:off x="1666169" y="706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Freeform 1847"/>
          <p:cNvSpPr/>
          <p:nvPr/>
        </p:nvSpPr>
        <p:spPr>
          <a:xfrm>
            <a:off x="3299202" y="24622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Freeform 1848"/>
          <p:cNvSpPr/>
          <p:nvPr/>
        </p:nvSpPr>
        <p:spPr>
          <a:xfrm>
            <a:off x="1568794" y="12767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Freeform 1849"/>
          <p:cNvSpPr/>
          <p:nvPr/>
        </p:nvSpPr>
        <p:spPr>
          <a:xfrm>
            <a:off x="3031164" y="720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Freeform 1850"/>
          <p:cNvSpPr/>
          <p:nvPr/>
        </p:nvSpPr>
        <p:spPr>
          <a:xfrm>
            <a:off x="3882900" y="14475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Freeform 1851"/>
          <p:cNvSpPr/>
          <p:nvPr/>
        </p:nvSpPr>
        <p:spPr>
          <a:xfrm>
            <a:off x="2953070" y="1283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Freeform 1852"/>
          <p:cNvSpPr/>
          <p:nvPr/>
        </p:nvSpPr>
        <p:spPr>
          <a:xfrm>
            <a:off x="2635079" y="2161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Freeform 1853"/>
          <p:cNvSpPr/>
          <p:nvPr/>
        </p:nvSpPr>
        <p:spPr>
          <a:xfrm>
            <a:off x="1953349" y="1693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Freeform 1854"/>
          <p:cNvSpPr/>
          <p:nvPr/>
        </p:nvSpPr>
        <p:spPr>
          <a:xfrm>
            <a:off x="3132151" y="22052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Freeform 1855"/>
          <p:cNvSpPr/>
          <p:nvPr/>
        </p:nvSpPr>
        <p:spPr>
          <a:xfrm>
            <a:off x="2090618" y="2671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Freeform 1856"/>
          <p:cNvSpPr/>
          <p:nvPr/>
        </p:nvSpPr>
        <p:spPr>
          <a:xfrm>
            <a:off x="1957702" y="2641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Freeform 1857"/>
          <p:cNvSpPr/>
          <p:nvPr/>
        </p:nvSpPr>
        <p:spPr>
          <a:xfrm>
            <a:off x="2635008" y="1982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Freeform 1858"/>
          <p:cNvSpPr/>
          <p:nvPr/>
        </p:nvSpPr>
        <p:spPr>
          <a:xfrm>
            <a:off x="1939983" y="2397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Freeform 1859"/>
          <p:cNvSpPr/>
          <p:nvPr/>
        </p:nvSpPr>
        <p:spPr>
          <a:xfrm>
            <a:off x="1867877" y="2162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Freeform 1860"/>
          <p:cNvSpPr/>
          <p:nvPr/>
        </p:nvSpPr>
        <p:spPr>
          <a:xfrm>
            <a:off x="4417387" y="3168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Freeform 1861"/>
          <p:cNvSpPr/>
          <p:nvPr/>
        </p:nvSpPr>
        <p:spPr>
          <a:xfrm>
            <a:off x="2901262" y="16846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Freeform 1862"/>
          <p:cNvSpPr/>
          <p:nvPr/>
        </p:nvSpPr>
        <p:spPr>
          <a:xfrm>
            <a:off x="2273700" y="32930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Freeform 1863"/>
          <p:cNvSpPr/>
          <p:nvPr/>
        </p:nvSpPr>
        <p:spPr>
          <a:xfrm>
            <a:off x="2589754" y="29023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Freeform 1864"/>
          <p:cNvSpPr/>
          <p:nvPr/>
        </p:nvSpPr>
        <p:spPr>
          <a:xfrm>
            <a:off x="2731100" y="23954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Freeform 1865"/>
          <p:cNvSpPr/>
          <p:nvPr/>
        </p:nvSpPr>
        <p:spPr>
          <a:xfrm>
            <a:off x="3264476" y="3229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Freeform 1866"/>
          <p:cNvSpPr/>
          <p:nvPr/>
        </p:nvSpPr>
        <p:spPr>
          <a:xfrm>
            <a:off x="2894899" y="1374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Freeform 1867"/>
          <p:cNvSpPr/>
          <p:nvPr/>
        </p:nvSpPr>
        <p:spPr>
          <a:xfrm>
            <a:off x="3514867" y="24613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Freeform 1868"/>
          <p:cNvSpPr/>
          <p:nvPr/>
        </p:nvSpPr>
        <p:spPr>
          <a:xfrm>
            <a:off x="3868429" y="1212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Freeform 1869"/>
          <p:cNvSpPr/>
          <p:nvPr/>
        </p:nvSpPr>
        <p:spPr>
          <a:xfrm>
            <a:off x="2038163" y="2178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Freeform 1870"/>
          <p:cNvSpPr/>
          <p:nvPr/>
        </p:nvSpPr>
        <p:spPr>
          <a:xfrm>
            <a:off x="2445408" y="2809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Freeform 1871"/>
          <p:cNvSpPr/>
          <p:nvPr/>
        </p:nvSpPr>
        <p:spPr>
          <a:xfrm>
            <a:off x="1865920" y="2304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Freeform 1872"/>
          <p:cNvSpPr/>
          <p:nvPr/>
        </p:nvSpPr>
        <p:spPr>
          <a:xfrm>
            <a:off x="2423784" y="2643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Freeform 1873"/>
          <p:cNvSpPr/>
          <p:nvPr/>
        </p:nvSpPr>
        <p:spPr>
          <a:xfrm>
            <a:off x="2474064" y="2284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Freeform 1874"/>
          <p:cNvSpPr/>
          <p:nvPr/>
        </p:nvSpPr>
        <p:spPr>
          <a:xfrm>
            <a:off x="2951945" y="2095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Freeform 1875"/>
          <p:cNvSpPr/>
          <p:nvPr/>
        </p:nvSpPr>
        <p:spPr>
          <a:xfrm>
            <a:off x="2189347" y="2019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Freeform 1876"/>
          <p:cNvSpPr/>
          <p:nvPr/>
        </p:nvSpPr>
        <p:spPr>
          <a:xfrm>
            <a:off x="3769132" y="2704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Freeform 1877"/>
          <p:cNvSpPr/>
          <p:nvPr/>
        </p:nvSpPr>
        <p:spPr>
          <a:xfrm>
            <a:off x="1968016" y="36756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Freeform 1878"/>
          <p:cNvSpPr/>
          <p:nvPr/>
        </p:nvSpPr>
        <p:spPr>
          <a:xfrm>
            <a:off x="2463950" y="16406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Freeform 1879"/>
          <p:cNvSpPr/>
          <p:nvPr/>
        </p:nvSpPr>
        <p:spPr>
          <a:xfrm>
            <a:off x="2829923" y="1920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Freeform 1880"/>
          <p:cNvSpPr/>
          <p:nvPr/>
        </p:nvSpPr>
        <p:spPr>
          <a:xfrm>
            <a:off x="2595319" y="3282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Freeform 1881"/>
          <p:cNvSpPr/>
          <p:nvPr/>
        </p:nvSpPr>
        <p:spPr>
          <a:xfrm>
            <a:off x="3179189" y="266762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Freeform 1882"/>
          <p:cNvSpPr/>
          <p:nvPr/>
        </p:nvSpPr>
        <p:spPr>
          <a:xfrm>
            <a:off x="2420625" y="26145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Freeform 1883"/>
          <p:cNvSpPr/>
          <p:nvPr/>
        </p:nvSpPr>
        <p:spPr>
          <a:xfrm>
            <a:off x="1393533" y="25699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Freeform 1884"/>
          <p:cNvSpPr/>
          <p:nvPr/>
        </p:nvSpPr>
        <p:spPr>
          <a:xfrm>
            <a:off x="2889588" y="3095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Freeform 1885"/>
          <p:cNvSpPr/>
          <p:nvPr/>
        </p:nvSpPr>
        <p:spPr>
          <a:xfrm>
            <a:off x="2882825" y="2028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Freeform 1886"/>
          <p:cNvSpPr/>
          <p:nvPr/>
        </p:nvSpPr>
        <p:spPr>
          <a:xfrm>
            <a:off x="3150529" y="2650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Freeform 1887"/>
          <p:cNvSpPr/>
          <p:nvPr/>
        </p:nvSpPr>
        <p:spPr>
          <a:xfrm>
            <a:off x="1763194" y="19134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Freeform 1888"/>
          <p:cNvSpPr/>
          <p:nvPr/>
        </p:nvSpPr>
        <p:spPr>
          <a:xfrm>
            <a:off x="2761080" y="2148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Freeform 1889"/>
          <p:cNvSpPr/>
          <p:nvPr/>
        </p:nvSpPr>
        <p:spPr>
          <a:xfrm>
            <a:off x="1690543" y="1551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Freeform 1890"/>
          <p:cNvSpPr/>
          <p:nvPr/>
        </p:nvSpPr>
        <p:spPr>
          <a:xfrm>
            <a:off x="3437790" y="2494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Freeform 1891"/>
          <p:cNvSpPr/>
          <p:nvPr/>
        </p:nvSpPr>
        <p:spPr>
          <a:xfrm>
            <a:off x="2137606" y="26025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Freeform 1892"/>
          <p:cNvSpPr/>
          <p:nvPr/>
        </p:nvSpPr>
        <p:spPr>
          <a:xfrm>
            <a:off x="2867609" y="1542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Freeform 1893"/>
          <p:cNvSpPr/>
          <p:nvPr/>
        </p:nvSpPr>
        <p:spPr>
          <a:xfrm>
            <a:off x="3359273" y="21175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Freeform 1894"/>
          <p:cNvSpPr/>
          <p:nvPr/>
        </p:nvSpPr>
        <p:spPr>
          <a:xfrm>
            <a:off x="4302673" y="16097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Freeform 1895"/>
          <p:cNvSpPr/>
          <p:nvPr/>
        </p:nvSpPr>
        <p:spPr>
          <a:xfrm>
            <a:off x="1689123" y="19817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Freeform 1896"/>
          <p:cNvSpPr/>
          <p:nvPr/>
        </p:nvSpPr>
        <p:spPr>
          <a:xfrm>
            <a:off x="3717146" y="1269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Freeform 1897"/>
          <p:cNvSpPr/>
          <p:nvPr/>
        </p:nvSpPr>
        <p:spPr>
          <a:xfrm>
            <a:off x="2084108" y="2228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Freeform 1898"/>
          <p:cNvSpPr/>
          <p:nvPr/>
        </p:nvSpPr>
        <p:spPr>
          <a:xfrm>
            <a:off x="1647608" y="1724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Freeform 1899"/>
          <p:cNvSpPr/>
          <p:nvPr/>
        </p:nvSpPr>
        <p:spPr>
          <a:xfrm>
            <a:off x="3760432" y="2466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Freeform 1900"/>
          <p:cNvSpPr/>
          <p:nvPr/>
        </p:nvSpPr>
        <p:spPr>
          <a:xfrm>
            <a:off x="3238215" y="2996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Freeform 1901"/>
          <p:cNvSpPr/>
          <p:nvPr/>
        </p:nvSpPr>
        <p:spPr>
          <a:xfrm>
            <a:off x="330985" y="1913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Freeform 1902"/>
          <p:cNvSpPr/>
          <p:nvPr/>
        </p:nvSpPr>
        <p:spPr>
          <a:xfrm>
            <a:off x="2252251" y="2468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Freeform 1903"/>
          <p:cNvSpPr/>
          <p:nvPr/>
        </p:nvSpPr>
        <p:spPr>
          <a:xfrm>
            <a:off x="2821007" y="2476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Freeform 1904"/>
          <p:cNvSpPr/>
          <p:nvPr/>
        </p:nvSpPr>
        <p:spPr>
          <a:xfrm>
            <a:off x="2483606" y="2253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Freeform 1905"/>
          <p:cNvSpPr/>
          <p:nvPr/>
        </p:nvSpPr>
        <p:spPr>
          <a:xfrm>
            <a:off x="3836422" y="17811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Freeform 1906"/>
          <p:cNvSpPr/>
          <p:nvPr/>
        </p:nvSpPr>
        <p:spPr>
          <a:xfrm>
            <a:off x="2518122" y="2586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Freeform 1907"/>
          <p:cNvSpPr/>
          <p:nvPr/>
        </p:nvSpPr>
        <p:spPr>
          <a:xfrm>
            <a:off x="3526553" y="1301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Freeform 1908"/>
          <p:cNvSpPr/>
          <p:nvPr/>
        </p:nvSpPr>
        <p:spPr>
          <a:xfrm>
            <a:off x="3721098" y="23110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Freeform 1909"/>
          <p:cNvSpPr/>
          <p:nvPr/>
        </p:nvSpPr>
        <p:spPr>
          <a:xfrm>
            <a:off x="3180248" y="19007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Freeform 1910"/>
          <p:cNvSpPr/>
          <p:nvPr/>
        </p:nvSpPr>
        <p:spPr>
          <a:xfrm>
            <a:off x="2742929" y="13769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Freeform 1911"/>
          <p:cNvSpPr/>
          <p:nvPr/>
        </p:nvSpPr>
        <p:spPr>
          <a:xfrm>
            <a:off x="1870010" y="28366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3" name="Freeform 1912"/>
          <p:cNvSpPr/>
          <p:nvPr/>
        </p:nvSpPr>
        <p:spPr>
          <a:xfrm>
            <a:off x="2425131" y="1618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Freeform 1913"/>
          <p:cNvSpPr/>
          <p:nvPr/>
        </p:nvSpPr>
        <p:spPr>
          <a:xfrm>
            <a:off x="3399112" y="1632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5" name="Freeform 1914"/>
          <p:cNvSpPr/>
          <p:nvPr/>
        </p:nvSpPr>
        <p:spPr>
          <a:xfrm>
            <a:off x="4695763" y="2246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6" name="Freeform 1915"/>
          <p:cNvSpPr/>
          <p:nvPr/>
        </p:nvSpPr>
        <p:spPr>
          <a:xfrm>
            <a:off x="2673079" y="1536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Freeform 1916"/>
          <p:cNvSpPr/>
          <p:nvPr/>
        </p:nvSpPr>
        <p:spPr>
          <a:xfrm>
            <a:off x="2000445" y="26405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8" name="Freeform 1917"/>
          <p:cNvSpPr/>
          <p:nvPr/>
        </p:nvSpPr>
        <p:spPr>
          <a:xfrm>
            <a:off x="2399758" y="19993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9" name="Freeform 1918"/>
          <p:cNvSpPr/>
          <p:nvPr/>
        </p:nvSpPr>
        <p:spPr>
          <a:xfrm>
            <a:off x="3104960" y="22364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Freeform 1919"/>
          <p:cNvSpPr/>
          <p:nvPr/>
        </p:nvSpPr>
        <p:spPr>
          <a:xfrm>
            <a:off x="3457839" y="23720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1" name="Freeform 1920"/>
          <p:cNvSpPr/>
          <p:nvPr/>
        </p:nvSpPr>
        <p:spPr>
          <a:xfrm>
            <a:off x="3856919" y="19187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2" name="Freeform 1921"/>
          <p:cNvSpPr/>
          <p:nvPr/>
        </p:nvSpPr>
        <p:spPr>
          <a:xfrm>
            <a:off x="2318181" y="1619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Freeform 1922"/>
          <p:cNvSpPr/>
          <p:nvPr/>
        </p:nvSpPr>
        <p:spPr>
          <a:xfrm>
            <a:off x="2371086" y="27332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4" name="Freeform 1923"/>
          <p:cNvSpPr/>
          <p:nvPr/>
        </p:nvSpPr>
        <p:spPr>
          <a:xfrm>
            <a:off x="3260357" y="19706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5" name="Freeform 1924"/>
          <p:cNvSpPr/>
          <p:nvPr/>
        </p:nvSpPr>
        <p:spPr>
          <a:xfrm>
            <a:off x="3251905" y="26915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Freeform 1925"/>
          <p:cNvSpPr/>
          <p:nvPr/>
        </p:nvSpPr>
        <p:spPr>
          <a:xfrm>
            <a:off x="4271256" y="2560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7" name="Freeform 1926"/>
          <p:cNvSpPr/>
          <p:nvPr/>
        </p:nvSpPr>
        <p:spPr>
          <a:xfrm>
            <a:off x="2353213" y="2437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8" name="Freeform 1927"/>
          <p:cNvSpPr/>
          <p:nvPr/>
        </p:nvSpPr>
        <p:spPr>
          <a:xfrm>
            <a:off x="1333452" y="1720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Freeform 1928"/>
          <p:cNvSpPr/>
          <p:nvPr/>
        </p:nvSpPr>
        <p:spPr>
          <a:xfrm>
            <a:off x="3013028" y="29771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0" name="Freeform 1929"/>
          <p:cNvSpPr/>
          <p:nvPr/>
        </p:nvSpPr>
        <p:spPr>
          <a:xfrm>
            <a:off x="2892547" y="21163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1" name="Freeform 1930"/>
          <p:cNvSpPr/>
          <p:nvPr/>
        </p:nvSpPr>
        <p:spPr>
          <a:xfrm>
            <a:off x="2663759" y="2083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Freeform 1931"/>
          <p:cNvSpPr/>
          <p:nvPr/>
        </p:nvSpPr>
        <p:spPr>
          <a:xfrm>
            <a:off x="869887" y="18566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3" name="Freeform 1932"/>
          <p:cNvSpPr/>
          <p:nvPr/>
        </p:nvSpPr>
        <p:spPr>
          <a:xfrm>
            <a:off x="2325400" y="21751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4" name="Freeform 1933"/>
          <p:cNvSpPr/>
          <p:nvPr/>
        </p:nvSpPr>
        <p:spPr>
          <a:xfrm>
            <a:off x="3610404" y="20577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Freeform 1934"/>
          <p:cNvSpPr/>
          <p:nvPr/>
        </p:nvSpPr>
        <p:spPr>
          <a:xfrm>
            <a:off x="2990928" y="3246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6" name="Freeform 1935"/>
          <p:cNvSpPr/>
          <p:nvPr/>
        </p:nvSpPr>
        <p:spPr>
          <a:xfrm>
            <a:off x="1938905" y="10250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7" name="Freeform 1936"/>
          <p:cNvSpPr/>
          <p:nvPr/>
        </p:nvSpPr>
        <p:spPr>
          <a:xfrm>
            <a:off x="2621198" y="2090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Freeform 1937"/>
          <p:cNvSpPr/>
          <p:nvPr/>
        </p:nvSpPr>
        <p:spPr>
          <a:xfrm>
            <a:off x="3556844" y="3347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9" name="Freeform 1938"/>
          <p:cNvSpPr/>
          <p:nvPr/>
        </p:nvSpPr>
        <p:spPr>
          <a:xfrm>
            <a:off x="2038431" y="16546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0" name="Freeform 1939"/>
          <p:cNvSpPr/>
          <p:nvPr/>
        </p:nvSpPr>
        <p:spPr>
          <a:xfrm>
            <a:off x="3238284" y="1636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Freeform 1940"/>
          <p:cNvSpPr/>
          <p:nvPr/>
        </p:nvSpPr>
        <p:spPr>
          <a:xfrm>
            <a:off x="3104958" y="2673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Freeform 1941"/>
          <p:cNvSpPr/>
          <p:nvPr/>
        </p:nvSpPr>
        <p:spPr>
          <a:xfrm>
            <a:off x="3802519" y="239297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3" name="Freeform 1942"/>
          <p:cNvSpPr/>
          <p:nvPr/>
        </p:nvSpPr>
        <p:spPr>
          <a:xfrm>
            <a:off x="2256293" y="18900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Freeform 1943"/>
          <p:cNvSpPr/>
          <p:nvPr/>
        </p:nvSpPr>
        <p:spPr>
          <a:xfrm>
            <a:off x="3333482" y="1675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Freeform 1944"/>
          <p:cNvSpPr/>
          <p:nvPr/>
        </p:nvSpPr>
        <p:spPr>
          <a:xfrm>
            <a:off x="3905656" y="25827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6" name="Freeform 1945"/>
          <p:cNvSpPr/>
          <p:nvPr/>
        </p:nvSpPr>
        <p:spPr>
          <a:xfrm>
            <a:off x="2846995" y="1981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7" name="Freeform 1946"/>
          <p:cNvSpPr/>
          <p:nvPr/>
        </p:nvSpPr>
        <p:spPr>
          <a:xfrm>
            <a:off x="2132903" y="24777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Freeform 1947"/>
          <p:cNvSpPr/>
          <p:nvPr/>
        </p:nvSpPr>
        <p:spPr>
          <a:xfrm>
            <a:off x="2240282" y="2161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9" name="Freeform 1948"/>
          <p:cNvSpPr/>
          <p:nvPr/>
        </p:nvSpPr>
        <p:spPr>
          <a:xfrm>
            <a:off x="2814198" y="6476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0" name="Freeform 1949"/>
          <p:cNvSpPr/>
          <p:nvPr/>
        </p:nvSpPr>
        <p:spPr>
          <a:xfrm>
            <a:off x="2787249" y="2549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Freeform 1950"/>
          <p:cNvSpPr/>
          <p:nvPr/>
        </p:nvSpPr>
        <p:spPr>
          <a:xfrm>
            <a:off x="2741121" y="2319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2" name="Freeform 1951"/>
          <p:cNvSpPr/>
          <p:nvPr/>
        </p:nvSpPr>
        <p:spPr>
          <a:xfrm>
            <a:off x="3943569" y="2874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3" name="Freeform 1952"/>
          <p:cNvSpPr/>
          <p:nvPr/>
        </p:nvSpPr>
        <p:spPr>
          <a:xfrm>
            <a:off x="1648028" y="2142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Freeform 1953"/>
          <p:cNvSpPr/>
          <p:nvPr/>
        </p:nvSpPr>
        <p:spPr>
          <a:xfrm>
            <a:off x="3224547" y="1995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5" name="Freeform 1954"/>
          <p:cNvSpPr/>
          <p:nvPr/>
        </p:nvSpPr>
        <p:spPr>
          <a:xfrm>
            <a:off x="1194981" y="1934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6" name="Freeform 1955"/>
          <p:cNvSpPr/>
          <p:nvPr/>
        </p:nvSpPr>
        <p:spPr>
          <a:xfrm>
            <a:off x="3224561" y="27321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Freeform 1956"/>
          <p:cNvSpPr/>
          <p:nvPr/>
        </p:nvSpPr>
        <p:spPr>
          <a:xfrm>
            <a:off x="2144517" y="23371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8" name="Freeform 1957"/>
          <p:cNvSpPr/>
          <p:nvPr/>
        </p:nvSpPr>
        <p:spPr>
          <a:xfrm>
            <a:off x="2174466" y="25843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9" name="Freeform 1958"/>
          <p:cNvSpPr/>
          <p:nvPr/>
        </p:nvSpPr>
        <p:spPr>
          <a:xfrm>
            <a:off x="1961259" y="322658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Freeform 1959"/>
          <p:cNvSpPr/>
          <p:nvPr/>
        </p:nvSpPr>
        <p:spPr>
          <a:xfrm>
            <a:off x="2011781" y="17090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1" name="Freeform 1960"/>
          <p:cNvSpPr/>
          <p:nvPr/>
        </p:nvSpPr>
        <p:spPr>
          <a:xfrm>
            <a:off x="2664336" y="1250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2" name="Freeform 1961"/>
          <p:cNvSpPr/>
          <p:nvPr/>
        </p:nvSpPr>
        <p:spPr>
          <a:xfrm>
            <a:off x="1827076" y="1586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Freeform 1962"/>
          <p:cNvSpPr/>
          <p:nvPr/>
        </p:nvSpPr>
        <p:spPr>
          <a:xfrm>
            <a:off x="2946662" y="2231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4" name="Freeform 1963"/>
          <p:cNvSpPr/>
          <p:nvPr/>
        </p:nvSpPr>
        <p:spPr>
          <a:xfrm>
            <a:off x="2460478" y="14776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5" name="Freeform 1964"/>
          <p:cNvSpPr/>
          <p:nvPr/>
        </p:nvSpPr>
        <p:spPr>
          <a:xfrm>
            <a:off x="2925830" y="205598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Freeform 1965"/>
          <p:cNvSpPr/>
          <p:nvPr/>
        </p:nvSpPr>
        <p:spPr>
          <a:xfrm>
            <a:off x="2019273" y="25842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7" name="Freeform 1966"/>
          <p:cNvSpPr/>
          <p:nvPr/>
        </p:nvSpPr>
        <p:spPr>
          <a:xfrm>
            <a:off x="3048014" y="3072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8" name="Freeform 1967"/>
          <p:cNvSpPr/>
          <p:nvPr/>
        </p:nvSpPr>
        <p:spPr>
          <a:xfrm>
            <a:off x="2296398" y="14655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Freeform 1968"/>
          <p:cNvSpPr/>
          <p:nvPr/>
        </p:nvSpPr>
        <p:spPr>
          <a:xfrm>
            <a:off x="2450403" y="1793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0" name="Freeform 1969"/>
          <p:cNvSpPr/>
          <p:nvPr/>
        </p:nvSpPr>
        <p:spPr>
          <a:xfrm>
            <a:off x="2318582" y="47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Freeform 1970"/>
          <p:cNvSpPr/>
          <p:nvPr/>
        </p:nvSpPr>
        <p:spPr>
          <a:xfrm>
            <a:off x="2688792" y="24756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Freeform 1971"/>
          <p:cNvSpPr/>
          <p:nvPr/>
        </p:nvSpPr>
        <p:spPr>
          <a:xfrm>
            <a:off x="3285606" y="2314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3" name="Freeform 1972"/>
          <p:cNvSpPr/>
          <p:nvPr/>
        </p:nvSpPr>
        <p:spPr>
          <a:xfrm>
            <a:off x="898364" y="21682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Freeform 1973"/>
          <p:cNvSpPr/>
          <p:nvPr/>
        </p:nvSpPr>
        <p:spPr>
          <a:xfrm>
            <a:off x="2395347" y="1708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Freeform 1974"/>
          <p:cNvSpPr/>
          <p:nvPr/>
        </p:nvSpPr>
        <p:spPr>
          <a:xfrm>
            <a:off x="2881190" y="22156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6" name="Freeform 1975"/>
          <p:cNvSpPr/>
          <p:nvPr/>
        </p:nvSpPr>
        <p:spPr>
          <a:xfrm>
            <a:off x="1954400" y="2585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Freeform 1976"/>
          <p:cNvSpPr/>
          <p:nvPr/>
        </p:nvSpPr>
        <p:spPr>
          <a:xfrm>
            <a:off x="2761923" y="2101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Freeform 1977"/>
          <p:cNvSpPr/>
          <p:nvPr/>
        </p:nvSpPr>
        <p:spPr>
          <a:xfrm>
            <a:off x="2190497" y="17641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9" name="Freeform 1978"/>
          <p:cNvSpPr/>
          <p:nvPr/>
        </p:nvSpPr>
        <p:spPr>
          <a:xfrm>
            <a:off x="2372386" y="23208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Freeform 1979"/>
          <p:cNvSpPr/>
          <p:nvPr/>
        </p:nvSpPr>
        <p:spPr>
          <a:xfrm>
            <a:off x="938399" y="200024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Freeform 1980"/>
          <p:cNvSpPr/>
          <p:nvPr/>
        </p:nvSpPr>
        <p:spPr>
          <a:xfrm>
            <a:off x="2475269" y="1721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2" name="Freeform 1981"/>
          <p:cNvSpPr/>
          <p:nvPr/>
        </p:nvSpPr>
        <p:spPr>
          <a:xfrm>
            <a:off x="2388322" y="2183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Freeform 1982"/>
          <p:cNvSpPr/>
          <p:nvPr/>
        </p:nvSpPr>
        <p:spPr>
          <a:xfrm>
            <a:off x="1865413" y="14966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Freeform 1983"/>
          <p:cNvSpPr/>
          <p:nvPr/>
        </p:nvSpPr>
        <p:spPr>
          <a:xfrm>
            <a:off x="2346921" y="2828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5" name="Freeform 1984"/>
          <p:cNvSpPr/>
          <p:nvPr/>
        </p:nvSpPr>
        <p:spPr>
          <a:xfrm>
            <a:off x="2582206" y="2216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Freeform 1985"/>
          <p:cNvSpPr/>
          <p:nvPr/>
        </p:nvSpPr>
        <p:spPr>
          <a:xfrm>
            <a:off x="2073195" y="2357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Freeform 1986"/>
          <p:cNvSpPr/>
          <p:nvPr/>
        </p:nvSpPr>
        <p:spPr>
          <a:xfrm>
            <a:off x="2351232" y="32451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8" name="Freeform 1987"/>
          <p:cNvSpPr/>
          <p:nvPr/>
        </p:nvSpPr>
        <p:spPr>
          <a:xfrm>
            <a:off x="2038399" y="18452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Freeform 1988"/>
          <p:cNvSpPr/>
          <p:nvPr/>
        </p:nvSpPr>
        <p:spPr>
          <a:xfrm>
            <a:off x="2192567" y="2467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Freeform 1989"/>
          <p:cNvSpPr/>
          <p:nvPr/>
        </p:nvSpPr>
        <p:spPr>
          <a:xfrm>
            <a:off x="2626444" y="2236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1" name="Freeform 1990"/>
          <p:cNvSpPr/>
          <p:nvPr/>
        </p:nvSpPr>
        <p:spPr>
          <a:xfrm>
            <a:off x="2190205" y="2223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Freeform 1991"/>
          <p:cNvSpPr/>
          <p:nvPr/>
        </p:nvSpPr>
        <p:spPr>
          <a:xfrm>
            <a:off x="2547230" y="2554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3" name="Freeform 1992"/>
          <p:cNvSpPr/>
          <p:nvPr/>
        </p:nvSpPr>
        <p:spPr>
          <a:xfrm>
            <a:off x="2777582" y="209830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Freeform 1993"/>
          <p:cNvSpPr/>
          <p:nvPr/>
        </p:nvSpPr>
        <p:spPr>
          <a:xfrm>
            <a:off x="930166" y="1575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Freeform 1994"/>
          <p:cNvSpPr/>
          <p:nvPr/>
        </p:nvSpPr>
        <p:spPr>
          <a:xfrm>
            <a:off x="3529774" y="17576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6" name="Freeform 1995"/>
          <p:cNvSpPr/>
          <p:nvPr/>
        </p:nvSpPr>
        <p:spPr>
          <a:xfrm>
            <a:off x="2802240" y="2343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Freeform 1996"/>
          <p:cNvSpPr/>
          <p:nvPr/>
        </p:nvSpPr>
        <p:spPr>
          <a:xfrm>
            <a:off x="2536259" y="1823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Freeform 1997"/>
          <p:cNvSpPr/>
          <p:nvPr/>
        </p:nvSpPr>
        <p:spPr>
          <a:xfrm>
            <a:off x="2551721" y="197977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9" name="Freeform 1998"/>
          <p:cNvSpPr/>
          <p:nvPr/>
        </p:nvSpPr>
        <p:spPr>
          <a:xfrm>
            <a:off x="2134138" y="1247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Freeform 1999"/>
          <p:cNvSpPr/>
          <p:nvPr/>
        </p:nvSpPr>
        <p:spPr>
          <a:xfrm>
            <a:off x="3443092" y="1992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Freeform 2000"/>
          <p:cNvSpPr/>
          <p:nvPr/>
        </p:nvSpPr>
        <p:spPr>
          <a:xfrm>
            <a:off x="2934852" y="11571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2" name="Freeform 2001"/>
          <p:cNvSpPr/>
          <p:nvPr/>
        </p:nvSpPr>
        <p:spPr>
          <a:xfrm>
            <a:off x="2417432" y="1703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Freeform 2002"/>
          <p:cNvSpPr/>
          <p:nvPr/>
        </p:nvSpPr>
        <p:spPr>
          <a:xfrm>
            <a:off x="2840198" y="26245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Freeform 2003"/>
          <p:cNvSpPr/>
          <p:nvPr/>
        </p:nvSpPr>
        <p:spPr>
          <a:xfrm>
            <a:off x="2345015" y="2014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5" name="Freeform 2004"/>
          <p:cNvSpPr/>
          <p:nvPr/>
        </p:nvSpPr>
        <p:spPr>
          <a:xfrm>
            <a:off x="2656415" y="26255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Freeform 2005"/>
          <p:cNvSpPr/>
          <p:nvPr/>
        </p:nvSpPr>
        <p:spPr>
          <a:xfrm>
            <a:off x="1775949" y="2566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Freeform 2006"/>
          <p:cNvSpPr/>
          <p:nvPr/>
        </p:nvSpPr>
        <p:spPr>
          <a:xfrm>
            <a:off x="2146978" y="1760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8" name="Freeform 2007"/>
          <p:cNvSpPr/>
          <p:nvPr/>
        </p:nvSpPr>
        <p:spPr>
          <a:xfrm>
            <a:off x="1920594" y="2040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Freeform 2008"/>
          <p:cNvSpPr/>
          <p:nvPr/>
        </p:nvSpPr>
        <p:spPr>
          <a:xfrm>
            <a:off x="2265559" y="2003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Freeform 2009"/>
          <p:cNvSpPr/>
          <p:nvPr/>
        </p:nvSpPr>
        <p:spPr>
          <a:xfrm>
            <a:off x="3097887" y="1523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Freeform 2010"/>
          <p:cNvSpPr/>
          <p:nvPr/>
        </p:nvSpPr>
        <p:spPr>
          <a:xfrm>
            <a:off x="1963490" y="2921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Freeform 2011"/>
          <p:cNvSpPr/>
          <p:nvPr/>
        </p:nvSpPr>
        <p:spPr>
          <a:xfrm>
            <a:off x="3548173" y="19579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Freeform 2012"/>
          <p:cNvSpPr/>
          <p:nvPr/>
        </p:nvSpPr>
        <p:spPr>
          <a:xfrm>
            <a:off x="3279928" y="2840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Freeform 2013"/>
          <p:cNvSpPr/>
          <p:nvPr/>
        </p:nvSpPr>
        <p:spPr>
          <a:xfrm>
            <a:off x="2165967" y="159905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Freeform 2014"/>
          <p:cNvSpPr/>
          <p:nvPr/>
        </p:nvSpPr>
        <p:spPr>
          <a:xfrm>
            <a:off x="3845571" y="2158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Freeform 2015"/>
          <p:cNvSpPr/>
          <p:nvPr/>
        </p:nvSpPr>
        <p:spPr>
          <a:xfrm>
            <a:off x="2970346" y="2667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Freeform 2016"/>
          <p:cNvSpPr/>
          <p:nvPr/>
        </p:nvSpPr>
        <p:spPr>
          <a:xfrm>
            <a:off x="1730144" y="1418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Freeform 2017"/>
          <p:cNvSpPr/>
          <p:nvPr/>
        </p:nvSpPr>
        <p:spPr>
          <a:xfrm>
            <a:off x="2041174" y="1850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Freeform 2018"/>
          <p:cNvSpPr/>
          <p:nvPr/>
        </p:nvSpPr>
        <p:spPr>
          <a:xfrm>
            <a:off x="3041237" y="2237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Freeform 2019"/>
          <p:cNvSpPr/>
          <p:nvPr/>
        </p:nvSpPr>
        <p:spPr>
          <a:xfrm>
            <a:off x="3256881" y="25401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Freeform 2020"/>
          <p:cNvSpPr/>
          <p:nvPr/>
        </p:nvSpPr>
        <p:spPr>
          <a:xfrm>
            <a:off x="2505930" y="276870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Freeform 2021"/>
          <p:cNvSpPr/>
          <p:nvPr/>
        </p:nvSpPr>
        <p:spPr>
          <a:xfrm>
            <a:off x="2768040" y="2179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Freeform 2022"/>
          <p:cNvSpPr/>
          <p:nvPr/>
        </p:nvSpPr>
        <p:spPr>
          <a:xfrm>
            <a:off x="3526664" y="176980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Freeform 2023"/>
          <p:cNvSpPr/>
          <p:nvPr/>
        </p:nvSpPr>
        <p:spPr>
          <a:xfrm>
            <a:off x="3538898" y="2020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Freeform 2024"/>
          <p:cNvSpPr/>
          <p:nvPr/>
        </p:nvSpPr>
        <p:spPr>
          <a:xfrm>
            <a:off x="2296786" y="30109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Freeform 2025"/>
          <p:cNvSpPr/>
          <p:nvPr/>
        </p:nvSpPr>
        <p:spPr>
          <a:xfrm>
            <a:off x="2458075" y="188265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Freeform 2026"/>
          <p:cNvSpPr/>
          <p:nvPr/>
        </p:nvSpPr>
        <p:spPr>
          <a:xfrm>
            <a:off x="3072423" y="16913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Freeform 2027"/>
          <p:cNvSpPr/>
          <p:nvPr/>
        </p:nvSpPr>
        <p:spPr>
          <a:xfrm>
            <a:off x="1745454" y="30238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Freeform 2028"/>
          <p:cNvSpPr/>
          <p:nvPr/>
        </p:nvSpPr>
        <p:spPr>
          <a:xfrm>
            <a:off x="3220034" y="20516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Freeform 2029"/>
          <p:cNvSpPr/>
          <p:nvPr/>
        </p:nvSpPr>
        <p:spPr>
          <a:xfrm>
            <a:off x="1687940" y="17685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Freeform 2030"/>
          <p:cNvSpPr/>
          <p:nvPr/>
        </p:nvSpPr>
        <p:spPr>
          <a:xfrm>
            <a:off x="2823991" y="2264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Freeform 2031"/>
          <p:cNvSpPr/>
          <p:nvPr/>
        </p:nvSpPr>
        <p:spPr>
          <a:xfrm>
            <a:off x="3615609" y="30666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Freeform 2032"/>
          <p:cNvSpPr/>
          <p:nvPr/>
        </p:nvSpPr>
        <p:spPr>
          <a:xfrm>
            <a:off x="2880904" y="2146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Freeform 2033"/>
          <p:cNvSpPr/>
          <p:nvPr/>
        </p:nvSpPr>
        <p:spPr>
          <a:xfrm>
            <a:off x="3264563" y="2655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Freeform 2034"/>
          <p:cNvSpPr/>
          <p:nvPr/>
        </p:nvSpPr>
        <p:spPr>
          <a:xfrm>
            <a:off x="2647589" y="21004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Freeform 2035"/>
          <p:cNvSpPr/>
          <p:nvPr/>
        </p:nvSpPr>
        <p:spPr>
          <a:xfrm>
            <a:off x="2904625" y="2765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Freeform 2036"/>
          <p:cNvSpPr/>
          <p:nvPr/>
        </p:nvSpPr>
        <p:spPr>
          <a:xfrm>
            <a:off x="1992401" y="293963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Freeform 2037"/>
          <p:cNvSpPr/>
          <p:nvPr/>
        </p:nvSpPr>
        <p:spPr>
          <a:xfrm>
            <a:off x="2750017" y="2431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Freeform 2038"/>
          <p:cNvSpPr/>
          <p:nvPr/>
        </p:nvSpPr>
        <p:spPr>
          <a:xfrm>
            <a:off x="3486521" y="-19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Freeform 2039"/>
          <p:cNvSpPr/>
          <p:nvPr/>
        </p:nvSpPr>
        <p:spPr>
          <a:xfrm>
            <a:off x="2259823" y="2738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Freeform 2040"/>
          <p:cNvSpPr/>
          <p:nvPr/>
        </p:nvSpPr>
        <p:spPr>
          <a:xfrm>
            <a:off x="1830203" y="2170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Freeform 2041"/>
          <p:cNvSpPr/>
          <p:nvPr/>
        </p:nvSpPr>
        <p:spPr>
          <a:xfrm>
            <a:off x="2219944" y="11367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Freeform 2042"/>
          <p:cNvSpPr/>
          <p:nvPr/>
        </p:nvSpPr>
        <p:spPr>
          <a:xfrm>
            <a:off x="2339452" y="1553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Freeform 2043"/>
          <p:cNvSpPr/>
          <p:nvPr/>
        </p:nvSpPr>
        <p:spPr>
          <a:xfrm>
            <a:off x="3409434" y="21535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Freeform 2044"/>
          <p:cNvSpPr/>
          <p:nvPr/>
        </p:nvSpPr>
        <p:spPr>
          <a:xfrm>
            <a:off x="3583845" y="31942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Freeform 2045"/>
          <p:cNvSpPr/>
          <p:nvPr/>
        </p:nvSpPr>
        <p:spPr>
          <a:xfrm>
            <a:off x="2172607" y="273926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Freeform 2046"/>
          <p:cNvSpPr/>
          <p:nvPr/>
        </p:nvSpPr>
        <p:spPr>
          <a:xfrm>
            <a:off x="3285286" y="1960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Freeform 2047"/>
          <p:cNvSpPr/>
          <p:nvPr/>
        </p:nvSpPr>
        <p:spPr>
          <a:xfrm>
            <a:off x="4492189" y="1630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Freeform 2048"/>
          <p:cNvSpPr/>
          <p:nvPr/>
        </p:nvSpPr>
        <p:spPr>
          <a:xfrm>
            <a:off x="2930647" y="28396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Freeform 2049"/>
          <p:cNvSpPr/>
          <p:nvPr/>
        </p:nvSpPr>
        <p:spPr>
          <a:xfrm>
            <a:off x="2333335" y="24413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Freeform 2050"/>
          <p:cNvSpPr/>
          <p:nvPr/>
        </p:nvSpPr>
        <p:spPr>
          <a:xfrm>
            <a:off x="3799325" y="2063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Freeform 2051"/>
          <p:cNvSpPr/>
          <p:nvPr/>
        </p:nvSpPr>
        <p:spPr>
          <a:xfrm>
            <a:off x="2811768" y="24583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Freeform 2052"/>
          <p:cNvSpPr/>
          <p:nvPr/>
        </p:nvSpPr>
        <p:spPr>
          <a:xfrm>
            <a:off x="2508606" y="2751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Freeform 2053"/>
          <p:cNvSpPr/>
          <p:nvPr/>
        </p:nvSpPr>
        <p:spPr>
          <a:xfrm>
            <a:off x="3837108" y="1942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Freeform 2054"/>
          <p:cNvSpPr/>
          <p:nvPr/>
        </p:nvSpPr>
        <p:spPr>
          <a:xfrm>
            <a:off x="2670284" y="2538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Freeform 2055"/>
          <p:cNvSpPr/>
          <p:nvPr/>
        </p:nvSpPr>
        <p:spPr>
          <a:xfrm>
            <a:off x="1879961" y="13871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Freeform 2056"/>
          <p:cNvSpPr/>
          <p:nvPr/>
        </p:nvSpPr>
        <p:spPr>
          <a:xfrm>
            <a:off x="2506987" y="2555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Freeform 2057"/>
          <p:cNvSpPr/>
          <p:nvPr/>
        </p:nvSpPr>
        <p:spPr>
          <a:xfrm>
            <a:off x="1434305" y="22791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Freeform 2058"/>
          <p:cNvSpPr/>
          <p:nvPr/>
        </p:nvSpPr>
        <p:spPr>
          <a:xfrm>
            <a:off x="2732535" y="20592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Freeform 2059"/>
          <p:cNvSpPr/>
          <p:nvPr/>
        </p:nvSpPr>
        <p:spPr>
          <a:xfrm>
            <a:off x="1723095" y="10186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Freeform 2060"/>
          <p:cNvSpPr/>
          <p:nvPr/>
        </p:nvSpPr>
        <p:spPr>
          <a:xfrm>
            <a:off x="1905751" y="2750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Freeform 2061"/>
          <p:cNvSpPr/>
          <p:nvPr/>
        </p:nvSpPr>
        <p:spPr>
          <a:xfrm>
            <a:off x="3524959" y="23665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Freeform 2062"/>
          <p:cNvSpPr/>
          <p:nvPr/>
        </p:nvSpPr>
        <p:spPr>
          <a:xfrm>
            <a:off x="1870720" y="2456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Freeform 2063"/>
          <p:cNvSpPr/>
          <p:nvPr/>
        </p:nvSpPr>
        <p:spPr>
          <a:xfrm>
            <a:off x="3077545" y="23629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Freeform 2064"/>
          <p:cNvSpPr/>
          <p:nvPr/>
        </p:nvSpPr>
        <p:spPr>
          <a:xfrm>
            <a:off x="3252098" y="17529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Freeform 2065"/>
          <p:cNvSpPr/>
          <p:nvPr/>
        </p:nvSpPr>
        <p:spPr>
          <a:xfrm>
            <a:off x="2163367" y="22393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Freeform 2066"/>
          <p:cNvSpPr/>
          <p:nvPr/>
        </p:nvSpPr>
        <p:spPr>
          <a:xfrm>
            <a:off x="2986823" y="2324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Freeform 2067"/>
          <p:cNvSpPr/>
          <p:nvPr/>
        </p:nvSpPr>
        <p:spPr>
          <a:xfrm>
            <a:off x="2722028" y="1475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Freeform 2068"/>
          <p:cNvSpPr/>
          <p:nvPr/>
        </p:nvSpPr>
        <p:spPr>
          <a:xfrm>
            <a:off x="3027914" y="24589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Freeform 2069"/>
          <p:cNvSpPr/>
          <p:nvPr/>
        </p:nvSpPr>
        <p:spPr>
          <a:xfrm>
            <a:off x="3431157" y="21766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Freeform 2070"/>
          <p:cNvSpPr/>
          <p:nvPr/>
        </p:nvSpPr>
        <p:spPr>
          <a:xfrm>
            <a:off x="4239300" y="11872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Freeform 2071"/>
          <p:cNvSpPr/>
          <p:nvPr/>
        </p:nvSpPr>
        <p:spPr>
          <a:xfrm>
            <a:off x="3540562" y="2465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Freeform 2072"/>
          <p:cNvSpPr/>
          <p:nvPr/>
        </p:nvSpPr>
        <p:spPr>
          <a:xfrm>
            <a:off x="2601644" y="3114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Freeform 2073"/>
          <p:cNvSpPr/>
          <p:nvPr/>
        </p:nvSpPr>
        <p:spPr>
          <a:xfrm>
            <a:off x="2431916" y="32150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Freeform 2074"/>
          <p:cNvSpPr/>
          <p:nvPr/>
        </p:nvSpPr>
        <p:spPr>
          <a:xfrm>
            <a:off x="3423528" y="20058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Freeform 2075"/>
          <p:cNvSpPr/>
          <p:nvPr/>
        </p:nvSpPr>
        <p:spPr>
          <a:xfrm>
            <a:off x="3632402" y="1690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Freeform 2076"/>
          <p:cNvSpPr/>
          <p:nvPr/>
        </p:nvSpPr>
        <p:spPr>
          <a:xfrm>
            <a:off x="3530972" y="2230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Freeform 2077"/>
          <p:cNvSpPr/>
          <p:nvPr/>
        </p:nvSpPr>
        <p:spPr>
          <a:xfrm>
            <a:off x="3369142" y="2158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Freeform 2078"/>
          <p:cNvSpPr/>
          <p:nvPr/>
        </p:nvSpPr>
        <p:spPr>
          <a:xfrm>
            <a:off x="3305492" y="2290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Freeform 2079"/>
          <p:cNvSpPr/>
          <p:nvPr/>
        </p:nvSpPr>
        <p:spPr>
          <a:xfrm>
            <a:off x="3437111" y="2027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Freeform 2080"/>
          <p:cNvSpPr/>
          <p:nvPr/>
        </p:nvSpPr>
        <p:spPr>
          <a:xfrm>
            <a:off x="2624211" y="1979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Freeform 2081"/>
          <p:cNvSpPr/>
          <p:nvPr/>
        </p:nvSpPr>
        <p:spPr>
          <a:xfrm>
            <a:off x="2089542" y="819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Freeform 2082"/>
          <p:cNvSpPr/>
          <p:nvPr/>
        </p:nvSpPr>
        <p:spPr>
          <a:xfrm>
            <a:off x="5001280" y="1647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Freeform 2083"/>
          <p:cNvSpPr/>
          <p:nvPr/>
        </p:nvSpPr>
        <p:spPr>
          <a:xfrm>
            <a:off x="2076134" y="2209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Freeform 2084"/>
          <p:cNvSpPr/>
          <p:nvPr/>
        </p:nvSpPr>
        <p:spPr>
          <a:xfrm>
            <a:off x="2350891" y="1129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Freeform 2085"/>
          <p:cNvSpPr/>
          <p:nvPr/>
        </p:nvSpPr>
        <p:spPr>
          <a:xfrm>
            <a:off x="2563688" y="492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Freeform 2086"/>
          <p:cNvSpPr/>
          <p:nvPr/>
        </p:nvSpPr>
        <p:spPr>
          <a:xfrm>
            <a:off x="3544473" y="1554017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Freeform 2087"/>
          <p:cNvSpPr/>
          <p:nvPr/>
        </p:nvSpPr>
        <p:spPr>
          <a:xfrm>
            <a:off x="2806611" y="2480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Freeform 2088"/>
          <p:cNvSpPr/>
          <p:nvPr/>
        </p:nvSpPr>
        <p:spPr>
          <a:xfrm>
            <a:off x="2700349" y="21227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Freeform 2089"/>
          <p:cNvSpPr/>
          <p:nvPr/>
        </p:nvSpPr>
        <p:spPr>
          <a:xfrm>
            <a:off x="1827296" y="1884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Freeform 2090"/>
          <p:cNvSpPr/>
          <p:nvPr/>
        </p:nvSpPr>
        <p:spPr>
          <a:xfrm>
            <a:off x="2494089" y="25215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Freeform 2091"/>
          <p:cNvSpPr/>
          <p:nvPr/>
        </p:nvSpPr>
        <p:spPr>
          <a:xfrm>
            <a:off x="2315663" y="2772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Freeform 2092"/>
          <p:cNvSpPr/>
          <p:nvPr/>
        </p:nvSpPr>
        <p:spPr>
          <a:xfrm>
            <a:off x="2860658" y="2203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Freeform 2093"/>
          <p:cNvSpPr/>
          <p:nvPr/>
        </p:nvSpPr>
        <p:spPr>
          <a:xfrm>
            <a:off x="1516734" y="1946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Freeform 2094"/>
          <p:cNvSpPr/>
          <p:nvPr/>
        </p:nvSpPr>
        <p:spPr>
          <a:xfrm>
            <a:off x="3986119" y="2581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Freeform 2095"/>
          <p:cNvSpPr/>
          <p:nvPr/>
        </p:nvSpPr>
        <p:spPr>
          <a:xfrm>
            <a:off x="2388809" y="28204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Freeform 2096"/>
          <p:cNvSpPr/>
          <p:nvPr/>
        </p:nvSpPr>
        <p:spPr>
          <a:xfrm>
            <a:off x="3064578" y="23246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Freeform 2097"/>
          <p:cNvSpPr/>
          <p:nvPr/>
        </p:nvSpPr>
        <p:spPr>
          <a:xfrm>
            <a:off x="2240374" y="2571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Freeform 2098"/>
          <p:cNvSpPr/>
          <p:nvPr/>
        </p:nvSpPr>
        <p:spPr>
          <a:xfrm>
            <a:off x="1518261" y="19207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Freeform 2099"/>
          <p:cNvSpPr/>
          <p:nvPr/>
        </p:nvSpPr>
        <p:spPr>
          <a:xfrm>
            <a:off x="2918704" y="1361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Freeform 2100"/>
          <p:cNvSpPr/>
          <p:nvPr/>
        </p:nvSpPr>
        <p:spPr>
          <a:xfrm>
            <a:off x="2874002" y="2014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Freeform 2101"/>
          <p:cNvSpPr/>
          <p:nvPr/>
        </p:nvSpPr>
        <p:spPr>
          <a:xfrm>
            <a:off x="2488076" y="14381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Freeform 2102"/>
          <p:cNvSpPr/>
          <p:nvPr/>
        </p:nvSpPr>
        <p:spPr>
          <a:xfrm>
            <a:off x="3772349" y="2212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Freeform 2103"/>
          <p:cNvSpPr/>
          <p:nvPr/>
        </p:nvSpPr>
        <p:spPr>
          <a:xfrm>
            <a:off x="2904659" y="32958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Freeform 2104"/>
          <p:cNvSpPr/>
          <p:nvPr/>
        </p:nvSpPr>
        <p:spPr>
          <a:xfrm>
            <a:off x="2310692" y="2366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Freeform 2105"/>
          <p:cNvSpPr/>
          <p:nvPr/>
        </p:nvSpPr>
        <p:spPr>
          <a:xfrm>
            <a:off x="4033263" y="18404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Freeform 2106"/>
          <p:cNvSpPr/>
          <p:nvPr/>
        </p:nvSpPr>
        <p:spPr>
          <a:xfrm>
            <a:off x="1935063" y="1484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Freeform 2107"/>
          <p:cNvSpPr/>
          <p:nvPr/>
        </p:nvSpPr>
        <p:spPr>
          <a:xfrm>
            <a:off x="2277434" y="16332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Freeform 2108"/>
          <p:cNvSpPr/>
          <p:nvPr/>
        </p:nvSpPr>
        <p:spPr>
          <a:xfrm>
            <a:off x="3509541" y="2443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Freeform 2109"/>
          <p:cNvSpPr/>
          <p:nvPr/>
        </p:nvSpPr>
        <p:spPr>
          <a:xfrm>
            <a:off x="3246587" y="10878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Freeform 2110"/>
          <p:cNvSpPr/>
          <p:nvPr/>
        </p:nvSpPr>
        <p:spPr>
          <a:xfrm>
            <a:off x="2991619" y="27921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Freeform 2111"/>
          <p:cNvSpPr/>
          <p:nvPr/>
        </p:nvSpPr>
        <p:spPr>
          <a:xfrm>
            <a:off x="3089972" y="21840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Freeform 2112"/>
          <p:cNvSpPr/>
          <p:nvPr/>
        </p:nvSpPr>
        <p:spPr>
          <a:xfrm>
            <a:off x="2314938" y="2366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Freeform 2113"/>
          <p:cNvSpPr/>
          <p:nvPr/>
        </p:nvSpPr>
        <p:spPr>
          <a:xfrm>
            <a:off x="1437391" y="22108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Freeform 2114"/>
          <p:cNvSpPr/>
          <p:nvPr/>
        </p:nvSpPr>
        <p:spPr>
          <a:xfrm>
            <a:off x="3064559" y="1800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Freeform 2115"/>
          <p:cNvSpPr/>
          <p:nvPr/>
        </p:nvSpPr>
        <p:spPr>
          <a:xfrm>
            <a:off x="3032674" y="2367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Freeform 2116"/>
          <p:cNvSpPr/>
          <p:nvPr/>
        </p:nvSpPr>
        <p:spPr>
          <a:xfrm>
            <a:off x="3227699" y="19094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Freeform 2117"/>
          <p:cNvSpPr/>
          <p:nvPr/>
        </p:nvSpPr>
        <p:spPr>
          <a:xfrm>
            <a:off x="3048821" y="902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Freeform 2118"/>
          <p:cNvSpPr/>
          <p:nvPr/>
        </p:nvSpPr>
        <p:spPr>
          <a:xfrm>
            <a:off x="1479310" y="1784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Freeform 2119"/>
          <p:cNvSpPr/>
          <p:nvPr/>
        </p:nvSpPr>
        <p:spPr>
          <a:xfrm>
            <a:off x="3208034" y="222449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Freeform 2120"/>
          <p:cNvSpPr/>
          <p:nvPr/>
        </p:nvSpPr>
        <p:spPr>
          <a:xfrm>
            <a:off x="2456841" y="18992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Freeform 2121"/>
          <p:cNvSpPr/>
          <p:nvPr/>
        </p:nvSpPr>
        <p:spPr>
          <a:xfrm>
            <a:off x="3621933" y="2950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Freeform 2122"/>
          <p:cNvSpPr/>
          <p:nvPr/>
        </p:nvSpPr>
        <p:spPr>
          <a:xfrm>
            <a:off x="1025456" y="175729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Freeform 2123"/>
          <p:cNvSpPr/>
          <p:nvPr/>
        </p:nvSpPr>
        <p:spPr>
          <a:xfrm>
            <a:off x="2656828" y="1159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Freeform 2124"/>
          <p:cNvSpPr/>
          <p:nvPr/>
        </p:nvSpPr>
        <p:spPr>
          <a:xfrm>
            <a:off x="2625076" y="1031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Freeform 2125"/>
          <p:cNvSpPr/>
          <p:nvPr/>
        </p:nvSpPr>
        <p:spPr>
          <a:xfrm>
            <a:off x="2756404" y="1383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Freeform 2126"/>
          <p:cNvSpPr/>
          <p:nvPr/>
        </p:nvSpPr>
        <p:spPr>
          <a:xfrm>
            <a:off x="2316432" y="28815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Freeform 2127"/>
          <p:cNvSpPr/>
          <p:nvPr/>
        </p:nvSpPr>
        <p:spPr>
          <a:xfrm>
            <a:off x="833960" y="1383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Freeform 2128"/>
          <p:cNvSpPr/>
          <p:nvPr/>
        </p:nvSpPr>
        <p:spPr>
          <a:xfrm>
            <a:off x="3346740" y="18958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Freeform 2129"/>
          <p:cNvSpPr/>
          <p:nvPr/>
        </p:nvSpPr>
        <p:spPr>
          <a:xfrm>
            <a:off x="3306754" y="24330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Freeform 2130"/>
          <p:cNvSpPr/>
          <p:nvPr/>
        </p:nvSpPr>
        <p:spPr>
          <a:xfrm>
            <a:off x="2779600" y="3151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Freeform 2131"/>
          <p:cNvSpPr/>
          <p:nvPr/>
        </p:nvSpPr>
        <p:spPr>
          <a:xfrm>
            <a:off x="2950939" y="2123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Freeform 2132"/>
          <p:cNvSpPr/>
          <p:nvPr/>
        </p:nvSpPr>
        <p:spPr>
          <a:xfrm>
            <a:off x="2125954" y="20371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Freeform 2133"/>
          <p:cNvSpPr/>
          <p:nvPr/>
        </p:nvSpPr>
        <p:spPr>
          <a:xfrm>
            <a:off x="2870539" y="1987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Freeform 2134"/>
          <p:cNvSpPr/>
          <p:nvPr/>
        </p:nvSpPr>
        <p:spPr>
          <a:xfrm>
            <a:off x="3186594" y="1888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Freeform 2135"/>
          <p:cNvSpPr/>
          <p:nvPr/>
        </p:nvSpPr>
        <p:spPr>
          <a:xfrm>
            <a:off x="3253858" y="1795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Freeform 2136"/>
          <p:cNvSpPr/>
          <p:nvPr/>
        </p:nvSpPr>
        <p:spPr>
          <a:xfrm>
            <a:off x="2783999" y="1673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Freeform 2137"/>
          <p:cNvSpPr/>
          <p:nvPr/>
        </p:nvSpPr>
        <p:spPr>
          <a:xfrm>
            <a:off x="2411621" y="24979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Freeform 2138"/>
          <p:cNvSpPr/>
          <p:nvPr/>
        </p:nvSpPr>
        <p:spPr>
          <a:xfrm>
            <a:off x="2547704" y="3084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Freeform 2139"/>
          <p:cNvSpPr/>
          <p:nvPr/>
        </p:nvSpPr>
        <p:spPr>
          <a:xfrm>
            <a:off x="3204604" y="2854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Freeform 2140"/>
          <p:cNvSpPr/>
          <p:nvPr/>
        </p:nvSpPr>
        <p:spPr>
          <a:xfrm>
            <a:off x="1464831" y="2595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Freeform 2141"/>
          <p:cNvSpPr/>
          <p:nvPr/>
        </p:nvSpPr>
        <p:spPr>
          <a:xfrm>
            <a:off x="2765404" y="1898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Freeform 2142"/>
          <p:cNvSpPr/>
          <p:nvPr/>
        </p:nvSpPr>
        <p:spPr>
          <a:xfrm>
            <a:off x="2911794" y="1526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Freeform 2143"/>
          <p:cNvSpPr/>
          <p:nvPr/>
        </p:nvSpPr>
        <p:spPr>
          <a:xfrm>
            <a:off x="2370974" y="2829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Freeform 2144"/>
          <p:cNvSpPr/>
          <p:nvPr/>
        </p:nvSpPr>
        <p:spPr>
          <a:xfrm>
            <a:off x="1832965" y="1855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Freeform 2145"/>
          <p:cNvSpPr/>
          <p:nvPr/>
        </p:nvSpPr>
        <p:spPr>
          <a:xfrm>
            <a:off x="3178953" y="17806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Freeform 2146"/>
          <p:cNvSpPr/>
          <p:nvPr/>
        </p:nvSpPr>
        <p:spPr>
          <a:xfrm>
            <a:off x="1872315" y="2700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Freeform 2147"/>
          <p:cNvSpPr/>
          <p:nvPr/>
        </p:nvSpPr>
        <p:spPr>
          <a:xfrm>
            <a:off x="2391385" y="28523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Freeform 2148"/>
          <p:cNvSpPr/>
          <p:nvPr/>
        </p:nvSpPr>
        <p:spPr>
          <a:xfrm>
            <a:off x="1688690" y="2154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Freeform 2149"/>
          <p:cNvSpPr/>
          <p:nvPr/>
        </p:nvSpPr>
        <p:spPr>
          <a:xfrm>
            <a:off x="1477427" y="19196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Freeform 2150"/>
          <p:cNvSpPr/>
          <p:nvPr/>
        </p:nvSpPr>
        <p:spPr>
          <a:xfrm>
            <a:off x="3312170" y="173428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Freeform 2151"/>
          <p:cNvSpPr/>
          <p:nvPr/>
        </p:nvSpPr>
        <p:spPr>
          <a:xfrm>
            <a:off x="1796052" y="2762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Freeform 2152"/>
          <p:cNvSpPr/>
          <p:nvPr/>
        </p:nvSpPr>
        <p:spPr>
          <a:xfrm>
            <a:off x="2106103" y="2111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Freeform 2153"/>
          <p:cNvSpPr/>
          <p:nvPr/>
        </p:nvSpPr>
        <p:spPr>
          <a:xfrm>
            <a:off x="2537157" y="17775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Freeform 2154"/>
          <p:cNvSpPr/>
          <p:nvPr/>
        </p:nvSpPr>
        <p:spPr>
          <a:xfrm>
            <a:off x="3412837" y="15046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Freeform 2155"/>
          <p:cNvSpPr/>
          <p:nvPr/>
        </p:nvSpPr>
        <p:spPr>
          <a:xfrm>
            <a:off x="2736509" y="30488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Freeform 2156"/>
          <p:cNvSpPr/>
          <p:nvPr/>
        </p:nvSpPr>
        <p:spPr>
          <a:xfrm>
            <a:off x="1912349" y="230310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Freeform 2157"/>
          <p:cNvSpPr/>
          <p:nvPr/>
        </p:nvSpPr>
        <p:spPr>
          <a:xfrm>
            <a:off x="2915994" y="2747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Freeform 2158"/>
          <p:cNvSpPr/>
          <p:nvPr/>
        </p:nvSpPr>
        <p:spPr>
          <a:xfrm>
            <a:off x="2043668" y="2685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Freeform 2159"/>
          <p:cNvSpPr/>
          <p:nvPr/>
        </p:nvSpPr>
        <p:spPr>
          <a:xfrm>
            <a:off x="3019748" y="1601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Freeform 2160"/>
          <p:cNvSpPr/>
          <p:nvPr/>
        </p:nvSpPr>
        <p:spPr>
          <a:xfrm>
            <a:off x="2459964" y="8507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Freeform 2161"/>
          <p:cNvSpPr/>
          <p:nvPr/>
        </p:nvSpPr>
        <p:spPr>
          <a:xfrm>
            <a:off x="2214076" y="2822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Freeform 2162"/>
          <p:cNvSpPr/>
          <p:nvPr/>
        </p:nvSpPr>
        <p:spPr>
          <a:xfrm>
            <a:off x="1576864" y="7216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Freeform 2163"/>
          <p:cNvSpPr/>
          <p:nvPr/>
        </p:nvSpPr>
        <p:spPr>
          <a:xfrm>
            <a:off x="2129678" y="218355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Freeform 2164"/>
          <p:cNvSpPr/>
          <p:nvPr/>
        </p:nvSpPr>
        <p:spPr>
          <a:xfrm>
            <a:off x="3197931" y="3351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Freeform 2165"/>
          <p:cNvSpPr/>
          <p:nvPr/>
        </p:nvSpPr>
        <p:spPr>
          <a:xfrm>
            <a:off x="2222818" y="1881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Freeform 2166"/>
          <p:cNvSpPr/>
          <p:nvPr/>
        </p:nvSpPr>
        <p:spPr>
          <a:xfrm>
            <a:off x="2078512" y="1110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Freeform 2167"/>
          <p:cNvSpPr/>
          <p:nvPr/>
        </p:nvSpPr>
        <p:spPr>
          <a:xfrm>
            <a:off x="2458831" y="2330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Freeform 2168"/>
          <p:cNvSpPr/>
          <p:nvPr/>
        </p:nvSpPr>
        <p:spPr>
          <a:xfrm>
            <a:off x="2594861" y="3574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Freeform 2169"/>
          <p:cNvSpPr/>
          <p:nvPr/>
        </p:nvSpPr>
        <p:spPr>
          <a:xfrm>
            <a:off x="2008932" y="2075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Freeform 2170"/>
          <p:cNvSpPr/>
          <p:nvPr/>
        </p:nvSpPr>
        <p:spPr>
          <a:xfrm>
            <a:off x="2152285" y="1393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Freeform 2171"/>
          <p:cNvSpPr/>
          <p:nvPr/>
        </p:nvSpPr>
        <p:spPr>
          <a:xfrm>
            <a:off x="3359499" y="1909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Freeform 2172"/>
          <p:cNvSpPr/>
          <p:nvPr/>
        </p:nvSpPr>
        <p:spPr>
          <a:xfrm>
            <a:off x="2970488" y="1739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Freeform 2173"/>
          <p:cNvSpPr/>
          <p:nvPr/>
        </p:nvSpPr>
        <p:spPr>
          <a:xfrm>
            <a:off x="3785424" y="23363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Freeform 2174"/>
          <p:cNvSpPr/>
          <p:nvPr/>
        </p:nvSpPr>
        <p:spPr>
          <a:xfrm>
            <a:off x="1897137" y="28148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Freeform 2175"/>
          <p:cNvSpPr/>
          <p:nvPr/>
        </p:nvSpPr>
        <p:spPr>
          <a:xfrm>
            <a:off x="2179641" y="3153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Freeform 2176"/>
          <p:cNvSpPr/>
          <p:nvPr/>
        </p:nvSpPr>
        <p:spPr>
          <a:xfrm>
            <a:off x="3227811" y="19668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Freeform 2177"/>
          <p:cNvSpPr/>
          <p:nvPr/>
        </p:nvSpPr>
        <p:spPr>
          <a:xfrm>
            <a:off x="2658872" y="1775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Freeform 2178"/>
          <p:cNvSpPr/>
          <p:nvPr/>
        </p:nvSpPr>
        <p:spPr>
          <a:xfrm>
            <a:off x="2206285" y="15071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Freeform 2179"/>
          <p:cNvSpPr/>
          <p:nvPr/>
        </p:nvSpPr>
        <p:spPr>
          <a:xfrm>
            <a:off x="2244945" y="1832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Freeform 2180"/>
          <p:cNvSpPr/>
          <p:nvPr/>
        </p:nvSpPr>
        <p:spPr>
          <a:xfrm>
            <a:off x="3760186" y="2784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Freeform 2181"/>
          <p:cNvSpPr/>
          <p:nvPr/>
        </p:nvSpPr>
        <p:spPr>
          <a:xfrm>
            <a:off x="2261824" y="2086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Freeform 2182"/>
          <p:cNvSpPr/>
          <p:nvPr/>
        </p:nvSpPr>
        <p:spPr>
          <a:xfrm>
            <a:off x="2554939" y="1866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Freeform 2183"/>
          <p:cNvSpPr/>
          <p:nvPr/>
        </p:nvSpPr>
        <p:spPr>
          <a:xfrm>
            <a:off x="3558673" y="2591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Freeform 2184"/>
          <p:cNvSpPr/>
          <p:nvPr/>
        </p:nvSpPr>
        <p:spPr>
          <a:xfrm>
            <a:off x="1866527" y="2156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Freeform 2185"/>
          <p:cNvSpPr/>
          <p:nvPr/>
        </p:nvSpPr>
        <p:spPr>
          <a:xfrm>
            <a:off x="2123979" y="1859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Freeform 2186"/>
          <p:cNvSpPr/>
          <p:nvPr/>
        </p:nvSpPr>
        <p:spPr>
          <a:xfrm>
            <a:off x="2427398" y="347984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Freeform 2187"/>
          <p:cNvSpPr/>
          <p:nvPr/>
        </p:nvSpPr>
        <p:spPr>
          <a:xfrm>
            <a:off x="2476795" y="1931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Freeform 2188"/>
          <p:cNvSpPr/>
          <p:nvPr/>
        </p:nvSpPr>
        <p:spPr>
          <a:xfrm>
            <a:off x="3412153" y="1786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Freeform 2189"/>
          <p:cNvSpPr/>
          <p:nvPr/>
        </p:nvSpPr>
        <p:spPr>
          <a:xfrm>
            <a:off x="3369947" y="1791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Freeform 2190"/>
          <p:cNvSpPr/>
          <p:nvPr/>
        </p:nvSpPr>
        <p:spPr>
          <a:xfrm>
            <a:off x="2124039" y="21686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Freeform 2191"/>
          <p:cNvSpPr/>
          <p:nvPr/>
        </p:nvSpPr>
        <p:spPr>
          <a:xfrm>
            <a:off x="4058356" y="21769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Freeform 2192"/>
          <p:cNvSpPr/>
          <p:nvPr/>
        </p:nvSpPr>
        <p:spPr>
          <a:xfrm>
            <a:off x="3397937" y="1950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Freeform 2193"/>
          <p:cNvSpPr/>
          <p:nvPr/>
        </p:nvSpPr>
        <p:spPr>
          <a:xfrm>
            <a:off x="2119818" y="2505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Freeform 2194"/>
          <p:cNvSpPr/>
          <p:nvPr/>
        </p:nvSpPr>
        <p:spPr>
          <a:xfrm>
            <a:off x="1917154" y="3131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Freeform 2195"/>
          <p:cNvSpPr/>
          <p:nvPr/>
        </p:nvSpPr>
        <p:spPr>
          <a:xfrm>
            <a:off x="3254502" y="2086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Freeform 2196"/>
          <p:cNvSpPr/>
          <p:nvPr/>
        </p:nvSpPr>
        <p:spPr>
          <a:xfrm>
            <a:off x="1864362" y="31506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Freeform 2197"/>
          <p:cNvSpPr/>
          <p:nvPr/>
        </p:nvSpPr>
        <p:spPr>
          <a:xfrm>
            <a:off x="2568990" y="20479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Freeform 2198"/>
          <p:cNvSpPr/>
          <p:nvPr/>
        </p:nvSpPr>
        <p:spPr>
          <a:xfrm>
            <a:off x="1958630" y="167453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Freeform 2199"/>
          <p:cNvSpPr/>
          <p:nvPr/>
        </p:nvSpPr>
        <p:spPr>
          <a:xfrm>
            <a:off x="2893562" y="1595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Freeform 2200"/>
          <p:cNvSpPr/>
          <p:nvPr/>
        </p:nvSpPr>
        <p:spPr>
          <a:xfrm>
            <a:off x="4112049" y="2337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Freeform 2201"/>
          <p:cNvSpPr/>
          <p:nvPr/>
        </p:nvSpPr>
        <p:spPr>
          <a:xfrm>
            <a:off x="3019714" y="21268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Freeform 2202"/>
          <p:cNvSpPr/>
          <p:nvPr/>
        </p:nvSpPr>
        <p:spPr>
          <a:xfrm>
            <a:off x="2945450" y="21943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Freeform 2203"/>
          <p:cNvSpPr/>
          <p:nvPr/>
        </p:nvSpPr>
        <p:spPr>
          <a:xfrm>
            <a:off x="2227292" y="22601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Freeform 2204"/>
          <p:cNvSpPr/>
          <p:nvPr/>
        </p:nvSpPr>
        <p:spPr>
          <a:xfrm>
            <a:off x="3010567" y="24712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Freeform 2205"/>
          <p:cNvSpPr/>
          <p:nvPr/>
        </p:nvSpPr>
        <p:spPr>
          <a:xfrm>
            <a:off x="2030878" y="25977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Freeform 2206"/>
          <p:cNvSpPr/>
          <p:nvPr/>
        </p:nvSpPr>
        <p:spPr>
          <a:xfrm>
            <a:off x="3164018" y="231855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Freeform 2207"/>
          <p:cNvSpPr/>
          <p:nvPr/>
        </p:nvSpPr>
        <p:spPr>
          <a:xfrm>
            <a:off x="2726049" y="2774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Freeform 2208"/>
          <p:cNvSpPr/>
          <p:nvPr/>
        </p:nvSpPr>
        <p:spPr>
          <a:xfrm>
            <a:off x="1494748" y="23008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Freeform 2209"/>
          <p:cNvSpPr/>
          <p:nvPr/>
        </p:nvSpPr>
        <p:spPr>
          <a:xfrm>
            <a:off x="2180599" y="1557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Freeform 2210"/>
          <p:cNvSpPr/>
          <p:nvPr/>
        </p:nvSpPr>
        <p:spPr>
          <a:xfrm>
            <a:off x="3310210" y="1827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Freeform 2211"/>
          <p:cNvSpPr/>
          <p:nvPr/>
        </p:nvSpPr>
        <p:spPr>
          <a:xfrm>
            <a:off x="3860218" y="12406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Freeform 2212"/>
          <p:cNvSpPr/>
          <p:nvPr/>
        </p:nvSpPr>
        <p:spPr>
          <a:xfrm>
            <a:off x="3273344" y="3058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Freeform 2213"/>
          <p:cNvSpPr/>
          <p:nvPr/>
        </p:nvSpPr>
        <p:spPr>
          <a:xfrm>
            <a:off x="2403797" y="1658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Freeform 2214"/>
          <p:cNvSpPr/>
          <p:nvPr/>
        </p:nvSpPr>
        <p:spPr>
          <a:xfrm>
            <a:off x="3114865" y="21631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Freeform 2215"/>
          <p:cNvSpPr/>
          <p:nvPr/>
        </p:nvSpPr>
        <p:spPr>
          <a:xfrm>
            <a:off x="2328369" y="2773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Freeform 2216"/>
          <p:cNvSpPr/>
          <p:nvPr/>
        </p:nvSpPr>
        <p:spPr>
          <a:xfrm>
            <a:off x="3285348" y="21991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Freeform 2217"/>
          <p:cNvSpPr/>
          <p:nvPr/>
        </p:nvSpPr>
        <p:spPr>
          <a:xfrm>
            <a:off x="2780636" y="15309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Freeform 2218"/>
          <p:cNvSpPr/>
          <p:nvPr/>
        </p:nvSpPr>
        <p:spPr>
          <a:xfrm>
            <a:off x="3719786" y="2969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Freeform 2219"/>
          <p:cNvSpPr/>
          <p:nvPr/>
        </p:nvSpPr>
        <p:spPr>
          <a:xfrm>
            <a:off x="2900691" y="2169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Freeform 2220"/>
          <p:cNvSpPr/>
          <p:nvPr/>
        </p:nvSpPr>
        <p:spPr>
          <a:xfrm>
            <a:off x="2734255" y="2713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Freeform 2221"/>
          <p:cNvSpPr/>
          <p:nvPr/>
        </p:nvSpPr>
        <p:spPr>
          <a:xfrm>
            <a:off x="3257313" y="30562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Freeform 2222"/>
          <p:cNvSpPr/>
          <p:nvPr/>
        </p:nvSpPr>
        <p:spPr>
          <a:xfrm>
            <a:off x="2623903" y="2159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Freeform 2223"/>
          <p:cNvSpPr/>
          <p:nvPr/>
        </p:nvSpPr>
        <p:spPr>
          <a:xfrm>
            <a:off x="2768042" y="3522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Freeform 2224"/>
          <p:cNvSpPr/>
          <p:nvPr/>
        </p:nvSpPr>
        <p:spPr>
          <a:xfrm>
            <a:off x="2864373" y="2935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Freeform 2225"/>
          <p:cNvSpPr/>
          <p:nvPr/>
        </p:nvSpPr>
        <p:spPr>
          <a:xfrm>
            <a:off x="3807175" y="2579375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Freeform 2226"/>
          <p:cNvSpPr/>
          <p:nvPr/>
        </p:nvSpPr>
        <p:spPr>
          <a:xfrm>
            <a:off x="3026684" y="15011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Freeform 2227"/>
          <p:cNvSpPr/>
          <p:nvPr/>
        </p:nvSpPr>
        <p:spPr>
          <a:xfrm>
            <a:off x="3387181" y="172110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Freeform 2228"/>
          <p:cNvSpPr/>
          <p:nvPr/>
        </p:nvSpPr>
        <p:spPr>
          <a:xfrm>
            <a:off x="2352565" y="25337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Freeform 2229"/>
          <p:cNvSpPr/>
          <p:nvPr/>
        </p:nvSpPr>
        <p:spPr>
          <a:xfrm>
            <a:off x="2793104" y="3362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Freeform 2230"/>
          <p:cNvSpPr/>
          <p:nvPr/>
        </p:nvSpPr>
        <p:spPr>
          <a:xfrm>
            <a:off x="3469267" y="29405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Freeform 2231"/>
          <p:cNvSpPr/>
          <p:nvPr/>
        </p:nvSpPr>
        <p:spPr>
          <a:xfrm>
            <a:off x="3112808" y="3283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Freeform 2232"/>
          <p:cNvSpPr/>
          <p:nvPr/>
        </p:nvSpPr>
        <p:spPr>
          <a:xfrm>
            <a:off x="1498085" y="10641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Freeform 2233"/>
          <p:cNvSpPr/>
          <p:nvPr/>
        </p:nvSpPr>
        <p:spPr>
          <a:xfrm>
            <a:off x="3596570" y="2431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Freeform 2234"/>
          <p:cNvSpPr/>
          <p:nvPr/>
        </p:nvSpPr>
        <p:spPr>
          <a:xfrm>
            <a:off x="3130067" y="2052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Freeform 2235"/>
          <p:cNvSpPr/>
          <p:nvPr/>
        </p:nvSpPr>
        <p:spPr>
          <a:xfrm>
            <a:off x="3050675" y="18378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Freeform 2236"/>
          <p:cNvSpPr/>
          <p:nvPr/>
        </p:nvSpPr>
        <p:spPr>
          <a:xfrm>
            <a:off x="2092067" y="1636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Freeform 2237"/>
          <p:cNvSpPr/>
          <p:nvPr/>
        </p:nvSpPr>
        <p:spPr>
          <a:xfrm>
            <a:off x="3394000" y="2173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Freeform 2238"/>
          <p:cNvSpPr/>
          <p:nvPr/>
        </p:nvSpPr>
        <p:spPr>
          <a:xfrm>
            <a:off x="2299353" y="1202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Freeform 2239"/>
          <p:cNvSpPr/>
          <p:nvPr/>
        </p:nvSpPr>
        <p:spPr>
          <a:xfrm>
            <a:off x="2277217" y="1058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Freeform 2240"/>
          <p:cNvSpPr/>
          <p:nvPr/>
        </p:nvSpPr>
        <p:spPr>
          <a:xfrm>
            <a:off x="2738437" y="229927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Freeform 2241"/>
          <p:cNvSpPr/>
          <p:nvPr/>
        </p:nvSpPr>
        <p:spPr>
          <a:xfrm>
            <a:off x="3060332" y="2858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Freeform 2242"/>
          <p:cNvSpPr/>
          <p:nvPr/>
        </p:nvSpPr>
        <p:spPr>
          <a:xfrm>
            <a:off x="2741771" y="1248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Freeform 2243"/>
          <p:cNvSpPr/>
          <p:nvPr/>
        </p:nvSpPr>
        <p:spPr>
          <a:xfrm>
            <a:off x="2034821" y="1789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Freeform 2244"/>
          <p:cNvSpPr/>
          <p:nvPr/>
        </p:nvSpPr>
        <p:spPr>
          <a:xfrm>
            <a:off x="3044242" y="2937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Freeform 2245"/>
          <p:cNvSpPr/>
          <p:nvPr/>
        </p:nvSpPr>
        <p:spPr>
          <a:xfrm>
            <a:off x="3293506" y="19600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Freeform 2246"/>
          <p:cNvSpPr/>
          <p:nvPr/>
        </p:nvSpPr>
        <p:spPr>
          <a:xfrm>
            <a:off x="2665537" y="3144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Freeform 2247"/>
          <p:cNvSpPr/>
          <p:nvPr/>
        </p:nvSpPr>
        <p:spPr>
          <a:xfrm>
            <a:off x="2896267" y="2598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Freeform 2248"/>
          <p:cNvSpPr/>
          <p:nvPr/>
        </p:nvSpPr>
        <p:spPr>
          <a:xfrm>
            <a:off x="3153758" y="299914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Freeform 2249"/>
          <p:cNvSpPr/>
          <p:nvPr/>
        </p:nvSpPr>
        <p:spPr>
          <a:xfrm>
            <a:off x="2771459" y="2634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Freeform 2250"/>
          <p:cNvSpPr/>
          <p:nvPr/>
        </p:nvSpPr>
        <p:spPr>
          <a:xfrm>
            <a:off x="3273972" y="1812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Freeform 2251"/>
          <p:cNvSpPr/>
          <p:nvPr/>
        </p:nvSpPr>
        <p:spPr>
          <a:xfrm>
            <a:off x="3950258" y="3040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Freeform 2252"/>
          <p:cNvSpPr/>
          <p:nvPr/>
        </p:nvSpPr>
        <p:spPr>
          <a:xfrm>
            <a:off x="2554594" y="26412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Freeform 2253"/>
          <p:cNvSpPr/>
          <p:nvPr/>
        </p:nvSpPr>
        <p:spPr>
          <a:xfrm>
            <a:off x="2006961" y="1771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Freeform 2254"/>
          <p:cNvSpPr/>
          <p:nvPr/>
        </p:nvSpPr>
        <p:spPr>
          <a:xfrm>
            <a:off x="3902074" y="21661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Freeform 2255"/>
          <p:cNvSpPr/>
          <p:nvPr/>
        </p:nvSpPr>
        <p:spPr>
          <a:xfrm>
            <a:off x="2772413" y="622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Freeform 2256"/>
          <p:cNvSpPr/>
          <p:nvPr/>
        </p:nvSpPr>
        <p:spPr>
          <a:xfrm>
            <a:off x="4105340" y="21589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Freeform 2257"/>
          <p:cNvSpPr/>
          <p:nvPr/>
        </p:nvSpPr>
        <p:spPr>
          <a:xfrm>
            <a:off x="1897079" y="10481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Freeform 2258"/>
          <p:cNvSpPr/>
          <p:nvPr/>
        </p:nvSpPr>
        <p:spPr>
          <a:xfrm>
            <a:off x="4111393" y="14658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Freeform 2259"/>
          <p:cNvSpPr/>
          <p:nvPr/>
        </p:nvSpPr>
        <p:spPr>
          <a:xfrm>
            <a:off x="1652691" y="2085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Freeform 2260"/>
          <p:cNvSpPr/>
          <p:nvPr/>
        </p:nvSpPr>
        <p:spPr>
          <a:xfrm>
            <a:off x="1923774" y="2927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Freeform 2261"/>
          <p:cNvSpPr/>
          <p:nvPr/>
        </p:nvSpPr>
        <p:spPr>
          <a:xfrm>
            <a:off x="3342676" y="2037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Freeform 2262"/>
          <p:cNvSpPr/>
          <p:nvPr/>
        </p:nvSpPr>
        <p:spPr>
          <a:xfrm>
            <a:off x="2564977" y="12752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Freeform 2263"/>
          <p:cNvSpPr/>
          <p:nvPr/>
        </p:nvSpPr>
        <p:spPr>
          <a:xfrm>
            <a:off x="3383058" y="13738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Freeform 2264"/>
          <p:cNvSpPr/>
          <p:nvPr/>
        </p:nvSpPr>
        <p:spPr>
          <a:xfrm>
            <a:off x="2860958" y="1968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Freeform 2265"/>
          <p:cNvSpPr/>
          <p:nvPr/>
        </p:nvSpPr>
        <p:spPr>
          <a:xfrm>
            <a:off x="1262387" y="21328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Freeform 2266"/>
          <p:cNvSpPr/>
          <p:nvPr/>
        </p:nvSpPr>
        <p:spPr>
          <a:xfrm>
            <a:off x="2588786" y="2301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Freeform 2267"/>
          <p:cNvSpPr/>
          <p:nvPr/>
        </p:nvSpPr>
        <p:spPr>
          <a:xfrm>
            <a:off x="2430945" y="3131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Freeform 2268"/>
          <p:cNvSpPr/>
          <p:nvPr/>
        </p:nvSpPr>
        <p:spPr>
          <a:xfrm>
            <a:off x="2842295" y="19375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Freeform 2269"/>
          <p:cNvSpPr/>
          <p:nvPr/>
        </p:nvSpPr>
        <p:spPr>
          <a:xfrm>
            <a:off x="2061783" y="2249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Freeform 2270"/>
          <p:cNvSpPr/>
          <p:nvPr/>
        </p:nvSpPr>
        <p:spPr>
          <a:xfrm>
            <a:off x="4553466" y="19720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Freeform 2271"/>
          <p:cNvSpPr/>
          <p:nvPr/>
        </p:nvSpPr>
        <p:spPr>
          <a:xfrm>
            <a:off x="2668915" y="2005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Freeform 2272"/>
          <p:cNvSpPr/>
          <p:nvPr/>
        </p:nvSpPr>
        <p:spPr>
          <a:xfrm>
            <a:off x="3172069" y="20631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Freeform 2273"/>
          <p:cNvSpPr/>
          <p:nvPr/>
        </p:nvSpPr>
        <p:spPr>
          <a:xfrm>
            <a:off x="4167072" y="1734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Freeform 2274"/>
          <p:cNvSpPr/>
          <p:nvPr/>
        </p:nvSpPr>
        <p:spPr>
          <a:xfrm>
            <a:off x="2272952" y="7684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Freeform 2275"/>
          <p:cNvSpPr/>
          <p:nvPr/>
        </p:nvSpPr>
        <p:spPr>
          <a:xfrm>
            <a:off x="1845350" y="233106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Freeform 2276"/>
          <p:cNvSpPr/>
          <p:nvPr/>
        </p:nvSpPr>
        <p:spPr>
          <a:xfrm>
            <a:off x="2684255" y="17245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Freeform 2277"/>
          <p:cNvSpPr/>
          <p:nvPr/>
        </p:nvSpPr>
        <p:spPr>
          <a:xfrm>
            <a:off x="2439049" y="23697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Freeform 2278"/>
          <p:cNvSpPr/>
          <p:nvPr/>
        </p:nvSpPr>
        <p:spPr>
          <a:xfrm>
            <a:off x="1998686" y="22866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Freeform 2279"/>
          <p:cNvSpPr/>
          <p:nvPr/>
        </p:nvSpPr>
        <p:spPr>
          <a:xfrm>
            <a:off x="3143856" y="23636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Freeform 2280"/>
          <p:cNvSpPr/>
          <p:nvPr/>
        </p:nvSpPr>
        <p:spPr>
          <a:xfrm>
            <a:off x="2663838" y="17681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Freeform 2281"/>
          <p:cNvSpPr/>
          <p:nvPr/>
        </p:nvSpPr>
        <p:spPr>
          <a:xfrm>
            <a:off x="2059736" y="2762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Freeform 2282"/>
          <p:cNvSpPr/>
          <p:nvPr/>
        </p:nvSpPr>
        <p:spPr>
          <a:xfrm>
            <a:off x="2931431" y="16372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Freeform 2283"/>
          <p:cNvSpPr/>
          <p:nvPr/>
        </p:nvSpPr>
        <p:spPr>
          <a:xfrm>
            <a:off x="2672344" y="19744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Freeform 2284"/>
          <p:cNvSpPr/>
          <p:nvPr/>
        </p:nvSpPr>
        <p:spPr>
          <a:xfrm>
            <a:off x="789663" y="167583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Freeform 2285"/>
          <p:cNvSpPr/>
          <p:nvPr/>
        </p:nvSpPr>
        <p:spPr>
          <a:xfrm>
            <a:off x="3471055" y="24561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Freeform 2286"/>
          <p:cNvSpPr/>
          <p:nvPr/>
        </p:nvSpPr>
        <p:spPr>
          <a:xfrm>
            <a:off x="2446339" y="2900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Freeform 2287"/>
          <p:cNvSpPr/>
          <p:nvPr/>
        </p:nvSpPr>
        <p:spPr>
          <a:xfrm>
            <a:off x="2764723" y="26108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Freeform 2288"/>
          <p:cNvSpPr/>
          <p:nvPr/>
        </p:nvSpPr>
        <p:spPr>
          <a:xfrm>
            <a:off x="2372380" y="2983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Freeform 2289"/>
          <p:cNvSpPr/>
          <p:nvPr/>
        </p:nvSpPr>
        <p:spPr>
          <a:xfrm>
            <a:off x="2693577" y="736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Freeform 2290"/>
          <p:cNvSpPr/>
          <p:nvPr/>
        </p:nvSpPr>
        <p:spPr>
          <a:xfrm>
            <a:off x="2501568" y="2008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Freeform 2291"/>
          <p:cNvSpPr/>
          <p:nvPr/>
        </p:nvSpPr>
        <p:spPr>
          <a:xfrm>
            <a:off x="2445383" y="261901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Freeform 2292"/>
          <p:cNvSpPr/>
          <p:nvPr/>
        </p:nvSpPr>
        <p:spPr>
          <a:xfrm>
            <a:off x="3481626" y="27080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Freeform 2293"/>
          <p:cNvSpPr/>
          <p:nvPr/>
        </p:nvSpPr>
        <p:spPr>
          <a:xfrm>
            <a:off x="4242485" y="20198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Freeform 2294"/>
          <p:cNvSpPr/>
          <p:nvPr/>
        </p:nvSpPr>
        <p:spPr>
          <a:xfrm>
            <a:off x="2675636" y="2014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Freeform 2295"/>
          <p:cNvSpPr/>
          <p:nvPr/>
        </p:nvSpPr>
        <p:spPr>
          <a:xfrm>
            <a:off x="3477164" y="307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7" name="Freeform 2296"/>
          <p:cNvSpPr/>
          <p:nvPr/>
        </p:nvSpPr>
        <p:spPr>
          <a:xfrm>
            <a:off x="1783184" y="24358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8" name="Freeform 2297"/>
          <p:cNvSpPr/>
          <p:nvPr/>
        </p:nvSpPr>
        <p:spPr>
          <a:xfrm>
            <a:off x="3137489" y="30240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9" name="Freeform 2298"/>
          <p:cNvSpPr/>
          <p:nvPr/>
        </p:nvSpPr>
        <p:spPr>
          <a:xfrm>
            <a:off x="2969617" y="15727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0" name="Freeform 2299"/>
          <p:cNvSpPr/>
          <p:nvPr/>
        </p:nvSpPr>
        <p:spPr>
          <a:xfrm>
            <a:off x="3157680" y="1268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1" name="Freeform 2300"/>
          <p:cNvSpPr/>
          <p:nvPr/>
        </p:nvSpPr>
        <p:spPr>
          <a:xfrm>
            <a:off x="1953370" y="1984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2" name="Freeform 2301"/>
          <p:cNvSpPr/>
          <p:nvPr/>
        </p:nvSpPr>
        <p:spPr>
          <a:xfrm>
            <a:off x="2989167" y="26928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Freeform 2302"/>
          <p:cNvSpPr/>
          <p:nvPr/>
        </p:nvSpPr>
        <p:spPr>
          <a:xfrm>
            <a:off x="2449197" y="25074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Freeform 2303"/>
          <p:cNvSpPr/>
          <p:nvPr/>
        </p:nvSpPr>
        <p:spPr>
          <a:xfrm>
            <a:off x="3482105" y="28363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Freeform 2304"/>
          <p:cNvSpPr/>
          <p:nvPr/>
        </p:nvSpPr>
        <p:spPr>
          <a:xfrm>
            <a:off x="1836466" y="217861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Freeform 2305"/>
          <p:cNvSpPr/>
          <p:nvPr/>
        </p:nvSpPr>
        <p:spPr>
          <a:xfrm>
            <a:off x="3403710" y="20237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Freeform 2306"/>
          <p:cNvSpPr/>
          <p:nvPr/>
        </p:nvSpPr>
        <p:spPr>
          <a:xfrm>
            <a:off x="2671945" y="1874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Freeform 2307"/>
          <p:cNvSpPr/>
          <p:nvPr/>
        </p:nvSpPr>
        <p:spPr>
          <a:xfrm>
            <a:off x="2516247" y="2370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Freeform 2308"/>
          <p:cNvSpPr/>
          <p:nvPr/>
        </p:nvSpPr>
        <p:spPr>
          <a:xfrm>
            <a:off x="3509174" y="2355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Freeform 2309"/>
          <p:cNvSpPr/>
          <p:nvPr/>
        </p:nvSpPr>
        <p:spPr>
          <a:xfrm>
            <a:off x="2283114" y="261032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Freeform 2310"/>
          <p:cNvSpPr/>
          <p:nvPr/>
        </p:nvSpPr>
        <p:spPr>
          <a:xfrm>
            <a:off x="2797188" y="1911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Freeform 2311"/>
          <p:cNvSpPr/>
          <p:nvPr/>
        </p:nvSpPr>
        <p:spPr>
          <a:xfrm>
            <a:off x="4203026" y="1784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Freeform 2312"/>
          <p:cNvSpPr/>
          <p:nvPr/>
        </p:nvSpPr>
        <p:spPr>
          <a:xfrm>
            <a:off x="3154613" y="1238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Freeform 2313"/>
          <p:cNvSpPr/>
          <p:nvPr/>
        </p:nvSpPr>
        <p:spPr>
          <a:xfrm>
            <a:off x="1486128" y="13381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Freeform 2314"/>
          <p:cNvSpPr/>
          <p:nvPr/>
        </p:nvSpPr>
        <p:spPr>
          <a:xfrm>
            <a:off x="3153742" y="21773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Freeform 2315"/>
          <p:cNvSpPr/>
          <p:nvPr/>
        </p:nvSpPr>
        <p:spPr>
          <a:xfrm>
            <a:off x="4342495" y="691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Freeform 2316"/>
          <p:cNvSpPr/>
          <p:nvPr/>
        </p:nvSpPr>
        <p:spPr>
          <a:xfrm>
            <a:off x="2382241" y="1673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Freeform 2317"/>
          <p:cNvSpPr/>
          <p:nvPr/>
        </p:nvSpPr>
        <p:spPr>
          <a:xfrm>
            <a:off x="1029137" y="17250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Freeform 2318"/>
          <p:cNvSpPr/>
          <p:nvPr/>
        </p:nvSpPr>
        <p:spPr>
          <a:xfrm>
            <a:off x="2949827" y="3033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Freeform 2319"/>
          <p:cNvSpPr/>
          <p:nvPr/>
        </p:nvSpPr>
        <p:spPr>
          <a:xfrm>
            <a:off x="3166152" y="1564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Freeform 2320"/>
          <p:cNvSpPr/>
          <p:nvPr/>
        </p:nvSpPr>
        <p:spPr>
          <a:xfrm>
            <a:off x="2826526" y="26625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Freeform 2321"/>
          <p:cNvSpPr/>
          <p:nvPr/>
        </p:nvSpPr>
        <p:spPr>
          <a:xfrm>
            <a:off x="2139241" y="2393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Freeform 2322"/>
          <p:cNvSpPr/>
          <p:nvPr/>
        </p:nvSpPr>
        <p:spPr>
          <a:xfrm>
            <a:off x="2516149" y="2458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Freeform 2323"/>
          <p:cNvSpPr/>
          <p:nvPr/>
        </p:nvSpPr>
        <p:spPr>
          <a:xfrm>
            <a:off x="4075343" y="1989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Freeform 2324"/>
          <p:cNvSpPr/>
          <p:nvPr/>
        </p:nvSpPr>
        <p:spPr>
          <a:xfrm>
            <a:off x="1610137" y="30543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Freeform 2325"/>
          <p:cNvSpPr/>
          <p:nvPr/>
        </p:nvSpPr>
        <p:spPr>
          <a:xfrm>
            <a:off x="1923748" y="2481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Freeform 2326"/>
          <p:cNvSpPr/>
          <p:nvPr/>
        </p:nvSpPr>
        <p:spPr>
          <a:xfrm>
            <a:off x="2663638" y="1950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Freeform 2327"/>
          <p:cNvSpPr/>
          <p:nvPr/>
        </p:nvSpPr>
        <p:spPr>
          <a:xfrm>
            <a:off x="2085639" y="917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Freeform 2328"/>
          <p:cNvSpPr/>
          <p:nvPr/>
        </p:nvSpPr>
        <p:spPr>
          <a:xfrm>
            <a:off x="3661490" y="30008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Freeform 2329"/>
          <p:cNvSpPr/>
          <p:nvPr/>
        </p:nvSpPr>
        <p:spPr>
          <a:xfrm>
            <a:off x="2651507" y="12803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Freeform 2330"/>
          <p:cNvSpPr/>
          <p:nvPr/>
        </p:nvSpPr>
        <p:spPr>
          <a:xfrm>
            <a:off x="1796076" y="1701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Freeform 2331"/>
          <p:cNvSpPr/>
          <p:nvPr/>
        </p:nvSpPr>
        <p:spPr>
          <a:xfrm>
            <a:off x="3215614" y="2483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Freeform 2332"/>
          <p:cNvSpPr/>
          <p:nvPr/>
        </p:nvSpPr>
        <p:spPr>
          <a:xfrm>
            <a:off x="2610938" y="1890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Freeform 2333"/>
          <p:cNvSpPr/>
          <p:nvPr/>
        </p:nvSpPr>
        <p:spPr>
          <a:xfrm>
            <a:off x="1919831" y="188254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Freeform 2334"/>
          <p:cNvSpPr/>
          <p:nvPr/>
        </p:nvSpPr>
        <p:spPr>
          <a:xfrm>
            <a:off x="1685584" y="2884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Freeform 2335"/>
          <p:cNvSpPr/>
          <p:nvPr/>
        </p:nvSpPr>
        <p:spPr>
          <a:xfrm>
            <a:off x="2936204" y="1913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Freeform 2336"/>
          <p:cNvSpPr/>
          <p:nvPr/>
        </p:nvSpPr>
        <p:spPr>
          <a:xfrm>
            <a:off x="1575373" y="1733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Freeform 2337"/>
          <p:cNvSpPr/>
          <p:nvPr/>
        </p:nvSpPr>
        <p:spPr>
          <a:xfrm>
            <a:off x="2189108" y="2035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Freeform 2338"/>
          <p:cNvSpPr/>
          <p:nvPr/>
        </p:nvSpPr>
        <p:spPr>
          <a:xfrm>
            <a:off x="2460221" y="1951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Freeform 2339"/>
          <p:cNvSpPr/>
          <p:nvPr/>
        </p:nvSpPr>
        <p:spPr>
          <a:xfrm>
            <a:off x="2861038" y="2380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Freeform 2340"/>
          <p:cNvSpPr/>
          <p:nvPr/>
        </p:nvSpPr>
        <p:spPr>
          <a:xfrm>
            <a:off x="3734193" y="1461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Freeform 2341"/>
          <p:cNvSpPr/>
          <p:nvPr/>
        </p:nvSpPr>
        <p:spPr>
          <a:xfrm>
            <a:off x="2650152" y="2324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Freeform 2342"/>
          <p:cNvSpPr/>
          <p:nvPr/>
        </p:nvSpPr>
        <p:spPr>
          <a:xfrm>
            <a:off x="2858443" y="2440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Freeform 2343"/>
          <p:cNvSpPr/>
          <p:nvPr/>
        </p:nvSpPr>
        <p:spPr>
          <a:xfrm>
            <a:off x="2708293" y="1458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Freeform 2344"/>
          <p:cNvSpPr/>
          <p:nvPr/>
        </p:nvSpPr>
        <p:spPr>
          <a:xfrm>
            <a:off x="3433604" y="2020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Freeform 2345"/>
          <p:cNvSpPr/>
          <p:nvPr/>
        </p:nvSpPr>
        <p:spPr>
          <a:xfrm>
            <a:off x="2375039" y="18368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Freeform 2346"/>
          <p:cNvSpPr/>
          <p:nvPr/>
        </p:nvSpPr>
        <p:spPr>
          <a:xfrm>
            <a:off x="2524385" y="17662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Freeform 2347"/>
          <p:cNvSpPr/>
          <p:nvPr/>
        </p:nvSpPr>
        <p:spPr>
          <a:xfrm>
            <a:off x="3032223" y="20991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Freeform 2348"/>
          <p:cNvSpPr/>
          <p:nvPr/>
        </p:nvSpPr>
        <p:spPr>
          <a:xfrm>
            <a:off x="1947171" y="15200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Freeform 2349"/>
          <p:cNvSpPr/>
          <p:nvPr/>
        </p:nvSpPr>
        <p:spPr>
          <a:xfrm>
            <a:off x="2236518" y="1622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Freeform 2350"/>
          <p:cNvSpPr/>
          <p:nvPr/>
        </p:nvSpPr>
        <p:spPr>
          <a:xfrm>
            <a:off x="2115308" y="20167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Freeform 2351"/>
          <p:cNvSpPr/>
          <p:nvPr/>
        </p:nvSpPr>
        <p:spPr>
          <a:xfrm>
            <a:off x="2450070" y="27495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Freeform 2352"/>
          <p:cNvSpPr/>
          <p:nvPr/>
        </p:nvSpPr>
        <p:spPr>
          <a:xfrm>
            <a:off x="4010896" y="13927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Freeform 2353"/>
          <p:cNvSpPr/>
          <p:nvPr/>
        </p:nvSpPr>
        <p:spPr>
          <a:xfrm>
            <a:off x="1052211" y="21919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Freeform 2354"/>
          <p:cNvSpPr/>
          <p:nvPr/>
        </p:nvSpPr>
        <p:spPr>
          <a:xfrm>
            <a:off x="2034192" y="2159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Freeform 2355"/>
          <p:cNvSpPr/>
          <p:nvPr/>
        </p:nvSpPr>
        <p:spPr>
          <a:xfrm>
            <a:off x="2893889" y="15610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Freeform 2356"/>
          <p:cNvSpPr/>
          <p:nvPr/>
        </p:nvSpPr>
        <p:spPr>
          <a:xfrm>
            <a:off x="3242583" y="14814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Freeform 2357"/>
          <p:cNvSpPr/>
          <p:nvPr/>
        </p:nvSpPr>
        <p:spPr>
          <a:xfrm>
            <a:off x="3954546" y="1584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Freeform 2358"/>
          <p:cNvSpPr/>
          <p:nvPr/>
        </p:nvSpPr>
        <p:spPr>
          <a:xfrm>
            <a:off x="2839912" y="16949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Freeform 2359"/>
          <p:cNvSpPr/>
          <p:nvPr/>
        </p:nvSpPr>
        <p:spPr>
          <a:xfrm>
            <a:off x="2451880" y="2351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Freeform 2360"/>
          <p:cNvSpPr/>
          <p:nvPr/>
        </p:nvSpPr>
        <p:spPr>
          <a:xfrm>
            <a:off x="2324970" y="2708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Freeform 2361"/>
          <p:cNvSpPr/>
          <p:nvPr/>
        </p:nvSpPr>
        <p:spPr>
          <a:xfrm>
            <a:off x="3603641" y="1273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Freeform 2362"/>
          <p:cNvSpPr/>
          <p:nvPr/>
        </p:nvSpPr>
        <p:spPr>
          <a:xfrm>
            <a:off x="2729861" y="31877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Freeform 2363"/>
          <p:cNvSpPr/>
          <p:nvPr/>
        </p:nvSpPr>
        <p:spPr>
          <a:xfrm>
            <a:off x="3088330" y="12579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Freeform 2364"/>
          <p:cNvSpPr/>
          <p:nvPr/>
        </p:nvSpPr>
        <p:spPr>
          <a:xfrm>
            <a:off x="4023619" y="23423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Freeform 2365"/>
          <p:cNvSpPr/>
          <p:nvPr/>
        </p:nvSpPr>
        <p:spPr>
          <a:xfrm>
            <a:off x="2198803" y="16517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Freeform 2366"/>
          <p:cNvSpPr/>
          <p:nvPr/>
        </p:nvSpPr>
        <p:spPr>
          <a:xfrm>
            <a:off x="2772716" y="22961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Freeform 2367"/>
          <p:cNvSpPr/>
          <p:nvPr/>
        </p:nvSpPr>
        <p:spPr>
          <a:xfrm>
            <a:off x="2314995" y="2244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Freeform 2368"/>
          <p:cNvSpPr/>
          <p:nvPr/>
        </p:nvSpPr>
        <p:spPr>
          <a:xfrm>
            <a:off x="2901916" y="19099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Freeform 2369"/>
          <p:cNvSpPr/>
          <p:nvPr/>
        </p:nvSpPr>
        <p:spPr>
          <a:xfrm>
            <a:off x="1350856" y="2494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Freeform 2370"/>
          <p:cNvSpPr/>
          <p:nvPr/>
        </p:nvSpPr>
        <p:spPr>
          <a:xfrm>
            <a:off x="2522921" y="1991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Freeform 2371"/>
          <p:cNvSpPr/>
          <p:nvPr/>
        </p:nvSpPr>
        <p:spPr>
          <a:xfrm>
            <a:off x="2919837" y="1429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Freeform 2372"/>
          <p:cNvSpPr/>
          <p:nvPr/>
        </p:nvSpPr>
        <p:spPr>
          <a:xfrm>
            <a:off x="3021841" y="1580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Freeform 2373"/>
          <p:cNvSpPr/>
          <p:nvPr/>
        </p:nvSpPr>
        <p:spPr>
          <a:xfrm>
            <a:off x="2407400" y="22343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Freeform 2374"/>
          <p:cNvSpPr/>
          <p:nvPr/>
        </p:nvSpPr>
        <p:spPr>
          <a:xfrm>
            <a:off x="2642052" y="25329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Freeform 2375"/>
          <p:cNvSpPr/>
          <p:nvPr/>
        </p:nvSpPr>
        <p:spPr>
          <a:xfrm>
            <a:off x="2695249" y="2637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Freeform 2376"/>
          <p:cNvSpPr/>
          <p:nvPr/>
        </p:nvSpPr>
        <p:spPr>
          <a:xfrm>
            <a:off x="2875372" y="2991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Freeform 2377"/>
          <p:cNvSpPr/>
          <p:nvPr/>
        </p:nvSpPr>
        <p:spPr>
          <a:xfrm>
            <a:off x="2897779" y="2262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9" name="Freeform 2378"/>
          <p:cNvSpPr/>
          <p:nvPr/>
        </p:nvSpPr>
        <p:spPr>
          <a:xfrm>
            <a:off x="1609403" y="2900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Freeform 2379"/>
          <p:cNvSpPr/>
          <p:nvPr/>
        </p:nvSpPr>
        <p:spPr>
          <a:xfrm>
            <a:off x="2494606" y="3222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1" name="Freeform 2380"/>
          <p:cNvSpPr/>
          <p:nvPr/>
        </p:nvSpPr>
        <p:spPr>
          <a:xfrm>
            <a:off x="3202175" y="2135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2" name="Freeform 2381"/>
          <p:cNvSpPr/>
          <p:nvPr/>
        </p:nvSpPr>
        <p:spPr>
          <a:xfrm>
            <a:off x="1568007" y="2540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3" name="Freeform 2382"/>
          <p:cNvSpPr/>
          <p:nvPr/>
        </p:nvSpPr>
        <p:spPr>
          <a:xfrm>
            <a:off x="2705342" y="2708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4" name="Freeform 2383"/>
          <p:cNvSpPr/>
          <p:nvPr/>
        </p:nvSpPr>
        <p:spPr>
          <a:xfrm>
            <a:off x="2407225" y="2306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5" name="Freeform 2384"/>
          <p:cNvSpPr/>
          <p:nvPr/>
        </p:nvSpPr>
        <p:spPr>
          <a:xfrm>
            <a:off x="2055286" y="1419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6" name="Freeform 2385"/>
          <p:cNvSpPr/>
          <p:nvPr/>
        </p:nvSpPr>
        <p:spPr>
          <a:xfrm>
            <a:off x="2765387" y="1628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7" name="Freeform 2386"/>
          <p:cNvSpPr/>
          <p:nvPr/>
        </p:nvSpPr>
        <p:spPr>
          <a:xfrm>
            <a:off x="2515480" y="341488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8" name="Freeform 2387"/>
          <p:cNvSpPr/>
          <p:nvPr/>
        </p:nvSpPr>
        <p:spPr>
          <a:xfrm>
            <a:off x="2737560" y="1153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9" name="Freeform 2388"/>
          <p:cNvSpPr/>
          <p:nvPr/>
        </p:nvSpPr>
        <p:spPr>
          <a:xfrm>
            <a:off x="2901049" y="1952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0" name="Freeform 2389"/>
          <p:cNvSpPr/>
          <p:nvPr/>
        </p:nvSpPr>
        <p:spPr>
          <a:xfrm>
            <a:off x="3823795" y="1462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1" name="Freeform 2390"/>
          <p:cNvSpPr/>
          <p:nvPr/>
        </p:nvSpPr>
        <p:spPr>
          <a:xfrm>
            <a:off x="2755709" y="2002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2" name="Freeform 2391"/>
          <p:cNvSpPr/>
          <p:nvPr/>
        </p:nvSpPr>
        <p:spPr>
          <a:xfrm>
            <a:off x="1968289" y="2374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3" name="Freeform 2392"/>
          <p:cNvSpPr/>
          <p:nvPr/>
        </p:nvSpPr>
        <p:spPr>
          <a:xfrm>
            <a:off x="427651" y="156576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4" name="Freeform 2393"/>
          <p:cNvSpPr/>
          <p:nvPr/>
        </p:nvSpPr>
        <p:spPr>
          <a:xfrm>
            <a:off x="2932663" y="2012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5" name="Freeform 2394"/>
          <p:cNvSpPr/>
          <p:nvPr/>
        </p:nvSpPr>
        <p:spPr>
          <a:xfrm>
            <a:off x="1586799" y="218961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6" name="Freeform 2395"/>
          <p:cNvSpPr/>
          <p:nvPr/>
        </p:nvSpPr>
        <p:spPr>
          <a:xfrm>
            <a:off x="2225808" y="204276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7" name="Freeform 2396"/>
          <p:cNvSpPr/>
          <p:nvPr/>
        </p:nvSpPr>
        <p:spPr>
          <a:xfrm>
            <a:off x="2124360" y="18291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Freeform 2397"/>
          <p:cNvSpPr/>
          <p:nvPr/>
        </p:nvSpPr>
        <p:spPr>
          <a:xfrm>
            <a:off x="2722917" y="1698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Freeform 2398"/>
          <p:cNvSpPr/>
          <p:nvPr/>
        </p:nvSpPr>
        <p:spPr>
          <a:xfrm>
            <a:off x="2871034" y="773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0" name="Freeform 2399"/>
          <p:cNvSpPr/>
          <p:nvPr/>
        </p:nvSpPr>
        <p:spPr>
          <a:xfrm>
            <a:off x="2985496" y="1973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Freeform 2400"/>
          <p:cNvSpPr/>
          <p:nvPr/>
        </p:nvSpPr>
        <p:spPr>
          <a:xfrm>
            <a:off x="2926938" y="16367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2" name="Freeform 2401"/>
          <p:cNvSpPr/>
          <p:nvPr/>
        </p:nvSpPr>
        <p:spPr>
          <a:xfrm>
            <a:off x="2748147" y="2662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3" name="Freeform 2402"/>
          <p:cNvSpPr/>
          <p:nvPr/>
        </p:nvSpPr>
        <p:spPr>
          <a:xfrm>
            <a:off x="2897895" y="1942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Freeform 2403"/>
          <p:cNvSpPr/>
          <p:nvPr/>
        </p:nvSpPr>
        <p:spPr>
          <a:xfrm>
            <a:off x="3384556" y="1664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5" name="Freeform 2404"/>
          <p:cNvSpPr/>
          <p:nvPr/>
        </p:nvSpPr>
        <p:spPr>
          <a:xfrm>
            <a:off x="2585566" y="26936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6" name="Freeform 2405"/>
          <p:cNvSpPr/>
          <p:nvPr/>
        </p:nvSpPr>
        <p:spPr>
          <a:xfrm>
            <a:off x="3115621" y="2729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7" name="Freeform 2406"/>
          <p:cNvSpPr/>
          <p:nvPr/>
        </p:nvSpPr>
        <p:spPr>
          <a:xfrm>
            <a:off x="2812533" y="3090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8" name="Freeform 2407"/>
          <p:cNvSpPr/>
          <p:nvPr/>
        </p:nvSpPr>
        <p:spPr>
          <a:xfrm>
            <a:off x="2188891" y="2244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9" name="Freeform 2408"/>
          <p:cNvSpPr/>
          <p:nvPr/>
        </p:nvSpPr>
        <p:spPr>
          <a:xfrm>
            <a:off x="3342676" y="2369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0" name="Freeform 2409"/>
          <p:cNvSpPr/>
          <p:nvPr/>
        </p:nvSpPr>
        <p:spPr>
          <a:xfrm>
            <a:off x="3430162" y="2905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Freeform 2410"/>
          <p:cNvSpPr/>
          <p:nvPr/>
        </p:nvSpPr>
        <p:spPr>
          <a:xfrm>
            <a:off x="2257572" y="1619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2" name="Freeform 2411"/>
          <p:cNvSpPr/>
          <p:nvPr/>
        </p:nvSpPr>
        <p:spPr>
          <a:xfrm>
            <a:off x="3056785" y="1959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3" name="Freeform 2412"/>
          <p:cNvSpPr/>
          <p:nvPr/>
        </p:nvSpPr>
        <p:spPr>
          <a:xfrm>
            <a:off x="2241375" y="3072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Freeform 2413"/>
          <p:cNvSpPr/>
          <p:nvPr/>
        </p:nvSpPr>
        <p:spPr>
          <a:xfrm>
            <a:off x="3452385" y="2702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5" name="Freeform 2414"/>
          <p:cNvSpPr/>
          <p:nvPr/>
        </p:nvSpPr>
        <p:spPr>
          <a:xfrm>
            <a:off x="2018878" y="2224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6" name="Freeform 2415"/>
          <p:cNvSpPr/>
          <p:nvPr/>
        </p:nvSpPr>
        <p:spPr>
          <a:xfrm>
            <a:off x="3423365" y="190402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Freeform 2416"/>
          <p:cNvSpPr/>
          <p:nvPr/>
        </p:nvSpPr>
        <p:spPr>
          <a:xfrm>
            <a:off x="2130851" y="891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8" name="Freeform 2417"/>
          <p:cNvSpPr/>
          <p:nvPr/>
        </p:nvSpPr>
        <p:spPr>
          <a:xfrm>
            <a:off x="2541954" y="1491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9" name="Freeform 2418"/>
          <p:cNvSpPr/>
          <p:nvPr/>
        </p:nvSpPr>
        <p:spPr>
          <a:xfrm>
            <a:off x="3694541" y="2107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Freeform 2419"/>
          <p:cNvSpPr/>
          <p:nvPr/>
        </p:nvSpPr>
        <p:spPr>
          <a:xfrm>
            <a:off x="2950232" y="165428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1" name="Freeform 2420"/>
          <p:cNvSpPr/>
          <p:nvPr/>
        </p:nvSpPr>
        <p:spPr>
          <a:xfrm>
            <a:off x="2777274" y="18868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2" name="Freeform 2421"/>
          <p:cNvSpPr/>
          <p:nvPr/>
        </p:nvSpPr>
        <p:spPr>
          <a:xfrm>
            <a:off x="2467495" y="2329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Freeform 2422"/>
          <p:cNvSpPr/>
          <p:nvPr/>
        </p:nvSpPr>
        <p:spPr>
          <a:xfrm>
            <a:off x="1107816" y="1310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4" name="Freeform 2423"/>
          <p:cNvSpPr/>
          <p:nvPr/>
        </p:nvSpPr>
        <p:spPr>
          <a:xfrm>
            <a:off x="2340786" y="21712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5" name="Freeform 2424"/>
          <p:cNvSpPr/>
          <p:nvPr/>
        </p:nvSpPr>
        <p:spPr>
          <a:xfrm>
            <a:off x="2054938" y="1013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Freeform 2425"/>
          <p:cNvSpPr/>
          <p:nvPr/>
        </p:nvSpPr>
        <p:spPr>
          <a:xfrm>
            <a:off x="3535597" y="1376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7" name="Freeform 2426"/>
          <p:cNvSpPr/>
          <p:nvPr/>
        </p:nvSpPr>
        <p:spPr>
          <a:xfrm>
            <a:off x="1912480" y="2711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8" name="Freeform 2427"/>
          <p:cNvSpPr/>
          <p:nvPr/>
        </p:nvSpPr>
        <p:spPr>
          <a:xfrm>
            <a:off x="2606397" y="2630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Freeform 2428"/>
          <p:cNvSpPr/>
          <p:nvPr/>
        </p:nvSpPr>
        <p:spPr>
          <a:xfrm>
            <a:off x="2369201" y="17621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0" name="Freeform 2429"/>
          <p:cNvSpPr/>
          <p:nvPr/>
        </p:nvSpPr>
        <p:spPr>
          <a:xfrm>
            <a:off x="2292798" y="3069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1" name="Freeform 2430"/>
          <p:cNvSpPr/>
          <p:nvPr/>
        </p:nvSpPr>
        <p:spPr>
          <a:xfrm>
            <a:off x="3225542" y="20213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Freeform 2431"/>
          <p:cNvSpPr/>
          <p:nvPr/>
        </p:nvSpPr>
        <p:spPr>
          <a:xfrm>
            <a:off x="3167736" y="1866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3" name="Freeform 2432"/>
          <p:cNvSpPr/>
          <p:nvPr/>
        </p:nvSpPr>
        <p:spPr>
          <a:xfrm>
            <a:off x="2591026" y="1290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4" name="Freeform 2433"/>
          <p:cNvSpPr/>
          <p:nvPr/>
        </p:nvSpPr>
        <p:spPr>
          <a:xfrm>
            <a:off x="2414251" y="22249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Freeform 2434"/>
          <p:cNvSpPr/>
          <p:nvPr/>
        </p:nvSpPr>
        <p:spPr>
          <a:xfrm>
            <a:off x="2848841" y="23354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6" name="Freeform 2435"/>
          <p:cNvSpPr/>
          <p:nvPr/>
        </p:nvSpPr>
        <p:spPr>
          <a:xfrm>
            <a:off x="3192885" y="12781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Freeform 2436"/>
          <p:cNvSpPr/>
          <p:nvPr/>
        </p:nvSpPr>
        <p:spPr>
          <a:xfrm>
            <a:off x="2555327" y="14287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Freeform 2437"/>
          <p:cNvSpPr/>
          <p:nvPr/>
        </p:nvSpPr>
        <p:spPr>
          <a:xfrm>
            <a:off x="3487240" y="2513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9" name="Freeform 2438"/>
          <p:cNvSpPr/>
          <p:nvPr/>
        </p:nvSpPr>
        <p:spPr>
          <a:xfrm>
            <a:off x="2269500" y="2363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Freeform 2439"/>
          <p:cNvSpPr/>
          <p:nvPr/>
        </p:nvSpPr>
        <p:spPr>
          <a:xfrm>
            <a:off x="2819230" y="2431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Freeform 2440"/>
          <p:cNvSpPr/>
          <p:nvPr/>
        </p:nvSpPr>
        <p:spPr>
          <a:xfrm>
            <a:off x="2891415" y="276501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2" name="Freeform 2441"/>
          <p:cNvSpPr/>
          <p:nvPr/>
        </p:nvSpPr>
        <p:spPr>
          <a:xfrm>
            <a:off x="3330966" y="29967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3" name="Freeform 2442"/>
          <p:cNvSpPr/>
          <p:nvPr/>
        </p:nvSpPr>
        <p:spPr>
          <a:xfrm>
            <a:off x="3155836" y="26604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Freeform 2443"/>
          <p:cNvSpPr/>
          <p:nvPr/>
        </p:nvSpPr>
        <p:spPr>
          <a:xfrm>
            <a:off x="2895875" y="2736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5" name="Freeform 2444"/>
          <p:cNvSpPr/>
          <p:nvPr/>
        </p:nvSpPr>
        <p:spPr>
          <a:xfrm>
            <a:off x="2027998" y="1075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6" name="Freeform 2445"/>
          <p:cNvSpPr/>
          <p:nvPr/>
        </p:nvSpPr>
        <p:spPr>
          <a:xfrm>
            <a:off x="2618113" y="2306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Freeform 2446"/>
          <p:cNvSpPr/>
          <p:nvPr/>
        </p:nvSpPr>
        <p:spPr>
          <a:xfrm>
            <a:off x="2213942" y="2251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8" name="Freeform 2447"/>
          <p:cNvSpPr/>
          <p:nvPr/>
        </p:nvSpPr>
        <p:spPr>
          <a:xfrm>
            <a:off x="2248446" y="17540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9" name="Freeform 2448"/>
          <p:cNvSpPr/>
          <p:nvPr/>
        </p:nvSpPr>
        <p:spPr>
          <a:xfrm>
            <a:off x="2621933" y="21158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Freeform 2449"/>
          <p:cNvSpPr/>
          <p:nvPr/>
        </p:nvSpPr>
        <p:spPr>
          <a:xfrm>
            <a:off x="2277666" y="2154241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1" name="Freeform 2450"/>
          <p:cNvSpPr/>
          <p:nvPr/>
        </p:nvSpPr>
        <p:spPr>
          <a:xfrm>
            <a:off x="2572177" y="2998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2" name="Freeform 2451"/>
          <p:cNvSpPr/>
          <p:nvPr/>
        </p:nvSpPr>
        <p:spPr>
          <a:xfrm>
            <a:off x="2804715" y="1446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Freeform 2452"/>
          <p:cNvSpPr/>
          <p:nvPr/>
        </p:nvSpPr>
        <p:spPr>
          <a:xfrm>
            <a:off x="2238246" y="11206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4" name="Freeform 2453"/>
          <p:cNvSpPr/>
          <p:nvPr/>
        </p:nvSpPr>
        <p:spPr>
          <a:xfrm>
            <a:off x="4095846" y="3222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5" name="Freeform 2454"/>
          <p:cNvSpPr/>
          <p:nvPr/>
        </p:nvSpPr>
        <p:spPr>
          <a:xfrm>
            <a:off x="1996577" y="2508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Freeform 2455"/>
          <p:cNvSpPr/>
          <p:nvPr/>
        </p:nvSpPr>
        <p:spPr>
          <a:xfrm>
            <a:off x="2307443" y="2763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7" name="Freeform 2456"/>
          <p:cNvSpPr/>
          <p:nvPr/>
        </p:nvSpPr>
        <p:spPr>
          <a:xfrm>
            <a:off x="2128564" y="2378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8" name="Freeform 2457"/>
          <p:cNvSpPr/>
          <p:nvPr/>
        </p:nvSpPr>
        <p:spPr>
          <a:xfrm>
            <a:off x="1724056" y="28690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Freeform 2458"/>
          <p:cNvSpPr/>
          <p:nvPr/>
        </p:nvSpPr>
        <p:spPr>
          <a:xfrm>
            <a:off x="2940061" y="22239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0" name="Freeform 2459"/>
          <p:cNvSpPr/>
          <p:nvPr/>
        </p:nvSpPr>
        <p:spPr>
          <a:xfrm>
            <a:off x="2479256" y="3449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1" name="Freeform 2460"/>
          <p:cNvSpPr/>
          <p:nvPr/>
        </p:nvSpPr>
        <p:spPr>
          <a:xfrm>
            <a:off x="3560012" y="10713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Freeform 2461"/>
          <p:cNvSpPr/>
          <p:nvPr/>
        </p:nvSpPr>
        <p:spPr>
          <a:xfrm>
            <a:off x="2048316" y="1819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3" name="Freeform 2462"/>
          <p:cNvSpPr/>
          <p:nvPr/>
        </p:nvSpPr>
        <p:spPr>
          <a:xfrm>
            <a:off x="1566180" y="2296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4" name="Freeform 2463"/>
          <p:cNvSpPr/>
          <p:nvPr/>
        </p:nvSpPr>
        <p:spPr>
          <a:xfrm>
            <a:off x="1886454" y="286585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Freeform 2464"/>
          <p:cNvSpPr/>
          <p:nvPr/>
        </p:nvSpPr>
        <p:spPr>
          <a:xfrm>
            <a:off x="2133052" y="31724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6" name="Freeform 2465"/>
          <p:cNvSpPr/>
          <p:nvPr/>
        </p:nvSpPr>
        <p:spPr>
          <a:xfrm>
            <a:off x="2983190" y="17441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7" name="Freeform 2466"/>
          <p:cNvSpPr/>
          <p:nvPr/>
        </p:nvSpPr>
        <p:spPr>
          <a:xfrm>
            <a:off x="2226807" y="1832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Freeform 2467"/>
          <p:cNvSpPr/>
          <p:nvPr/>
        </p:nvSpPr>
        <p:spPr>
          <a:xfrm>
            <a:off x="3926879" y="2300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9" name="Freeform 2468"/>
          <p:cNvSpPr/>
          <p:nvPr/>
        </p:nvSpPr>
        <p:spPr>
          <a:xfrm>
            <a:off x="2904869" y="1566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0" name="Freeform 2469"/>
          <p:cNvSpPr/>
          <p:nvPr/>
        </p:nvSpPr>
        <p:spPr>
          <a:xfrm>
            <a:off x="3020728" y="2672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1" name="Freeform 2470"/>
          <p:cNvSpPr/>
          <p:nvPr/>
        </p:nvSpPr>
        <p:spPr>
          <a:xfrm>
            <a:off x="2940424" y="82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2" name="Freeform 2471"/>
          <p:cNvSpPr/>
          <p:nvPr/>
        </p:nvSpPr>
        <p:spPr>
          <a:xfrm>
            <a:off x="3701242" y="1467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3" name="Freeform 2472"/>
          <p:cNvSpPr/>
          <p:nvPr/>
        </p:nvSpPr>
        <p:spPr>
          <a:xfrm>
            <a:off x="2925434" y="2252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4" name="Freeform 2473"/>
          <p:cNvSpPr/>
          <p:nvPr/>
        </p:nvSpPr>
        <p:spPr>
          <a:xfrm>
            <a:off x="2369590" y="1450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5" name="Freeform 2474"/>
          <p:cNvSpPr/>
          <p:nvPr/>
        </p:nvSpPr>
        <p:spPr>
          <a:xfrm>
            <a:off x="3430983" y="2297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6" name="Freeform 2475"/>
          <p:cNvSpPr/>
          <p:nvPr/>
        </p:nvSpPr>
        <p:spPr>
          <a:xfrm>
            <a:off x="1789720" y="14153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Freeform 2476"/>
          <p:cNvSpPr/>
          <p:nvPr/>
        </p:nvSpPr>
        <p:spPr>
          <a:xfrm>
            <a:off x="3364200" y="4953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Freeform 2477"/>
          <p:cNvSpPr/>
          <p:nvPr/>
        </p:nvSpPr>
        <p:spPr>
          <a:xfrm>
            <a:off x="1795437" y="12064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9" name="Freeform 2478"/>
          <p:cNvSpPr/>
          <p:nvPr/>
        </p:nvSpPr>
        <p:spPr>
          <a:xfrm>
            <a:off x="2548176" y="176255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0" name="Freeform 2479"/>
          <p:cNvSpPr/>
          <p:nvPr/>
        </p:nvSpPr>
        <p:spPr>
          <a:xfrm>
            <a:off x="2506720" y="1806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Freeform 2480"/>
          <p:cNvSpPr/>
          <p:nvPr/>
        </p:nvSpPr>
        <p:spPr>
          <a:xfrm>
            <a:off x="3144154" y="10043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Freeform 2481"/>
          <p:cNvSpPr/>
          <p:nvPr/>
        </p:nvSpPr>
        <p:spPr>
          <a:xfrm>
            <a:off x="2329503" y="2124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3" name="Freeform 2482"/>
          <p:cNvSpPr/>
          <p:nvPr/>
        </p:nvSpPr>
        <p:spPr>
          <a:xfrm>
            <a:off x="1868283" y="25738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4" name="Freeform 2483"/>
          <p:cNvSpPr/>
          <p:nvPr/>
        </p:nvSpPr>
        <p:spPr>
          <a:xfrm>
            <a:off x="2799710" y="2424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Freeform 2484"/>
          <p:cNvSpPr/>
          <p:nvPr/>
        </p:nvSpPr>
        <p:spPr>
          <a:xfrm>
            <a:off x="4505871" y="28615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Freeform 2485"/>
          <p:cNvSpPr/>
          <p:nvPr/>
        </p:nvSpPr>
        <p:spPr>
          <a:xfrm>
            <a:off x="3777989" y="1594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7" name="Freeform 2486"/>
          <p:cNvSpPr/>
          <p:nvPr/>
        </p:nvSpPr>
        <p:spPr>
          <a:xfrm>
            <a:off x="1211912" y="24590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8" name="Freeform 2487"/>
          <p:cNvSpPr/>
          <p:nvPr/>
        </p:nvSpPr>
        <p:spPr>
          <a:xfrm>
            <a:off x="2120442" y="20066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Freeform 2488"/>
          <p:cNvSpPr/>
          <p:nvPr/>
        </p:nvSpPr>
        <p:spPr>
          <a:xfrm>
            <a:off x="2641462" y="2544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Freeform 2489"/>
          <p:cNvSpPr/>
          <p:nvPr/>
        </p:nvSpPr>
        <p:spPr>
          <a:xfrm>
            <a:off x="2788737" y="1536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1" name="Freeform 2490"/>
          <p:cNvSpPr/>
          <p:nvPr/>
        </p:nvSpPr>
        <p:spPr>
          <a:xfrm>
            <a:off x="2986078" y="2384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2" name="Freeform 2491"/>
          <p:cNvSpPr/>
          <p:nvPr/>
        </p:nvSpPr>
        <p:spPr>
          <a:xfrm>
            <a:off x="2147441" y="1983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3" name="Freeform 2492"/>
          <p:cNvSpPr/>
          <p:nvPr/>
        </p:nvSpPr>
        <p:spPr>
          <a:xfrm>
            <a:off x="2547988" y="17857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4" name="Freeform 2493"/>
          <p:cNvSpPr/>
          <p:nvPr/>
        </p:nvSpPr>
        <p:spPr>
          <a:xfrm>
            <a:off x="2903629" y="2195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5" name="Freeform 2494"/>
          <p:cNvSpPr/>
          <p:nvPr/>
        </p:nvSpPr>
        <p:spPr>
          <a:xfrm>
            <a:off x="2228697" y="2026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6" name="Freeform 2495"/>
          <p:cNvSpPr/>
          <p:nvPr/>
        </p:nvSpPr>
        <p:spPr>
          <a:xfrm>
            <a:off x="2941975" y="18469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Freeform 2496"/>
          <p:cNvSpPr/>
          <p:nvPr/>
        </p:nvSpPr>
        <p:spPr>
          <a:xfrm>
            <a:off x="1998237" y="242018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Freeform 2497"/>
          <p:cNvSpPr/>
          <p:nvPr/>
        </p:nvSpPr>
        <p:spPr>
          <a:xfrm>
            <a:off x="3305119" y="2264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9" name="Freeform 2498"/>
          <p:cNvSpPr/>
          <p:nvPr/>
        </p:nvSpPr>
        <p:spPr>
          <a:xfrm>
            <a:off x="3540631" y="1394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0" name="Freeform 2499"/>
          <p:cNvSpPr/>
          <p:nvPr/>
        </p:nvSpPr>
        <p:spPr>
          <a:xfrm>
            <a:off x="1456801" y="25072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1" name="Freeform 2500"/>
          <p:cNvSpPr/>
          <p:nvPr/>
        </p:nvSpPr>
        <p:spPr>
          <a:xfrm>
            <a:off x="2174494" y="2462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2" name="Freeform 2501"/>
          <p:cNvSpPr/>
          <p:nvPr/>
        </p:nvSpPr>
        <p:spPr>
          <a:xfrm>
            <a:off x="3155497" y="1423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Freeform 2502"/>
          <p:cNvSpPr/>
          <p:nvPr/>
        </p:nvSpPr>
        <p:spPr>
          <a:xfrm>
            <a:off x="3110599" y="28983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4" name="Freeform 2503"/>
          <p:cNvSpPr/>
          <p:nvPr/>
        </p:nvSpPr>
        <p:spPr>
          <a:xfrm>
            <a:off x="2350702" y="1491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5" name="Freeform 2504"/>
          <p:cNvSpPr/>
          <p:nvPr/>
        </p:nvSpPr>
        <p:spPr>
          <a:xfrm>
            <a:off x="4250500" y="1547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Freeform 2505"/>
          <p:cNvSpPr/>
          <p:nvPr/>
        </p:nvSpPr>
        <p:spPr>
          <a:xfrm>
            <a:off x="2588789" y="512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7" name="Freeform 2506"/>
          <p:cNvSpPr/>
          <p:nvPr/>
        </p:nvSpPr>
        <p:spPr>
          <a:xfrm>
            <a:off x="1245472" y="306691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8" name="Freeform 2507"/>
          <p:cNvSpPr/>
          <p:nvPr/>
        </p:nvSpPr>
        <p:spPr>
          <a:xfrm>
            <a:off x="3535913" y="1742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Freeform 2508"/>
          <p:cNvSpPr/>
          <p:nvPr/>
        </p:nvSpPr>
        <p:spPr>
          <a:xfrm>
            <a:off x="1194537" y="2243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0" name="Freeform 2509"/>
          <p:cNvSpPr/>
          <p:nvPr/>
        </p:nvSpPr>
        <p:spPr>
          <a:xfrm>
            <a:off x="2800868" y="1909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1" name="Freeform 2510"/>
          <p:cNvSpPr/>
          <p:nvPr/>
        </p:nvSpPr>
        <p:spPr>
          <a:xfrm>
            <a:off x="2237068" y="1857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Freeform 2511"/>
          <p:cNvSpPr/>
          <p:nvPr/>
        </p:nvSpPr>
        <p:spPr>
          <a:xfrm>
            <a:off x="3025892" y="2751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3" name="Freeform 2512"/>
          <p:cNvSpPr/>
          <p:nvPr/>
        </p:nvSpPr>
        <p:spPr>
          <a:xfrm>
            <a:off x="1855616" y="1566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4" name="Freeform 2513"/>
          <p:cNvSpPr/>
          <p:nvPr/>
        </p:nvSpPr>
        <p:spPr>
          <a:xfrm>
            <a:off x="3758365" y="25477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Freeform 2514"/>
          <p:cNvSpPr/>
          <p:nvPr/>
        </p:nvSpPr>
        <p:spPr>
          <a:xfrm>
            <a:off x="3493273" y="1826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6" name="Freeform 2515"/>
          <p:cNvSpPr/>
          <p:nvPr/>
        </p:nvSpPr>
        <p:spPr>
          <a:xfrm>
            <a:off x="2568549" y="19128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7" name="Freeform 2516"/>
          <p:cNvSpPr/>
          <p:nvPr/>
        </p:nvSpPr>
        <p:spPr>
          <a:xfrm>
            <a:off x="1586945" y="10123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8" name="Freeform 2517"/>
          <p:cNvSpPr/>
          <p:nvPr/>
        </p:nvSpPr>
        <p:spPr>
          <a:xfrm>
            <a:off x="2129692" y="2416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9" name="Freeform 2518"/>
          <p:cNvSpPr/>
          <p:nvPr/>
        </p:nvSpPr>
        <p:spPr>
          <a:xfrm>
            <a:off x="2010544" y="1258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0" name="Freeform 2519"/>
          <p:cNvSpPr/>
          <p:nvPr/>
        </p:nvSpPr>
        <p:spPr>
          <a:xfrm>
            <a:off x="2992647" y="2500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Freeform 2520"/>
          <p:cNvSpPr/>
          <p:nvPr/>
        </p:nvSpPr>
        <p:spPr>
          <a:xfrm>
            <a:off x="3005048" y="25832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2" name="Freeform 2521"/>
          <p:cNvSpPr/>
          <p:nvPr/>
        </p:nvSpPr>
        <p:spPr>
          <a:xfrm>
            <a:off x="3333066" y="1627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3" name="Freeform 2522"/>
          <p:cNvSpPr/>
          <p:nvPr/>
        </p:nvSpPr>
        <p:spPr>
          <a:xfrm>
            <a:off x="2408046" y="2735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Freeform 2523"/>
          <p:cNvSpPr/>
          <p:nvPr/>
        </p:nvSpPr>
        <p:spPr>
          <a:xfrm>
            <a:off x="2223151" y="3178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5" name="Freeform 2524"/>
          <p:cNvSpPr/>
          <p:nvPr/>
        </p:nvSpPr>
        <p:spPr>
          <a:xfrm>
            <a:off x="2833966" y="1359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6" name="Freeform 2525"/>
          <p:cNvSpPr/>
          <p:nvPr/>
        </p:nvSpPr>
        <p:spPr>
          <a:xfrm>
            <a:off x="2863028" y="20218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Freeform 2526"/>
          <p:cNvSpPr/>
          <p:nvPr/>
        </p:nvSpPr>
        <p:spPr>
          <a:xfrm>
            <a:off x="3290840" y="34040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8" name="Freeform 2527"/>
          <p:cNvSpPr/>
          <p:nvPr/>
        </p:nvSpPr>
        <p:spPr>
          <a:xfrm>
            <a:off x="2848674" y="13196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9" name="Freeform 2528"/>
          <p:cNvSpPr/>
          <p:nvPr/>
        </p:nvSpPr>
        <p:spPr>
          <a:xfrm>
            <a:off x="3225276" y="1686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Freeform 2529"/>
          <p:cNvSpPr/>
          <p:nvPr/>
        </p:nvSpPr>
        <p:spPr>
          <a:xfrm>
            <a:off x="4009265" y="23749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1" name="Freeform 2530"/>
          <p:cNvSpPr/>
          <p:nvPr/>
        </p:nvSpPr>
        <p:spPr>
          <a:xfrm>
            <a:off x="2656553" y="27115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2" name="Freeform 2531"/>
          <p:cNvSpPr/>
          <p:nvPr/>
        </p:nvSpPr>
        <p:spPr>
          <a:xfrm>
            <a:off x="3716288" y="13082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Freeform 2532"/>
          <p:cNvSpPr/>
          <p:nvPr/>
        </p:nvSpPr>
        <p:spPr>
          <a:xfrm>
            <a:off x="1842392" y="26529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4" name="Freeform 2533"/>
          <p:cNvSpPr/>
          <p:nvPr/>
        </p:nvSpPr>
        <p:spPr>
          <a:xfrm>
            <a:off x="1507392" y="23901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5" name="Freeform 2534"/>
          <p:cNvSpPr/>
          <p:nvPr/>
        </p:nvSpPr>
        <p:spPr>
          <a:xfrm>
            <a:off x="2315300" y="175733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Freeform 2535"/>
          <p:cNvSpPr/>
          <p:nvPr/>
        </p:nvSpPr>
        <p:spPr>
          <a:xfrm>
            <a:off x="2271912" y="1431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7" name="Freeform 2536"/>
          <p:cNvSpPr/>
          <p:nvPr/>
        </p:nvSpPr>
        <p:spPr>
          <a:xfrm>
            <a:off x="1371726" y="206064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8" name="Freeform 2537"/>
          <p:cNvSpPr/>
          <p:nvPr/>
        </p:nvSpPr>
        <p:spPr>
          <a:xfrm>
            <a:off x="2149840" y="240549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Freeform 2538"/>
          <p:cNvSpPr/>
          <p:nvPr/>
        </p:nvSpPr>
        <p:spPr>
          <a:xfrm>
            <a:off x="3010376" y="252474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0" name="Freeform 2539"/>
          <p:cNvSpPr/>
          <p:nvPr/>
        </p:nvSpPr>
        <p:spPr>
          <a:xfrm>
            <a:off x="3623254" y="2186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1" name="Freeform 2540"/>
          <p:cNvSpPr/>
          <p:nvPr/>
        </p:nvSpPr>
        <p:spPr>
          <a:xfrm>
            <a:off x="3698822" y="1691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Freeform 2541"/>
          <p:cNvSpPr/>
          <p:nvPr/>
        </p:nvSpPr>
        <p:spPr>
          <a:xfrm>
            <a:off x="2959893" y="1721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3" name="Freeform 2542"/>
          <p:cNvSpPr/>
          <p:nvPr/>
        </p:nvSpPr>
        <p:spPr>
          <a:xfrm>
            <a:off x="2118345" y="10954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4" name="Freeform 2543"/>
          <p:cNvSpPr/>
          <p:nvPr/>
        </p:nvSpPr>
        <p:spPr>
          <a:xfrm>
            <a:off x="2067988" y="2310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Freeform 2544"/>
          <p:cNvSpPr/>
          <p:nvPr/>
        </p:nvSpPr>
        <p:spPr>
          <a:xfrm>
            <a:off x="1917191" y="24647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6" name="Freeform 2545"/>
          <p:cNvSpPr/>
          <p:nvPr/>
        </p:nvSpPr>
        <p:spPr>
          <a:xfrm>
            <a:off x="3216220" y="221750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7" name="Freeform 2546"/>
          <p:cNvSpPr/>
          <p:nvPr/>
        </p:nvSpPr>
        <p:spPr>
          <a:xfrm>
            <a:off x="2885734" y="3497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Freeform 2547"/>
          <p:cNvSpPr/>
          <p:nvPr/>
        </p:nvSpPr>
        <p:spPr>
          <a:xfrm>
            <a:off x="3223372" y="28016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9" name="Freeform 2548"/>
          <p:cNvSpPr/>
          <p:nvPr/>
        </p:nvSpPr>
        <p:spPr>
          <a:xfrm>
            <a:off x="1892608" y="21291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0" name="Freeform 2549"/>
          <p:cNvSpPr/>
          <p:nvPr/>
        </p:nvSpPr>
        <p:spPr>
          <a:xfrm>
            <a:off x="3258601" y="2281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Freeform 2550"/>
          <p:cNvSpPr/>
          <p:nvPr/>
        </p:nvSpPr>
        <p:spPr>
          <a:xfrm>
            <a:off x="2648136" y="2630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2" name="Freeform 2551"/>
          <p:cNvSpPr/>
          <p:nvPr/>
        </p:nvSpPr>
        <p:spPr>
          <a:xfrm>
            <a:off x="2625921" y="2462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3" name="Freeform 2552"/>
          <p:cNvSpPr/>
          <p:nvPr/>
        </p:nvSpPr>
        <p:spPr>
          <a:xfrm>
            <a:off x="2672054" y="2401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Freeform 2553"/>
          <p:cNvSpPr/>
          <p:nvPr/>
        </p:nvSpPr>
        <p:spPr>
          <a:xfrm>
            <a:off x="3114000" y="2148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5" name="Freeform 2554"/>
          <p:cNvSpPr/>
          <p:nvPr/>
        </p:nvSpPr>
        <p:spPr>
          <a:xfrm>
            <a:off x="2130534" y="1504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6" name="Freeform 2555"/>
          <p:cNvSpPr/>
          <p:nvPr/>
        </p:nvSpPr>
        <p:spPr>
          <a:xfrm>
            <a:off x="3357077" y="254462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Freeform 2556"/>
          <p:cNvSpPr/>
          <p:nvPr/>
        </p:nvSpPr>
        <p:spPr>
          <a:xfrm>
            <a:off x="3363685" y="27673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8" name="Freeform 2557"/>
          <p:cNvSpPr/>
          <p:nvPr/>
        </p:nvSpPr>
        <p:spPr>
          <a:xfrm>
            <a:off x="1251786" y="1726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9" name="Freeform 2558"/>
          <p:cNvSpPr/>
          <p:nvPr/>
        </p:nvSpPr>
        <p:spPr>
          <a:xfrm>
            <a:off x="2470008" y="24261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Freeform 2559"/>
          <p:cNvSpPr/>
          <p:nvPr/>
        </p:nvSpPr>
        <p:spPr>
          <a:xfrm>
            <a:off x="3439097" y="3147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1" name="Freeform 2560"/>
          <p:cNvSpPr/>
          <p:nvPr/>
        </p:nvSpPr>
        <p:spPr>
          <a:xfrm>
            <a:off x="3729893" y="2482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2" name="Freeform 2561"/>
          <p:cNvSpPr/>
          <p:nvPr/>
        </p:nvSpPr>
        <p:spPr>
          <a:xfrm>
            <a:off x="2509109" y="18420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3" name="Freeform 2562"/>
          <p:cNvSpPr/>
          <p:nvPr/>
        </p:nvSpPr>
        <p:spPr>
          <a:xfrm>
            <a:off x="4179093" y="2074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4" name="Freeform 2563"/>
          <p:cNvSpPr/>
          <p:nvPr/>
        </p:nvSpPr>
        <p:spPr>
          <a:xfrm>
            <a:off x="3305109" y="2114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5" name="Freeform 2564"/>
          <p:cNvSpPr/>
          <p:nvPr/>
        </p:nvSpPr>
        <p:spPr>
          <a:xfrm>
            <a:off x="3053561" y="1582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6" name="Freeform 2565"/>
          <p:cNvSpPr/>
          <p:nvPr/>
        </p:nvSpPr>
        <p:spPr>
          <a:xfrm>
            <a:off x="2267788" y="1993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7" name="Freeform 2566"/>
          <p:cNvSpPr/>
          <p:nvPr/>
        </p:nvSpPr>
        <p:spPr>
          <a:xfrm>
            <a:off x="2506715" y="29188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8" name="Freeform 2567"/>
          <p:cNvSpPr/>
          <p:nvPr/>
        </p:nvSpPr>
        <p:spPr>
          <a:xfrm>
            <a:off x="3000094" y="2400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9" name="Freeform 2568"/>
          <p:cNvSpPr/>
          <p:nvPr/>
        </p:nvSpPr>
        <p:spPr>
          <a:xfrm>
            <a:off x="2410267" y="2020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0" name="Freeform 2569"/>
          <p:cNvSpPr/>
          <p:nvPr/>
        </p:nvSpPr>
        <p:spPr>
          <a:xfrm>
            <a:off x="3196288" y="2093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1" name="Freeform 2570"/>
          <p:cNvSpPr/>
          <p:nvPr/>
        </p:nvSpPr>
        <p:spPr>
          <a:xfrm>
            <a:off x="2140726" y="2811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Freeform 2571"/>
          <p:cNvSpPr/>
          <p:nvPr/>
        </p:nvSpPr>
        <p:spPr>
          <a:xfrm>
            <a:off x="2449784" y="1313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3" name="Freeform 2572"/>
          <p:cNvSpPr/>
          <p:nvPr/>
        </p:nvSpPr>
        <p:spPr>
          <a:xfrm>
            <a:off x="1774858" y="2206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4" name="Freeform 2573"/>
          <p:cNvSpPr/>
          <p:nvPr/>
        </p:nvSpPr>
        <p:spPr>
          <a:xfrm>
            <a:off x="1852178" y="2855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5" name="Freeform 2574"/>
          <p:cNvSpPr/>
          <p:nvPr/>
        </p:nvSpPr>
        <p:spPr>
          <a:xfrm>
            <a:off x="1404486" y="2367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6" name="Freeform 2575"/>
          <p:cNvSpPr/>
          <p:nvPr/>
        </p:nvSpPr>
        <p:spPr>
          <a:xfrm>
            <a:off x="3034600" y="2678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7" name="Freeform 2576"/>
          <p:cNvSpPr/>
          <p:nvPr/>
        </p:nvSpPr>
        <p:spPr>
          <a:xfrm>
            <a:off x="1804607" y="3034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8" name="Freeform 2577"/>
          <p:cNvSpPr/>
          <p:nvPr/>
        </p:nvSpPr>
        <p:spPr>
          <a:xfrm>
            <a:off x="1944535" y="26211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9" name="Freeform 2578"/>
          <p:cNvSpPr/>
          <p:nvPr/>
        </p:nvSpPr>
        <p:spPr>
          <a:xfrm>
            <a:off x="2405242" y="1642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0" name="Freeform 2579"/>
          <p:cNvSpPr/>
          <p:nvPr/>
        </p:nvSpPr>
        <p:spPr>
          <a:xfrm>
            <a:off x="2538461" y="1971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1" name="Freeform 2580"/>
          <p:cNvSpPr/>
          <p:nvPr/>
        </p:nvSpPr>
        <p:spPr>
          <a:xfrm>
            <a:off x="2571647" y="1483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2" name="Freeform 2581"/>
          <p:cNvSpPr/>
          <p:nvPr/>
        </p:nvSpPr>
        <p:spPr>
          <a:xfrm>
            <a:off x="2761395" y="18994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3" name="Freeform 2582"/>
          <p:cNvSpPr/>
          <p:nvPr/>
        </p:nvSpPr>
        <p:spPr>
          <a:xfrm>
            <a:off x="3203143" y="26682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4" name="Freeform 2583"/>
          <p:cNvSpPr/>
          <p:nvPr/>
        </p:nvSpPr>
        <p:spPr>
          <a:xfrm>
            <a:off x="1649472" y="27936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5" name="Freeform 2584"/>
          <p:cNvSpPr/>
          <p:nvPr/>
        </p:nvSpPr>
        <p:spPr>
          <a:xfrm>
            <a:off x="3207718" y="1937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6" name="Freeform 2585"/>
          <p:cNvSpPr/>
          <p:nvPr/>
        </p:nvSpPr>
        <p:spPr>
          <a:xfrm>
            <a:off x="2862987" y="1713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Freeform 2586"/>
          <p:cNvSpPr/>
          <p:nvPr/>
        </p:nvSpPr>
        <p:spPr>
          <a:xfrm>
            <a:off x="3032936" y="16685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8" name="Freeform 2587"/>
          <p:cNvSpPr/>
          <p:nvPr/>
        </p:nvSpPr>
        <p:spPr>
          <a:xfrm>
            <a:off x="2965111" y="3298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9" name="Freeform 2588"/>
          <p:cNvSpPr/>
          <p:nvPr/>
        </p:nvSpPr>
        <p:spPr>
          <a:xfrm>
            <a:off x="3628615" y="2146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Freeform 2589"/>
          <p:cNvSpPr/>
          <p:nvPr/>
        </p:nvSpPr>
        <p:spPr>
          <a:xfrm>
            <a:off x="2821995" y="160181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1" name="Freeform 2590"/>
          <p:cNvSpPr/>
          <p:nvPr/>
        </p:nvSpPr>
        <p:spPr>
          <a:xfrm>
            <a:off x="3335004" y="1222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2" name="Freeform 2591"/>
          <p:cNvSpPr/>
          <p:nvPr/>
        </p:nvSpPr>
        <p:spPr>
          <a:xfrm>
            <a:off x="2259357" y="14227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Freeform 2592"/>
          <p:cNvSpPr/>
          <p:nvPr/>
        </p:nvSpPr>
        <p:spPr>
          <a:xfrm>
            <a:off x="2810396" y="2060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4" name="Freeform 2593"/>
          <p:cNvSpPr/>
          <p:nvPr/>
        </p:nvSpPr>
        <p:spPr>
          <a:xfrm>
            <a:off x="2049999" y="27036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5" name="Freeform 2594"/>
          <p:cNvSpPr/>
          <p:nvPr/>
        </p:nvSpPr>
        <p:spPr>
          <a:xfrm>
            <a:off x="1409097" y="2899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Freeform 2595"/>
          <p:cNvSpPr/>
          <p:nvPr/>
        </p:nvSpPr>
        <p:spPr>
          <a:xfrm>
            <a:off x="2221212" y="1922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7" name="Freeform 2596"/>
          <p:cNvSpPr/>
          <p:nvPr/>
        </p:nvSpPr>
        <p:spPr>
          <a:xfrm>
            <a:off x="2084775" y="2390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8" name="Freeform 2597"/>
          <p:cNvSpPr/>
          <p:nvPr/>
        </p:nvSpPr>
        <p:spPr>
          <a:xfrm>
            <a:off x="2404495" y="16203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Freeform 2598"/>
          <p:cNvSpPr/>
          <p:nvPr/>
        </p:nvSpPr>
        <p:spPr>
          <a:xfrm>
            <a:off x="2727193" y="2527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0" name="Freeform 2599"/>
          <p:cNvSpPr/>
          <p:nvPr/>
        </p:nvSpPr>
        <p:spPr>
          <a:xfrm>
            <a:off x="2540476" y="1942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1" name="Freeform 2600"/>
          <p:cNvSpPr/>
          <p:nvPr/>
        </p:nvSpPr>
        <p:spPr>
          <a:xfrm>
            <a:off x="3295762" y="1405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2" name="Freeform 2601"/>
          <p:cNvSpPr/>
          <p:nvPr/>
        </p:nvSpPr>
        <p:spPr>
          <a:xfrm>
            <a:off x="3626100" y="1650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3" name="Freeform 2602"/>
          <p:cNvSpPr/>
          <p:nvPr/>
        </p:nvSpPr>
        <p:spPr>
          <a:xfrm>
            <a:off x="2458001" y="15065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4" name="Freeform 2603"/>
          <p:cNvSpPr/>
          <p:nvPr/>
        </p:nvSpPr>
        <p:spPr>
          <a:xfrm>
            <a:off x="2035087" y="1502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5" name="Freeform 2604"/>
          <p:cNvSpPr/>
          <p:nvPr/>
        </p:nvSpPr>
        <p:spPr>
          <a:xfrm>
            <a:off x="3751912" y="1306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6" name="Freeform 2605"/>
          <p:cNvSpPr/>
          <p:nvPr/>
        </p:nvSpPr>
        <p:spPr>
          <a:xfrm>
            <a:off x="3340945" y="1878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7" name="Freeform 2606"/>
          <p:cNvSpPr/>
          <p:nvPr/>
        </p:nvSpPr>
        <p:spPr>
          <a:xfrm>
            <a:off x="2124738" y="3627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Freeform 2607"/>
          <p:cNvSpPr/>
          <p:nvPr/>
        </p:nvSpPr>
        <p:spPr>
          <a:xfrm>
            <a:off x="2066573" y="15553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9" name="Freeform 2608"/>
          <p:cNvSpPr/>
          <p:nvPr/>
        </p:nvSpPr>
        <p:spPr>
          <a:xfrm>
            <a:off x="1927580" y="24517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0" name="Freeform 2609"/>
          <p:cNvSpPr/>
          <p:nvPr/>
        </p:nvSpPr>
        <p:spPr>
          <a:xfrm>
            <a:off x="3420413" y="23402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Freeform 2610"/>
          <p:cNvSpPr/>
          <p:nvPr/>
        </p:nvSpPr>
        <p:spPr>
          <a:xfrm>
            <a:off x="2644052" y="2171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2" name="Freeform 2611"/>
          <p:cNvSpPr/>
          <p:nvPr/>
        </p:nvSpPr>
        <p:spPr>
          <a:xfrm>
            <a:off x="2707849" y="249730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3" name="Freeform 2612"/>
          <p:cNvSpPr/>
          <p:nvPr/>
        </p:nvSpPr>
        <p:spPr>
          <a:xfrm>
            <a:off x="3849756" y="17684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Freeform 2613"/>
          <p:cNvSpPr/>
          <p:nvPr/>
        </p:nvSpPr>
        <p:spPr>
          <a:xfrm>
            <a:off x="3877992" y="1804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5" name="Freeform 2614"/>
          <p:cNvSpPr/>
          <p:nvPr/>
        </p:nvSpPr>
        <p:spPr>
          <a:xfrm>
            <a:off x="3088440" y="2237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6" name="Freeform 2615"/>
          <p:cNvSpPr/>
          <p:nvPr/>
        </p:nvSpPr>
        <p:spPr>
          <a:xfrm>
            <a:off x="2301749" y="1922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Freeform 2616"/>
          <p:cNvSpPr/>
          <p:nvPr/>
        </p:nvSpPr>
        <p:spPr>
          <a:xfrm>
            <a:off x="3452312" y="2982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8" name="Freeform 2617"/>
          <p:cNvSpPr/>
          <p:nvPr/>
        </p:nvSpPr>
        <p:spPr>
          <a:xfrm>
            <a:off x="1871721" y="23217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9" name="Freeform 2618"/>
          <p:cNvSpPr/>
          <p:nvPr/>
        </p:nvSpPr>
        <p:spPr>
          <a:xfrm>
            <a:off x="3241922" y="24642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Freeform 2619"/>
          <p:cNvSpPr/>
          <p:nvPr/>
        </p:nvSpPr>
        <p:spPr>
          <a:xfrm>
            <a:off x="2634688" y="11702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1" name="Freeform 2620"/>
          <p:cNvSpPr/>
          <p:nvPr/>
        </p:nvSpPr>
        <p:spPr>
          <a:xfrm>
            <a:off x="2200855" y="24758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2" name="Freeform 2621"/>
          <p:cNvSpPr/>
          <p:nvPr/>
        </p:nvSpPr>
        <p:spPr>
          <a:xfrm>
            <a:off x="3764791" y="1863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Freeform 2622"/>
          <p:cNvSpPr/>
          <p:nvPr/>
        </p:nvSpPr>
        <p:spPr>
          <a:xfrm>
            <a:off x="3008340" y="2481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4" name="Freeform 2623"/>
          <p:cNvSpPr/>
          <p:nvPr/>
        </p:nvSpPr>
        <p:spPr>
          <a:xfrm>
            <a:off x="2287101" y="26790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5" name="Freeform 2624"/>
          <p:cNvSpPr/>
          <p:nvPr/>
        </p:nvSpPr>
        <p:spPr>
          <a:xfrm>
            <a:off x="2374516" y="33769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Freeform 2625"/>
          <p:cNvSpPr/>
          <p:nvPr/>
        </p:nvSpPr>
        <p:spPr>
          <a:xfrm>
            <a:off x="1916078" y="1369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7" name="Freeform 2626"/>
          <p:cNvSpPr/>
          <p:nvPr/>
        </p:nvSpPr>
        <p:spPr>
          <a:xfrm>
            <a:off x="2009738" y="10716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8" name="Freeform 2627"/>
          <p:cNvSpPr/>
          <p:nvPr/>
        </p:nvSpPr>
        <p:spPr>
          <a:xfrm>
            <a:off x="2363547" y="17399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Freeform 2628"/>
          <p:cNvSpPr/>
          <p:nvPr/>
        </p:nvSpPr>
        <p:spPr>
          <a:xfrm>
            <a:off x="3605163" y="26037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0" name="Freeform 2629"/>
          <p:cNvSpPr/>
          <p:nvPr/>
        </p:nvSpPr>
        <p:spPr>
          <a:xfrm>
            <a:off x="3098974" y="2287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1" name="Freeform 2630"/>
          <p:cNvSpPr/>
          <p:nvPr/>
        </p:nvSpPr>
        <p:spPr>
          <a:xfrm>
            <a:off x="2941557" y="1298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Freeform 2631"/>
          <p:cNvSpPr/>
          <p:nvPr/>
        </p:nvSpPr>
        <p:spPr>
          <a:xfrm>
            <a:off x="1817049" y="1505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3" name="Freeform 2632"/>
          <p:cNvSpPr/>
          <p:nvPr/>
        </p:nvSpPr>
        <p:spPr>
          <a:xfrm>
            <a:off x="2136516" y="4173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4" name="Freeform 2633"/>
          <p:cNvSpPr/>
          <p:nvPr/>
        </p:nvSpPr>
        <p:spPr>
          <a:xfrm>
            <a:off x="3056830" y="25282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Freeform 2634"/>
          <p:cNvSpPr/>
          <p:nvPr/>
        </p:nvSpPr>
        <p:spPr>
          <a:xfrm>
            <a:off x="3087417" y="19044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6" name="Freeform 2635"/>
          <p:cNvSpPr/>
          <p:nvPr/>
        </p:nvSpPr>
        <p:spPr>
          <a:xfrm>
            <a:off x="2698369" y="1318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7" name="Freeform 2636"/>
          <p:cNvSpPr/>
          <p:nvPr/>
        </p:nvSpPr>
        <p:spPr>
          <a:xfrm>
            <a:off x="2838667" y="2764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Freeform 2637"/>
          <p:cNvSpPr/>
          <p:nvPr/>
        </p:nvSpPr>
        <p:spPr>
          <a:xfrm>
            <a:off x="1764443" y="2136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9" name="Freeform 2638"/>
          <p:cNvSpPr/>
          <p:nvPr/>
        </p:nvSpPr>
        <p:spPr>
          <a:xfrm>
            <a:off x="770303" y="225921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0" name="Freeform 2639"/>
          <p:cNvSpPr/>
          <p:nvPr/>
        </p:nvSpPr>
        <p:spPr>
          <a:xfrm>
            <a:off x="3925301" y="3187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Freeform 2640"/>
          <p:cNvSpPr/>
          <p:nvPr/>
        </p:nvSpPr>
        <p:spPr>
          <a:xfrm>
            <a:off x="2596270" y="18900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2" name="Freeform 2641"/>
          <p:cNvSpPr/>
          <p:nvPr/>
        </p:nvSpPr>
        <p:spPr>
          <a:xfrm>
            <a:off x="1789112" y="1412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3" name="Freeform 2642"/>
          <p:cNvSpPr/>
          <p:nvPr/>
        </p:nvSpPr>
        <p:spPr>
          <a:xfrm>
            <a:off x="2687480" y="1390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Freeform 2643"/>
          <p:cNvSpPr/>
          <p:nvPr/>
        </p:nvSpPr>
        <p:spPr>
          <a:xfrm>
            <a:off x="2837844" y="30152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5" name="Freeform 2644"/>
          <p:cNvSpPr/>
          <p:nvPr/>
        </p:nvSpPr>
        <p:spPr>
          <a:xfrm>
            <a:off x="2866421" y="21279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6" name="Freeform 2645"/>
          <p:cNvSpPr/>
          <p:nvPr/>
        </p:nvSpPr>
        <p:spPr>
          <a:xfrm>
            <a:off x="3566909" y="3064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7" name="Freeform 2646"/>
          <p:cNvSpPr/>
          <p:nvPr/>
        </p:nvSpPr>
        <p:spPr>
          <a:xfrm>
            <a:off x="2779701" y="1659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8" name="Freeform 2647"/>
          <p:cNvSpPr/>
          <p:nvPr/>
        </p:nvSpPr>
        <p:spPr>
          <a:xfrm>
            <a:off x="4002813" y="13879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9" name="Freeform 2648"/>
          <p:cNvSpPr/>
          <p:nvPr/>
        </p:nvSpPr>
        <p:spPr>
          <a:xfrm>
            <a:off x="1833458" y="23473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0" name="Freeform 2649"/>
          <p:cNvSpPr/>
          <p:nvPr/>
        </p:nvSpPr>
        <p:spPr>
          <a:xfrm>
            <a:off x="1825777" y="18813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1" name="Freeform 2650"/>
          <p:cNvSpPr/>
          <p:nvPr/>
        </p:nvSpPr>
        <p:spPr>
          <a:xfrm>
            <a:off x="2771059" y="1574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2" name="Freeform 2651"/>
          <p:cNvSpPr/>
          <p:nvPr/>
        </p:nvSpPr>
        <p:spPr>
          <a:xfrm>
            <a:off x="2226591" y="2625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3" name="Freeform 2652"/>
          <p:cNvSpPr/>
          <p:nvPr/>
        </p:nvSpPr>
        <p:spPr>
          <a:xfrm>
            <a:off x="2459211" y="2109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4" name="Freeform 2653"/>
          <p:cNvSpPr/>
          <p:nvPr/>
        </p:nvSpPr>
        <p:spPr>
          <a:xfrm>
            <a:off x="2418690" y="1801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5" name="Freeform 2654"/>
          <p:cNvSpPr/>
          <p:nvPr/>
        </p:nvSpPr>
        <p:spPr>
          <a:xfrm>
            <a:off x="2918709" y="2909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6" name="Freeform 2655"/>
          <p:cNvSpPr/>
          <p:nvPr/>
        </p:nvSpPr>
        <p:spPr>
          <a:xfrm>
            <a:off x="1995015" y="2679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7" name="Freeform 2656"/>
          <p:cNvSpPr/>
          <p:nvPr/>
        </p:nvSpPr>
        <p:spPr>
          <a:xfrm>
            <a:off x="2646862" y="2488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8" name="Freeform 2657"/>
          <p:cNvSpPr/>
          <p:nvPr/>
        </p:nvSpPr>
        <p:spPr>
          <a:xfrm>
            <a:off x="2708251" y="2317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9" name="Freeform 2658"/>
          <p:cNvSpPr/>
          <p:nvPr/>
        </p:nvSpPr>
        <p:spPr>
          <a:xfrm>
            <a:off x="1490084" y="25412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0" name="Freeform 2659"/>
          <p:cNvSpPr/>
          <p:nvPr/>
        </p:nvSpPr>
        <p:spPr>
          <a:xfrm>
            <a:off x="1547344" y="1859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1" name="Freeform 2660"/>
          <p:cNvSpPr/>
          <p:nvPr/>
        </p:nvSpPr>
        <p:spPr>
          <a:xfrm>
            <a:off x="2473849" y="16155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2" name="Freeform 2661"/>
          <p:cNvSpPr/>
          <p:nvPr/>
        </p:nvSpPr>
        <p:spPr>
          <a:xfrm>
            <a:off x="2489996" y="24698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3" name="Freeform 2662"/>
          <p:cNvSpPr/>
          <p:nvPr/>
        </p:nvSpPr>
        <p:spPr>
          <a:xfrm>
            <a:off x="2500386" y="820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4" name="Freeform 2663"/>
          <p:cNvSpPr/>
          <p:nvPr/>
        </p:nvSpPr>
        <p:spPr>
          <a:xfrm>
            <a:off x="2850309" y="30283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5" name="Freeform 2664"/>
          <p:cNvSpPr/>
          <p:nvPr/>
        </p:nvSpPr>
        <p:spPr>
          <a:xfrm>
            <a:off x="2079211" y="32317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6" name="Freeform 2665"/>
          <p:cNvSpPr/>
          <p:nvPr/>
        </p:nvSpPr>
        <p:spPr>
          <a:xfrm>
            <a:off x="3507458" y="1712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7" name="Freeform 2666"/>
          <p:cNvSpPr/>
          <p:nvPr/>
        </p:nvSpPr>
        <p:spPr>
          <a:xfrm>
            <a:off x="2611911" y="1914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8" name="Freeform 2667"/>
          <p:cNvSpPr/>
          <p:nvPr/>
        </p:nvSpPr>
        <p:spPr>
          <a:xfrm>
            <a:off x="2182860" y="11777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9" name="Freeform 2668"/>
          <p:cNvSpPr/>
          <p:nvPr/>
        </p:nvSpPr>
        <p:spPr>
          <a:xfrm>
            <a:off x="3520944" y="151233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0" name="Freeform 2669"/>
          <p:cNvSpPr/>
          <p:nvPr/>
        </p:nvSpPr>
        <p:spPr>
          <a:xfrm>
            <a:off x="3093307" y="2359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1" name="Freeform 2670"/>
          <p:cNvSpPr/>
          <p:nvPr/>
        </p:nvSpPr>
        <p:spPr>
          <a:xfrm>
            <a:off x="3360109" y="2157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Freeform 2671"/>
          <p:cNvSpPr/>
          <p:nvPr/>
        </p:nvSpPr>
        <p:spPr>
          <a:xfrm>
            <a:off x="2045041" y="10139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3" name="Freeform 2672"/>
          <p:cNvSpPr/>
          <p:nvPr/>
        </p:nvSpPr>
        <p:spPr>
          <a:xfrm>
            <a:off x="2893821" y="2252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4" name="Freeform 2673"/>
          <p:cNvSpPr/>
          <p:nvPr/>
        </p:nvSpPr>
        <p:spPr>
          <a:xfrm>
            <a:off x="2835653" y="28510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5" name="Freeform 2674"/>
          <p:cNvSpPr/>
          <p:nvPr/>
        </p:nvSpPr>
        <p:spPr>
          <a:xfrm>
            <a:off x="2984715" y="1546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6" name="Freeform 2675"/>
          <p:cNvSpPr/>
          <p:nvPr/>
        </p:nvSpPr>
        <p:spPr>
          <a:xfrm>
            <a:off x="2457428" y="28013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7" name="Freeform 2676"/>
          <p:cNvSpPr/>
          <p:nvPr/>
        </p:nvSpPr>
        <p:spPr>
          <a:xfrm>
            <a:off x="2736236" y="1187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8" name="Freeform 2677"/>
          <p:cNvSpPr/>
          <p:nvPr/>
        </p:nvSpPr>
        <p:spPr>
          <a:xfrm>
            <a:off x="2827494" y="16734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9" name="Freeform 2678"/>
          <p:cNvSpPr/>
          <p:nvPr/>
        </p:nvSpPr>
        <p:spPr>
          <a:xfrm>
            <a:off x="1247951" y="2590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0" name="Freeform 2679"/>
          <p:cNvSpPr/>
          <p:nvPr/>
        </p:nvSpPr>
        <p:spPr>
          <a:xfrm>
            <a:off x="2707543" y="1826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1" name="Freeform 2680"/>
          <p:cNvSpPr/>
          <p:nvPr/>
        </p:nvSpPr>
        <p:spPr>
          <a:xfrm>
            <a:off x="2785339" y="2942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2" name="Freeform 2681"/>
          <p:cNvSpPr/>
          <p:nvPr/>
        </p:nvSpPr>
        <p:spPr>
          <a:xfrm>
            <a:off x="2711444" y="21638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Freeform 2682"/>
          <p:cNvSpPr/>
          <p:nvPr/>
        </p:nvSpPr>
        <p:spPr>
          <a:xfrm>
            <a:off x="2526081" y="16306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4" name="Freeform 2683"/>
          <p:cNvSpPr/>
          <p:nvPr/>
        </p:nvSpPr>
        <p:spPr>
          <a:xfrm>
            <a:off x="2484497" y="28874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5" name="Freeform 2684"/>
          <p:cNvSpPr/>
          <p:nvPr/>
        </p:nvSpPr>
        <p:spPr>
          <a:xfrm>
            <a:off x="2712813" y="1913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Freeform 2685"/>
          <p:cNvSpPr/>
          <p:nvPr/>
        </p:nvSpPr>
        <p:spPr>
          <a:xfrm>
            <a:off x="1340758" y="24565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7" name="Freeform 2686"/>
          <p:cNvSpPr/>
          <p:nvPr/>
        </p:nvSpPr>
        <p:spPr>
          <a:xfrm>
            <a:off x="2761090" y="20089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8" name="Freeform 2687"/>
          <p:cNvSpPr/>
          <p:nvPr/>
        </p:nvSpPr>
        <p:spPr>
          <a:xfrm>
            <a:off x="2900688" y="15430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Freeform 2688"/>
          <p:cNvSpPr/>
          <p:nvPr/>
        </p:nvSpPr>
        <p:spPr>
          <a:xfrm>
            <a:off x="3814511" y="30923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0" name="Freeform 2689"/>
          <p:cNvSpPr/>
          <p:nvPr/>
        </p:nvSpPr>
        <p:spPr>
          <a:xfrm>
            <a:off x="2040789" y="1527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1" name="Freeform 2690"/>
          <p:cNvSpPr/>
          <p:nvPr/>
        </p:nvSpPr>
        <p:spPr>
          <a:xfrm>
            <a:off x="2678819" y="26087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Freeform 2691"/>
          <p:cNvSpPr/>
          <p:nvPr/>
        </p:nvSpPr>
        <p:spPr>
          <a:xfrm>
            <a:off x="2932491" y="1917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3" name="Freeform 2692"/>
          <p:cNvSpPr/>
          <p:nvPr/>
        </p:nvSpPr>
        <p:spPr>
          <a:xfrm>
            <a:off x="2024667" y="15636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4" name="Freeform 2693"/>
          <p:cNvSpPr/>
          <p:nvPr/>
        </p:nvSpPr>
        <p:spPr>
          <a:xfrm>
            <a:off x="2708718" y="1761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Freeform 2694"/>
          <p:cNvSpPr/>
          <p:nvPr/>
        </p:nvSpPr>
        <p:spPr>
          <a:xfrm>
            <a:off x="2877600" y="2245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6" name="Freeform 2695"/>
          <p:cNvSpPr/>
          <p:nvPr/>
        </p:nvSpPr>
        <p:spPr>
          <a:xfrm>
            <a:off x="3667331" y="33828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7" name="Freeform 2696"/>
          <p:cNvSpPr/>
          <p:nvPr/>
        </p:nvSpPr>
        <p:spPr>
          <a:xfrm>
            <a:off x="2712957" y="1911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Freeform 2697"/>
          <p:cNvSpPr/>
          <p:nvPr/>
        </p:nvSpPr>
        <p:spPr>
          <a:xfrm>
            <a:off x="3296838" y="19729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9" name="Freeform 2698"/>
          <p:cNvSpPr/>
          <p:nvPr/>
        </p:nvSpPr>
        <p:spPr>
          <a:xfrm>
            <a:off x="3587109" y="126159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0" name="Freeform 2699"/>
          <p:cNvSpPr/>
          <p:nvPr/>
        </p:nvSpPr>
        <p:spPr>
          <a:xfrm>
            <a:off x="2420784" y="2306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Freeform 2700"/>
          <p:cNvSpPr/>
          <p:nvPr/>
        </p:nvSpPr>
        <p:spPr>
          <a:xfrm>
            <a:off x="3390729" y="17862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2" name="Freeform 2701"/>
          <p:cNvSpPr/>
          <p:nvPr/>
        </p:nvSpPr>
        <p:spPr>
          <a:xfrm>
            <a:off x="3444613" y="1974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3" name="Freeform 2702"/>
          <p:cNvSpPr/>
          <p:nvPr/>
        </p:nvSpPr>
        <p:spPr>
          <a:xfrm>
            <a:off x="1765859" y="25820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Freeform 2703"/>
          <p:cNvSpPr/>
          <p:nvPr/>
        </p:nvSpPr>
        <p:spPr>
          <a:xfrm>
            <a:off x="2960808" y="20421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5" name="Freeform 2704"/>
          <p:cNvSpPr/>
          <p:nvPr/>
        </p:nvSpPr>
        <p:spPr>
          <a:xfrm>
            <a:off x="2730656" y="2732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6" name="Freeform 2705"/>
          <p:cNvSpPr/>
          <p:nvPr/>
        </p:nvSpPr>
        <p:spPr>
          <a:xfrm>
            <a:off x="2650521" y="37472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Freeform 2706"/>
          <p:cNvSpPr/>
          <p:nvPr/>
        </p:nvSpPr>
        <p:spPr>
          <a:xfrm>
            <a:off x="2808745" y="1077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8" name="Freeform 2707"/>
          <p:cNvSpPr/>
          <p:nvPr/>
        </p:nvSpPr>
        <p:spPr>
          <a:xfrm>
            <a:off x="3556941" y="2136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9" name="Freeform 2708"/>
          <p:cNvSpPr/>
          <p:nvPr/>
        </p:nvSpPr>
        <p:spPr>
          <a:xfrm>
            <a:off x="2339665" y="18853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Freeform 2709"/>
          <p:cNvSpPr/>
          <p:nvPr/>
        </p:nvSpPr>
        <p:spPr>
          <a:xfrm>
            <a:off x="2632945" y="23998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1" name="Freeform 2710"/>
          <p:cNvSpPr/>
          <p:nvPr/>
        </p:nvSpPr>
        <p:spPr>
          <a:xfrm>
            <a:off x="3191570" y="26704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2" name="Freeform 2711"/>
          <p:cNvSpPr/>
          <p:nvPr/>
        </p:nvSpPr>
        <p:spPr>
          <a:xfrm>
            <a:off x="3215787" y="2523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3" name="Freeform 2712"/>
          <p:cNvSpPr/>
          <p:nvPr/>
        </p:nvSpPr>
        <p:spPr>
          <a:xfrm>
            <a:off x="3243581" y="1065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4" name="Freeform 2713"/>
          <p:cNvSpPr/>
          <p:nvPr/>
        </p:nvSpPr>
        <p:spPr>
          <a:xfrm>
            <a:off x="1835159" y="1797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5" name="Freeform 2714"/>
          <p:cNvSpPr/>
          <p:nvPr/>
        </p:nvSpPr>
        <p:spPr>
          <a:xfrm>
            <a:off x="2700344" y="23642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Freeform 2715"/>
          <p:cNvSpPr/>
          <p:nvPr/>
        </p:nvSpPr>
        <p:spPr>
          <a:xfrm>
            <a:off x="2902207" y="21320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7" name="Freeform 2716"/>
          <p:cNvSpPr/>
          <p:nvPr/>
        </p:nvSpPr>
        <p:spPr>
          <a:xfrm>
            <a:off x="1643597" y="29193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8" name="Freeform 2717"/>
          <p:cNvSpPr/>
          <p:nvPr/>
        </p:nvSpPr>
        <p:spPr>
          <a:xfrm>
            <a:off x="3002326" y="3337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Freeform 2718"/>
          <p:cNvSpPr/>
          <p:nvPr/>
        </p:nvSpPr>
        <p:spPr>
          <a:xfrm>
            <a:off x="4166880" y="876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0" name="Freeform 2719"/>
          <p:cNvSpPr/>
          <p:nvPr/>
        </p:nvSpPr>
        <p:spPr>
          <a:xfrm>
            <a:off x="2833078" y="1223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1" name="Freeform 2720"/>
          <p:cNvSpPr/>
          <p:nvPr/>
        </p:nvSpPr>
        <p:spPr>
          <a:xfrm>
            <a:off x="2766696" y="16753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Freeform 2721"/>
          <p:cNvSpPr/>
          <p:nvPr/>
        </p:nvSpPr>
        <p:spPr>
          <a:xfrm>
            <a:off x="3625635" y="2659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3" name="Freeform 2722"/>
          <p:cNvSpPr/>
          <p:nvPr/>
        </p:nvSpPr>
        <p:spPr>
          <a:xfrm>
            <a:off x="3173478" y="22623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4" name="Freeform 2723"/>
          <p:cNvSpPr/>
          <p:nvPr/>
        </p:nvSpPr>
        <p:spPr>
          <a:xfrm>
            <a:off x="3304275" y="25374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Freeform 2724"/>
          <p:cNvSpPr/>
          <p:nvPr/>
        </p:nvSpPr>
        <p:spPr>
          <a:xfrm>
            <a:off x="3992599" y="2997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6" name="Freeform 2725"/>
          <p:cNvSpPr/>
          <p:nvPr/>
        </p:nvSpPr>
        <p:spPr>
          <a:xfrm>
            <a:off x="4374200" y="2599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7" name="Freeform 2726"/>
          <p:cNvSpPr/>
          <p:nvPr/>
        </p:nvSpPr>
        <p:spPr>
          <a:xfrm>
            <a:off x="1795481" y="20973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Freeform 2727"/>
          <p:cNvSpPr/>
          <p:nvPr/>
        </p:nvSpPr>
        <p:spPr>
          <a:xfrm>
            <a:off x="2057323" y="16585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9" name="Freeform 2728"/>
          <p:cNvSpPr/>
          <p:nvPr/>
        </p:nvSpPr>
        <p:spPr>
          <a:xfrm>
            <a:off x="3117891" y="1887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0" name="Freeform 2729"/>
          <p:cNvSpPr/>
          <p:nvPr/>
        </p:nvSpPr>
        <p:spPr>
          <a:xfrm>
            <a:off x="2078537" y="1863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Freeform 2730"/>
          <p:cNvSpPr/>
          <p:nvPr/>
        </p:nvSpPr>
        <p:spPr>
          <a:xfrm>
            <a:off x="2187865" y="1985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2" name="Freeform 2731"/>
          <p:cNvSpPr/>
          <p:nvPr/>
        </p:nvSpPr>
        <p:spPr>
          <a:xfrm>
            <a:off x="3980990" y="23296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3" name="Freeform 2732"/>
          <p:cNvSpPr/>
          <p:nvPr/>
        </p:nvSpPr>
        <p:spPr>
          <a:xfrm>
            <a:off x="2676672" y="2203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Freeform 2733"/>
          <p:cNvSpPr/>
          <p:nvPr/>
        </p:nvSpPr>
        <p:spPr>
          <a:xfrm>
            <a:off x="1637216" y="2167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5" name="Freeform 2734"/>
          <p:cNvSpPr/>
          <p:nvPr/>
        </p:nvSpPr>
        <p:spPr>
          <a:xfrm>
            <a:off x="1786805" y="2405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6" name="Freeform 2735"/>
          <p:cNvSpPr/>
          <p:nvPr/>
        </p:nvSpPr>
        <p:spPr>
          <a:xfrm>
            <a:off x="2282807" y="31875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Freeform 2736"/>
          <p:cNvSpPr/>
          <p:nvPr/>
        </p:nvSpPr>
        <p:spPr>
          <a:xfrm>
            <a:off x="3694886" y="21451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8" name="Freeform 2737"/>
          <p:cNvSpPr/>
          <p:nvPr/>
        </p:nvSpPr>
        <p:spPr>
          <a:xfrm>
            <a:off x="2362055" y="277621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9" name="Freeform 2738"/>
          <p:cNvSpPr/>
          <p:nvPr/>
        </p:nvSpPr>
        <p:spPr>
          <a:xfrm>
            <a:off x="2289430" y="1130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Freeform 2739"/>
          <p:cNvSpPr/>
          <p:nvPr/>
        </p:nvSpPr>
        <p:spPr>
          <a:xfrm>
            <a:off x="2443800" y="17997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1" name="Freeform 2740"/>
          <p:cNvSpPr/>
          <p:nvPr/>
        </p:nvSpPr>
        <p:spPr>
          <a:xfrm>
            <a:off x="3505007" y="19449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2" name="Freeform 2741"/>
          <p:cNvSpPr/>
          <p:nvPr/>
        </p:nvSpPr>
        <p:spPr>
          <a:xfrm>
            <a:off x="2219932" y="25284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3" name="Freeform 2742"/>
          <p:cNvSpPr/>
          <p:nvPr/>
        </p:nvSpPr>
        <p:spPr>
          <a:xfrm>
            <a:off x="2388301" y="12417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4" name="Freeform 2743"/>
          <p:cNvSpPr/>
          <p:nvPr/>
        </p:nvSpPr>
        <p:spPr>
          <a:xfrm>
            <a:off x="3327209" y="1303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5" name="Freeform 2744"/>
          <p:cNvSpPr/>
          <p:nvPr/>
        </p:nvSpPr>
        <p:spPr>
          <a:xfrm>
            <a:off x="3116319" y="2417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6" name="Freeform 2745"/>
          <p:cNvSpPr/>
          <p:nvPr/>
        </p:nvSpPr>
        <p:spPr>
          <a:xfrm>
            <a:off x="3938069" y="2680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7" name="Freeform 2746"/>
          <p:cNvSpPr/>
          <p:nvPr/>
        </p:nvSpPr>
        <p:spPr>
          <a:xfrm>
            <a:off x="1964898" y="19803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8" name="Freeform 2747"/>
          <p:cNvSpPr/>
          <p:nvPr/>
        </p:nvSpPr>
        <p:spPr>
          <a:xfrm>
            <a:off x="2359776" y="1860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9" name="Freeform 2748"/>
          <p:cNvSpPr/>
          <p:nvPr/>
        </p:nvSpPr>
        <p:spPr>
          <a:xfrm>
            <a:off x="2853175" y="29789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0" name="Freeform 2749"/>
          <p:cNvSpPr/>
          <p:nvPr/>
        </p:nvSpPr>
        <p:spPr>
          <a:xfrm>
            <a:off x="2722783" y="20783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1" name="Freeform 2750"/>
          <p:cNvSpPr/>
          <p:nvPr/>
        </p:nvSpPr>
        <p:spPr>
          <a:xfrm>
            <a:off x="2175131" y="2798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2" name="Freeform 2751"/>
          <p:cNvSpPr/>
          <p:nvPr/>
        </p:nvSpPr>
        <p:spPr>
          <a:xfrm>
            <a:off x="2994462" y="1806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3" name="Freeform 2752"/>
          <p:cNvSpPr/>
          <p:nvPr/>
        </p:nvSpPr>
        <p:spPr>
          <a:xfrm>
            <a:off x="3345468" y="2139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4" name="Freeform 2753"/>
          <p:cNvSpPr/>
          <p:nvPr/>
        </p:nvSpPr>
        <p:spPr>
          <a:xfrm>
            <a:off x="2370831" y="2021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5" name="Freeform 2754"/>
          <p:cNvSpPr/>
          <p:nvPr/>
        </p:nvSpPr>
        <p:spPr>
          <a:xfrm>
            <a:off x="3073041" y="2037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6" name="Freeform 2755"/>
          <p:cNvSpPr/>
          <p:nvPr/>
        </p:nvSpPr>
        <p:spPr>
          <a:xfrm>
            <a:off x="1962629" y="29810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7" name="Freeform 2756"/>
          <p:cNvSpPr/>
          <p:nvPr/>
        </p:nvSpPr>
        <p:spPr>
          <a:xfrm>
            <a:off x="3155552" y="2445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8" name="Freeform 2757"/>
          <p:cNvSpPr/>
          <p:nvPr/>
        </p:nvSpPr>
        <p:spPr>
          <a:xfrm>
            <a:off x="3041143" y="18025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9" name="Freeform 2758"/>
          <p:cNvSpPr/>
          <p:nvPr/>
        </p:nvSpPr>
        <p:spPr>
          <a:xfrm>
            <a:off x="2847031" y="2412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0" name="Freeform 2759"/>
          <p:cNvSpPr/>
          <p:nvPr/>
        </p:nvSpPr>
        <p:spPr>
          <a:xfrm>
            <a:off x="2408884" y="12908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1" name="Freeform 2760"/>
          <p:cNvSpPr/>
          <p:nvPr/>
        </p:nvSpPr>
        <p:spPr>
          <a:xfrm>
            <a:off x="2002176" y="2110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2" name="Freeform 2761"/>
          <p:cNvSpPr/>
          <p:nvPr/>
        </p:nvSpPr>
        <p:spPr>
          <a:xfrm>
            <a:off x="3613953" y="225827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3" name="Freeform 2762"/>
          <p:cNvSpPr/>
          <p:nvPr/>
        </p:nvSpPr>
        <p:spPr>
          <a:xfrm>
            <a:off x="3362549" y="2331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4" name="Freeform 2763"/>
          <p:cNvSpPr/>
          <p:nvPr/>
        </p:nvSpPr>
        <p:spPr>
          <a:xfrm>
            <a:off x="2840895" y="2233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5" name="Freeform 2764"/>
          <p:cNvSpPr/>
          <p:nvPr/>
        </p:nvSpPr>
        <p:spPr>
          <a:xfrm>
            <a:off x="2824123" y="22374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6" name="Freeform 2765"/>
          <p:cNvSpPr/>
          <p:nvPr/>
        </p:nvSpPr>
        <p:spPr>
          <a:xfrm>
            <a:off x="3038878" y="3850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7" name="Freeform 2766"/>
          <p:cNvSpPr/>
          <p:nvPr/>
        </p:nvSpPr>
        <p:spPr>
          <a:xfrm>
            <a:off x="2276515" y="2172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8" name="Freeform 2767"/>
          <p:cNvSpPr/>
          <p:nvPr/>
        </p:nvSpPr>
        <p:spPr>
          <a:xfrm>
            <a:off x="2728568" y="27216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9" name="Freeform 2768"/>
          <p:cNvSpPr/>
          <p:nvPr/>
        </p:nvSpPr>
        <p:spPr>
          <a:xfrm>
            <a:off x="3067572" y="34454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0" name="Freeform 2769"/>
          <p:cNvSpPr/>
          <p:nvPr/>
        </p:nvSpPr>
        <p:spPr>
          <a:xfrm>
            <a:off x="2630512" y="1438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Freeform 2770"/>
          <p:cNvSpPr/>
          <p:nvPr/>
        </p:nvSpPr>
        <p:spPr>
          <a:xfrm>
            <a:off x="1768668" y="18452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2" name="Freeform 2771"/>
          <p:cNvSpPr/>
          <p:nvPr/>
        </p:nvSpPr>
        <p:spPr>
          <a:xfrm>
            <a:off x="3328542" y="1904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3" name="Freeform 2772"/>
          <p:cNvSpPr/>
          <p:nvPr/>
        </p:nvSpPr>
        <p:spPr>
          <a:xfrm>
            <a:off x="3653019" y="2233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Freeform 2773"/>
          <p:cNvSpPr/>
          <p:nvPr/>
        </p:nvSpPr>
        <p:spPr>
          <a:xfrm>
            <a:off x="2920427" y="2073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5" name="Freeform 2774"/>
          <p:cNvSpPr/>
          <p:nvPr/>
        </p:nvSpPr>
        <p:spPr>
          <a:xfrm>
            <a:off x="2277142" y="14505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6" name="Freeform 2775"/>
          <p:cNvSpPr/>
          <p:nvPr/>
        </p:nvSpPr>
        <p:spPr>
          <a:xfrm>
            <a:off x="2519649" y="216525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Freeform 2776"/>
          <p:cNvSpPr/>
          <p:nvPr/>
        </p:nvSpPr>
        <p:spPr>
          <a:xfrm>
            <a:off x="1433819" y="9347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8" name="Freeform 2777"/>
          <p:cNvSpPr/>
          <p:nvPr/>
        </p:nvSpPr>
        <p:spPr>
          <a:xfrm>
            <a:off x="3044712" y="1843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9" name="Freeform 2778"/>
          <p:cNvSpPr/>
          <p:nvPr/>
        </p:nvSpPr>
        <p:spPr>
          <a:xfrm>
            <a:off x="2651490" y="2172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Freeform 2779"/>
          <p:cNvSpPr/>
          <p:nvPr/>
        </p:nvSpPr>
        <p:spPr>
          <a:xfrm>
            <a:off x="2213320" y="2723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1" name="Freeform 2780"/>
          <p:cNvSpPr/>
          <p:nvPr/>
        </p:nvSpPr>
        <p:spPr>
          <a:xfrm>
            <a:off x="1849284" y="1286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2" name="Freeform 2781"/>
          <p:cNvSpPr/>
          <p:nvPr/>
        </p:nvSpPr>
        <p:spPr>
          <a:xfrm>
            <a:off x="2216922" y="22026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Freeform 2782"/>
          <p:cNvSpPr/>
          <p:nvPr/>
        </p:nvSpPr>
        <p:spPr>
          <a:xfrm>
            <a:off x="3091190" y="1699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4" name="Freeform 2783"/>
          <p:cNvSpPr/>
          <p:nvPr/>
        </p:nvSpPr>
        <p:spPr>
          <a:xfrm>
            <a:off x="2531625" y="20512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5" name="Freeform 2784"/>
          <p:cNvSpPr/>
          <p:nvPr/>
        </p:nvSpPr>
        <p:spPr>
          <a:xfrm>
            <a:off x="2108270" y="18596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Freeform 2785"/>
          <p:cNvSpPr/>
          <p:nvPr/>
        </p:nvSpPr>
        <p:spPr>
          <a:xfrm>
            <a:off x="2597155" y="3264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7" name="Freeform 2786"/>
          <p:cNvSpPr/>
          <p:nvPr/>
        </p:nvSpPr>
        <p:spPr>
          <a:xfrm>
            <a:off x="2360713" y="1919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8" name="Freeform 2787"/>
          <p:cNvSpPr/>
          <p:nvPr/>
        </p:nvSpPr>
        <p:spPr>
          <a:xfrm>
            <a:off x="2014997" y="21929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Freeform 2788"/>
          <p:cNvSpPr/>
          <p:nvPr/>
        </p:nvSpPr>
        <p:spPr>
          <a:xfrm>
            <a:off x="3031515" y="1921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0" name="Freeform 2789"/>
          <p:cNvSpPr/>
          <p:nvPr/>
        </p:nvSpPr>
        <p:spPr>
          <a:xfrm>
            <a:off x="1556207" y="2333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1" name="Freeform 2790"/>
          <p:cNvSpPr/>
          <p:nvPr/>
        </p:nvSpPr>
        <p:spPr>
          <a:xfrm>
            <a:off x="3376253" y="237564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Freeform 2791"/>
          <p:cNvSpPr/>
          <p:nvPr/>
        </p:nvSpPr>
        <p:spPr>
          <a:xfrm>
            <a:off x="1743865" y="231466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3" name="Freeform 2792"/>
          <p:cNvSpPr/>
          <p:nvPr/>
        </p:nvSpPr>
        <p:spPr>
          <a:xfrm>
            <a:off x="3230222" y="2481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4" name="Freeform 2793"/>
          <p:cNvSpPr/>
          <p:nvPr/>
        </p:nvSpPr>
        <p:spPr>
          <a:xfrm>
            <a:off x="2914583" y="2474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Freeform 2794"/>
          <p:cNvSpPr/>
          <p:nvPr/>
        </p:nvSpPr>
        <p:spPr>
          <a:xfrm>
            <a:off x="2722133" y="2261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6" name="Freeform 2795"/>
          <p:cNvSpPr/>
          <p:nvPr/>
        </p:nvSpPr>
        <p:spPr>
          <a:xfrm>
            <a:off x="1514977" y="1516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7" name="Freeform 2796"/>
          <p:cNvSpPr/>
          <p:nvPr/>
        </p:nvSpPr>
        <p:spPr>
          <a:xfrm>
            <a:off x="3799309" y="2493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Freeform 2797"/>
          <p:cNvSpPr/>
          <p:nvPr/>
        </p:nvSpPr>
        <p:spPr>
          <a:xfrm>
            <a:off x="2173774" y="2315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9" name="Freeform 2798"/>
          <p:cNvSpPr/>
          <p:nvPr/>
        </p:nvSpPr>
        <p:spPr>
          <a:xfrm>
            <a:off x="2683322" y="829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0" name="Freeform 2799"/>
          <p:cNvSpPr/>
          <p:nvPr/>
        </p:nvSpPr>
        <p:spPr>
          <a:xfrm>
            <a:off x="2823396" y="2165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Freeform 2800"/>
          <p:cNvSpPr/>
          <p:nvPr/>
        </p:nvSpPr>
        <p:spPr>
          <a:xfrm>
            <a:off x="2474522" y="26273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2" name="Freeform 2801"/>
          <p:cNvSpPr/>
          <p:nvPr/>
        </p:nvSpPr>
        <p:spPr>
          <a:xfrm>
            <a:off x="3537843" y="14898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3" name="Freeform 2802"/>
          <p:cNvSpPr/>
          <p:nvPr/>
        </p:nvSpPr>
        <p:spPr>
          <a:xfrm>
            <a:off x="2731051" y="2156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Freeform 2803"/>
          <p:cNvSpPr/>
          <p:nvPr/>
        </p:nvSpPr>
        <p:spPr>
          <a:xfrm>
            <a:off x="3122116" y="211653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5" name="Freeform 2804"/>
          <p:cNvSpPr/>
          <p:nvPr/>
        </p:nvSpPr>
        <p:spPr>
          <a:xfrm>
            <a:off x="2745770" y="21848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6" name="Freeform 2805"/>
          <p:cNvSpPr/>
          <p:nvPr/>
        </p:nvSpPr>
        <p:spPr>
          <a:xfrm>
            <a:off x="3281667" y="38553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Freeform 2806"/>
          <p:cNvSpPr/>
          <p:nvPr/>
        </p:nvSpPr>
        <p:spPr>
          <a:xfrm>
            <a:off x="1718996" y="2506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8" name="Freeform 2807"/>
          <p:cNvSpPr/>
          <p:nvPr/>
        </p:nvSpPr>
        <p:spPr>
          <a:xfrm>
            <a:off x="2420482" y="2459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9" name="Freeform 2808"/>
          <p:cNvSpPr/>
          <p:nvPr/>
        </p:nvSpPr>
        <p:spPr>
          <a:xfrm>
            <a:off x="1992037" y="2357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Freeform 2809"/>
          <p:cNvSpPr/>
          <p:nvPr/>
        </p:nvSpPr>
        <p:spPr>
          <a:xfrm>
            <a:off x="2416516" y="3416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1" name="Freeform 2810"/>
          <p:cNvSpPr/>
          <p:nvPr/>
        </p:nvSpPr>
        <p:spPr>
          <a:xfrm>
            <a:off x="4285503" y="1802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2" name="Freeform 2811"/>
          <p:cNvSpPr/>
          <p:nvPr/>
        </p:nvSpPr>
        <p:spPr>
          <a:xfrm>
            <a:off x="2775851" y="152448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Freeform 2812"/>
          <p:cNvSpPr/>
          <p:nvPr/>
        </p:nvSpPr>
        <p:spPr>
          <a:xfrm>
            <a:off x="3447414" y="1968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4" name="Freeform 2813"/>
          <p:cNvSpPr/>
          <p:nvPr/>
        </p:nvSpPr>
        <p:spPr>
          <a:xfrm>
            <a:off x="2343548" y="22265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5" name="Freeform 2814"/>
          <p:cNvSpPr/>
          <p:nvPr/>
        </p:nvSpPr>
        <p:spPr>
          <a:xfrm>
            <a:off x="1009473" y="2807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Freeform 2815"/>
          <p:cNvSpPr/>
          <p:nvPr/>
        </p:nvSpPr>
        <p:spPr>
          <a:xfrm>
            <a:off x="2783110" y="2370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7" name="Freeform 2816"/>
          <p:cNvSpPr/>
          <p:nvPr/>
        </p:nvSpPr>
        <p:spPr>
          <a:xfrm>
            <a:off x="2379663" y="26149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8" name="Freeform 2817"/>
          <p:cNvSpPr/>
          <p:nvPr/>
        </p:nvSpPr>
        <p:spPr>
          <a:xfrm>
            <a:off x="3384575" y="1446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Freeform 2818"/>
          <p:cNvSpPr/>
          <p:nvPr/>
        </p:nvSpPr>
        <p:spPr>
          <a:xfrm>
            <a:off x="2310158" y="1787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0" name="Freeform 2819"/>
          <p:cNvSpPr/>
          <p:nvPr/>
        </p:nvSpPr>
        <p:spPr>
          <a:xfrm>
            <a:off x="2494391" y="1556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1" name="Freeform 2820"/>
          <p:cNvSpPr/>
          <p:nvPr/>
        </p:nvSpPr>
        <p:spPr>
          <a:xfrm>
            <a:off x="2885840" y="26707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Freeform 2821"/>
          <p:cNvSpPr/>
          <p:nvPr/>
        </p:nvSpPr>
        <p:spPr>
          <a:xfrm>
            <a:off x="2734413" y="19770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3" name="Freeform 2822"/>
          <p:cNvSpPr/>
          <p:nvPr/>
        </p:nvSpPr>
        <p:spPr>
          <a:xfrm>
            <a:off x="3420106" y="17616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4" name="Freeform 2823"/>
          <p:cNvSpPr/>
          <p:nvPr/>
        </p:nvSpPr>
        <p:spPr>
          <a:xfrm>
            <a:off x="3681277" y="1361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Freeform 2824"/>
          <p:cNvSpPr/>
          <p:nvPr/>
        </p:nvSpPr>
        <p:spPr>
          <a:xfrm>
            <a:off x="1231705" y="173999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6" name="Freeform 2825"/>
          <p:cNvSpPr/>
          <p:nvPr/>
        </p:nvSpPr>
        <p:spPr>
          <a:xfrm>
            <a:off x="2569125" y="24066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7" name="Freeform 2826"/>
          <p:cNvSpPr/>
          <p:nvPr/>
        </p:nvSpPr>
        <p:spPr>
          <a:xfrm>
            <a:off x="1634712" y="2502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Freeform 2827"/>
          <p:cNvSpPr/>
          <p:nvPr/>
        </p:nvSpPr>
        <p:spPr>
          <a:xfrm>
            <a:off x="2160558" y="2169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9" name="Freeform 2828"/>
          <p:cNvSpPr/>
          <p:nvPr/>
        </p:nvSpPr>
        <p:spPr>
          <a:xfrm>
            <a:off x="2858020" y="10751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0" name="Freeform 2829"/>
          <p:cNvSpPr/>
          <p:nvPr/>
        </p:nvSpPr>
        <p:spPr>
          <a:xfrm>
            <a:off x="1257772" y="1965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1" name="Freeform 2830"/>
          <p:cNvSpPr/>
          <p:nvPr/>
        </p:nvSpPr>
        <p:spPr>
          <a:xfrm>
            <a:off x="3031315" y="10951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2" name="Freeform 2831"/>
          <p:cNvSpPr/>
          <p:nvPr/>
        </p:nvSpPr>
        <p:spPr>
          <a:xfrm>
            <a:off x="2715329" y="1350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3" name="Freeform 2832"/>
          <p:cNvSpPr/>
          <p:nvPr/>
        </p:nvSpPr>
        <p:spPr>
          <a:xfrm>
            <a:off x="3756756" y="2616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4" name="Freeform 2833"/>
          <p:cNvSpPr/>
          <p:nvPr/>
        </p:nvSpPr>
        <p:spPr>
          <a:xfrm>
            <a:off x="1993357" y="20576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5" name="Freeform 2834"/>
          <p:cNvSpPr/>
          <p:nvPr/>
        </p:nvSpPr>
        <p:spPr>
          <a:xfrm>
            <a:off x="2203660" y="18637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6" name="Freeform 2835"/>
          <p:cNvSpPr/>
          <p:nvPr/>
        </p:nvSpPr>
        <p:spPr>
          <a:xfrm>
            <a:off x="345165" y="218311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7" name="Freeform 2836"/>
          <p:cNvSpPr/>
          <p:nvPr/>
        </p:nvSpPr>
        <p:spPr>
          <a:xfrm>
            <a:off x="2067189" y="1303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8" name="Freeform 2837"/>
          <p:cNvSpPr/>
          <p:nvPr/>
        </p:nvSpPr>
        <p:spPr>
          <a:xfrm>
            <a:off x="2508398" y="15783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9" name="Freeform 2838"/>
          <p:cNvSpPr/>
          <p:nvPr/>
        </p:nvSpPr>
        <p:spPr>
          <a:xfrm>
            <a:off x="1931983" y="2615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0" name="Freeform 2839"/>
          <p:cNvSpPr/>
          <p:nvPr/>
        </p:nvSpPr>
        <p:spPr>
          <a:xfrm>
            <a:off x="2245764" y="3764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1" name="Freeform 2840"/>
          <p:cNvSpPr/>
          <p:nvPr/>
        </p:nvSpPr>
        <p:spPr>
          <a:xfrm>
            <a:off x="2818596" y="22324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2" name="Freeform 2841"/>
          <p:cNvSpPr/>
          <p:nvPr/>
        </p:nvSpPr>
        <p:spPr>
          <a:xfrm>
            <a:off x="2088594" y="2146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3" name="Freeform 2842"/>
          <p:cNvSpPr/>
          <p:nvPr/>
        </p:nvSpPr>
        <p:spPr>
          <a:xfrm>
            <a:off x="2646218" y="2224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4" name="Freeform 2843"/>
          <p:cNvSpPr/>
          <p:nvPr/>
        </p:nvSpPr>
        <p:spPr>
          <a:xfrm>
            <a:off x="2936084" y="22405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5" name="Freeform 2844"/>
          <p:cNvSpPr/>
          <p:nvPr/>
        </p:nvSpPr>
        <p:spPr>
          <a:xfrm>
            <a:off x="3514264" y="1879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6" name="Freeform 2845"/>
          <p:cNvSpPr/>
          <p:nvPr/>
        </p:nvSpPr>
        <p:spPr>
          <a:xfrm>
            <a:off x="2827163" y="19613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7" name="Freeform 2846"/>
          <p:cNvSpPr/>
          <p:nvPr/>
        </p:nvSpPr>
        <p:spPr>
          <a:xfrm>
            <a:off x="4054492" y="724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8" name="Freeform 2847"/>
          <p:cNvSpPr/>
          <p:nvPr/>
        </p:nvSpPr>
        <p:spPr>
          <a:xfrm>
            <a:off x="2565411" y="27267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9" name="Freeform 2848"/>
          <p:cNvSpPr/>
          <p:nvPr/>
        </p:nvSpPr>
        <p:spPr>
          <a:xfrm>
            <a:off x="3158804" y="2524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0" name="Freeform 2849"/>
          <p:cNvSpPr/>
          <p:nvPr/>
        </p:nvSpPr>
        <p:spPr>
          <a:xfrm>
            <a:off x="1736868" y="2298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1" name="Freeform 2850"/>
          <p:cNvSpPr/>
          <p:nvPr/>
        </p:nvSpPr>
        <p:spPr>
          <a:xfrm>
            <a:off x="2747265" y="235951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2" name="Freeform 2851"/>
          <p:cNvSpPr/>
          <p:nvPr/>
        </p:nvSpPr>
        <p:spPr>
          <a:xfrm>
            <a:off x="2828653" y="1700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3" name="Freeform 2852"/>
          <p:cNvSpPr/>
          <p:nvPr/>
        </p:nvSpPr>
        <p:spPr>
          <a:xfrm>
            <a:off x="3060426" y="13121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4" name="Freeform 2853"/>
          <p:cNvSpPr/>
          <p:nvPr/>
        </p:nvSpPr>
        <p:spPr>
          <a:xfrm>
            <a:off x="997953" y="11630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5" name="Freeform 2854"/>
          <p:cNvSpPr/>
          <p:nvPr/>
        </p:nvSpPr>
        <p:spPr>
          <a:xfrm>
            <a:off x="1413674" y="1755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6" name="Freeform 2855"/>
          <p:cNvSpPr/>
          <p:nvPr/>
        </p:nvSpPr>
        <p:spPr>
          <a:xfrm>
            <a:off x="3523134" y="2530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7" name="Freeform 2856"/>
          <p:cNvSpPr/>
          <p:nvPr/>
        </p:nvSpPr>
        <p:spPr>
          <a:xfrm>
            <a:off x="3344730" y="2796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8" name="Freeform 2857"/>
          <p:cNvSpPr/>
          <p:nvPr/>
        </p:nvSpPr>
        <p:spPr>
          <a:xfrm>
            <a:off x="3165113" y="18539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9" name="Freeform 2858"/>
          <p:cNvSpPr/>
          <p:nvPr/>
        </p:nvSpPr>
        <p:spPr>
          <a:xfrm>
            <a:off x="2370488" y="1950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0" name="Freeform 2859"/>
          <p:cNvSpPr/>
          <p:nvPr/>
        </p:nvSpPr>
        <p:spPr>
          <a:xfrm>
            <a:off x="2742562" y="2830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1" name="Freeform 2860"/>
          <p:cNvSpPr/>
          <p:nvPr/>
        </p:nvSpPr>
        <p:spPr>
          <a:xfrm>
            <a:off x="1805530" y="2384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2" name="Freeform 2861"/>
          <p:cNvSpPr/>
          <p:nvPr/>
        </p:nvSpPr>
        <p:spPr>
          <a:xfrm>
            <a:off x="1205577" y="25394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3" name="Freeform 2862"/>
          <p:cNvSpPr/>
          <p:nvPr/>
        </p:nvSpPr>
        <p:spPr>
          <a:xfrm>
            <a:off x="2816902" y="17236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4" name="Freeform 2863"/>
          <p:cNvSpPr/>
          <p:nvPr/>
        </p:nvSpPr>
        <p:spPr>
          <a:xfrm>
            <a:off x="1566663" y="2184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5" name="Freeform 2864"/>
          <p:cNvSpPr/>
          <p:nvPr/>
        </p:nvSpPr>
        <p:spPr>
          <a:xfrm>
            <a:off x="3123258" y="2810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6" name="Freeform 2865"/>
          <p:cNvSpPr/>
          <p:nvPr/>
        </p:nvSpPr>
        <p:spPr>
          <a:xfrm>
            <a:off x="3075808" y="1230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7" name="Freeform 2866"/>
          <p:cNvSpPr/>
          <p:nvPr/>
        </p:nvSpPr>
        <p:spPr>
          <a:xfrm>
            <a:off x="2480698" y="216309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8" name="Freeform 2867"/>
          <p:cNvSpPr/>
          <p:nvPr/>
        </p:nvSpPr>
        <p:spPr>
          <a:xfrm>
            <a:off x="1799609" y="2318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9" name="Freeform 2868"/>
          <p:cNvSpPr/>
          <p:nvPr/>
        </p:nvSpPr>
        <p:spPr>
          <a:xfrm>
            <a:off x="1550134" y="2259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0" name="Freeform 2869"/>
          <p:cNvSpPr/>
          <p:nvPr/>
        </p:nvSpPr>
        <p:spPr>
          <a:xfrm>
            <a:off x="3393916" y="2311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1" name="Freeform 2870"/>
          <p:cNvSpPr/>
          <p:nvPr/>
        </p:nvSpPr>
        <p:spPr>
          <a:xfrm>
            <a:off x="2484918" y="1921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2" name="Freeform 2871"/>
          <p:cNvSpPr/>
          <p:nvPr/>
        </p:nvSpPr>
        <p:spPr>
          <a:xfrm>
            <a:off x="3038818" y="2860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3" name="Freeform 2872"/>
          <p:cNvSpPr/>
          <p:nvPr/>
        </p:nvSpPr>
        <p:spPr>
          <a:xfrm>
            <a:off x="3361362" y="24598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4" name="Freeform 2873"/>
          <p:cNvSpPr/>
          <p:nvPr/>
        </p:nvSpPr>
        <p:spPr>
          <a:xfrm>
            <a:off x="3337844" y="1621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5" name="Freeform 2874"/>
          <p:cNvSpPr/>
          <p:nvPr/>
        </p:nvSpPr>
        <p:spPr>
          <a:xfrm>
            <a:off x="2621890" y="1390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6" name="Freeform 2875"/>
          <p:cNvSpPr/>
          <p:nvPr/>
        </p:nvSpPr>
        <p:spPr>
          <a:xfrm>
            <a:off x="3214945" y="1326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7" name="Freeform 2876"/>
          <p:cNvSpPr/>
          <p:nvPr/>
        </p:nvSpPr>
        <p:spPr>
          <a:xfrm>
            <a:off x="1910606" y="1719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8" name="Freeform 2877"/>
          <p:cNvSpPr/>
          <p:nvPr/>
        </p:nvSpPr>
        <p:spPr>
          <a:xfrm>
            <a:off x="2460796" y="1811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9" name="Freeform 2878"/>
          <p:cNvSpPr/>
          <p:nvPr/>
        </p:nvSpPr>
        <p:spPr>
          <a:xfrm>
            <a:off x="1746354" y="256541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0" name="Freeform 2879"/>
          <p:cNvSpPr/>
          <p:nvPr/>
        </p:nvSpPr>
        <p:spPr>
          <a:xfrm>
            <a:off x="2669942" y="1564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1" name="Freeform 2880"/>
          <p:cNvSpPr/>
          <p:nvPr/>
        </p:nvSpPr>
        <p:spPr>
          <a:xfrm>
            <a:off x="2324052" y="2406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2" name="Freeform 2881"/>
          <p:cNvSpPr/>
          <p:nvPr/>
        </p:nvSpPr>
        <p:spPr>
          <a:xfrm>
            <a:off x="1247719" y="266346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3" name="Freeform 2882"/>
          <p:cNvSpPr/>
          <p:nvPr/>
        </p:nvSpPr>
        <p:spPr>
          <a:xfrm>
            <a:off x="2936360" y="3156990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4" name="Freeform 2883"/>
          <p:cNvSpPr/>
          <p:nvPr/>
        </p:nvSpPr>
        <p:spPr>
          <a:xfrm>
            <a:off x="1508437" y="23399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5" name="Freeform 2884"/>
          <p:cNvSpPr/>
          <p:nvPr/>
        </p:nvSpPr>
        <p:spPr>
          <a:xfrm>
            <a:off x="3094208" y="2332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6" name="Freeform 2885"/>
          <p:cNvSpPr/>
          <p:nvPr/>
        </p:nvSpPr>
        <p:spPr>
          <a:xfrm>
            <a:off x="3199556" y="3144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7" name="Freeform 2886"/>
          <p:cNvSpPr/>
          <p:nvPr/>
        </p:nvSpPr>
        <p:spPr>
          <a:xfrm>
            <a:off x="3570734" y="1141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8" name="Freeform 2887"/>
          <p:cNvSpPr/>
          <p:nvPr/>
        </p:nvSpPr>
        <p:spPr>
          <a:xfrm>
            <a:off x="2425261" y="1958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9" name="Freeform 2888"/>
          <p:cNvSpPr/>
          <p:nvPr/>
        </p:nvSpPr>
        <p:spPr>
          <a:xfrm>
            <a:off x="3204426" y="1374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0" name="Freeform 2889"/>
          <p:cNvSpPr/>
          <p:nvPr/>
        </p:nvSpPr>
        <p:spPr>
          <a:xfrm>
            <a:off x="3516920" y="2887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1" name="Freeform 2890"/>
          <p:cNvSpPr/>
          <p:nvPr/>
        </p:nvSpPr>
        <p:spPr>
          <a:xfrm>
            <a:off x="1545357" y="2319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2" name="Freeform 2891"/>
          <p:cNvSpPr/>
          <p:nvPr/>
        </p:nvSpPr>
        <p:spPr>
          <a:xfrm>
            <a:off x="2446122" y="309501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3" name="Freeform 2892"/>
          <p:cNvSpPr/>
          <p:nvPr/>
        </p:nvSpPr>
        <p:spPr>
          <a:xfrm>
            <a:off x="2373501" y="25169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4" name="Freeform 2893"/>
          <p:cNvSpPr/>
          <p:nvPr/>
        </p:nvSpPr>
        <p:spPr>
          <a:xfrm>
            <a:off x="2141524" y="1561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5" name="Freeform 2894"/>
          <p:cNvSpPr/>
          <p:nvPr/>
        </p:nvSpPr>
        <p:spPr>
          <a:xfrm>
            <a:off x="3017155" y="2427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6" name="Freeform 2895"/>
          <p:cNvSpPr/>
          <p:nvPr/>
        </p:nvSpPr>
        <p:spPr>
          <a:xfrm>
            <a:off x="3547433" y="2415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7" name="Freeform 2896"/>
          <p:cNvSpPr/>
          <p:nvPr/>
        </p:nvSpPr>
        <p:spPr>
          <a:xfrm>
            <a:off x="3103745" y="2582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8" name="Freeform 2897"/>
          <p:cNvSpPr/>
          <p:nvPr/>
        </p:nvSpPr>
        <p:spPr>
          <a:xfrm>
            <a:off x="3271219" y="24197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9" name="Freeform 2898"/>
          <p:cNvSpPr/>
          <p:nvPr/>
        </p:nvSpPr>
        <p:spPr>
          <a:xfrm>
            <a:off x="1744387" y="1462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0" name="Freeform 2899"/>
          <p:cNvSpPr/>
          <p:nvPr/>
        </p:nvSpPr>
        <p:spPr>
          <a:xfrm>
            <a:off x="1809668" y="2470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1" name="Freeform 2900"/>
          <p:cNvSpPr/>
          <p:nvPr/>
        </p:nvSpPr>
        <p:spPr>
          <a:xfrm>
            <a:off x="2931925" y="22980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2" name="Freeform 2901"/>
          <p:cNvSpPr/>
          <p:nvPr/>
        </p:nvSpPr>
        <p:spPr>
          <a:xfrm>
            <a:off x="2031572" y="2372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3" name="Freeform 2902"/>
          <p:cNvSpPr/>
          <p:nvPr/>
        </p:nvSpPr>
        <p:spPr>
          <a:xfrm>
            <a:off x="3480280" y="2643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4" name="Freeform 2903"/>
          <p:cNvSpPr/>
          <p:nvPr/>
        </p:nvSpPr>
        <p:spPr>
          <a:xfrm>
            <a:off x="1685635" y="24284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5" name="Freeform 2904"/>
          <p:cNvSpPr/>
          <p:nvPr/>
        </p:nvSpPr>
        <p:spPr>
          <a:xfrm>
            <a:off x="2228365" y="265418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6" name="Freeform 2905"/>
          <p:cNvSpPr/>
          <p:nvPr/>
        </p:nvSpPr>
        <p:spPr>
          <a:xfrm>
            <a:off x="1609301" y="1010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7" name="Freeform 2906"/>
          <p:cNvSpPr/>
          <p:nvPr/>
        </p:nvSpPr>
        <p:spPr>
          <a:xfrm>
            <a:off x="1907230" y="1908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8" name="Freeform 2907"/>
          <p:cNvSpPr/>
          <p:nvPr/>
        </p:nvSpPr>
        <p:spPr>
          <a:xfrm>
            <a:off x="2221768" y="2172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9" name="Freeform 2908"/>
          <p:cNvSpPr/>
          <p:nvPr/>
        </p:nvSpPr>
        <p:spPr>
          <a:xfrm>
            <a:off x="3755976" y="18379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0" name="Freeform 2909"/>
          <p:cNvSpPr/>
          <p:nvPr/>
        </p:nvSpPr>
        <p:spPr>
          <a:xfrm>
            <a:off x="3658240" y="21774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1" name="Freeform 2910"/>
          <p:cNvSpPr/>
          <p:nvPr/>
        </p:nvSpPr>
        <p:spPr>
          <a:xfrm>
            <a:off x="2461608" y="20171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2" name="Freeform 2911"/>
          <p:cNvSpPr/>
          <p:nvPr/>
        </p:nvSpPr>
        <p:spPr>
          <a:xfrm>
            <a:off x="2542929" y="29133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3" name="Freeform 2912"/>
          <p:cNvSpPr/>
          <p:nvPr/>
        </p:nvSpPr>
        <p:spPr>
          <a:xfrm>
            <a:off x="1956470" y="2089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4" name="Freeform 2913"/>
          <p:cNvSpPr/>
          <p:nvPr/>
        </p:nvSpPr>
        <p:spPr>
          <a:xfrm>
            <a:off x="2234950" y="2308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5" name="Freeform 2914"/>
          <p:cNvSpPr/>
          <p:nvPr/>
        </p:nvSpPr>
        <p:spPr>
          <a:xfrm>
            <a:off x="3346121" y="2245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6" name="Freeform 2915"/>
          <p:cNvSpPr/>
          <p:nvPr/>
        </p:nvSpPr>
        <p:spPr>
          <a:xfrm>
            <a:off x="900104" y="1059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7" name="Freeform 2916"/>
          <p:cNvSpPr/>
          <p:nvPr/>
        </p:nvSpPr>
        <p:spPr>
          <a:xfrm>
            <a:off x="3602397" y="1967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8" name="Freeform 2917"/>
          <p:cNvSpPr/>
          <p:nvPr/>
        </p:nvSpPr>
        <p:spPr>
          <a:xfrm>
            <a:off x="2674851" y="27825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9" name="Freeform 2918"/>
          <p:cNvSpPr/>
          <p:nvPr/>
        </p:nvSpPr>
        <p:spPr>
          <a:xfrm>
            <a:off x="2787970" y="881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0" name="Freeform 2919"/>
          <p:cNvSpPr/>
          <p:nvPr/>
        </p:nvSpPr>
        <p:spPr>
          <a:xfrm>
            <a:off x="3646492" y="31147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1" name="Freeform 2920"/>
          <p:cNvSpPr/>
          <p:nvPr/>
        </p:nvSpPr>
        <p:spPr>
          <a:xfrm>
            <a:off x="3766046" y="2131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2" name="Freeform 2921"/>
          <p:cNvSpPr/>
          <p:nvPr/>
        </p:nvSpPr>
        <p:spPr>
          <a:xfrm>
            <a:off x="2598479" y="170541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3" name="Freeform 2922"/>
          <p:cNvSpPr/>
          <p:nvPr/>
        </p:nvSpPr>
        <p:spPr>
          <a:xfrm>
            <a:off x="1674736" y="2825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4" name="Freeform 2923"/>
          <p:cNvSpPr/>
          <p:nvPr/>
        </p:nvSpPr>
        <p:spPr>
          <a:xfrm>
            <a:off x="2934249" y="23514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5" name="Freeform 2924"/>
          <p:cNvSpPr/>
          <p:nvPr/>
        </p:nvSpPr>
        <p:spPr>
          <a:xfrm>
            <a:off x="2692599" y="2440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6" name="Freeform 2925"/>
          <p:cNvSpPr/>
          <p:nvPr/>
        </p:nvSpPr>
        <p:spPr>
          <a:xfrm>
            <a:off x="1753854" y="15058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7" name="Freeform 2926"/>
          <p:cNvSpPr/>
          <p:nvPr/>
        </p:nvSpPr>
        <p:spPr>
          <a:xfrm>
            <a:off x="1800833" y="20053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8" name="Freeform 2927"/>
          <p:cNvSpPr/>
          <p:nvPr/>
        </p:nvSpPr>
        <p:spPr>
          <a:xfrm>
            <a:off x="4228085" y="17526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9" name="Freeform 2928"/>
          <p:cNvSpPr/>
          <p:nvPr/>
        </p:nvSpPr>
        <p:spPr>
          <a:xfrm>
            <a:off x="3479368" y="20095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0" name="Freeform 2929"/>
          <p:cNvSpPr/>
          <p:nvPr/>
        </p:nvSpPr>
        <p:spPr>
          <a:xfrm>
            <a:off x="1817901" y="2066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1" name="Freeform 2930"/>
          <p:cNvSpPr/>
          <p:nvPr/>
        </p:nvSpPr>
        <p:spPr>
          <a:xfrm>
            <a:off x="2690962" y="24686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2" name="Freeform 2931"/>
          <p:cNvSpPr/>
          <p:nvPr/>
        </p:nvSpPr>
        <p:spPr>
          <a:xfrm>
            <a:off x="2301890" y="22374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3" name="Freeform 2932"/>
          <p:cNvSpPr/>
          <p:nvPr/>
        </p:nvSpPr>
        <p:spPr>
          <a:xfrm>
            <a:off x="2509068" y="15433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4" name="Freeform 2933"/>
          <p:cNvSpPr/>
          <p:nvPr/>
        </p:nvSpPr>
        <p:spPr>
          <a:xfrm>
            <a:off x="2733664" y="1319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5" name="Freeform 2934"/>
          <p:cNvSpPr/>
          <p:nvPr/>
        </p:nvSpPr>
        <p:spPr>
          <a:xfrm>
            <a:off x="3444531" y="1998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6" name="Freeform 2935"/>
          <p:cNvSpPr/>
          <p:nvPr/>
        </p:nvSpPr>
        <p:spPr>
          <a:xfrm>
            <a:off x="2454653" y="25866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7" name="Freeform 2936"/>
          <p:cNvSpPr/>
          <p:nvPr/>
        </p:nvSpPr>
        <p:spPr>
          <a:xfrm>
            <a:off x="2602488" y="15167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8" name="Freeform 2937"/>
          <p:cNvSpPr/>
          <p:nvPr/>
        </p:nvSpPr>
        <p:spPr>
          <a:xfrm>
            <a:off x="2756587" y="188263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9" name="Freeform 2938"/>
          <p:cNvSpPr/>
          <p:nvPr/>
        </p:nvSpPr>
        <p:spPr>
          <a:xfrm>
            <a:off x="3282305" y="2201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0" name="Freeform 2939"/>
          <p:cNvSpPr/>
          <p:nvPr/>
        </p:nvSpPr>
        <p:spPr>
          <a:xfrm>
            <a:off x="2363332" y="2585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1" name="Freeform 2940"/>
          <p:cNvSpPr/>
          <p:nvPr/>
        </p:nvSpPr>
        <p:spPr>
          <a:xfrm>
            <a:off x="3040357" y="2400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2" name="Freeform 2941"/>
          <p:cNvSpPr/>
          <p:nvPr/>
        </p:nvSpPr>
        <p:spPr>
          <a:xfrm>
            <a:off x="2621064" y="41439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3" name="Freeform 2942"/>
          <p:cNvSpPr/>
          <p:nvPr/>
        </p:nvSpPr>
        <p:spPr>
          <a:xfrm>
            <a:off x="2127808" y="2117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4" name="Freeform 2943"/>
          <p:cNvSpPr/>
          <p:nvPr/>
        </p:nvSpPr>
        <p:spPr>
          <a:xfrm>
            <a:off x="1962411" y="1125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5" name="Freeform 2944"/>
          <p:cNvSpPr/>
          <p:nvPr/>
        </p:nvSpPr>
        <p:spPr>
          <a:xfrm>
            <a:off x="2722356" y="2310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6" name="Freeform 2945"/>
          <p:cNvSpPr/>
          <p:nvPr/>
        </p:nvSpPr>
        <p:spPr>
          <a:xfrm>
            <a:off x="1586012" y="2482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7" name="Freeform 2946"/>
          <p:cNvSpPr/>
          <p:nvPr/>
        </p:nvSpPr>
        <p:spPr>
          <a:xfrm>
            <a:off x="1918949" y="19600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8" name="Freeform 2947"/>
          <p:cNvSpPr/>
          <p:nvPr/>
        </p:nvSpPr>
        <p:spPr>
          <a:xfrm>
            <a:off x="3433044" y="38147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9" name="Freeform 2948"/>
          <p:cNvSpPr/>
          <p:nvPr/>
        </p:nvSpPr>
        <p:spPr>
          <a:xfrm>
            <a:off x="3673376" y="2012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0" name="Freeform 2949"/>
          <p:cNvSpPr/>
          <p:nvPr/>
        </p:nvSpPr>
        <p:spPr>
          <a:xfrm>
            <a:off x="3842955" y="31756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1" name="Freeform 2950"/>
          <p:cNvSpPr/>
          <p:nvPr/>
        </p:nvSpPr>
        <p:spPr>
          <a:xfrm>
            <a:off x="2600468" y="217868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2" name="Freeform 2951"/>
          <p:cNvSpPr/>
          <p:nvPr/>
        </p:nvSpPr>
        <p:spPr>
          <a:xfrm>
            <a:off x="2930998" y="1470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3" name="Freeform 2952"/>
          <p:cNvSpPr/>
          <p:nvPr/>
        </p:nvSpPr>
        <p:spPr>
          <a:xfrm>
            <a:off x="2510161" y="18507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4" name="Freeform 2953"/>
          <p:cNvSpPr/>
          <p:nvPr/>
        </p:nvSpPr>
        <p:spPr>
          <a:xfrm>
            <a:off x="3354943" y="2634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5" name="Freeform 2954"/>
          <p:cNvSpPr/>
          <p:nvPr/>
        </p:nvSpPr>
        <p:spPr>
          <a:xfrm>
            <a:off x="2939090" y="3080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6" name="Freeform 2955"/>
          <p:cNvSpPr/>
          <p:nvPr/>
        </p:nvSpPr>
        <p:spPr>
          <a:xfrm>
            <a:off x="2390227" y="26115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7" name="Freeform 2956"/>
          <p:cNvSpPr/>
          <p:nvPr/>
        </p:nvSpPr>
        <p:spPr>
          <a:xfrm>
            <a:off x="3175341" y="2693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8" name="Freeform 2957"/>
          <p:cNvSpPr/>
          <p:nvPr/>
        </p:nvSpPr>
        <p:spPr>
          <a:xfrm>
            <a:off x="2052669" y="1630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9" name="Freeform 2958"/>
          <p:cNvSpPr/>
          <p:nvPr/>
        </p:nvSpPr>
        <p:spPr>
          <a:xfrm>
            <a:off x="2508225" y="2875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0" name="Freeform 2959"/>
          <p:cNvSpPr/>
          <p:nvPr/>
        </p:nvSpPr>
        <p:spPr>
          <a:xfrm>
            <a:off x="3665078" y="1909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1" name="Freeform 2960"/>
          <p:cNvSpPr/>
          <p:nvPr/>
        </p:nvSpPr>
        <p:spPr>
          <a:xfrm>
            <a:off x="2211418" y="223381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2" name="Freeform 2961"/>
          <p:cNvSpPr/>
          <p:nvPr/>
        </p:nvSpPr>
        <p:spPr>
          <a:xfrm>
            <a:off x="2972882" y="1680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3" name="Freeform 2962"/>
          <p:cNvSpPr/>
          <p:nvPr/>
        </p:nvSpPr>
        <p:spPr>
          <a:xfrm>
            <a:off x="3341866" y="17692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4" name="Freeform 2963"/>
          <p:cNvSpPr/>
          <p:nvPr/>
        </p:nvSpPr>
        <p:spPr>
          <a:xfrm>
            <a:off x="3063942" y="2159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5" name="Freeform 2964"/>
          <p:cNvSpPr/>
          <p:nvPr/>
        </p:nvSpPr>
        <p:spPr>
          <a:xfrm>
            <a:off x="2363372" y="24325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6" name="Freeform 2965"/>
          <p:cNvSpPr/>
          <p:nvPr/>
        </p:nvSpPr>
        <p:spPr>
          <a:xfrm>
            <a:off x="2785073" y="12580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7" name="Freeform 2966"/>
          <p:cNvSpPr/>
          <p:nvPr/>
        </p:nvSpPr>
        <p:spPr>
          <a:xfrm>
            <a:off x="1695470" y="2537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8" name="Freeform 2967"/>
          <p:cNvSpPr/>
          <p:nvPr/>
        </p:nvSpPr>
        <p:spPr>
          <a:xfrm>
            <a:off x="2399911" y="1786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9" name="Freeform 2968"/>
          <p:cNvSpPr/>
          <p:nvPr/>
        </p:nvSpPr>
        <p:spPr>
          <a:xfrm>
            <a:off x="2755659" y="21971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0" name="Freeform 2969"/>
          <p:cNvSpPr/>
          <p:nvPr/>
        </p:nvSpPr>
        <p:spPr>
          <a:xfrm>
            <a:off x="3554488" y="2484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1" name="Freeform 2970"/>
          <p:cNvSpPr/>
          <p:nvPr/>
        </p:nvSpPr>
        <p:spPr>
          <a:xfrm>
            <a:off x="1606572" y="2691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2" name="Freeform 2971"/>
          <p:cNvSpPr/>
          <p:nvPr/>
        </p:nvSpPr>
        <p:spPr>
          <a:xfrm>
            <a:off x="2338557" y="2674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3" name="Freeform 2972"/>
          <p:cNvSpPr/>
          <p:nvPr/>
        </p:nvSpPr>
        <p:spPr>
          <a:xfrm>
            <a:off x="1480683" y="2579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4" name="Freeform 2973"/>
          <p:cNvSpPr/>
          <p:nvPr/>
        </p:nvSpPr>
        <p:spPr>
          <a:xfrm>
            <a:off x="2925288" y="2405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5" name="Freeform 2974"/>
          <p:cNvSpPr/>
          <p:nvPr/>
        </p:nvSpPr>
        <p:spPr>
          <a:xfrm>
            <a:off x="2551469" y="2229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6" name="Freeform 2975"/>
          <p:cNvSpPr/>
          <p:nvPr/>
        </p:nvSpPr>
        <p:spPr>
          <a:xfrm>
            <a:off x="1627067" y="22612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7" name="Freeform 2976"/>
          <p:cNvSpPr/>
          <p:nvPr/>
        </p:nvSpPr>
        <p:spPr>
          <a:xfrm>
            <a:off x="4160383" y="2609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8" name="Freeform 2977"/>
          <p:cNvSpPr/>
          <p:nvPr/>
        </p:nvSpPr>
        <p:spPr>
          <a:xfrm>
            <a:off x="3070071" y="21390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9" name="Freeform 2978"/>
          <p:cNvSpPr/>
          <p:nvPr/>
        </p:nvSpPr>
        <p:spPr>
          <a:xfrm>
            <a:off x="3116626" y="24860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0" name="Freeform 2979"/>
          <p:cNvSpPr/>
          <p:nvPr/>
        </p:nvSpPr>
        <p:spPr>
          <a:xfrm>
            <a:off x="2263069" y="2842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1" name="Freeform 2980"/>
          <p:cNvSpPr/>
          <p:nvPr/>
        </p:nvSpPr>
        <p:spPr>
          <a:xfrm>
            <a:off x="1557091" y="2528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2" name="Freeform 2981"/>
          <p:cNvSpPr/>
          <p:nvPr/>
        </p:nvSpPr>
        <p:spPr>
          <a:xfrm>
            <a:off x="2107835" y="2798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3" name="Freeform 2982"/>
          <p:cNvSpPr/>
          <p:nvPr/>
        </p:nvSpPr>
        <p:spPr>
          <a:xfrm>
            <a:off x="2634367" y="1773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4" name="Freeform 2983"/>
          <p:cNvSpPr/>
          <p:nvPr/>
        </p:nvSpPr>
        <p:spPr>
          <a:xfrm>
            <a:off x="2476583" y="21129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5" name="Freeform 2984"/>
          <p:cNvSpPr/>
          <p:nvPr/>
        </p:nvSpPr>
        <p:spPr>
          <a:xfrm>
            <a:off x="3251481" y="21544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6" name="Freeform 2985"/>
          <p:cNvSpPr/>
          <p:nvPr/>
        </p:nvSpPr>
        <p:spPr>
          <a:xfrm>
            <a:off x="3099414" y="2217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7" name="Freeform 2986"/>
          <p:cNvSpPr/>
          <p:nvPr/>
        </p:nvSpPr>
        <p:spPr>
          <a:xfrm>
            <a:off x="2304787" y="163610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8" name="Freeform 2987"/>
          <p:cNvSpPr/>
          <p:nvPr/>
        </p:nvSpPr>
        <p:spPr>
          <a:xfrm>
            <a:off x="2253480" y="2641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9" name="Freeform 2988"/>
          <p:cNvSpPr/>
          <p:nvPr/>
        </p:nvSpPr>
        <p:spPr>
          <a:xfrm>
            <a:off x="2420185" y="2516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0" name="Freeform 2989"/>
          <p:cNvSpPr/>
          <p:nvPr/>
        </p:nvSpPr>
        <p:spPr>
          <a:xfrm>
            <a:off x="3381932" y="1317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1" name="Freeform 2990"/>
          <p:cNvSpPr/>
          <p:nvPr/>
        </p:nvSpPr>
        <p:spPr>
          <a:xfrm>
            <a:off x="2869324" y="2613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2" name="Freeform 2991"/>
          <p:cNvSpPr/>
          <p:nvPr/>
        </p:nvSpPr>
        <p:spPr>
          <a:xfrm>
            <a:off x="2362480" y="-259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3" name="Freeform 2992"/>
          <p:cNvSpPr/>
          <p:nvPr/>
        </p:nvSpPr>
        <p:spPr>
          <a:xfrm>
            <a:off x="2145875" y="2185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4" name="Freeform 2993"/>
          <p:cNvSpPr/>
          <p:nvPr/>
        </p:nvSpPr>
        <p:spPr>
          <a:xfrm>
            <a:off x="2240321" y="804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5" name="Freeform 2994"/>
          <p:cNvSpPr/>
          <p:nvPr/>
        </p:nvSpPr>
        <p:spPr>
          <a:xfrm>
            <a:off x="4057208" y="831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6" name="Freeform 2995"/>
          <p:cNvSpPr/>
          <p:nvPr/>
        </p:nvSpPr>
        <p:spPr>
          <a:xfrm>
            <a:off x="3609211" y="18024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7" name="Freeform 2996"/>
          <p:cNvSpPr/>
          <p:nvPr/>
        </p:nvSpPr>
        <p:spPr>
          <a:xfrm>
            <a:off x="3372125" y="18353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8" name="Freeform 2997"/>
          <p:cNvSpPr/>
          <p:nvPr/>
        </p:nvSpPr>
        <p:spPr>
          <a:xfrm>
            <a:off x="2714939" y="17753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9" name="Freeform 2998"/>
          <p:cNvSpPr/>
          <p:nvPr/>
        </p:nvSpPr>
        <p:spPr>
          <a:xfrm>
            <a:off x="3722594" y="1946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" name="Freeform 2999"/>
          <p:cNvSpPr/>
          <p:nvPr/>
        </p:nvSpPr>
        <p:spPr>
          <a:xfrm>
            <a:off x="2801452" y="1969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" name="Freeform 3000"/>
          <p:cNvSpPr/>
          <p:nvPr/>
        </p:nvSpPr>
        <p:spPr>
          <a:xfrm>
            <a:off x="3357742" y="1617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" name="Freeform 3001"/>
          <p:cNvSpPr/>
          <p:nvPr/>
        </p:nvSpPr>
        <p:spPr>
          <a:xfrm>
            <a:off x="3051545" y="2350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3" name="Freeform 3002"/>
          <p:cNvSpPr/>
          <p:nvPr/>
        </p:nvSpPr>
        <p:spPr>
          <a:xfrm>
            <a:off x="2697345" y="17081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4" name="Freeform 3003"/>
          <p:cNvSpPr/>
          <p:nvPr/>
        </p:nvSpPr>
        <p:spPr>
          <a:xfrm>
            <a:off x="1027597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5" name="TextBox 3004"/>
          <p:cNvSpPr txBox="1"/>
          <p:nvPr/>
        </p:nvSpPr>
        <p:spPr>
          <a:xfrm>
            <a:off x="906391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006" name="Freeform 3005"/>
          <p:cNvSpPr/>
          <p:nvPr/>
        </p:nvSpPr>
        <p:spPr>
          <a:xfrm>
            <a:off x="1814441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7" name="TextBox 3006"/>
          <p:cNvSpPr txBox="1"/>
          <p:nvPr/>
        </p:nvSpPr>
        <p:spPr>
          <a:xfrm>
            <a:off x="1693235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3008" name="Freeform 3007"/>
          <p:cNvSpPr/>
          <p:nvPr/>
        </p:nvSpPr>
        <p:spPr>
          <a:xfrm>
            <a:off x="2601284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9" name="TextBox 3008"/>
          <p:cNvSpPr txBox="1"/>
          <p:nvPr/>
        </p:nvSpPr>
        <p:spPr>
          <a:xfrm>
            <a:off x="2480079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010" name="Freeform 3009"/>
          <p:cNvSpPr/>
          <p:nvPr/>
        </p:nvSpPr>
        <p:spPr>
          <a:xfrm>
            <a:off x="3388128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1" name="TextBox 3010"/>
          <p:cNvSpPr txBox="1"/>
          <p:nvPr/>
        </p:nvSpPr>
        <p:spPr>
          <a:xfrm>
            <a:off x="3266923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3012" name="Freeform 3011"/>
          <p:cNvSpPr/>
          <p:nvPr/>
        </p:nvSpPr>
        <p:spPr>
          <a:xfrm>
            <a:off x="4174972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3" name="TextBox 3012"/>
          <p:cNvSpPr txBox="1"/>
          <p:nvPr/>
        </p:nvSpPr>
        <p:spPr>
          <a:xfrm>
            <a:off x="4053766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300</a:t>
            </a:r>
          </a:p>
        </p:txBody>
      </p:sp>
      <p:sp>
        <p:nvSpPr>
          <p:cNvPr id="3014" name="TextBox 3013"/>
          <p:cNvSpPr txBox="1"/>
          <p:nvPr/>
        </p:nvSpPr>
        <p:spPr>
          <a:xfrm>
            <a:off x="1758361" y="3962763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3015" name="Freeform 3014"/>
          <p:cNvSpPr/>
          <p:nvPr/>
        </p:nvSpPr>
        <p:spPr>
          <a:xfrm>
            <a:off x="592376" y="36344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6" name="TextBox 3015"/>
          <p:cNvSpPr txBox="1"/>
          <p:nvPr/>
        </p:nvSpPr>
        <p:spPr>
          <a:xfrm>
            <a:off x="265152" y="355566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0.95</a:t>
            </a:r>
          </a:p>
        </p:txBody>
      </p:sp>
      <p:sp>
        <p:nvSpPr>
          <p:cNvPr id="3017" name="Freeform 3016"/>
          <p:cNvSpPr/>
          <p:nvPr/>
        </p:nvSpPr>
        <p:spPr>
          <a:xfrm>
            <a:off x="592376" y="31561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8" name="TextBox 3017"/>
          <p:cNvSpPr txBox="1"/>
          <p:nvPr/>
        </p:nvSpPr>
        <p:spPr>
          <a:xfrm>
            <a:off x="265152" y="30774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3019" name="Freeform 3018"/>
          <p:cNvSpPr/>
          <p:nvPr/>
        </p:nvSpPr>
        <p:spPr>
          <a:xfrm>
            <a:off x="592376" y="26779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0" name="TextBox 3019"/>
          <p:cNvSpPr txBox="1"/>
          <p:nvPr/>
        </p:nvSpPr>
        <p:spPr>
          <a:xfrm>
            <a:off x="265152" y="259915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1.05</a:t>
            </a:r>
          </a:p>
        </p:txBody>
      </p:sp>
      <p:sp>
        <p:nvSpPr>
          <p:cNvPr id="3021" name="Freeform 3020"/>
          <p:cNvSpPr/>
          <p:nvPr/>
        </p:nvSpPr>
        <p:spPr>
          <a:xfrm>
            <a:off x="592376" y="21996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2" name="TextBox 3021"/>
          <p:cNvSpPr txBox="1"/>
          <p:nvPr/>
        </p:nvSpPr>
        <p:spPr>
          <a:xfrm>
            <a:off x="265152" y="21209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1.10</a:t>
            </a:r>
          </a:p>
        </p:txBody>
      </p:sp>
      <p:sp>
        <p:nvSpPr>
          <p:cNvPr id="3023" name="Freeform 3022"/>
          <p:cNvSpPr/>
          <p:nvPr/>
        </p:nvSpPr>
        <p:spPr>
          <a:xfrm>
            <a:off x="592376" y="17213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4" name="TextBox 3023"/>
          <p:cNvSpPr txBox="1"/>
          <p:nvPr/>
        </p:nvSpPr>
        <p:spPr>
          <a:xfrm>
            <a:off x="265152" y="164264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1.15</a:t>
            </a:r>
          </a:p>
        </p:txBody>
      </p:sp>
      <p:sp>
        <p:nvSpPr>
          <p:cNvPr id="3025" name="Freeform 3024"/>
          <p:cNvSpPr/>
          <p:nvPr/>
        </p:nvSpPr>
        <p:spPr>
          <a:xfrm>
            <a:off x="592376" y="124314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6" name="TextBox 3025"/>
          <p:cNvSpPr txBox="1"/>
          <p:nvPr/>
        </p:nvSpPr>
        <p:spPr>
          <a:xfrm>
            <a:off x="265152" y="116439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1.20</a:t>
            </a:r>
          </a:p>
        </p:txBody>
      </p:sp>
      <p:sp>
        <p:nvSpPr>
          <p:cNvPr id="3027" name="Freeform 3026"/>
          <p:cNvSpPr/>
          <p:nvPr/>
        </p:nvSpPr>
        <p:spPr>
          <a:xfrm>
            <a:off x="592376" y="7648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8" name="TextBox 3027"/>
          <p:cNvSpPr txBox="1"/>
          <p:nvPr/>
        </p:nvSpPr>
        <p:spPr>
          <a:xfrm>
            <a:off x="265152" y="68613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1.25</a:t>
            </a:r>
          </a:p>
        </p:txBody>
      </p:sp>
      <p:sp>
        <p:nvSpPr>
          <p:cNvPr id="3029" name="TextBox 3028"/>
          <p:cNvSpPr txBox="1"/>
          <p:nvPr/>
        </p:nvSpPr>
        <p:spPr>
          <a:xfrm rot="16200000">
            <a:off x="92690" y="191858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keff</a:t>
            </a:r>
          </a:p>
        </p:txBody>
      </p:sp>
      <p:sp>
        <p:nvSpPr>
          <p:cNvPr id="3030" name="Freeform 3029"/>
          <p:cNvSpPr/>
          <p:nvPr/>
        </p:nvSpPr>
        <p:spPr>
          <a:xfrm>
            <a:off x="1515440" y="598018"/>
            <a:ext cx="0" cy="3132632"/>
          </a:xfrm>
          <a:custGeom>
            <a:avLst/>
            <a:gdLst/>
            <a:ahLst/>
            <a:cxnLst/>
            <a:rect l="l" t="t" r="r" b="b"/>
            <a:pathLst>
              <a:path w="0" h="3132632">
                <a:moveTo>
                  <a:pt x="0" y="3132632"/>
                </a:move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1" name="Freeform 3030"/>
          <p:cNvSpPr/>
          <p:nvPr/>
        </p:nvSpPr>
        <p:spPr>
          <a:xfrm>
            <a:off x="636826" y="598018"/>
            <a:ext cx="0" cy="3132632"/>
          </a:xfrm>
          <a:custGeom>
            <a:avLst/>
            <a:gdLst/>
            <a:ahLst/>
            <a:cxnLst/>
            <a:rect l="l" t="t" r="r" b="b"/>
            <a:pathLst>
              <a:path w="0" h="3132632">
                <a:moveTo>
                  <a:pt x="0" y="313263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2" name="Freeform 3031"/>
          <p:cNvSpPr/>
          <p:nvPr/>
        </p:nvSpPr>
        <p:spPr>
          <a:xfrm>
            <a:off x="636826" y="3730650"/>
            <a:ext cx="3747207" cy="0"/>
          </a:xfrm>
          <a:custGeom>
            <a:avLst/>
            <a:gdLst/>
            <a:ahLst/>
            <a:cxnLst/>
            <a:rect l="l" t="t" r="r" b="b"/>
            <a:pathLst>
              <a:path w="3747207" h="0">
                <a:moveTo>
                  <a:pt x="0" y="0"/>
                </a:moveTo>
                <a:lnTo>
                  <a:pt x="3747207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3" name="TextBox 3032"/>
          <p:cNvSpPr txBox="1"/>
          <p:nvPr/>
        </p:nvSpPr>
        <p:spPr>
          <a:xfrm>
            <a:off x="1799481" y="401168"/>
            <a:ext cx="17856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Decoupled (pass 1)</a:t>
            </a:r>
          </a:p>
        </p:txBody>
      </p:sp>
      <p:sp>
        <p:nvSpPr>
          <p:cNvPr id="3034" name="Freeform 3033"/>
          <p:cNvSpPr/>
          <p:nvPr/>
        </p:nvSpPr>
        <p:spPr>
          <a:xfrm>
            <a:off x="687626" y="3500241"/>
            <a:ext cx="1309306" cy="179609"/>
          </a:xfrm>
          <a:custGeom>
            <a:avLst/>
            <a:gdLst/>
            <a:ahLst/>
            <a:cxnLst/>
            <a:rect l="l" t="t" r="r" b="b"/>
            <a:pathLst>
              <a:path w="1309306" h="179609">
                <a:moveTo>
                  <a:pt x="20320" y="179609"/>
                </a:moveTo>
                <a:lnTo>
                  <a:pt x="1288986" y="179609"/>
                </a:lnTo>
                <a:close/>
                <a:lnTo>
                  <a:pt x="1304226" y="174529"/>
                </a:lnTo>
                <a:close/>
                <a:lnTo>
                  <a:pt x="1309306" y="159289"/>
                </a:lnTo>
                <a:close/>
                <a:lnTo>
                  <a:pt x="1309306" y="20320"/>
                </a:lnTo>
                <a:close/>
                <a:lnTo>
                  <a:pt x="1304226" y="5080"/>
                </a:lnTo>
                <a:close/>
                <a:lnTo>
                  <a:pt x="1288986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89"/>
                </a:lnTo>
                <a:close/>
                <a:lnTo>
                  <a:pt x="5080" y="174529"/>
                </a:lnTo>
                <a:close/>
                <a:lnTo>
                  <a:pt x="20320" y="179609"/>
                </a:lnTo>
                <a:close/>
                <a:lnTo>
                  <a:pt x="20320" y="17960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5" name="Freeform 3034"/>
          <p:cNvSpPr/>
          <p:nvPr/>
        </p:nvSpPr>
        <p:spPr>
          <a:xfrm>
            <a:off x="728266" y="3582521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6" name="TextBox 3035"/>
          <p:cNvSpPr txBox="1"/>
          <p:nvPr/>
        </p:nvSpPr>
        <p:spPr>
          <a:xfrm>
            <a:off x="1012746" y="3516481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3037" name="Rectangle 3036"/>
          <p:cNvSpPr/>
          <p:nvPr/>
        </p:nvSpPr>
        <p:spPr>
          <a:xfrm>
            <a:off x="6085028" y="598018"/>
            <a:ext cx="3747208" cy="31326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8" name="Freeform 3037"/>
          <p:cNvSpPr/>
          <p:nvPr/>
        </p:nvSpPr>
        <p:spPr>
          <a:xfrm>
            <a:off x="8714384" y="21617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9" name="Freeform 3038"/>
          <p:cNvSpPr/>
          <p:nvPr/>
        </p:nvSpPr>
        <p:spPr>
          <a:xfrm>
            <a:off x="7859491" y="2152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0" name="Freeform 3039"/>
          <p:cNvSpPr/>
          <p:nvPr/>
        </p:nvSpPr>
        <p:spPr>
          <a:xfrm>
            <a:off x="7427160" y="21468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1" name="Freeform 3040"/>
          <p:cNvSpPr/>
          <p:nvPr/>
        </p:nvSpPr>
        <p:spPr>
          <a:xfrm>
            <a:off x="7730169" y="21514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2" name="Freeform 3041"/>
          <p:cNvSpPr/>
          <p:nvPr/>
        </p:nvSpPr>
        <p:spPr>
          <a:xfrm>
            <a:off x="6696473" y="2148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3" name="Freeform 3042"/>
          <p:cNvSpPr/>
          <p:nvPr/>
        </p:nvSpPr>
        <p:spPr>
          <a:xfrm>
            <a:off x="7921179" y="2149349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4" name="Freeform 3043"/>
          <p:cNvSpPr/>
          <p:nvPr/>
        </p:nvSpPr>
        <p:spPr>
          <a:xfrm>
            <a:off x="7893911" y="2150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5" name="Freeform 3044"/>
          <p:cNvSpPr/>
          <p:nvPr/>
        </p:nvSpPr>
        <p:spPr>
          <a:xfrm>
            <a:off x="6315795" y="2146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6" name="Freeform 3045"/>
          <p:cNvSpPr/>
          <p:nvPr/>
        </p:nvSpPr>
        <p:spPr>
          <a:xfrm>
            <a:off x="7033724" y="2133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7" name="Freeform 3046"/>
          <p:cNvSpPr/>
          <p:nvPr/>
        </p:nvSpPr>
        <p:spPr>
          <a:xfrm>
            <a:off x="7067101" y="21540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8" name="Freeform 3047"/>
          <p:cNvSpPr/>
          <p:nvPr/>
        </p:nvSpPr>
        <p:spPr>
          <a:xfrm>
            <a:off x="6768414" y="2154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9" name="Freeform 3048"/>
          <p:cNvSpPr/>
          <p:nvPr/>
        </p:nvSpPr>
        <p:spPr>
          <a:xfrm>
            <a:off x="8318966" y="21420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0" name="Freeform 3049"/>
          <p:cNvSpPr/>
          <p:nvPr/>
        </p:nvSpPr>
        <p:spPr>
          <a:xfrm>
            <a:off x="6983546" y="214894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1" name="Freeform 3050"/>
          <p:cNvSpPr/>
          <p:nvPr/>
        </p:nvSpPr>
        <p:spPr>
          <a:xfrm>
            <a:off x="7403999" y="21283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2" name="Freeform 3051"/>
          <p:cNvSpPr/>
          <p:nvPr/>
        </p:nvSpPr>
        <p:spPr>
          <a:xfrm>
            <a:off x="7236034" y="2151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3" name="Freeform 3052"/>
          <p:cNvSpPr/>
          <p:nvPr/>
        </p:nvSpPr>
        <p:spPr>
          <a:xfrm>
            <a:off x="7482837" y="2139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4" name="Freeform 3053"/>
          <p:cNvSpPr/>
          <p:nvPr/>
        </p:nvSpPr>
        <p:spPr>
          <a:xfrm>
            <a:off x="7397238" y="2133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5" name="Freeform 3054"/>
          <p:cNvSpPr/>
          <p:nvPr/>
        </p:nvSpPr>
        <p:spPr>
          <a:xfrm>
            <a:off x="7784958" y="21341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6" name="Freeform 3055"/>
          <p:cNvSpPr/>
          <p:nvPr/>
        </p:nvSpPr>
        <p:spPr>
          <a:xfrm>
            <a:off x="7535410" y="21359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7" name="Freeform 3056"/>
          <p:cNvSpPr/>
          <p:nvPr/>
        </p:nvSpPr>
        <p:spPr>
          <a:xfrm>
            <a:off x="7949512" y="214308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8" name="Freeform 3057"/>
          <p:cNvSpPr/>
          <p:nvPr/>
        </p:nvSpPr>
        <p:spPr>
          <a:xfrm>
            <a:off x="7396956" y="21452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9" name="Freeform 3058"/>
          <p:cNvSpPr/>
          <p:nvPr/>
        </p:nvSpPr>
        <p:spPr>
          <a:xfrm>
            <a:off x="7409522" y="2149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0" name="Freeform 3059"/>
          <p:cNvSpPr/>
          <p:nvPr/>
        </p:nvSpPr>
        <p:spPr>
          <a:xfrm>
            <a:off x="6690096" y="2142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1" name="Freeform 3060"/>
          <p:cNvSpPr/>
          <p:nvPr/>
        </p:nvSpPr>
        <p:spPr>
          <a:xfrm>
            <a:off x="7424378" y="2150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2" name="Freeform 3061"/>
          <p:cNvSpPr/>
          <p:nvPr/>
        </p:nvSpPr>
        <p:spPr>
          <a:xfrm>
            <a:off x="6738805" y="213740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3" name="Freeform 3062"/>
          <p:cNvSpPr/>
          <p:nvPr/>
        </p:nvSpPr>
        <p:spPr>
          <a:xfrm>
            <a:off x="6648791" y="21266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4" name="Freeform 3063"/>
          <p:cNvSpPr/>
          <p:nvPr/>
        </p:nvSpPr>
        <p:spPr>
          <a:xfrm>
            <a:off x="7360473" y="2144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5" name="Freeform 3064"/>
          <p:cNvSpPr/>
          <p:nvPr/>
        </p:nvSpPr>
        <p:spPr>
          <a:xfrm>
            <a:off x="7603927" y="21257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6" name="Freeform 3065"/>
          <p:cNvSpPr/>
          <p:nvPr/>
        </p:nvSpPr>
        <p:spPr>
          <a:xfrm>
            <a:off x="6956486" y="2159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7" name="Freeform 3066"/>
          <p:cNvSpPr/>
          <p:nvPr/>
        </p:nvSpPr>
        <p:spPr>
          <a:xfrm>
            <a:off x="7492886" y="21684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8" name="Freeform 3067"/>
          <p:cNvSpPr/>
          <p:nvPr/>
        </p:nvSpPr>
        <p:spPr>
          <a:xfrm>
            <a:off x="7569401" y="214743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9" name="Freeform 3068"/>
          <p:cNvSpPr/>
          <p:nvPr/>
        </p:nvSpPr>
        <p:spPr>
          <a:xfrm>
            <a:off x="7873751" y="2144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0" name="Freeform 3069"/>
          <p:cNvSpPr/>
          <p:nvPr/>
        </p:nvSpPr>
        <p:spPr>
          <a:xfrm>
            <a:off x="7551962" y="2137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1" name="Freeform 3070"/>
          <p:cNvSpPr/>
          <p:nvPr/>
        </p:nvSpPr>
        <p:spPr>
          <a:xfrm>
            <a:off x="6834789" y="2143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2" name="Freeform 3071"/>
          <p:cNvSpPr/>
          <p:nvPr/>
        </p:nvSpPr>
        <p:spPr>
          <a:xfrm>
            <a:off x="7225228" y="2146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3" name="Freeform 3072"/>
          <p:cNvSpPr/>
          <p:nvPr/>
        </p:nvSpPr>
        <p:spPr>
          <a:xfrm>
            <a:off x="7657776" y="2126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4" name="Freeform 3073"/>
          <p:cNvSpPr/>
          <p:nvPr/>
        </p:nvSpPr>
        <p:spPr>
          <a:xfrm>
            <a:off x="7506619" y="21456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5" name="Freeform 3074"/>
          <p:cNvSpPr/>
          <p:nvPr/>
        </p:nvSpPr>
        <p:spPr>
          <a:xfrm>
            <a:off x="7605488" y="2150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6" name="Freeform 3075"/>
          <p:cNvSpPr/>
          <p:nvPr/>
        </p:nvSpPr>
        <p:spPr>
          <a:xfrm>
            <a:off x="7804564" y="215529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7" name="Freeform 3076"/>
          <p:cNvSpPr/>
          <p:nvPr/>
        </p:nvSpPr>
        <p:spPr>
          <a:xfrm>
            <a:off x="6619185" y="2144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8" name="Freeform 3077"/>
          <p:cNvSpPr/>
          <p:nvPr/>
        </p:nvSpPr>
        <p:spPr>
          <a:xfrm>
            <a:off x="6938340" y="2136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Freeform 3078"/>
          <p:cNvSpPr/>
          <p:nvPr/>
        </p:nvSpPr>
        <p:spPr>
          <a:xfrm>
            <a:off x="7638905" y="21457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0" name="Freeform 3079"/>
          <p:cNvSpPr/>
          <p:nvPr/>
        </p:nvSpPr>
        <p:spPr>
          <a:xfrm>
            <a:off x="7113337" y="2134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1" name="Freeform 3080"/>
          <p:cNvSpPr/>
          <p:nvPr/>
        </p:nvSpPr>
        <p:spPr>
          <a:xfrm>
            <a:off x="7640902" y="2147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2" name="Freeform 3081"/>
          <p:cNvSpPr/>
          <p:nvPr/>
        </p:nvSpPr>
        <p:spPr>
          <a:xfrm>
            <a:off x="7709014" y="2159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3" name="Freeform 3082"/>
          <p:cNvSpPr/>
          <p:nvPr/>
        </p:nvSpPr>
        <p:spPr>
          <a:xfrm>
            <a:off x="7890295" y="214814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4" name="Freeform 3083"/>
          <p:cNvSpPr/>
          <p:nvPr/>
        </p:nvSpPr>
        <p:spPr>
          <a:xfrm>
            <a:off x="7268148" y="2145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5" name="Freeform 3084"/>
          <p:cNvSpPr/>
          <p:nvPr/>
        </p:nvSpPr>
        <p:spPr>
          <a:xfrm>
            <a:off x="6788749" y="2150115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6" name="Freeform 3085"/>
          <p:cNvSpPr/>
          <p:nvPr/>
        </p:nvSpPr>
        <p:spPr>
          <a:xfrm>
            <a:off x="7189429" y="21537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7" name="Freeform 3086"/>
          <p:cNvSpPr/>
          <p:nvPr/>
        </p:nvSpPr>
        <p:spPr>
          <a:xfrm>
            <a:off x="7386414" y="21328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8" name="Freeform 3087"/>
          <p:cNvSpPr/>
          <p:nvPr/>
        </p:nvSpPr>
        <p:spPr>
          <a:xfrm>
            <a:off x="7779807" y="2147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9" name="Freeform 3088"/>
          <p:cNvSpPr/>
          <p:nvPr/>
        </p:nvSpPr>
        <p:spPr>
          <a:xfrm>
            <a:off x="7910718" y="2157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0" name="Freeform 3089"/>
          <p:cNvSpPr/>
          <p:nvPr/>
        </p:nvSpPr>
        <p:spPr>
          <a:xfrm>
            <a:off x="6425056" y="2144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1" name="Freeform 3090"/>
          <p:cNvSpPr/>
          <p:nvPr/>
        </p:nvSpPr>
        <p:spPr>
          <a:xfrm>
            <a:off x="8153578" y="2147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2" name="Freeform 3091"/>
          <p:cNvSpPr/>
          <p:nvPr/>
        </p:nvSpPr>
        <p:spPr>
          <a:xfrm>
            <a:off x="6661796" y="2159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3" name="Freeform 3092"/>
          <p:cNvSpPr/>
          <p:nvPr/>
        </p:nvSpPr>
        <p:spPr>
          <a:xfrm>
            <a:off x="7666281" y="21360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4" name="Freeform 3093"/>
          <p:cNvSpPr/>
          <p:nvPr/>
        </p:nvSpPr>
        <p:spPr>
          <a:xfrm>
            <a:off x="7821125" y="21500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5" name="Freeform 3094"/>
          <p:cNvSpPr/>
          <p:nvPr/>
        </p:nvSpPr>
        <p:spPr>
          <a:xfrm>
            <a:off x="8149542" y="21485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6" name="Freeform 3095"/>
          <p:cNvSpPr/>
          <p:nvPr/>
        </p:nvSpPr>
        <p:spPr>
          <a:xfrm>
            <a:off x="8032082" y="214958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7" name="Freeform 3096"/>
          <p:cNvSpPr/>
          <p:nvPr/>
        </p:nvSpPr>
        <p:spPr>
          <a:xfrm>
            <a:off x="7261648" y="2151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8" name="Freeform 3097"/>
          <p:cNvSpPr/>
          <p:nvPr/>
        </p:nvSpPr>
        <p:spPr>
          <a:xfrm>
            <a:off x="6756050" y="21577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9" name="Freeform 3098"/>
          <p:cNvSpPr/>
          <p:nvPr/>
        </p:nvSpPr>
        <p:spPr>
          <a:xfrm>
            <a:off x="7589255" y="2139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0" name="Freeform 3099"/>
          <p:cNvSpPr/>
          <p:nvPr/>
        </p:nvSpPr>
        <p:spPr>
          <a:xfrm>
            <a:off x="7380755" y="2149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1" name="Freeform 3100"/>
          <p:cNvSpPr/>
          <p:nvPr/>
        </p:nvSpPr>
        <p:spPr>
          <a:xfrm>
            <a:off x="7225129" y="21556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2" name="Freeform 3101"/>
          <p:cNvSpPr/>
          <p:nvPr/>
        </p:nvSpPr>
        <p:spPr>
          <a:xfrm>
            <a:off x="7860402" y="2156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3" name="Freeform 3102"/>
          <p:cNvSpPr/>
          <p:nvPr/>
        </p:nvSpPr>
        <p:spPr>
          <a:xfrm>
            <a:off x="7297040" y="2155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4" name="Freeform 3103"/>
          <p:cNvSpPr/>
          <p:nvPr/>
        </p:nvSpPr>
        <p:spPr>
          <a:xfrm>
            <a:off x="7692807" y="2150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5" name="Freeform 3104"/>
          <p:cNvSpPr/>
          <p:nvPr/>
        </p:nvSpPr>
        <p:spPr>
          <a:xfrm>
            <a:off x="8043510" y="21572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6" name="Freeform 3105"/>
          <p:cNvSpPr/>
          <p:nvPr/>
        </p:nvSpPr>
        <p:spPr>
          <a:xfrm>
            <a:off x="7182598" y="214505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7" name="Freeform 3106"/>
          <p:cNvSpPr/>
          <p:nvPr/>
        </p:nvSpPr>
        <p:spPr>
          <a:xfrm>
            <a:off x="7648945" y="21597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8" name="Freeform 3107"/>
          <p:cNvSpPr/>
          <p:nvPr/>
        </p:nvSpPr>
        <p:spPr>
          <a:xfrm>
            <a:off x="7556049" y="2162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9" name="Freeform 3108"/>
          <p:cNvSpPr/>
          <p:nvPr/>
        </p:nvSpPr>
        <p:spPr>
          <a:xfrm>
            <a:off x="8294648" y="2148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0" name="Freeform 3109"/>
          <p:cNvSpPr/>
          <p:nvPr/>
        </p:nvSpPr>
        <p:spPr>
          <a:xfrm>
            <a:off x="7506682" y="2131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1" name="Freeform 3110"/>
          <p:cNvSpPr/>
          <p:nvPr/>
        </p:nvSpPr>
        <p:spPr>
          <a:xfrm>
            <a:off x="6990182" y="21405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2" name="Freeform 3111"/>
          <p:cNvSpPr/>
          <p:nvPr/>
        </p:nvSpPr>
        <p:spPr>
          <a:xfrm>
            <a:off x="7989061" y="21526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3" name="Freeform 3112"/>
          <p:cNvSpPr/>
          <p:nvPr/>
        </p:nvSpPr>
        <p:spPr>
          <a:xfrm>
            <a:off x="7628013" y="21436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4" name="Freeform 3113"/>
          <p:cNvSpPr/>
          <p:nvPr/>
        </p:nvSpPr>
        <p:spPr>
          <a:xfrm>
            <a:off x="7395832" y="2137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5" name="Freeform 3114"/>
          <p:cNvSpPr/>
          <p:nvPr/>
        </p:nvSpPr>
        <p:spPr>
          <a:xfrm>
            <a:off x="7492320" y="2156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6" name="Freeform 3115"/>
          <p:cNvSpPr/>
          <p:nvPr/>
        </p:nvSpPr>
        <p:spPr>
          <a:xfrm>
            <a:off x="7528972" y="2151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7" name="Freeform 3116"/>
          <p:cNvSpPr/>
          <p:nvPr/>
        </p:nvSpPr>
        <p:spPr>
          <a:xfrm>
            <a:off x="7715665" y="2159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8" name="Freeform 3117"/>
          <p:cNvSpPr/>
          <p:nvPr/>
        </p:nvSpPr>
        <p:spPr>
          <a:xfrm>
            <a:off x="7609449" y="216972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9" name="Freeform 3118"/>
          <p:cNvSpPr/>
          <p:nvPr/>
        </p:nvSpPr>
        <p:spPr>
          <a:xfrm>
            <a:off x="7657967" y="2154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0" name="Freeform 3119"/>
          <p:cNvSpPr/>
          <p:nvPr/>
        </p:nvSpPr>
        <p:spPr>
          <a:xfrm>
            <a:off x="7574392" y="21529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1" name="Freeform 3120"/>
          <p:cNvSpPr/>
          <p:nvPr/>
        </p:nvSpPr>
        <p:spPr>
          <a:xfrm>
            <a:off x="7322949" y="21611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2" name="Freeform 3121"/>
          <p:cNvSpPr/>
          <p:nvPr/>
        </p:nvSpPr>
        <p:spPr>
          <a:xfrm>
            <a:off x="8131297" y="21490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3" name="Freeform 3122"/>
          <p:cNvSpPr/>
          <p:nvPr/>
        </p:nvSpPr>
        <p:spPr>
          <a:xfrm>
            <a:off x="6856930" y="2143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4" name="Freeform 3123"/>
          <p:cNvSpPr/>
          <p:nvPr/>
        </p:nvSpPr>
        <p:spPr>
          <a:xfrm>
            <a:off x="8254905" y="2150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5" name="Freeform 3124"/>
          <p:cNvSpPr/>
          <p:nvPr/>
        </p:nvSpPr>
        <p:spPr>
          <a:xfrm>
            <a:off x="7607818" y="2145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6" name="Freeform 3125"/>
          <p:cNvSpPr/>
          <p:nvPr/>
        </p:nvSpPr>
        <p:spPr>
          <a:xfrm>
            <a:off x="7325804" y="21468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7" name="Freeform 3126"/>
          <p:cNvSpPr/>
          <p:nvPr/>
        </p:nvSpPr>
        <p:spPr>
          <a:xfrm>
            <a:off x="7725333" y="21295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8" name="Freeform 3127"/>
          <p:cNvSpPr/>
          <p:nvPr/>
        </p:nvSpPr>
        <p:spPr>
          <a:xfrm>
            <a:off x="7133659" y="21567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9" name="Freeform 3128"/>
          <p:cNvSpPr/>
          <p:nvPr/>
        </p:nvSpPr>
        <p:spPr>
          <a:xfrm>
            <a:off x="7720954" y="2141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0" name="Freeform 3129"/>
          <p:cNvSpPr/>
          <p:nvPr/>
        </p:nvSpPr>
        <p:spPr>
          <a:xfrm>
            <a:off x="7452334" y="21573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1" name="Freeform 3130"/>
          <p:cNvSpPr/>
          <p:nvPr/>
        </p:nvSpPr>
        <p:spPr>
          <a:xfrm>
            <a:off x="6972010" y="2141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2" name="Freeform 3131"/>
          <p:cNvSpPr/>
          <p:nvPr/>
        </p:nvSpPr>
        <p:spPr>
          <a:xfrm>
            <a:off x="6745587" y="2149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3" name="Freeform 3132"/>
          <p:cNvSpPr/>
          <p:nvPr/>
        </p:nvSpPr>
        <p:spPr>
          <a:xfrm>
            <a:off x="7124435" y="21529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4" name="Freeform 3133"/>
          <p:cNvSpPr/>
          <p:nvPr/>
        </p:nvSpPr>
        <p:spPr>
          <a:xfrm>
            <a:off x="7710223" y="21514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5" name="Freeform 3134"/>
          <p:cNvSpPr/>
          <p:nvPr/>
        </p:nvSpPr>
        <p:spPr>
          <a:xfrm>
            <a:off x="8233655" y="214229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6" name="Freeform 3135"/>
          <p:cNvSpPr/>
          <p:nvPr/>
        </p:nvSpPr>
        <p:spPr>
          <a:xfrm>
            <a:off x="7382039" y="2148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7" name="Freeform 3136"/>
          <p:cNvSpPr/>
          <p:nvPr/>
        </p:nvSpPr>
        <p:spPr>
          <a:xfrm>
            <a:off x="7448555" y="2157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8" name="Freeform 3137"/>
          <p:cNvSpPr/>
          <p:nvPr/>
        </p:nvSpPr>
        <p:spPr>
          <a:xfrm>
            <a:off x="6959930" y="21383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9" name="Freeform 3138"/>
          <p:cNvSpPr/>
          <p:nvPr/>
        </p:nvSpPr>
        <p:spPr>
          <a:xfrm>
            <a:off x="7171777" y="2157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0" name="Freeform 3139"/>
          <p:cNvSpPr/>
          <p:nvPr/>
        </p:nvSpPr>
        <p:spPr>
          <a:xfrm>
            <a:off x="7166975" y="2148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1" name="Freeform 3140"/>
          <p:cNvSpPr/>
          <p:nvPr/>
        </p:nvSpPr>
        <p:spPr>
          <a:xfrm>
            <a:off x="7050407" y="21449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2" name="Freeform 3141"/>
          <p:cNvSpPr/>
          <p:nvPr/>
        </p:nvSpPr>
        <p:spPr>
          <a:xfrm>
            <a:off x="7219387" y="2144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3" name="Freeform 3142"/>
          <p:cNvSpPr/>
          <p:nvPr/>
        </p:nvSpPr>
        <p:spPr>
          <a:xfrm>
            <a:off x="7701477" y="2160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4" name="Freeform 3143"/>
          <p:cNvSpPr/>
          <p:nvPr/>
        </p:nvSpPr>
        <p:spPr>
          <a:xfrm>
            <a:off x="6915422" y="21388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5" name="Freeform 3144"/>
          <p:cNvSpPr/>
          <p:nvPr/>
        </p:nvSpPr>
        <p:spPr>
          <a:xfrm>
            <a:off x="7144624" y="2145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6" name="Freeform 3145"/>
          <p:cNvSpPr/>
          <p:nvPr/>
        </p:nvSpPr>
        <p:spPr>
          <a:xfrm>
            <a:off x="7858833" y="2143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7" name="Freeform 3146"/>
          <p:cNvSpPr/>
          <p:nvPr/>
        </p:nvSpPr>
        <p:spPr>
          <a:xfrm>
            <a:off x="6969140" y="2150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8" name="Freeform 3147"/>
          <p:cNvSpPr/>
          <p:nvPr/>
        </p:nvSpPr>
        <p:spPr>
          <a:xfrm>
            <a:off x="7264048" y="2154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9" name="Freeform 3148"/>
          <p:cNvSpPr/>
          <p:nvPr/>
        </p:nvSpPr>
        <p:spPr>
          <a:xfrm>
            <a:off x="6861367" y="21527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0" name="Freeform 3149"/>
          <p:cNvSpPr/>
          <p:nvPr/>
        </p:nvSpPr>
        <p:spPr>
          <a:xfrm>
            <a:off x="7973463" y="21498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1" name="Freeform 3150"/>
          <p:cNvSpPr/>
          <p:nvPr/>
        </p:nvSpPr>
        <p:spPr>
          <a:xfrm>
            <a:off x="7088337" y="21318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2" name="Freeform 3151"/>
          <p:cNvSpPr/>
          <p:nvPr/>
        </p:nvSpPr>
        <p:spPr>
          <a:xfrm>
            <a:off x="6573277" y="21509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3" name="Freeform 3152"/>
          <p:cNvSpPr/>
          <p:nvPr/>
        </p:nvSpPr>
        <p:spPr>
          <a:xfrm>
            <a:off x="7594229" y="2147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4" name="Freeform 3153"/>
          <p:cNvSpPr/>
          <p:nvPr/>
        </p:nvSpPr>
        <p:spPr>
          <a:xfrm>
            <a:off x="7470680" y="2151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5" name="Freeform 3154"/>
          <p:cNvSpPr/>
          <p:nvPr/>
        </p:nvSpPr>
        <p:spPr>
          <a:xfrm>
            <a:off x="7065134" y="21519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6" name="Freeform 3155"/>
          <p:cNvSpPr/>
          <p:nvPr/>
        </p:nvSpPr>
        <p:spPr>
          <a:xfrm>
            <a:off x="7320706" y="2150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7" name="Freeform 3156"/>
          <p:cNvSpPr/>
          <p:nvPr/>
        </p:nvSpPr>
        <p:spPr>
          <a:xfrm>
            <a:off x="7389987" y="2143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8" name="Freeform 3157"/>
          <p:cNvSpPr/>
          <p:nvPr/>
        </p:nvSpPr>
        <p:spPr>
          <a:xfrm>
            <a:off x="6976005" y="2154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9" name="Freeform 3158"/>
          <p:cNvSpPr/>
          <p:nvPr/>
        </p:nvSpPr>
        <p:spPr>
          <a:xfrm>
            <a:off x="7718507" y="21538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0" name="Freeform 3159"/>
          <p:cNvSpPr/>
          <p:nvPr/>
        </p:nvSpPr>
        <p:spPr>
          <a:xfrm>
            <a:off x="8053194" y="21556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1" name="Freeform 3160"/>
          <p:cNvSpPr/>
          <p:nvPr/>
        </p:nvSpPr>
        <p:spPr>
          <a:xfrm>
            <a:off x="7106063" y="21483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2" name="Freeform 3161"/>
          <p:cNvSpPr/>
          <p:nvPr/>
        </p:nvSpPr>
        <p:spPr>
          <a:xfrm>
            <a:off x="7471889" y="21502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3" name="Freeform 3162"/>
          <p:cNvSpPr/>
          <p:nvPr/>
        </p:nvSpPr>
        <p:spPr>
          <a:xfrm>
            <a:off x="7507892" y="2142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4" name="Freeform 3163"/>
          <p:cNvSpPr/>
          <p:nvPr/>
        </p:nvSpPr>
        <p:spPr>
          <a:xfrm>
            <a:off x="7849105" y="214365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5" name="Freeform 3164"/>
          <p:cNvSpPr/>
          <p:nvPr/>
        </p:nvSpPr>
        <p:spPr>
          <a:xfrm>
            <a:off x="7459418" y="21483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6" name="Freeform 3165"/>
          <p:cNvSpPr/>
          <p:nvPr/>
        </p:nvSpPr>
        <p:spPr>
          <a:xfrm>
            <a:off x="7066778" y="21440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7" name="Freeform 3166"/>
          <p:cNvSpPr/>
          <p:nvPr/>
        </p:nvSpPr>
        <p:spPr>
          <a:xfrm>
            <a:off x="8589199" y="21564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8" name="Freeform 3167"/>
          <p:cNvSpPr/>
          <p:nvPr/>
        </p:nvSpPr>
        <p:spPr>
          <a:xfrm>
            <a:off x="6856163" y="2151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9" name="Freeform 3168"/>
          <p:cNvSpPr/>
          <p:nvPr/>
        </p:nvSpPr>
        <p:spPr>
          <a:xfrm>
            <a:off x="8441775" y="2159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0" name="Freeform 3169"/>
          <p:cNvSpPr/>
          <p:nvPr/>
        </p:nvSpPr>
        <p:spPr>
          <a:xfrm>
            <a:off x="7597531" y="21322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1" name="Freeform 3170"/>
          <p:cNvSpPr/>
          <p:nvPr/>
        </p:nvSpPr>
        <p:spPr>
          <a:xfrm>
            <a:off x="7121694" y="213634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2" name="Freeform 3171"/>
          <p:cNvSpPr/>
          <p:nvPr/>
        </p:nvSpPr>
        <p:spPr>
          <a:xfrm>
            <a:off x="7441873" y="21356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3" name="Freeform 3172"/>
          <p:cNvSpPr/>
          <p:nvPr/>
        </p:nvSpPr>
        <p:spPr>
          <a:xfrm>
            <a:off x="6902839" y="2142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4" name="Freeform 3173"/>
          <p:cNvSpPr/>
          <p:nvPr/>
        </p:nvSpPr>
        <p:spPr>
          <a:xfrm>
            <a:off x="6360387" y="21397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5" name="Freeform 3174"/>
          <p:cNvSpPr/>
          <p:nvPr/>
        </p:nvSpPr>
        <p:spPr>
          <a:xfrm>
            <a:off x="7734330" y="214252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6" name="Freeform 3175"/>
          <p:cNvSpPr/>
          <p:nvPr/>
        </p:nvSpPr>
        <p:spPr>
          <a:xfrm>
            <a:off x="6946934" y="21533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7" name="Freeform 3176"/>
          <p:cNvSpPr/>
          <p:nvPr/>
        </p:nvSpPr>
        <p:spPr>
          <a:xfrm>
            <a:off x="6893353" y="2139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8" name="Freeform 3177"/>
          <p:cNvSpPr/>
          <p:nvPr/>
        </p:nvSpPr>
        <p:spPr>
          <a:xfrm>
            <a:off x="8105732" y="21513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9" name="Freeform 3178"/>
          <p:cNvSpPr/>
          <p:nvPr/>
        </p:nvSpPr>
        <p:spPr>
          <a:xfrm>
            <a:off x="7112014" y="21505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0" name="Freeform 3179"/>
          <p:cNvSpPr/>
          <p:nvPr/>
        </p:nvSpPr>
        <p:spPr>
          <a:xfrm>
            <a:off x="7508103" y="2147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1" name="Freeform 3180"/>
          <p:cNvSpPr/>
          <p:nvPr/>
        </p:nvSpPr>
        <p:spPr>
          <a:xfrm>
            <a:off x="7343763" y="2142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2" name="Freeform 3181"/>
          <p:cNvSpPr/>
          <p:nvPr/>
        </p:nvSpPr>
        <p:spPr>
          <a:xfrm>
            <a:off x="8277154" y="21450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3" name="Freeform 3182"/>
          <p:cNvSpPr/>
          <p:nvPr/>
        </p:nvSpPr>
        <p:spPr>
          <a:xfrm>
            <a:off x="7140021" y="2150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4" name="Freeform 3183"/>
          <p:cNvSpPr/>
          <p:nvPr/>
        </p:nvSpPr>
        <p:spPr>
          <a:xfrm>
            <a:off x="7186096" y="2145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5" name="Freeform 3184"/>
          <p:cNvSpPr/>
          <p:nvPr/>
        </p:nvSpPr>
        <p:spPr>
          <a:xfrm>
            <a:off x="8615808" y="21569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6" name="Freeform 3185"/>
          <p:cNvSpPr/>
          <p:nvPr/>
        </p:nvSpPr>
        <p:spPr>
          <a:xfrm>
            <a:off x="7174928" y="21482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7" name="Freeform 3186"/>
          <p:cNvSpPr/>
          <p:nvPr/>
        </p:nvSpPr>
        <p:spPr>
          <a:xfrm>
            <a:off x="6386774" y="2149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8" name="Freeform 3187"/>
          <p:cNvSpPr/>
          <p:nvPr/>
        </p:nvSpPr>
        <p:spPr>
          <a:xfrm>
            <a:off x="8045006" y="2164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9" name="Freeform 3188"/>
          <p:cNvSpPr/>
          <p:nvPr/>
        </p:nvSpPr>
        <p:spPr>
          <a:xfrm>
            <a:off x="7230641" y="21577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0" name="Freeform 3189"/>
          <p:cNvSpPr/>
          <p:nvPr/>
        </p:nvSpPr>
        <p:spPr>
          <a:xfrm>
            <a:off x="8038723" y="21404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1" name="Freeform 3190"/>
          <p:cNvSpPr/>
          <p:nvPr/>
        </p:nvSpPr>
        <p:spPr>
          <a:xfrm>
            <a:off x="7717794" y="2139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2" name="Freeform 3191"/>
          <p:cNvSpPr/>
          <p:nvPr/>
        </p:nvSpPr>
        <p:spPr>
          <a:xfrm>
            <a:off x="7720878" y="2140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3" name="Freeform 3192"/>
          <p:cNvSpPr/>
          <p:nvPr/>
        </p:nvSpPr>
        <p:spPr>
          <a:xfrm>
            <a:off x="7500872" y="2147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4" name="Freeform 3193"/>
          <p:cNvSpPr/>
          <p:nvPr/>
        </p:nvSpPr>
        <p:spPr>
          <a:xfrm>
            <a:off x="7185832" y="2152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5" name="Freeform 3194"/>
          <p:cNvSpPr/>
          <p:nvPr/>
        </p:nvSpPr>
        <p:spPr>
          <a:xfrm>
            <a:off x="7787360" y="2139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6" name="Freeform 3195"/>
          <p:cNvSpPr/>
          <p:nvPr/>
        </p:nvSpPr>
        <p:spPr>
          <a:xfrm>
            <a:off x="7242834" y="21552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7" name="Freeform 3196"/>
          <p:cNvSpPr/>
          <p:nvPr/>
        </p:nvSpPr>
        <p:spPr>
          <a:xfrm>
            <a:off x="7731290" y="2161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8" name="Freeform 3197"/>
          <p:cNvSpPr/>
          <p:nvPr/>
        </p:nvSpPr>
        <p:spPr>
          <a:xfrm>
            <a:off x="8297698" y="21368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9" name="Freeform 3198"/>
          <p:cNvSpPr/>
          <p:nvPr/>
        </p:nvSpPr>
        <p:spPr>
          <a:xfrm>
            <a:off x="7475132" y="21491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0" name="Freeform 3199"/>
          <p:cNvSpPr/>
          <p:nvPr/>
        </p:nvSpPr>
        <p:spPr>
          <a:xfrm>
            <a:off x="7369459" y="21525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1" name="Freeform 3200"/>
          <p:cNvSpPr/>
          <p:nvPr/>
        </p:nvSpPr>
        <p:spPr>
          <a:xfrm>
            <a:off x="7597090" y="2157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2" name="Freeform 3201"/>
          <p:cNvSpPr/>
          <p:nvPr/>
        </p:nvSpPr>
        <p:spPr>
          <a:xfrm>
            <a:off x="6926045" y="21588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3" name="Freeform 3202"/>
          <p:cNvSpPr/>
          <p:nvPr/>
        </p:nvSpPr>
        <p:spPr>
          <a:xfrm>
            <a:off x="7447576" y="215411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4" name="Freeform 3203"/>
          <p:cNvSpPr/>
          <p:nvPr/>
        </p:nvSpPr>
        <p:spPr>
          <a:xfrm>
            <a:off x="6548415" y="2146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5" name="Freeform 3204"/>
          <p:cNvSpPr/>
          <p:nvPr/>
        </p:nvSpPr>
        <p:spPr>
          <a:xfrm>
            <a:off x="7630875" y="21468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6" name="Freeform 3205"/>
          <p:cNvSpPr/>
          <p:nvPr/>
        </p:nvSpPr>
        <p:spPr>
          <a:xfrm>
            <a:off x="7112748" y="2154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7" name="Freeform 3206"/>
          <p:cNvSpPr/>
          <p:nvPr/>
        </p:nvSpPr>
        <p:spPr>
          <a:xfrm>
            <a:off x="7914611" y="2151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8" name="Freeform 3207"/>
          <p:cNvSpPr/>
          <p:nvPr/>
        </p:nvSpPr>
        <p:spPr>
          <a:xfrm>
            <a:off x="7464921" y="2148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9" name="Freeform 3208"/>
          <p:cNvSpPr/>
          <p:nvPr/>
        </p:nvSpPr>
        <p:spPr>
          <a:xfrm>
            <a:off x="7500705" y="2148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0" name="Freeform 3209"/>
          <p:cNvSpPr/>
          <p:nvPr/>
        </p:nvSpPr>
        <p:spPr>
          <a:xfrm>
            <a:off x="7205961" y="21511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1" name="Freeform 3210"/>
          <p:cNvSpPr/>
          <p:nvPr/>
        </p:nvSpPr>
        <p:spPr>
          <a:xfrm>
            <a:off x="7240301" y="2141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2" name="Freeform 3211"/>
          <p:cNvSpPr/>
          <p:nvPr/>
        </p:nvSpPr>
        <p:spPr>
          <a:xfrm>
            <a:off x="7090040" y="2150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3" name="Freeform 3212"/>
          <p:cNvSpPr/>
          <p:nvPr/>
        </p:nvSpPr>
        <p:spPr>
          <a:xfrm>
            <a:off x="7532232" y="21475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4" name="Freeform 3213"/>
          <p:cNvSpPr/>
          <p:nvPr/>
        </p:nvSpPr>
        <p:spPr>
          <a:xfrm>
            <a:off x="6559062" y="21429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5" name="Freeform 3214"/>
          <p:cNvSpPr/>
          <p:nvPr/>
        </p:nvSpPr>
        <p:spPr>
          <a:xfrm>
            <a:off x="7131317" y="21571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6" name="Freeform 3215"/>
          <p:cNvSpPr/>
          <p:nvPr/>
        </p:nvSpPr>
        <p:spPr>
          <a:xfrm>
            <a:off x="7220237" y="21470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7" name="Freeform 3216"/>
          <p:cNvSpPr/>
          <p:nvPr/>
        </p:nvSpPr>
        <p:spPr>
          <a:xfrm>
            <a:off x="7988264" y="21662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8" name="Freeform 3217"/>
          <p:cNvSpPr/>
          <p:nvPr/>
        </p:nvSpPr>
        <p:spPr>
          <a:xfrm>
            <a:off x="6837880" y="2144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9" name="Freeform 3218"/>
          <p:cNvSpPr/>
          <p:nvPr/>
        </p:nvSpPr>
        <p:spPr>
          <a:xfrm>
            <a:off x="7373226" y="2152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0" name="Freeform 3219"/>
          <p:cNvSpPr/>
          <p:nvPr/>
        </p:nvSpPr>
        <p:spPr>
          <a:xfrm>
            <a:off x="7309637" y="215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1" name="Freeform 3220"/>
          <p:cNvSpPr/>
          <p:nvPr/>
        </p:nvSpPr>
        <p:spPr>
          <a:xfrm>
            <a:off x="6427175" y="21384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2" name="Freeform 3221"/>
          <p:cNvSpPr/>
          <p:nvPr/>
        </p:nvSpPr>
        <p:spPr>
          <a:xfrm>
            <a:off x="6591980" y="2163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3" name="Freeform 3222"/>
          <p:cNvSpPr/>
          <p:nvPr/>
        </p:nvSpPr>
        <p:spPr>
          <a:xfrm>
            <a:off x="7418124" y="21513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4" name="Freeform 3223"/>
          <p:cNvSpPr/>
          <p:nvPr/>
        </p:nvSpPr>
        <p:spPr>
          <a:xfrm>
            <a:off x="8149085" y="2153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5" name="Freeform 3224"/>
          <p:cNvSpPr/>
          <p:nvPr/>
        </p:nvSpPr>
        <p:spPr>
          <a:xfrm>
            <a:off x="7178739" y="21642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6" name="Freeform 3225"/>
          <p:cNvSpPr/>
          <p:nvPr/>
        </p:nvSpPr>
        <p:spPr>
          <a:xfrm>
            <a:off x="7491352" y="2147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7" name="Freeform 3226"/>
          <p:cNvSpPr/>
          <p:nvPr/>
        </p:nvSpPr>
        <p:spPr>
          <a:xfrm>
            <a:off x="7438227" y="2157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8" name="Freeform 3227"/>
          <p:cNvSpPr/>
          <p:nvPr/>
        </p:nvSpPr>
        <p:spPr>
          <a:xfrm>
            <a:off x="7476544" y="21413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9" name="Freeform 3228"/>
          <p:cNvSpPr/>
          <p:nvPr/>
        </p:nvSpPr>
        <p:spPr>
          <a:xfrm>
            <a:off x="7891058" y="21520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0" name="Freeform 3229"/>
          <p:cNvSpPr/>
          <p:nvPr/>
        </p:nvSpPr>
        <p:spPr>
          <a:xfrm>
            <a:off x="7435020" y="2149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1" name="Freeform 3230"/>
          <p:cNvSpPr/>
          <p:nvPr/>
        </p:nvSpPr>
        <p:spPr>
          <a:xfrm>
            <a:off x="7081553" y="21493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2" name="Freeform 3231"/>
          <p:cNvSpPr/>
          <p:nvPr/>
        </p:nvSpPr>
        <p:spPr>
          <a:xfrm>
            <a:off x="7430777" y="2158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3" name="Freeform 3232"/>
          <p:cNvSpPr/>
          <p:nvPr/>
        </p:nvSpPr>
        <p:spPr>
          <a:xfrm>
            <a:off x="8278382" y="2136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4" name="Freeform 3233"/>
          <p:cNvSpPr/>
          <p:nvPr/>
        </p:nvSpPr>
        <p:spPr>
          <a:xfrm>
            <a:off x="7564005" y="21475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5" name="Freeform 3234"/>
          <p:cNvSpPr/>
          <p:nvPr/>
        </p:nvSpPr>
        <p:spPr>
          <a:xfrm>
            <a:off x="7448191" y="2157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6" name="Freeform 3235"/>
          <p:cNvSpPr/>
          <p:nvPr/>
        </p:nvSpPr>
        <p:spPr>
          <a:xfrm>
            <a:off x="7460880" y="2154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7" name="Freeform 3236"/>
          <p:cNvSpPr/>
          <p:nvPr/>
        </p:nvSpPr>
        <p:spPr>
          <a:xfrm>
            <a:off x="7018220" y="215697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8" name="Freeform 3237"/>
          <p:cNvSpPr/>
          <p:nvPr/>
        </p:nvSpPr>
        <p:spPr>
          <a:xfrm>
            <a:off x="7258831" y="21506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9" name="Freeform 3238"/>
          <p:cNvSpPr/>
          <p:nvPr/>
        </p:nvSpPr>
        <p:spPr>
          <a:xfrm>
            <a:off x="8039916" y="21630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0" name="Freeform 3239"/>
          <p:cNvSpPr/>
          <p:nvPr/>
        </p:nvSpPr>
        <p:spPr>
          <a:xfrm>
            <a:off x="6921339" y="21502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1" name="Freeform 3240"/>
          <p:cNvSpPr/>
          <p:nvPr/>
        </p:nvSpPr>
        <p:spPr>
          <a:xfrm>
            <a:off x="6603389" y="21614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2" name="Freeform 3241"/>
          <p:cNvSpPr/>
          <p:nvPr/>
        </p:nvSpPr>
        <p:spPr>
          <a:xfrm>
            <a:off x="7199036" y="21336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3" name="Freeform 3242"/>
          <p:cNvSpPr/>
          <p:nvPr/>
        </p:nvSpPr>
        <p:spPr>
          <a:xfrm>
            <a:off x="7506631" y="2149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4" name="Freeform 3243"/>
          <p:cNvSpPr/>
          <p:nvPr/>
        </p:nvSpPr>
        <p:spPr>
          <a:xfrm>
            <a:off x="7106472" y="2152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5" name="Freeform 3244"/>
          <p:cNvSpPr/>
          <p:nvPr/>
        </p:nvSpPr>
        <p:spPr>
          <a:xfrm>
            <a:off x="7474513" y="2148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6" name="Freeform 3245"/>
          <p:cNvSpPr/>
          <p:nvPr/>
        </p:nvSpPr>
        <p:spPr>
          <a:xfrm>
            <a:off x="7504642" y="2151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7" name="Freeform 3246"/>
          <p:cNvSpPr/>
          <p:nvPr/>
        </p:nvSpPr>
        <p:spPr>
          <a:xfrm>
            <a:off x="7130719" y="214465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8" name="Freeform 3247"/>
          <p:cNvSpPr/>
          <p:nvPr/>
        </p:nvSpPr>
        <p:spPr>
          <a:xfrm>
            <a:off x="6688730" y="21568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9" name="Freeform 3248"/>
          <p:cNvSpPr/>
          <p:nvPr/>
        </p:nvSpPr>
        <p:spPr>
          <a:xfrm>
            <a:off x="6195511" y="213892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0" name="Freeform 3249"/>
          <p:cNvSpPr/>
          <p:nvPr/>
        </p:nvSpPr>
        <p:spPr>
          <a:xfrm>
            <a:off x="8139531" y="21392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1" name="Freeform 3250"/>
          <p:cNvSpPr/>
          <p:nvPr/>
        </p:nvSpPr>
        <p:spPr>
          <a:xfrm>
            <a:off x="7248141" y="21468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2" name="Freeform 3251"/>
          <p:cNvSpPr/>
          <p:nvPr/>
        </p:nvSpPr>
        <p:spPr>
          <a:xfrm>
            <a:off x="7294750" y="2154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3" name="Freeform 3252"/>
          <p:cNvSpPr/>
          <p:nvPr/>
        </p:nvSpPr>
        <p:spPr>
          <a:xfrm>
            <a:off x="7843208" y="2153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4" name="Freeform 3253"/>
          <p:cNvSpPr/>
          <p:nvPr/>
        </p:nvSpPr>
        <p:spPr>
          <a:xfrm>
            <a:off x="7425117" y="21495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5" name="Freeform 3254"/>
          <p:cNvSpPr/>
          <p:nvPr/>
        </p:nvSpPr>
        <p:spPr>
          <a:xfrm>
            <a:off x="7794045" y="2160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6" name="Freeform 3255"/>
          <p:cNvSpPr/>
          <p:nvPr/>
        </p:nvSpPr>
        <p:spPr>
          <a:xfrm>
            <a:off x="7068495" y="21479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7" name="Freeform 3256"/>
          <p:cNvSpPr/>
          <p:nvPr/>
        </p:nvSpPr>
        <p:spPr>
          <a:xfrm>
            <a:off x="7523236" y="2150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8" name="Freeform 3257"/>
          <p:cNvSpPr/>
          <p:nvPr/>
        </p:nvSpPr>
        <p:spPr>
          <a:xfrm>
            <a:off x="7883123" y="2138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9" name="Freeform 3258"/>
          <p:cNvSpPr/>
          <p:nvPr/>
        </p:nvSpPr>
        <p:spPr>
          <a:xfrm>
            <a:off x="6618461" y="2159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0" name="Freeform 3259"/>
          <p:cNvSpPr/>
          <p:nvPr/>
        </p:nvSpPr>
        <p:spPr>
          <a:xfrm>
            <a:off x="7056004" y="21459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1" name="Freeform 3260"/>
          <p:cNvSpPr/>
          <p:nvPr/>
        </p:nvSpPr>
        <p:spPr>
          <a:xfrm>
            <a:off x="8345951" y="21421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2" name="Freeform 3261"/>
          <p:cNvSpPr/>
          <p:nvPr/>
        </p:nvSpPr>
        <p:spPr>
          <a:xfrm>
            <a:off x="7067398" y="21396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3" name="Freeform 3262"/>
          <p:cNvSpPr/>
          <p:nvPr/>
        </p:nvSpPr>
        <p:spPr>
          <a:xfrm>
            <a:off x="7727598" y="2156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4" name="Freeform 3263"/>
          <p:cNvSpPr/>
          <p:nvPr/>
        </p:nvSpPr>
        <p:spPr>
          <a:xfrm>
            <a:off x="8130999" y="21422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5" name="Freeform 3264"/>
          <p:cNvSpPr/>
          <p:nvPr/>
        </p:nvSpPr>
        <p:spPr>
          <a:xfrm>
            <a:off x="7036261" y="21559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6" name="Freeform 3265"/>
          <p:cNvSpPr/>
          <p:nvPr/>
        </p:nvSpPr>
        <p:spPr>
          <a:xfrm>
            <a:off x="7624784" y="2156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7" name="Freeform 3266"/>
          <p:cNvSpPr/>
          <p:nvPr/>
        </p:nvSpPr>
        <p:spPr>
          <a:xfrm>
            <a:off x="7434318" y="2138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8" name="Freeform 3267"/>
          <p:cNvSpPr/>
          <p:nvPr/>
        </p:nvSpPr>
        <p:spPr>
          <a:xfrm>
            <a:off x="7131650" y="214952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9" name="Freeform 3268"/>
          <p:cNvSpPr/>
          <p:nvPr/>
        </p:nvSpPr>
        <p:spPr>
          <a:xfrm>
            <a:off x="7894816" y="2160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0" name="Freeform 3269"/>
          <p:cNvSpPr/>
          <p:nvPr/>
        </p:nvSpPr>
        <p:spPr>
          <a:xfrm>
            <a:off x="7194165" y="2153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1" name="Freeform 3270"/>
          <p:cNvSpPr/>
          <p:nvPr/>
        </p:nvSpPr>
        <p:spPr>
          <a:xfrm>
            <a:off x="7449408" y="2153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2" name="Freeform 3271"/>
          <p:cNvSpPr/>
          <p:nvPr/>
        </p:nvSpPr>
        <p:spPr>
          <a:xfrm>
            <a:off x="7268378" y="2153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3" name="Freeform 3272"/>
          <p:cNvSpPr/>
          <p:nvPr/>
        </p:nvSpPr>
        <p:spPr>
          <a:xfrm>
            <a:off x="6890203" y="2143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4" name="Freeform 3273"/>
          <p:cNvSpPr/>
          <p:nvPr/>
        </p:nvSpPr>
        <p:spPr>
          <a:xfrm>
            <a:off x="7940025" y="21518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5" name="Freeform 3274"/>
          <p:cNvSpPr/>
          <p:nvPr/>
        </p:nvSpPr>
        <p:spPr>
          <a:xfrm>
            <a:off x="7759691" y="2147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6" name="Freeform 3275"/>
          <p:cNvSpPr/>
          <p:nvPr/>
        </p:nvSpPr>
        <p:spPr>
          <a:xfrm>
            <a:off x="7532374" y="2152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7" name="Freeform 3276"/>
          <p:cNvSpPr/>
          <p:nvPr/>
        </p:nvSpPr>
        <p:spPr>
          <a:xfrm>
            <a:off x="7069571" y="2158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8" name="Freeform 3277"/>
          <p:cNvSpPr/>
          <p:nvPr/>
        </p:nvSpPr>
        <p:spPr>
          <a:xfrm>
            <a:off x="6948048" y="21456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9" name="Freeform 3278"/>
          <p:cNvSpPr/>
          <p:nvPr/>
        </p:nvSpPr>
        <p:spPr>
          <a:xfrm>
            <a:off x="6946236" y="2154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0" name="Freeform 3279"/>
          <p:cNvSpPr/>
          <p:nvPr/>
        </p:nvSpPr>
        <p:spPr>
          <a:xfrm>
            <a:off x="8187329" y="214018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1" name="Freeform 3280"/>
          <p:cNvSpPr/>
          <p:nvPr/>
        </p:nvSpPr>
        <p:spPr>
          <a:xfrm>
            <a:off x="7891212" y="2135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2" name="Freeform 3281"/>
          <p:cNvSpPr/>
          <p:nvPr/>
        </p:nvSpPr>
        <p:spPr>
          <a:xfrm>
            <a:off x="7656967" y="21471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3" name="Freeform 3282"/>
          <p:cNvSpPr/>
          <p:nvPr/>
        </p:nvSpPr>
        <p:spPr>
          <a:xfrm>
            <a:off x="6892164" y="21492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4" name="Freeform 3283"/>
          <p:cNvSpPr/>
          <p:nvPr/>
        </p:nvSpPr>
        <p:spPr>
          <a:xfrm>
            <a:off x="7783191" y="2143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5" name="Freeform 3284"/>
          <p:cNvSpPr/>
          <p:nvPr/>
        </p:nvSpPr>
        <p:spPr>
          <a:xfrm>
            <a:off x="7830718" y="21492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6" name="Freeform 3285"/>
          <p:cNvSpPr/>
          <p:nvPr/>
        </p:nvSpPr>
        <p:spPr>
          <a:xfrm>
            <a:off x="7314249" y="2154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7" name="Freeform 3286"/>
          <p:cNvSpPr/>
          <p:nvPr/>
        </p:nvSpPr>
        <p:spPr>
          <a:xfrm>
            <a:off x="7592964" y="2142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8" name="Freeform 3287"/>
          <p:cNvSpPr/>
          <p:nvPr/>
        </p:nvSpPr>
        <p:spPr>
          <a:xfrm>
            <a:off x="7611607" y="2141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9" name="Freeform 3288"/>
          <p:cNvSpPr/>
          <p:nvPr/>
        </p:nvSpPr>
        <p:spPr>
          <a:xfrm>
            <a:off x="8466366" y="21431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0" name="Freeform 3289"/>
          <p:cNvSpPr/>
          <p:nvPr/>
        </p:nvSpPr>
        <p:spPr>
          <a:xfrm>
            <a:off x="7987579" y="21570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1" name="Freeform 3290"/>
          <p:cNvSpPr/>
          <p:nvPr/>
        </p:nvSpPr>
        <p:spPr>
          <a:xfrm>
            <a:off x="7031170" y="2126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2" name="Freeform 3291"/>
          <p:cNvSpPr/>
          <p:nvPr/>
        </p:nvSpPr>
        <p:spPr>
          <a:xfrm>
            <a:off x="7980738" y="21429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3" name="Freeform 3292"/>
          <p:cNvSpPr/>
          <p:nvPr/>
        </p:nvSpPr>
        <p:spPr>
          <a:xfrm>
            <a:off x="6913255" y="21481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4" name="Freeform 3293"/>
          <p:cNvSpPr/>
          <p:nvPr/>
        </p:nvSpPr>
        <p:spPr>
          <a:xfrm>
            <a:off x="7445413" y="21455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5" name="Freeform 3294"/>
          <p:cNvSpPr/>
          <p:nvPr/>
        </p:nvSpPr>
        <p:spPr>
          <a:xfrm>
            <a:off x="7079005" y="214045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6" name="Freeform 3295"/>
          <p:cNvSpPr/>
          <p:nvPr/>
        </p:nvSpPr>
        <p:spPr>
          <a:xfrm>
            <a:off x="7731004" y="216855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7" name="Freeform 3296"/>
          <p:cNvSpPr/>
          <p:nvPr/>
        </p:nvSpPr>
        <p:spPr>
          <a:xfrm>
            <a:off x="7545763" y="21394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8" name="Freeform 3297"/>
          <p:cNvSpPr/>
          <p:nvPr/>
        </p:nvSpPr>
        <p:spPr>
          <a:xfrm>
            <a:off x="6963573" y="21585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9" name="Freeform 3298"/>
          <p:cNvSpPr/>
          <p:nvPr/>
        </p:nvSpPr>
        <p:spPr>
          <a:xfrm>
            <a:off x="7269773" y="21465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0" name="Freeform 3299"/>
          <p:cNvSpPr/>
          <p:nvPr/>
        </p:nvSpPr>
        <p:spPr>
          <a:xfrm>
            <a:off x="7155943" y="2140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1" name="Freeform 3300"/>
          <p:cNvSpPr/>
          <p:nvPr/>
        </p:nvSpPr>
        <p:spPr>
          <a:xfrm>
            <a:off x="7949904" y="21445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2" name="Freeform 3301"/>
          <p:cNvSpPr/>
          <p:nvPr/>
        </p:nvSpPr>
        <p:spPr>
          <a:xfrm>
            <a:off x="7476600" y="2148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3" name="Freeform 3302"/>
          <p:cNvSpPr/>
          <p:nvPr/>
        </p:nvSpPr>
        <p:spPr>
          <a:xfrm>
            <a:off x="7062226" y="21452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4" name="Freeform 3303"/>
          <p:cNvSpPr/>
          <p:nvPr/>
        </p:nvSpPr>
        <p:spPr>
          <a:xfrm>
            <a:off x="7318899" y="21504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5" name="Freeform 3304"/>
          <p:cNvSpPr/>
          <p:nvPr/>
        </p:nvSpPr>
        <p:spPr>
          <a:xfrm>
            <a:off x="7816472" y="2157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6" name="Freeform 3305"/>
          <p:cNvSpPr/>
          <p:nvPr/>
        </p:nvSpPr>
        <p:spPr>
          <a:xfrm>
            <a:off x="7188879" y="214555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7" name="Freeform 3306"/>
          <p:cNvSpPr/>
          <p:nvPr/>
        </p:nvSpPr>
        <p:spPr>
          <a:xfrm>
            <a:off x="8082729" y="2139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8" name="Freeform 3307"/>
          <p:cNvSpPr/>
          <p:nvPr/>
        </p:nvSpPr>
        <p:spPr>
          <a:xfrm>
            <a:off x="7925828" y="2139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9" name="Freeform 3308"/>
          <p:cNvSpPr/>
          <p:nvPr/>
        </p:nvSpPr>
        <p:spPr>
          <a:xfrm>
            <a:off x="7666356" y="21417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0" name="Freeform 3309"/>
          <p:cNvSpPr/>
          <p:nvPr/>
        </p:nvSpPr>
        <p:spPr>
          <a:xfrm>
            <a:off x="7637684" y="2146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1" name="Freeform 3310"/>
          <p:cNvSpPr/>
          <p:nvPr/>
        </p:nvSpPr>
        <p:spPr>
          <a:xfrm>
            <a:off x="7968150" y="2161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2" name="Freeform 3311"/>
          <p:cNvSpPr/>
          <p:nvPr/>
        </p:nvSpPr>
        <p:spPr>
          <a:xfrm>
            <a:off x="6878854" y="21532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3" name="Freeform 3312"/>
          <p:cNvSpPr/>
          <p:nvPr/>
        </p:nvSpPr>
        <p:spPr>
          <a:xfrm>
            <a:off x="8062504" y="2154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4" name="Freeform 3313"/>
          <p:cNvSpPr/>
          <p:nvPr/>
        </p:nvSpPr>
        <p:spPr>
          <a:xfrm>
            <a:off x="7741141" y="2145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5" name="Freeform 3314"/>
          <p:cNvSpPr/>
          <p:nvPr/>
        </p:nvSpPr>
        <p:spPr>
          <a:xfrm>
            <a:off x="7568482" y="21547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6" name="Freeform 3315"/>
          <p:cNvSpPr/>
          <p:nvPr/>
        </p:nvSpPr>
        <p:spPr>
          <a:xfrm>
            <a:off x="8245268" y="2142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7" name="Freeform 3316"/>
          <p:cNvSpPr/>
          <p:nvPr/>
        </p:nvSpPr>
        <p:spPr>
          <a:xfrm>
            <a:off x="8300472" y="2142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8" name="Freeform 3317"/>
          <p:cNvSpPr/>
          <p:nvPr/>
        </p:nvSpPr>
        <p:spPr>
          <a:xfrm>
            <a:off x="6828862" y="2144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9" name="Freeform 3318"/>
          <p:cNvSpPr/>
          <p:nvPr/>
        </p:nvSpPr>
        <p:spPr>
          <a:xfrm>
            <a:off x="7654998" y="2147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0" name="Freeform 3319"/>
          <p:cNvSpPr/>
          <p:nvPr/>
        </p:nvSpPr>
        <p:spPr>
          <a:xfrm>
            <a:off x="7324873" y="2168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1" name="Freeform 3320"/>
          <p:cNvSpPr/>
          <p:nvPr/>
        </p:nvSpPr>
        <p:spPr>
          <a:xfrm>
            <a:off x="7182377" y="2158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2" name="Freeform 3321"/>
          <p:cNvSpPr/>
          <p:nvPr/>
        </p:nvSpPr>
        <p:spPr>
          <a:xfrm>
            <a:off x="7497661" y="2144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3" name="Freeform 3322"/>
          <p:cNvSpPr/>
          <p:nvPr/>
        </p:nvSpPr>
        <p:spPr>
          <a:xfrm>
            <a:off x="7943687" y="21381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4" name="Freeform 3323"/>
          <p:cNvSpPr/>
          <p:nvPr/>
        </p:nvSpPr>
        <p:spPr>
          <a:xfrm>
            <a:off x="7408970" y="2133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5" name="Freeform 3324"/>
          <p:cNvSpPr/>
          <p:nvPr/>
        </p:nvSpPr>
        <p:spPr>
          <a:xfrm>
            <a:off x="8240855" y="21524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6" name="Freeform 3325"/>
          <p:cNvSpPr/>
          <p:nvPr/>
        </p:nvSpPr>
        <p:spPr>
          <a:xfrm>
            <a:off x="7561790" y="2154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7" name="Freeform 3326"/>
          <p:cNvSpPr/>
          <p:nvPr/>
        </p:nvSpPr>
        <p:spPr>
          <a:xfrm>
            <a:off x="7612106" y="21484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8" name="Freeform 3327"/>
          <p:cNvSpPr/>
          <p:nvPr/>
        </p:nvSpPr>
        <p:spPr>
          <a:xfrm>
            <a:off x="8111286" y="2164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9" name="Freeform 3328"/>
          <p:cNvSpPr/>
          <p:nvPr/>
        </p:nvSpPr>
        <p:spPr>
          <a:xfrm>
            <a:off x="7156491" y="2148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0" name="Freeform 3329"/>
          <p:cNvSpPr/>
          <p:nvPr/>
        </p:nvSpPr>
        <p:spPr>
          <a:xfrm>
            <a:off x="7656547" y="21474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1" name="Freeform 3330"/>
          <p:cNvSpPr/>
          <p:nvPr/>
        </p:nvSpPr>
        <p:spPr>
          <a:xfrm>
            <a:off x="7994087" y="2153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2" name="Freeform 3331"/>
          <p:cNvSpPr/>
          <p:nvPr/>
        </p:nvSpPr>
        <p:spPr>
          <a:xfrm>
            <a:off x="7296784" y="2149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3" name="Freeform 3332"/>
          <p:cNvSpPr/>
          <p:nvPr/>
        </p:nvSpPr>
        <p:spPr>
          <a:xfrm>
            <a:off x="7290624" y="21479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4" name="Freeform 3333"/>
          <p:cNvSpPr/>
          <p:nvPr/>
        </p:nvSpPr>
        <p:spPr>
          <a:xfrm>
            <a:off x="7137877" y="21444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5" name="Freeform 3334"/>
          <p:cNvSpPr/>
          <p:nvPr/>
        </p:nvSpPr>
        <p:spPr>
          <a:xfrm>
            <a:off x="6966080" y="2159440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6" name="Freeform 3335"/>
          <p:cNvSpPr/>
          <p:nvPr/>
        </p:nvSpPr>
        <p:spPr>
          <a:xfrm>
            <a:off x="7457628" y="21486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7" name="Freeform 3336"/>
          <p:cNvSpPr/>
          <p:nvPr/>
        </p:nvSpPr>
        <p:spPr>
          <a:xfrm>
            <a:off x="7814427" y="21499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8" name="Freeform 3337"/>
          <p:cNvSpPr/>
          <p:nvPr/>
        </p:nvSpPr>
        <p:spPr>
          <a:xfrm>
            <a:off x="7188648" y="21478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9" name="Freeform 3338"/>
          <p:cNvSpPr/>
          <p:nvPr/>
        </p:nvSpPr>
        <p:spPr>
          <a:xfrm>
            <a:off x="7904075" y="214409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0" name="Freeform 3339"/>
          <p:cNvSpPr/>
          <p:nvPr/>
        </p:nvSpPr>
        <p:spPr>
          <a:xfrm>
            <a:off x="8062203" y="2149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1" name="Freeform 3340"/>
          <p:cNvSpPr/>
          <p:nvPr/>
        </p:nvSpPr>
        <p:spPr>
          <a:xfrm>
            <a:off x="6830710" y="2149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2" name="Freeform 3341"/>
          <p:cNvSpPr/>
          <p:nvPr/>
        </p:nvSpPr>
        <p:spPr>
          <a:xfrm>
            <a:off x="6920532" y="21564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3" name="Freeform 3342"/>
          <p:cNvSpPr/>
          <p:nvPr/>
        </p:nvSpPr>
        <p:spPr>
          <a:xfrm>
            <a:off x="7315067" y="2150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4" name="Freeform 3343"/>
          <p:cNvSpPr/>
          <p:nvPr/>
        </p:nvSpPr>
        <p:spPr>
          <a:xfrm>
            <a:off x="7371136" y="2157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5" name="Freeform 3344"/>
          <p:cNvSpPr/>
          <p:nvPr/>
        </p:nvSpPr>
        <p:spPr>
          <a:xfrm>
            <a:off x="8058769" y="21569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6" name="Freeform 3345"/>
          <p:cNvSpPr/>
          <p:nvPr/>
        </p:nvSpPr>
        <p:spPr>
          <a:xfrm>
            <a:off x="7490385" y="2145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7" name="Freeform 3346"/>
          <p:cNvSpPr/>
          <p:nvPr/>
        </p:nvSpPr>
        <p:spPr>
          <a:xfrm>
            <a:off x="7155971" y="21437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8" name="Freeform 3347"/>
          <p:cNvSpPr/>
          <p:nvPr/>
        </p:nvSpPr>
        <p:spPr>
          <a:xfrm>
            <a:off x="8133191" y="2148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9" name="Freeform 3348"/>
          <p:cNvSpPr/>
          <p:nvPr/>
        </p:nvSpPr>
        <p:spPr>
          <a:xfrm>
            <a:off x="7620608" y="21574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0" name="Freeform 3349"/>
          <p:cNvSpPr/>
          <p:nvPr/>
        </p:nvSpPr>
        <p:spPr>
          <a:xfrm>
            <a:off x="7956916" y="2143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1" name="Freeform 3350"/>
          <p:cNvSpPr/>
          <p:nvPr/>
        </p:nvSpPr>
        <p:spPr>
          <a:xfrm>
            <a:off x="7960794" y="2159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2" name="Freeform 3351"/>
          <p:cNvSpPr/>
          <p:nvPr/>
        </p:nvSpPr>
        <p:spPr>
          <a:xfrm>
            <a:off x="8050443" y="2140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3" name="Freeform 3352"/>
          <p:cNvSpPr/>
          <p:nvPr/>
        </p:nvSpPr>
        <p:spPr>
          <a:xfrm>
            <a:off x="7221171" y="2148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4" name="Freeform 3353"/>
          <p:cNvSpPr/>
          <p:nvPr/>
        </p:nvSpPr>
        <p:spPr>
          <a:xfrm>
            <a:off x="7040452" y="215007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5" name="Freeform 3354"/>
          <p:cNvSpPr/>
          <p:nvPr/>
        </p:nvSpPr>
        <p:spPr>
          <a:xfrm>
            <a:off x="7240220" y="2151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6" name="Freeform 3355"/>
          <p:cNvSpPr/>
          <p:nvPr/>
        </p:nvSpPr>
        <p:spPr>
          <a:xfrm>
            <a:off x="7947609" y="21498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7" name="Freeform 3356"/>
          <p:cNvSpPr/>
          <p:nvPr/>
        </p:nvSpPr>
        <p:spPr>
          <a:xfrm>
            <a:off x="7820267" y="2138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8" name="Freeform 3357"/>
          <p:cNvSpPr/>
          <p:nvPr/>
        </p:nvSpPr>
        <p:spPr>
          <a:xfrm>
            <a:off x="7603907" y="2143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9" name="Freeform 3358"/>
          <p:cNvSpPr/>
          <p:nvPr/>
        </p:nvSpPr>
        <p:spPr>
          <a:xfrm>
            <a:off x="7750013" y="2157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0" name="Freeform 3359"/>
          <p:cNvSpPr/>
          <p:nvPr/>
        </p:nvSpPr>
        <p:spPr>
          <a:xfrm>
            <a:off x="6958500" y="2143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1" name="Freeform 3360"/>
          <p:cNvSpPr/>
          <p:nvPr/>
        </p:nvSpPr>
        <p:spPr>
          <a:xfrm>
            <a:off x="6572441" y="2137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2" name="Freeform 3361"/>
          <p:cNvSpPr/>
          <p:nvPr/>
        </p:nvSpPr>
        <p:spPr>
          <a:xfrm>
            <a:off x="7950137" y="213478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3" name="Freeform 3362"/>
          <p:cNvSpPr/>
          <p:nvPr/>
        </p:nvSpPr>
        <p:spPr>
          <a:xfrm>
            <a:off x="7595287" y="2158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4" name="Freeform 3363"/>
          <p:cNvSpPr/>
          <p:nvPr/>
        </p:nvSpPr>
        <p:spPr>
          <a:xfrm>
            <a:off x="5870495" y="21565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5" name="Freeform 3364"/>
          <p:cNvSpPr/>
          <p:nvPr/>
        </p:nvSpPr>
        <p:spPr>
          <a:xfrm>
            <a:off x="7959271" y="2137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6" name="Freeform 3365"/>
          <p:cNvSpPr/>
          <p:nvPr/>
        </p:nvSpPr>
        <p:spPr>
          <a:xfrm>
            <a:off x="7638909" y="2146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7" name="Freeform 3366"/>
          <p:cNvSpPr/>
          <p:nvPr/>
        </p:nvSpPr>
        <p:spPr>
          <a:xfrm>
            <a:off x="6957912" y="21689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8" name="Freeform 3367"/>
          <p:cNvSpPr/>
          <p:nvPr/>
        </p:nvSpPr>
        <p:spPr>
          <a:xfrm>
            <a:off x="7526242" y="21405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9" name="Freeform 3368"/>
          <p:cNvSpPr/>
          <p:nvPr/>
        </p:nvSpPr>
        <p:spPr>
          <a:xfrm>
            <a:off x="8657840" y="2162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0" name="Freeform 3369"/>
          <p:cNvSpPr/>
          <p:nvPr/>
        </p:nvSpPr>
        <p:spPr>
          <a:xfrm>
            <a:off x="7768345" y="215350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1" name="Freeform 3370"/>
          <p:cNvSpPr/>
          <p:nvPr/>
        </p:nvSpPr>
        <p:spPr>
          <a:xfrm>
            <a:off x="7449994" y="2148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2" name="Freeform 3371"/>
          <p:cNvSpPr/>
          <p:nvPr/>
        </p:nvSpPr>
        <p:spPr>
          <a:xfrm>
            <a:off x="7210034" y="21497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3" name="Freeform 3372"/>
          <p:cNvSpPr/>
          <p:nvPr/>
        </p:nvSpPr>
        <p:spPr>
          <a:xfrm>
            <a:off x="7287752" y="2157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4" name="Freeform 3373"/>
          <p:cNvSpPr/>
          <p:nvPr/>
        </p:nvSpPr>
        <p:spPr>
          <a:xfrm>
            <a:off x="7947565" y="2142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5" name="Freeform 3374"/>
          <p:cNvSpPr/>
          <p:nvPr/>
        </p:nvSpPr>
        <p:spPr>
          <a:xfrm>
            <a:off x="7430972" y="214654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6" name="Freeform 3375"/>
          <p:cNvSpPr/>
          <p:nvPr/>
        </p:nvSpPr>
        <p:spPr>
          <a:xfrm>
            <a:off x="7782436" y="2136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7" name="Freeform 3376"/>
          <p:cNvSpPr/>
          <p:nvPr/>
        </p:nvSpPr>
        <p:spPr>
          <a:xfrm>
            <a:off x="7317260" y="21431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8" name="Freeform 3377"/>
          <p:cNvSpPr/>
          <p:nvPr/>
        </p:nvSpPr>
        <p:spPr>
          <a:xfrm>
            <a:off x="6890506" y="2151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9" name="Freeform 3378"/>
          <p:cNvSpPr/>
          <p:nvPr/>
        </p:nvSpPr>
        <p:spPr>
          <a:xfrm>
            <a:off x="7388900" y="215413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0" name="Freeform 3379"/>
          <p:cNvSpPr/>
          <p:nvPr/>
        </p:nvSpPr>
        <p:spPr>
          <a:xfrm>
            <a:off x="7098663" y="21470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1" name="Freeform 3380"/>
          <p:cNvSpPr/>
          <p:nvPr/>
        </p:nvSpPr>
        <p:spPr>
          <a:xfrm>
            <a:off x="7632125" y="2136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2" name="Freeform 3381"/>
          <p:cNvSpPr/>
          <p:nvPr/>
        </p:nvSpPr>
        <p:spPr>
          <a:xfrm>
            <a:off x="6661366" y="21526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3" name="Freeform 3382"/>
          <p:cNvSpPr/>
          <p:nvPr/>
        </p:nvSpPr>
        <p:spPr>
          <a:xfrm>
            <a:off x="7260870" y="2148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4" name="Freeform 3383"/>
          <p:cNvSpPr/>
          <p:nvPr/>
        </p:nvSpPr>
        <p:spPr>
          <a:xfrm>
            <a:off x="6928723" y="21676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5" name="Freeform 3384"/>
          <p:cNvSpPr/>
          <p:nvPr/>
        </p:nvSpPr>
        <p:spPr>
          <a:xfrm>
            <a:off x="7447822" y="21456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6" name="Freeform 3385"/>
          <p:cNvSpPr/>
          <p:nvPr/>
        </p:nvSpPr>
        <p:spPr>
          <a:xfrm>
            <a:off x="7302010" y="21439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7" name="Freeform 3386"/>
          <p:cNvSpPr/>
          <p:nvPr/>
        </p:nvSpPr>
        <p:spPr>
          <a:xfrm>
            <a:off x="7873102" y="2150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8" name="Freeform 3387"/>
          <p:cNvSpPr/>
          <p:nvPr/>
        </p:nvSpPr>
        <p:spPr>
          <a:xfrm>
            <a:off x="6848796" y="2151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9" name="Freeform 3388"/>
          <p:cNvSpPr/>
          <p:nvPr/>
        </p:nvSpPr>
        <p:spPr>
          <a:xfrm>
            <a:off x="7541754" y="2152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0" name="Freeform 3389"/>
          <p:cNvSpPr/>
          <p:nvPr/>
        </p:nvSpPr>
        <p:spPr>
          <a:xfrm>
            <a:off x="7708265" y="21549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1" name="Freeform 3390"/>
          <p:cNvSpPr/>
          <p:nvPr/>
        </p:nvSpPr>
        <p:spPr>
          <a:xfrm>
            <a:off x="7831730" y="21469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2" name="Freeform 3391"/>
          <p:cNvSpPr/>
          <p:nvPr/>
        </p:nvSpPr>
        <p:spPr>
          <a:xfrm>
            <a:off x="7614960" y="21622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3" name="Freeform 3392"/>
          <p:cNvSpPr/>
          <p:nvPr/>
        </p:nvSpPr>
        <p:spPr>
          <a:xfrm>
            <a:off x="8427595" y="214122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4" name="Freeform 3393"/>
          <p:cNvSpPr/>
          <p:nvPr/>
        </p:nvSpPr>
        <p:spPr>
          <a:xfrm>
            <a:off x="7509863" y="21457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5" name="Freeform 3394"/>
          <p:cNvSpPr/>
          <p:nvPr/>
        </p:nvSpPr>
        <p:spPr>
          <a:xfrm>
            <a:off x="7178765" y="2137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6" name="Freeform 3395"/>
          <p:cNvSpPr/>
          <p:nvPr/>
        </p:nvSpPr>
        <p:spPr>
          <a:xfrm>
            <a:off x="7547686" y="2144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7" name="Freeform 3396"/>
          <p:cNvSpPr/>
          <p:nvPr/>
        </p:nvSpPr>
        <p:spPr>
          <a:xfrm>
            <a:off x="7380156" y="2164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8" name="Freeform 3397"/>
          <p:cNvSpPr/>
          <p:nvPr/>
        </p:nvSpPr>
        <p:spPr>
          <a:xfrm>
            <a:off x="6891766" y="21614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9" name="Freeform 3398"/>
          <p:cNvSpPr/>
          <p:nvPr/>
        </p:nvSpPr>
        <p:spPr>
          <a:xfrm>
            <a:off x="6987021" y="21573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0" name="Freeform 3399"/>
          <p:cNvSpPr/>
          <p:nvPr/>
        </p:nvSpPr>
        <p:spPr>
          <a:xfrm>
            <a:off x="7704640" y="2158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1" name="Freeform 3400"/>
          <p:cNvSpPr/>
          <p:nvPr/>
        </p:nvSpPr>
        <p:spPr>
          <a:xfrm>
            <a:off x="7285477" y="2142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2" name="Freeform 3401"/>
          <p:cNvSpPr/>
          <p:nvPr/>
        </p:nvSpPr>
        <p:spPr>
          <a:xfrm>
            <a:off x="7732211" y="216084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3" name="Freeform 3402"/>
          <p:cNvSpPr/>
          <p:nvPr/>
        </p:nvSpPr>
        <p:spPr>
          <a:xfrm>
            <a:off x="7615887" y="21496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4" name="Freeform 3403"/>
          <p:cNvSpPr/>
          <p:nvPr/>
        </p:nvSpPr>
        <p:spPr>
          <a:xfrm>
            <a:off x="6944915" y="21436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5" name="Freeform 3404"/>
          <p:cNvSpPr/>
          <p:nvPr/>
        </p:nvSpPr>
        <p:spPr>
          <a:xfrm>
            <a:off x="7582353" y="2153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6" name="Freeform 3405"/>
          <p:cNvSpPr/>
          <p:nvPr/>
        </p:nvSpPr>
        <p:spPr>
          <a:xfrm>
            <a:off x="7266994" y="2150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7" name="Freeform 3406"/>
          <p:cNvSpPr/>
          <p:nvPr/>
        </p:nvSpPr>
        <p:spPr>
          <a:xfrm>
            <a:off x="7388641" y="21602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8" name="Freeform 3407"/>
          <p:cNvSpPr/>
          <p:nvPr/>
        </p:nvSpPr>
        <p:spPr>
          <a:xfrm>
            <a:off x="7863308" y="2158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9" name="Freeform 3408"/>
          <p:cNvSpPr/>
          <p:nvPr/>
        </p:nvSpPr>
        <p:spPr>
          <a:xfrm>
            <a:off x="7173882" y="2154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0" name="Freeform 3409"/>
          <p:cNvSpPr/>
          <p:nvPr/>
        </p:nvSpPr>
        <p:spPr>
          <a:xfrm>
            <a:off x="6969484" y="21464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1" name="Freeform 3410"/>
          <p:cNvSpPr/>
          <p:nvPr/>
        </p:nvSpPr>
        <p:spPr>
          <a:xfrm>
            <a:off x="7972506" y="214658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2" name="Freeform 3411"/>
          <p:cNvSpPr/>
          <p:nvPr/>
        </p:nvSpPr>
        <p:spPr>
          <a:xfrm>
            <a:off x="7497200" y="214794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3" name="Freeform 3412"/>
          <p:cNvSpPr/>
          <p:nvPr/>
        </p:nvSpPr>
        <p:spPr>
          <a:xfrm>
            <a:off x="8113821" y="2161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4" name="Freeform 3413"/>
          <p:cNvSpPr/>
          <p:nvPr/>
        </p:nvSpPr>
        <p:spPr>
          <a:xfrm>
            <a:off x="7638262" y="214546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5" name="Freeform 3414"/>
          <p:cNvSpPr/>
          <p:nvPr/>
        </p:nvSpPr>
        <p:spPr>
          <a:xfrm>
            <a:off x="7050388" y="214803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6" name="Freeform 3415"/>
          <p:cNvSpPr/>
          <p:nvPr/>
        </p:nvSpPr>
        <p:spPr>
          <a:xfrm>
            <a:off x="7999392" y="2155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7" name="Freeform 3416"/>
          <p:cNvSpPr/>
          <p:nvPr/>
        </p:nvSpPr>
        <p:spPr>
          <a:xfrm>
            <a:off x="6948433" y="2154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8" name="Freeform 3417"/>
          <p:cNvSpPr/>
          <p:nvPr/>
        </p:nvSpPr>
        <p:spPr>
          <a:xfrm>
            <a:off x="7498307" y="21520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9" name="Freeform 3418"/>
          <p:cNvSpPr/>
          <p:nvPr/>
        </p:nvSpPr>
        <p:spPr>
          <a:xfrm>
            <a:off x="7133041" y="2132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0" name="Freeform 3419"/>
          <p:cNvSpPr/>
          <p:nvPr/>
        </p:nvSpPr>
        <p:spPr>
          <a:xfrm>
            <a:off x="8284706" y="21508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1" name="Freeform 3420"/>
          <p:cNvSpPr/>
          <p:nvPr/>
        </p:nvSpPr>
        <p:spPr>
          <a:xfrm>
            <a:off x="6763440" y="2138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2" name="Freeform 3421"/>
          <p:cNvSpPr/>
          <p:nvPr/>
        </p:nvSpPr>
        <p:spPr>
          <a:xfrm>
            <a:off x="7172609" y="2156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3" name="Freeform 3422"/>
          <p:cNvSpPr/>
          <p:nvPr/>
        </p:nvSpPr>
        <p:spPr>
          <a:xfrm>
            <a:off x="7737343" y="2153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4" name="Freeform 3423"/>
          <p:cNvSpPr/>
          <p:nvPr/>
        </p:nvSpPr>
        <p:spPr>
          <a:xfrm>
            <a:off x="7322472" y="21472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5" name="Freeform 3424"/>
          <p:cNvSpPr/>
          <p:nvPr/>
        </p:nvSpPr>
        <p:spPr>
          <a:xfrm>
            <a:off x="7526244" y="2160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6" name="Freeform 3425"/>
          <p:cNvSpPr/>
          <p:nvPr/>
        </p:nvSpPr>
        <p:spPr>
          <a:xfrm>
            <a:off x="7279300" y="2153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7" name="Freeform 3426"/>
          <p:cNvSpPr/>
          <p:nvPr/>
        </p:nvSpPr>
        <p:spPr>
          <a:xfrm>
            <a:off x="7418234" y="2143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8" name="Freeform 3427"/>
          <p:cNvSpPr/>
          <p:nvPr/>
        </p:nvSpPr>
        <p:spPr>
          <a:xfrm>
            <a:off x="7099015" y="2143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9" name="Freeform 3428"/>
          <p:cNvSpPr/>
          <p:nvPr/>
        </p:nvSpPr>
        <p:spPr>
          <a:xfrm>
            <a:off x="7594835" y="2139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0" name="Freeform 3429"/>
          <p:cNvSpPr/>
          <p:nvPr/>
        </p:nvSpPr>
        <p:spPr>
          <a:xfrm>
            <a:off x="7277377" y="2149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1" name="Freeform 3430"/>
          <p:cNvSpPr/>
          <p:nvPr/>
        </p:nvSpPr>
        <p:spPr>
          <a:xfrm>
            <a:off x="7947877" y="2152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2" name="Freeform 3431"/>
          <p:cNvSpPr/>
          <p:nvPr/>
        </p:nvSpPr>
        <p:spPr>
          <a:xfrm>
            <a:off x="7839069" y="2159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3" name="Freeform 3432"/>
          <p:cNvSpPr/>
          <p:nvPr/>
        </p:nvSpPr>
        <p:spPr>
          <a:xfrm>
            <a:off x="7563608" y="2142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4" name="Freeform 3433"/>
          <p:cNvSpPr/>
          <p:nvPr/>
        </p:nvSpPr>
        <p:spPr>
          <a:xfrm>
            <a:off x="7322455" y="21453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5" name="Freeform 3434"/>
          <p:cNvSpPr/>
          <p:nvPr/>
        </p:nvSpPr>
        <p:spPr>
          <a:xfrm>
            <a:off x="6894709" y="214697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6" name="Freeform 3435"/>
          <p:cNvSpPr/>
          <p:nvPr/>
        </p:nvSpPr>
        <p:spPr>
          <a:xfrm>
            <a:off x="6906786" y="21440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7" name="Freeform 3436"/>
          <p:cNvSpPr/>
          <p:nvPr/>
        </p:nvSpPr>
        <p:spPr>
          <a:xfrm>
            <a:off x="7447019" y="215412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8" name="Freeform 3437"/>
          <p:cNvSpPr/>
          <p:nvPr/>
        </p:nvSpPr>
        <p:spPr>
          <a:xfrm>
            <a:off x="8220728" y="21708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9" name="Freeform 3438"/>
          <p:cNvSpPr/>
          <p:nvPr/>
        </p:nvSpPr>
        <p:spPr>
          <a:xfrm>
            <a:off x="7684827" y="21464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0" name="Freeform 3439"/>
          <p:cNvSpPr/>
          <p:nvPr/>
        </p:nvSpPr>
        <p:spPr>
          <a:xfrm>
            <a:off x="7520370" y="21387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1" name="Freeform 3440"/>
          <p:cNvSpPr/>
          <p:nvPr/>
        </p:nvSpPr>
        <p:spPr>
          <a:xfrm>
            <a:off x="6910689" y="21422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2" name="Freeform 3441"/>
          <p:cNvSpPr/>
          <p:nvPr/>
        </p:nvSpPr>
        <p:spPr>
          <a:xfrm>
            <a:off x="8210502" y="215970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3" name="Freeform 3442"/>
          <p:cNvSpPr/>
          <p:nvPr/>
        </p:nvSpPr>
        <p:spPr>
          <a:xfrm>
            <a:off x="6590160" y="2149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4" name="Freeform 3443"/>
          <p:cNvSpPr/>
          <p:nvPr/>
        </p:nvSpPr>
        <p:spPr>
          <a:xfrm>
            <a:off x="8135844" y="2152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5" name="Freeform 3444"/>
          <p:cNvSpPr/>
          <p:nvPr/>
        </p:nvSpPr>
        <p:spPr>
          <a:xfrm>
            <a:off x="7797703" y="21594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6" name="Freeform 3445"/>
          <p:cNvSpPr/>
          <p:nvPr/>
        </p:nvSpPr>
        <p:spPr>
          <a:xfrm>
            <a:off x="7669412" y="215516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7" name="Freeform 3446"/>
          <p:cNvSpPr/>
          <p:nvPr/>
        </p:nvSpPr>
        <p:spPr>
          <a:xfrm>
            <a:off x="8014160" y="21467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8" name="Freeform 3447"/>
          <p:cNvSpPr/>
          <p:nvPr/>
        </p:nvSpPr>
        <p:spPr>
          <a:xfrm>
            <a:off x="6982446" y="21517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9" name="Freeform 3448"/>
          <p:cNvSpPr/>
          <p:nvPr/>
        </p:nvSpPr>
        <p:spPr>
          <a:xfrm>
            <a:off x="7994901" y="2153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0" name="Freeform 3449"/>
          <p:cNvSpPr/>
          <p:nvPr/>
        </p:nvSpPr>
        <p:spPr>
          <a:xfrm>
            <a:off x="7189175" y="21477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1" name="Freeform 3450"/>
          <p:cNvSpPr/>
          <p:nvPr/>
        </p:nvSpPr>
        <p:spPr>
          <a:xfrm>
            <a:off x="7674759" y="2146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2" name="Freeform 3451"/>
          <p:cNvSpPr/>
          <p:nvPr/>
        </p:nvSpPr>
        <p:spPr>
          <a:xfrm>
            <a:off x="6955676" y="2156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3" name="Freeform 3452"/>
          <p:cNvSpPr/>
          <p:nvPr/>
        </p:nvSpPr>
        <p:spPr>
          <a:xfrm>
            <a:off x="7278901" y="2157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4" name="Freeform 3453"/>
          <p:cNvSpPr/>
          <p:nvPr/>
        </p:nvSpPr>
        <p:spPr>
          <a:xfrm>
            <a:off x="6765787" y="2161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5" name="Freeform 3454"/>
          <p:cNvSpPr/>
          <p:nvPr/>
        </p:nvSpPr>
        <p:spPr>
          <a:xfrm>
            <a:off x="7223870" y="21399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6" name="Freeform 3455"/>
          <p:cNvSpPr/>
          <p:nvPr/>
        </p:nvSpPr>
        <p:spPr>
          <a:xfrm>
            <a:off x="7127462" y="2142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7" name="Freeform 3456"/>
          <p:cNvSpPr/>
          <p:nvPr/>
        </p:nvSpPr>
        <p:spPr>
          <a:xfrm>
            <a:off x="8049247" y="21499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8" name="Freeform 3457"/>
          <p:cNvSpPr/>
          <p:nvPr/>
        </p:nvSpPr>
        <p:spPr>
          <a:xfrm>
            <a:off x="7401914" y="2137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9" name="Freeform 3458"/>
          <p:cNvSpPr/>
          <p:nvPr/>
        </p:nvSpPr>
        <p:spPr>
          <a:xfrm>
            <a:off x="7928297" y="21510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0" name="Freeform 3459"/>
          <p:cNvSpPr/>
          <p:nvPr/>
        </p:nvSpPr>
        <p:spPr>
          <a:xfrm>
            <a:off x="7631165" y="21468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1" name="Freeform 3460"/>
          <p:cNvSpPr/>
          <p:nvPr/>
        </p:nvSpPr>
        <p:spPr>
          <a:xfrm>
            <a:off x="7637739" y="21512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2" name="Freeform 3461"/>
          <p:cNvSpPr/>
          <p:nvPr/>
        </p:nvSpPr>
        <p:spPr>
          <a:xfrm>
            <a:off x="7142442" y="21513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3" name="Freeform 3462"/>
          <p:cNvSpPr/>
          <p:nvPr/>
        </p:nvSpPr>
        <p:spPr>
          <a:xfrm>
            <a:off x="8028567" y="21685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4" name="Freeform 3463"/>
          <p:cNvSpPr/>
          <p:nvPr/>
        </p:nvSpPr>
        <p:spPr>
          <a:xfrm>
            <a:off x="7849406" y="216332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5" name="Freeform 3464"/>
          <p:cNvSpPr/>
          <p:nvPr/>
        </p:nvSpPr>
        <p:spPr>
          <a:xfrm>
            <a:off x="7746136" y="2150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6" name="Freeform 3465"/>
          <p:cNvSpPr/>
          <p:nvPr/>
        </p:nvSpPr>
        <p:spPr>
          <a:xfrm>
            <a:off x="6681497" y="2157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7" name="Freeform 3466"/>
          <p:cNvSpPr/>
          <p:nvPr/>
        </p:nvSpPr>
        <p:spPr>
          <a:xfrm>
            <a:off x="6742487" y="214903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8" name="Freeform 3467"/>
          <p:cNvSpPr/>
          <p:nvPr/>
        </p:nvSpPr>
        <p:spPr>
          <a:xfrm>
            <a:off x="7420592" y="2139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9" name="Freeform 3468"/>
          <p:cNvSpPr/>
          <p:nvPr/>
        </p:nvSpPr>
        <p:spPr>
          <a:xfrm>
            <a:off x="6622291" y="2143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0" name="Freeform 3469"/>
          <p:cNvSpPr/>
          <p:nvPr/>
        </p:nvSpPr>
        <p:spPr>
          <a:xfrm>
            <a:off x="8073016" y="2145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1" name="Freeform 3470"/>
          <p:cNvSpPr/>
          <p:nvPr/>
        </p:nvSpPr>
        <p:spPr>
          <a:xfrm>
            <a:off x="7461920" y="21512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2" name="Freeform 3471"/>
          <p:cNvSpPr/>
          <p:nvPr/>
        </p:nvSpPr>
        <p:spPr>
          <a:xfrm>
            <a:off x="7980159" y="2143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3" name="Freeform 3472"/>
          <p:cNvSpPr/>
          <p:nvPr/>
        </p:nvSpPr>
        <p:spPr>
          <a:xfrm>
            <a:off x="8128135" y="2152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4" name="Freeform 3473"/>
          <p:cNvSpPr/>
          <p:nvPr/>
        </p:nvSpPr>
        <p:spPr>
          <a:xfrm>
            <a:off x="6622209" y="2131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5" name="Freeform 3474"/>
          <p:cNvSpPr/>
          <p:nvPr/>
        </p:nvSpPr>
        <p:spPr>
          <a:xfrm>
            <a:off x="8202299" y="21599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6" name="Freeform 3475"/>
          <p:cNvSpPr/>
          <p:nvPr/>
        </p:nvSpPr>
        <p:spPr>
          <a:xfrm>
            <a:off x="7567823" y="2131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7" name="Freeform 3476"/>
          <p:cNvSpPr/>
          <p:nvPr/>
        </p:nvSpPr>
        <p:spPr>
          <a:xfrm>
            <a:off x="6801639" y="2145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8" name="Freeform 3477"/>
          <p:cNvSpPr/>
          <p:nvPr/>
        </p:nvSpPr>
        <p:spPr>
          <a:xfrm>
            <a:off x="7073205" y="213772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9" name="Freeform 3478"/>
          <p:cNvSpPr/>
          <p:nvPr/>
        </p:nvSpPr>
        <p:spPr>
          <a:xfrm>
            <a:off x="6871591" y="21401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0" name="Freeform 3479"/>
          <p:cNvSpPr/>
          <p:nvPr/>
        </p:nvSpPr>
        <p:spPr>
          <a:xfrm>
            <a:off x="7716037" y="21535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1" name="Freeform 3480"/>
          <p:cNvSpPr/>
          <p:nvPr/>
        </p:nvSpPr>
        <p:spPr>
          <a:xfrm>
            <a:off x="7228034" y="2146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2" name="Freeform 3481"/>
          <p:cNvSpPr/>
          <p:nvPr/>
        </p:nvSpPr>
        <p:spPr>
          <a:xfrm>
            <a:off x="6550856" y="2137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3" name="Freeform 3482"/>
          <p:cNvSpPr/>
          <p:nvPr/>
        </p:nvSpPr>
        <p:spPr>
          <a:xfrm>
            <a:off x="7659177" y="2150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4" name="Freeform 3483"/>
          <p:cNvSpPr/>
          <p:nvPr/>
        </p:nvSpPr>
        <p:spPr>
          <a:xfrm>
            <a:off x="7734578" y="2145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5" name="Freeform 3484"/>
          <p:cNvSpPr/>
          <p:nvPr/>
        </p:nvSpPr>
        <p:spPr>
          <a:xfrm>
            <a:off x="7009577" y="2154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6" name="Freeform 3485"/>
          <p:cNvSpPr/>
          <p:nvPr/>
        </p:nvSpPr>
        <p:spPr>
          <a:xfrm>
            <a:off x="7781347" y="2152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7" name="Freeform 3486"/>
          <p:cNvSpPr/>
          <p:nvPr/>
        </p:nvSpPr>
        <p:spPr>
          <a:xfrm>
            <a:off x="7120385" y="2154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8" name="Freeform 3487"/>
          <p:cNvSpPr/>
          <p:nvPr/>
        </p:nvSpPr>
        <p:spPr>
          <a:xfrm>
            <a:off x="6825512" y="21523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9" name="Freeform 3488"/>
          <p:cNvSpPr/>
          <p:nvPr/>
        </p:nvSpPr>
        <p:spPr>
          <a:xfrm>
            <a:off x="8128404" y="2149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0" name="Freeform 3489"/>
          <p:cNvSpPr/>
          <p:nvPr/>
        </p:nvSpPr>
        <p:spPr>
          <a:xfrm>
            <a:off x="7578085" y="214245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1" name="Freeform 3490"/>
          <p:cNvSpPr/>
          <p:nvPr/>
        </p:nvSpPr>
        <p:spPr>
          <a:xfrm>
            <a:off x="7732837" y="21458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2" name="Freeform 3491"/>
          <p:cNvSpPr/>
          <p:nvPr/>
        </p:nvSpPr>
        <p:spPr>
          <a:xfrm>
            <a:off x="7349753" y="2161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3" name="Freeform 3492"/>
          <p:cNvSpPr/>
          <p:nvPr/>
        </p:nvSpPr>
        <p:spPr>
          <a:xfrm>
            <a:off x="7247686" y="2136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4" name="Freeform 3493"/>
          <p:cNvSpPr/>
          <p:nvPr/>
        </p:nvSpPr>
        <p:spPr>
          <a:xfrm>
            <a:off x="7956365" y="215648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5" name="Freeform 3494"/>
          <p:cNvSpPr/>
          <p:nvPr/>
        </p:nvSpPr>
        <p:spPr>
          <a:xfrm>
            <a:off x="7387941" y="21574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6" name="Freeform 3495"/>
          <p:cNvSpPr/>
          <p:nvPr/>
        </p:nvSpPr>
        <p:spPr>
          <a:xfrm>
            <a:off x="7584699" y="21468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7" name="Freeform 3496"/>
          <p:cNvSpPr/>
          <p:nvPr/>
        </p:nvSpPr>
        <p:spPr>
          <a:xfrm>
            <a:off x="7474500" y="21515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8" name="Freeform 3497"/>
          <p:cNvSpPr/>
          <p:nvPr/>
        </p:nvSpPr>
        <p:spPr>
          <a:xfrm>
            <a:off x="7622066" y="2140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9" name="Freeform 3498"/>
          <p:cNvSpPr/>
          <p:nvPr/>
        </p:nvSpPr>
        <p:spPr>
          <a:xfrm>
            <a:off x="6858284" y="2150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0" name="Freeform 3499"/>
          <p:cNvSpPr/>
          <p:nvPr/>
        </p:nvSpPr>
        <p:spPr>
          <a:xfrm>
            <a:off x="7260723" y="21642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1" name="Freeform 3500"/>
          <p:cNvSpPr/>
          <p:nvPr/>
        </p:nvSpPr>
        <p:spPr>
          <a:xfrm>
            <a:off x="7257768" y="214526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2" name="Freeform 3501"/>
          <p:cNvSpPr/>
          <p:nvPr/>
        </p:nvSpPr>
        <p:spPr>
          <a:xfrm>
            <a:off x="7869932" y="2155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3" name="Freeform 3502"/>
          <p:cNvSpPr/>
          <p:nvPr/>
        </p:nvSpPr>
        <p:spPr>
          <a:xfrm>
            <a:off x="7248637" y="215292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4" name="Freeform 3503"/>
          <p:cNvSpPr/>
          <p:nvPr/>
        </p:nvSpPr>
        <p:spPr>
          <a:xfrm>
            <a:off x="7728436" y="21607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5" name="Freeform 3504"/>
          <p:cNvSpPr/>
          <p:nvPr/>
        </p:nvSpPr>
        <p:spPr>
          <a:xfrm>
            <a:off x="7120625" y="2151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6" name="Freeform 3505"/>
          <p:cNvSpPr/>
          <p:nvPr/>
        </p:nvSpPr>
        <p:spPr>
          <a:xfrm>
            <a:off x="7770295" y="21456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7" name="Freeform 3506"/>
          <p:cNvSpPr/>
          <p:nvPr/>
        </p:nvSpPr>
        <p:spPr>
          <a:xfrm>
            <a:off x="7266724" y="216418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8" name="Freeform 3507"/>
          <p:cNvSpPr/>
          <p:nvPr/>
        </p:nvSpPr>
        <p:spPr>
          <a:xfrm>
            <a:off x="8083585" y="2140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9" name="Freeform 3508"/>
          <p:cNvSpPr/>
          <p:nvPr/>
        </p:nvSpPr>
        <p:spPr>
          <a:xfrm>
            <a:off x="7569898" y="215465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0" name="Freeform 3509"/>
          <p:cNvSpPr/>
          <p:nvPr/>
        </p:nvSpPr>
        <p:spPr>
          <a:xfrm>
            <a:off x="7226049" y="2148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1" name="Freeform 3510"/>
          <p:cNvSpPr/>
          <p:nvPr/>
        </p:nvSpPr>
        <p:spPr>
          <a:xfrm>
            <a:off x="7752915" y="21470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2" name="Freeform 3511"/>
          <p:cNvSpPr/>
          <p:nvPr/>
        </p:nvSpPr>
        <p:spPr>
          <a:xfrm>
            <a:off x="8235179" y="214469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3" name="Freeform 3512"/>
          <p:cNvSpPr/>
          <p:nvPr/>
        </p:nvSpPr>
        <p:spPr>
          <a:xfrm>
            <a:off x="7055324" y="2162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4" name="Freeform 3513"/>
          <p:cNvSpPr/>
          <p:nvPr/>
        </p:nvSpPr>
        <p:spPr>
          <a:xfrm>
            <a:off x="6500914" y="2150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5" name="Freeform 3514"/>
          <p:cNvSpPr/>
          <p:nvPr/>
        </p:nvSpPr>
        <p:spPr>
          <a:xfrm>
            <a:off x="7400699" y="2152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6" name="Freeform 3515"/>
          <p:cNvSpPr/>
          <p:nvPr/>
        </p:nvSpPr>
        <p:spPr>
          <a:xfrm>
            <a:off x="7865184" y="213786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7" name="Freeform 3516"/>
          <p:cNvSpPr/>
          <p:nvPr/>
        </p:nvSpPr>
        <p:spPr>
          <a:xfrm>
            <a:off x="7763275" y="21368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8" name="Freeform 3517"/>
          <p:cNvSpPr/>
          <p:nvPr/>
        </p:nvSpPr>
        <p:spPr>
          <a:xfrm>
            <a:off x="7679712" y="21361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9" name="Freeform 3518"/>
          <p:cNvSpPr/>
          <p:nvPr/>
        </p:nvSpPr>
        <p:spPr>
          <a:xfrm>
            <a:off x="6669944" y="2139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0" name="Freeform 3519"/>
          <p:cNvSpPr/>
          <p:nvPr/>
        </p:nvSpPr>
        <p:spPr>
          <a:xfrm>
            <a:off x="7882207" y="2161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1" name="Freeform 3520"/>
          <p:cNvSpPr/>
          <p:nvPr/>
        </p:nvSpPr>
        <p:spPr>
          <a:xfrm>
            <a:off x="7957186" y="2148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2" name="Freeform 3521"/>
          <p:cNvSpPr/>
          <p:nvPr/>
        </p:nvSpPr>
        <p:spPr>
          <a:xfrm>
            <a:off x="7233507" y="2154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3" name="Freeform 3522"/>
          <p:cNvSpPr/>
          <p:nvPr/>
        </p:nvSpPr>
        <p:spPr>
          <a:xfrm>
            <a:off x="7580320" y="21436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4" name="Freeform 3523"/>
          <p:cNvSpPr/>
          <p:nvPr/>
        </p:nvSpPr>
        <p:spPr>
          <a:xfrm>
            <a:off x="7655789" y="2143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5" name="Freeform 3524"/>
          <p:cNvSpPr/>
          <p:nvPr/>
        </p:nvSpPr>
        <p:spPr>
          <a:xfrm>
            <a:off x="8113881" y="2159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6" name="Freeform 3525"/>
          <p:cNvSpPr/>
          <p:nvPr/>
        </p:nvSpPr>
        <p:spPr>
          <a:xfrm>
            <a:off x="7023146" y="2153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7" name="Freeform 3526"/>
          <p:cNvSpPr/>
          <p:nvPr/>
        </p:nvSpPr>
        <p:spPr>
          <a:xfrm>
            <a:off x="8107813" y="2150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8" name="Freeform 3527"/>
          <p:cNvSpPr/>
          <p:nvPr/>
        </p:nvSpPr>
        <p:spPr>
          <a:xfrm>
            <a:off x="7986297" y="21456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9" name="Freeform 3528"/>
          <p:cNvSpPr/>
          <p:nvPr/>
        </p:nvSpPr>
        <p:spPr>
          <a:xfrm>
            <a:off x="8234712" y="2153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0" name="Freeform 3529"/>
          <p:cNvSpPr/>
          <p:nvPr/>
        </p:nvSpPr>
        <p:spPr>
          <a:xfrm>
            <a:off x="7647723" y="2146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1" name="Freeform 3530"/>
          <p:cNvSpPr/>
          <p:nvPr/>
        </p:nvSpPr>
        <p:spPr>
          <a:xfrm>
            <a:off x="7367896" y="214907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2" name="Freeform 3531"/>
          <p:cNvSpPr/>
          <p:nvPr/>
        </p:nvSpPr>
        <p:spPr>
          <a:xfrm>
            <a:off x="6925426" y="2154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3" name="Freeform 3532"/>
          <p:cNvSpPr/>
          <p:nvPr/>
        </p:nvSpPr>
        <p:spPr>
          <a:xfrm>
            <a:off x="8215876" y="21631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4" name="Freeform 3533"/>
          <p:cNvSpPr/>
          <p:nvPr/>
        </p:nvSpPr>
        <p:spPr>
          <a:xfrm>
            <a:off x="7220133" y="2160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5" name="Freeform 3534"/>
          <p:cNvSpPr/>
          <p:nvPr/>
        </p:nvSpPr>
        <p:spPr>
          <a:xfrm>
            <a:off x="7846885" y="2153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6" name="Freeform 3535"/>
          <p:cNvSpPr/>
          <p:nvPr/>
        </p:nvSpPr>
        <p:spPr>
          <a:xfrm>
            <a:off x="8329680" y="2144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7" name="Freeform 3536"/>
          <p:cNvSpPr/>
          <p:nvPr/>
        </p:nvSpPr>
        <p:spPr>
          <a:xfrm>
            <a:off x="7911075" y="2139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8" name="Freeform 3537"/>
          <p:cNvSpPr/>
          <p:nvPr/>
        </p:nvSpPr>
        <p:spPr>
          <a:xfrm>
            <a:off x="7986322" y="21456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9" name="Freeform 3538"/>
          <p:cNvSpPr/>
          <p:nvPr/>
        </p:nvSpPr>
        <p:spPr>
          <a:xfrm>
            <a:off x="7333630" y="2147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0" name="Freeform 3539"/>
          <p:cNvSpPr/>
          <p:nvPr/>
        </p:nvSpPr>
        <p:spPr>
          <a:xfrm>
            <a:off x="7315194" y="213604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1" name="Freeform 3540"/>
          <p:cNvSpPr/>
          <p:nvPr/>
        </p:nvSpPr>
        <p:spPr>
          <a:xfrm>
            <a:off x="7727253" y="2156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2" name="Freeform 3541"/>
          <p:cNvSpPr/>
          <p:nvPr/>
        </p:nvSpPr>
        <p:spPr>
          <a:xfrm>
            <a:off x="7105854" y="21429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3" name="Freeform 3542"/>
          <p:cNvSpPr/>
          <p:nvPr/>
        </p:nvSpPr>
        <p:spPr>
          <a:xfrm>
            <a:off x="7165524" y="2153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4" name="Freeform 3543"/>
          <p:cNvSpPr/>
          <p:nvPr/>
        </p:nvSpPr>
        <p:spPr>
          <a:xfrm>
            <a:off x="6901743" y="21466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5" name="Freeform 3544"/>
          <p:cNvSpPr/>
          <p:nvPr/>
        </p:nvSpPr>
        <p:spPr>
          <a:xfrm>
            <a:off x="8208029" y="21555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6" name="Freeform 3545"/>
          <p:cNvSpPr/>
          <p:nvPr/>
        </p:nvSpPr>
        <p:spPr>
          <a:xfrm>
            <a:off x="7474819" y="2145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7" name="Freeform 3546"/>
          <p:cNvSpPr/>
          <p:nvPr/>
        </p:nvSpPr>
        <p:spPr>
          <a:xfrm>
            <a:off x="8258482" y="2148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8" name="Freeform 3547"/>
          <p:cNvSpPr/>
          <p:nvPr/>
        </p:nvSpPr>
        <p:spPr>
          <a:xfrm>
            <a:off x="8771684" y="21459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9" name="Freeform 3548"/>
          <p:cNvSpPr/>
          <p:nvPr/>
        </p:nvSpPr>
        <p:spPr>
          <a:xfrm>
            <a:off x="8251893" y="214657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0" name="Freeform 3549"/>
          <p:cNvSpPr/>
          <p:nvPr/>
        </p:nvSpPr>
        <p:spPr>
          <a:xfrm>
            <a:off x="7394167" y="2151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1" name="Freeform 3550"/>
          <p:cNvSpPr/>
          <p:nvPr/>
        </p:nvSpPr>
        <p:spPr>
          <a:xfrm>
            <a:off x="8111615" y="2140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2" name="Freeform 3551"/>
          <p:cNvSpPr/>
          <p:nvPr/>
        </p:nvSpPr>
        <p:spPr>
          <a:xfrm>
            <a:off x="7602734" y="2133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3" name="Freeform 3552"/>
          <p:cNvSpPr/>
          <p:nvPr/>
        </p:nvSpPr>
        <p:spPr>
          <a:xfrm>
            <a:off x="7391925" y="2149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4" name="Freeform 3553"/>
          <p:cNvSpPr/>
          <p:nvPr/>
        </p:nvSpPr>
        <p:spPr>
          <a:xfrm>
            <a:off x="6884012" y="2153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5" name="Freeform 3554"/>
          <p:cNvSpPr/>
          <p:nvPr/>
        </p:nvSpPr>
        <p:spPr>
          <a:xfrm>
            <a:off x="7220641" y="2145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6" name="Freeform 3555"/>
          <p:cNvSpPr/>
          <p:nvPr/>
        </p:nvSpPr>
        <p:spPr>
          <a:xfrm>
            <a:off x="8565608" y="2155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7" name="Freeform 3556"/>
          <p:cNvSpPr/>
          <p:nvPr/>
        </p:nvSpPr>
        <p:spPr>
          <a:xfrm>
            <a:off x="7335271" y="213229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8" name="Freeform 3557"/>
          <p:cNvSpPr/>
          <p:nvPr/>
        </p:nvSpPr>
        <p:spPr>
          <a:xfrm>
            <a:off x="7683188" y="21600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9" name="Freeform 3558"/>
          <p:cNvSpPr/>
          <p:nvPr/>
        </p:nvSpPr>
        <p:spPr>
          <a:xfrm>
            <a:off x="8223608" y="2134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0" name="Freeform 3559"/>
          <p:cNvSpPr/>
          <p:nvPr/>
        </p:nvSpPr>
        <p:spPr>
          <a:xfrm>
            <a:off x="6926560" y="2148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1" name="Freeform 3560"/>
          <p:cNvSpPr/>
          <p:nvPr/>
        </p:nvSpPr>
        <p:spPr>
          <a:xfrm>
            <a:off x="7326766" y="215025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2" name="Freeform 3561"/>
          <p:cNvSpPr/>
          <p:nvPr/>
        </p:nvSpPr>
        <p:spPr>
          <a:xfrm>
            <a:off x="6952698" y="2149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3" name="Freeform 3562"/>
          <p:cNvSpPr/>
          <p:nvPr/>
        </p:nvSpPr>
        <p:spPr>
          <a:xfrm>
            <a:off x="7089217" y="215806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4" name="Freeform 3563"/>
          <p:cNvSpPr/>
          <p:nvPr/>
        </p:nvSpPr>
        <p:spPr>
          <a:xfrm>
            <a:off x="7794595" y="21577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5" name="Freeform 3564"/>
          <p:cNvSpPr/>
          <p:nvPr/>
        </p:nvSpPr>
        <p:spPr>
          <a:xfrm>
            <a:off x="7493380" y="2146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6" name="Freeform 3565"/>
          <p:cNvSpPr/>
          <p:nvPr/>
        </p:nvSpPr>
        <p:spPr>
          <a:xfrm>
            <a:off x="7850342" y="21522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7" name="Freeform 3566"/>
          <p:cNvSpPr/>
          <p:nvPr/>
        </p:nvSpPr>
        <p:spPr>
          <a:xfrm>
            <a:off x="7081547" y="214622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8" name="Freeform 3567"/>
          <p:cNvSpPr/>
          <p:nvPr/>
        </p:nvSpPr>
        <p:spPr>
          <a:xfrm>
            <a:off x="7687709" y="2144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9" name="Freeform 3568"/>
          <p:cNvSpPr/>
          <p:nvPr/>
        </p:nvSpPr>
        <p:spPr>
          <a:xfrm>
            <a:off x="7863495" y="21358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0" name="Freeform 3569"/>
          <p:cNvSpPr/>
          <p:nvPr/>
        </p:nvSpPr>
        <p:spPr>
          <a:xfrm>
            <a:off x="6877119" y="21642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1" name="Freeform 3570"/>
          <p:cNvSpPr/>
          <p:nvPr/>
        </p:nvSpPr>
        <p:spPr>
          <a:xfrm>
            <a:off x="8223305" y="2148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2" name="Freeform 3571"/>
          <p:cNvSpPr/>
          <p:nvPr/>
        </p:nvSpPr>
        <p:spPr>
          <a:xfrm>
            <a:off x="7097172" y="2161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3" name="Freeform 3572"/>
          <p:cNvSpPr/>
          <p:nvPr/>
        </p:nvSpPr>
        <p:spPr>
          <a:xfrm>
            <a:off x="7988526" y="2159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4" name="Freeform 3573"/>
          <p:cNvSpPr/>
          <p:nvPr/>
        </p:nvSpPr>
        <p:spPr>
          <a:xfrm>
            <a:off x="8031417" y="2155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5" name="Freeform 3574"/>
          <p:cNvSpPr/>
          <p:nvPr/>
        </p:nvSpPr>
        <p:spPr>
          <a:xfrm>
            <a:off x="7031127" y="215386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6" name="Freeform 3575"/>
          <p:cNvSpPr/>
          <p:nvPr/>
        </p:nvSpPr>
        <p:spPr>
          <a:xfrm>
            <a:off x="6806837" y="2144828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7" name="Freeform 3576"/>
          <p:cNvSpPr/>
          <p:nvPr/>
        </p:nvSpPr>
        <p:spPr>
          <a:xfrm>
            <a:off x="7895495" y="21614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8" name="Freeform 3577"/>
          <p:cNvSpPr/>
          <p:nvPr/>
        </p:nvSpPr>
        <p:spPr>
          <a:xfrm>
            <a:off x="7410616" y="21419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9" name="Freeform 3578"/>
          <p:cNvSpPr/>
          <p:nvPr/>
        </p:nvSpPr>
        <p:spPr>
          <a:xfrm>
            <a:off x="7358652" y="2149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0" name="Freeform 3579"/>
          <p:cNvSpPr/>
          <p:nvPr/>
        </p:nvSpPr>
        <p:spPr>
          <a:xfrm>
            <a:off x="7047672" y="2146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1" name="Freeform 3580"/>
          <p:cNvSpPr/>
          <p:nvPr/>
        </p:nvSpPr>
        <p:spPr>
          <a:xfrm>
            <a:off x="7473015" y="2148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2" name="Freeform 3581"/>
          <p:cNvSpPr/>
          <p:nvPr/>
        </p:nvSpPr>
        <p:spPr>
          <a:xfrm>
            <a:off x="7509319" y="21609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3" name="Freeform 3582"/>
          <p:cNvSpPr/>
          <p:nvPr/>
        </p:nvSpPr>
        <p:spPr>
          <a:xfrm>
            <a:off x="7334290" y="21496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4" name="Freeform 3583"/>
          <p:cNvSpPr/>
          <p:nvPr/>
        </p:nvSpPr>
        <p:spPr>
          <a:xfrm>
            <a:off x="7373517" y="2134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5" name="Freeform 3584"/>
          <p:cNvSpPr/>
          <p:nvPr/>
        </p:nvSpPr>
        <p:spPr>
          <a:xfrm>
            <a:off x="7245761" y="21460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6" name="Freeform 3585"/>
          <p:cNvSpPr/>
          <p:nvPr/>
        </p:nvSpPr>
        <p:spPr>
          <a:xfrm>
            <a:off x="7262963" y="2152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7" name="Freeform 3586"/>
          <p:cNvSpPr/>
          <p:nvPr/>
        </p:nvSpPr>
        <p:spPr>
          <a:xfrm>
            <a:off x="7812033" y="21566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8" name="Freeform 3587"/>
          <p:cNvSpPr/>
          <p:nvPr/>
        </p:nvSpPr>
        <p:spPr>
          <a:xfrm>
            <a:off x="7532502" y="21607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9" name="Freeform 3588"/>
          <p:cNvSpPr/>
          <p:nvPr/>
        </p:nvSpPr>
        <p:spPr>
          <a:xfrm>
            <a:off x="7227574" y="2149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0" name="Freeform 3589"/>
          <p:cNvSpPr/>
          <p:nvPr/>
        </p:nvSpPr>
        <p:spPr>
          <a:xfrm>
            <a:off x="7084384" y="2162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1" name="Freeform 3590"/>
          <p:cNvSpPr/>
          <p:nvPr/>
        </p:nvSpPr>
        <p:spPr>
          <a:xfrm>
            <a:off x="6891503" y="21412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2" name="Freeform 3591"/>
          <p:cNvSpPr/>
          <p:nvPr/>
        </p:nvSpPr>
        <p:spPr>
          <a:xfrm>
            <a:off x="8541939" y="2134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3" name="Freeform 3592"/>
          <p:cNvSpPr/>
          <p:nvPr/>
        </p:nvSpPr>
        <p:spPr>
          <a:xfrm>
            <a:off x="7831916" y="2135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4" name="Freeform 3593"/>
          <p:cNvSpPr/>
          <p:nvPr/>
        </p:nvSpPr>
        <p:spPr>
          <a:xfrm>
            <a:off x="7327217" y="2157270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5" name="Freeform 3594"/>
          <p:cNvSpPr/>
          <p:nvPr/>
        </p:nvSpPr>
        <p:spPr>
          <a:xfrm>
            <a:off x="7756933" y="2138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6" name="Freeform 3595"/>
          <p:cNvSpPr/>
          <p:nvPr/>
        </p:nvSpPr>
        <p:spPr>
          <a:xfrm>
            <a:off x="8005855" y="2151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7" name="Freeform 3596"/>
          <p:cNvSpPr/>
          <p:nvPr/>
        </p:nvSpPr>
        <p:spPr>
          <a:xfrm>
            <a:off x="7889976" y="21440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8" name="Freeform 3597"/>
          <p:cNvSpPr/>
          <p:nvPr/>
        </p:nvSpPr>
        <p:spPr>
          <a:xfrm>
            <a:off x="7947866" y="2146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9" name="Freeform 3598"/>
          <p:cNvSpPr/>
          <p:nvPr/>
        </p:nvSpPr>
        <p:spPr>
          <a:xfrm>
            <a:off x="7335358" y="21498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0" name="Freeform 3599"/>
          <p:cNvSpPr/>
          <p:nvPr/>
        </p:nvSpPr>
        <p:spPr>
          <a:xfrm>
            <a:off x="6858897" y="2153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1" name="Freeform 3600"/>
          <p:cNvSpPr/>
          <p:nvPr/>
        </p:nvSpPr>
        <p:spPr>
          <a:xfrm>
            <a:off x="7343388" y="21561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2" name="Freeform 3601"/>
          <p:cNvSpPr/>
          <p:nvPr/>
        </p:nvSpPr>
        <p:spPr>
          <a:xfrm>
            <a:off x="6815238" y="2156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3" name="Freeform 3602"/>
          <p:cNvSpPr/>
          <p:nvPr/>
        </p:nvSpPr>
        <p:spPr>
          <a:xfrm>
            <a:off x="6931697" y="21568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4" name="Freeform 3603"/>
          <p:cNvSpPr/>
          <p:nvPr/>
        </p:nvSpPr>
        <p:spPr>
          <a:xfrm>
            <a:off x="7121064" y="2143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5" name="Freeform 3604"/>
          <p:cNvSpPr/>
          <p:nvPr/>
        </p:nvSpPr>
        <p:spPr>
          <a:xfrm>
            <a:off x="7466398" y="21545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6" name="Freeform 3605"/>
          <p:cNvSpPr/>
          <p:nvPr/>
        </p:nvSpPr>
        <p:spPr>
          <a:xfrm>
            <a:off x="7667644" y="2137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7" name="Freeform 3606"/>
          <p:cNvSpPr/>
          <p:nvPr/>
        </p:nvSpPr>
        <p:spPr>
          <a:xfrm>
            <a:off x="8005680" y="21480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8" name="Freeform 3607"/>
          <p:cNvSpPr/>
          <p:nvPr/>
        </p:nvSpPr>
        <p:spPr>
          <a:xfrm>
            <a:off x="7010280" y="2150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9" name="Freeform 3608"/>
          <p:cNvSpPr/>
          <p:nvPr/>
        </p:nvSpPr>
        <p:spPr>
          <a:xfrm>
            <a:off x="7453445" y="21454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0" name="Freeform 3609"/>
          <p:cNvSpPr/>
          <p:nvPr/>
        </p:nvSpPr>
        <p:spPr>
          <a:xfrm>
            <a:off x="7419385" y="2132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1" name="Freeform 3610"/>
          <p:cNvSpPr/>
          <p:nvPr/>
        </p:nvSpPr>
        <p:spPr>
          <a:xfrm>
            <a:off x="7584676" y="21531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2" name="Freeform 3611"/>
          <p:cNvSpPr/>
          <p:nvPr/>
        </p:nvSpPr>
        <p:spPr>
          <a:xfrm>
            <a:off x="7263386" y="21405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3" name="Freeform 3612"/>
          <p:cNvSpPr/>
          <p:nvPr/>
        </p:nvSpPr>
        <p:spPr>
          <a:xfrm>
            <a:off x="7871769" y="21434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4" name="Freeform 3613"/>
          <p:cNvSpPr/>
          <p:nvPr/>
        </p:nvSpPr>
        <p:spPr>
          <a:xfrm>
            <a:off x="7220056" y="2172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5" name="Freeform 3614"/>
          <p:cNvSpPr/>
          <p:nvPr/>
        </p:nvSpPr>
        <p:spPr>
          <a:xfrm>
            <a:off x="7266286" y="214453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6" name="Freeform 3615"/>
          <p:cNvSpPr/>
          <p:nvPr/>
        </p:nvSpPr>
        <p:spPr>
          <a:xfrm>
            <a:off x="6656805" y="21637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7" name="Freeform 3616"/>
          <p:cNvSpPr/>
          <p:nvPr/>
        </p:nvSpPr>
        <p:spPr>
          <a:xfrm>
            <a:off x="6895837" y="2129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8" name="Freeform 3617"/>
          <p:cNvSpPr/>
          <p:nvPr/>
        </p:nvSpPr>
        <p:spPr>
          <a:xfrm>
            <a:off x="7391376" y="2148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9" name="Freeform 3618"/>
          <p:cNvSpPr/>
          <p:nvPr/>
        </p:nvSpPr>
        <p:spPr>
          <a:xfrm>
            <a:off x="7475431" y="2148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0" name="Freeform 3619"/>
          <p:cNvSpPr/>
          <p:nvPr/>
        </p:nvSpPr>
        <p:spPr>
          <a:xfrm>
            <a:off x="7491107" y="2146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1" name="Freeform 3620"/>
          <p:cNvSpPr/>
          <p:nvPr/>
        </p:nvSpPr>
        <p:spPr>
          <a:xfrm>
            <a:off x="7694539" y="21465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2" name="Freeform 3621"/>
          <p:cNvSpPr/>
          <p:nvPr/>
        </p:nvSpPr>
        <p:spPr>
          <a:xfrm>
            <a:off x="7485263" y="213992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3" name="Freeform 3622"/>
          <p:cNvSpPr/>
          <p:nvPr/>
        </p:nvSpPr>
        <p:spPr>
          <a:xfrm>
            <a:off x="7978578" y="213873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4" name="Freeform 3623"/>
          <p:cNvSpPr/>
          <p:nvPr/>
        </p:nvSpPr>
        <p:spPr>
          <a:xfrm>
            <a:off x="7282864" y="21493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5" name="Freeform 3624"/>
          <p:cNvSpPr/>
          <p:nvPr/>
        </p:nvSpPr>
        <p:spPr>
          <a:xfrm>
            <a:off x="7829751" y="21357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6" name="Freeform 3625"/>
          <p:cNvSpPr/>
          <p:nvPr/>
        </p:nvSpPr>
        <p:spPr>
          <a:xfrm>
            <a:off x="8045237" y="21499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7" name="Freeform 3626"/>
          <p:cNvSpPr/>
          <p:nvPr/>
        </p:nvSpPr>
        <p:spPr>
          <a:xfrm>
            <a:off x="7797432" y="2154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8" name="Freeform 3627"/>
          <p:cNvSpPr/>
          <p:nvPr/>
        </p:nvSpPr>
        <p:spPr>
          <a:xfrm>
            <a:off x="7320279" y="21484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9" name="Freeform 3628"/>
          <p:cNvSpPr/>
          <p:nvPr/>
        </p:nvSpPr>
        <p:spPr>
          <a:xfrm>
            <a:off x="6793048" y="2152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0" name="Freeform 3629"/>
          <p:cNvSpPr/>
          <p:nvPr/>
        </p:nvSpPr>
        <p:spPr>
          <a:xfrm>
            <a:off x="7342060" y="2145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1" name="Freeform 3630"/>
          <p:cNvSpPr/>
          <p:nvPr/>
        </p:nvSpPr>
        <p:spPr>
          <a:xfrm>
            <a:off x="7581490" y="21571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2" name="Freeform 3631"/>
          <p:cNvSpPr/>
          <p:nvPr/>
        </p:nvSpPr>
        <p:spPr>
          <a:xfrm>
            <a:off x="7579852" y="21557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3" name="Freeform 3632"/>
          <p:cNvSpPr/>
          <p:nvPr/>
        </p:nvSpPr>
        <p:spPr>
          <a:xfrm>
            <a:off x="7192491" y="214555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4" name="Freeform 3633"/>
          <p:cNvSpPr/>
          <p:nvPr/>
        </p:nvSpPr>
        <p:spPr>
          <a:xfrm>
            <a:off x="7307099" y="2154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5" name="Freeform 3634"/>
          <p:cNvSpPr/>
          <p:nvPr/>
        </p:nvSpPr>
        <p:spPr>
          <a:xfrm>
            <a:off x="8158430" y="21526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6" name="Freeform 3635"/>
          <p:cNvSpPr/>
          <p:nvPr/>
        </p:nvSpPr>
        <p:spPr>
          <a:xfrm>
            <a:off x="7271577" y="2145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7" name="Freeform 3636"/>
          <p:cNvSpPr/>
          <p:nvPr/>
        </p:nvSpPr>
        <p:spPr>
          <a:xfrm>
            <a:off x="6004272" y="2151995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8" name="Freeform 3637"/>
          <p:cNvSpPr/>
          <p:nvPr/>
        </p:nvSpPr>
        <p:spPr>
          <a:xfrm>
            <a:off x="7435502" y="21519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9" name="Freeform 3638"/>
          <p:cNvSpPr/>
          <p:nvPr/>
        </p:nvSpPr>
        <p:spPr>
          <a:xfrm>
            <a:off x="7415162" y="2153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0" name="Freeform 3639"/>
          <p:cNvSpPr/>
          <p:nvPr/>
        </p:nvSpPr>
        <p:spPr>
          <a:xfrm>
            <a:off x="7912576" y="2142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1" name="Freeform 3640"/>
          <p:cNvSpPr/>
          <p:nvPr/>
        </p:nvSpPr>
        <p:spPr>
          <a:xfrm>
            <a:off x="7913524" y="2148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2" name="Freeform 3641"/>
          <p:cNvSpPr/>
          <p:nvPr/>
        </p:nvSpPr>
        <p:spPr>
          <a:xfrm>
            <a:off x="6630368" y="21419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3" name="Freeform 3642"/>
          <p:cNvSpPr/>
          <p:nvPr/>
        </p:nvSpPr>
        <p:spPr>
          <a:xfrm>
            <a:off x="7202547" y="21423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4" name="Freeform 3643"/>
          <p:cNvSpPr/>
          <p:nvPr/>
        </p:nvSpPr>
        <p:spPr>
          <a:xfrm>
            <a:off x="7038707" y="2146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5" name="Freeform 3644"/>
          <p:cNvSpPr/>
          <p:nvPr/>
        </p:nvSpPr>
        <p:spPr>
          <a:xfrm>
            <a:off x="7338469" y="21476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6" name="Freeform 3645"/>
          <p:cNvSpPr/>
          <p:nvPr/>
        </p:nvSpPr>
        <p:spPr>
          <a:xfrm>
            <a:off x="7052691" y="2148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7" name="Freeform 3646"/>
          <p:cNvSpPr/>
          <p:nvPr/>
        </p:nvSpPr>
        <p:spPr>
          <a:xfrm>
            <a:off x="7167034" y="2135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8" name="Freeform 3647"/>
          <p:cNvSpPr/>
          <p:nvPr/>
        </p:nvSpPr>
        <p:spPr>
          <a:xfrm>
            <a:off x="7012552" y="213739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9" name="Freeform 3648"/>
          <p:cNvSpPr/>
          <p:nvPr/>
        </p:nvSpPr>
        <p:spPr>
          <a:xfrm>
            <a:off x="7772577" y="2147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0" name="Freeform 3649"/>
          <p:cNvSpPr/>
          <p:nvPr/>
        </p:nvSpPr>
        <p:spPr>
          <a:xfrm>
            <a:off x="7543790" y="214760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1" name="Freeform 3650"/>
          <p:cNvSpPr/>
          <p:nvPr/>
        </p:nvSpPr>
        <p:spPr>
          <a:xfrm>
            <a:off x="7567629" y="21352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2" name="Freeform 3651"/>
          <p:cNvSpPr/>
          <p:nvPr/>
        </p:nvSpPr>
        <p:spPr>
          <a:xfrm>
            <a:off x="7566136" y="215250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3" name="Freeform 3652"/>
          <p:cNvSpPr/>
          <p:nvPr/>
        </p:nvSpPr>
        <p:spPr>
          <a:xfrm>
            <a:off x="7327716" y="21370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4" name="Freeform 3653"/>
          <p:cNvSpPr/>
          <p:nvPr/>
        </p:nvSpPr>
        <p:spPr>
          <a:xfrm>
            <a:off x="8475677" y="21538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5" name="Freeform 3654"/>
          <p:cNvSpPr/>
          <p:nvPr/>
        </p:nvSpPr>
        <p:spPr>
          <a:xfrm>
            <a:off x="7750332" y="21549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6" name="Freeform 3655"/>
          <p:cNvSpPr/>
          <p:nvPr/>
        </p:nvSpPr>
        <p:spPr>
          <a:xfrm>
            <a:off x="7208338" y="2133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7" name="Freeform 3656"/>
          <p:cNvSpPr/>
          <p:nvPr/>
        </p:nvSpPr>
        <p:spPr>
          <a:xfrm>
            <a:off x="7088955" y="21558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8" name="Freeform 3657"/>
          <p:cNvSpPr/>
          <p:nvPr/>
        </p:nvSpPr>
        <p:spPr>
          <a:xfrm>
            <a:off x="7159542" y="2137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9" name="Freeform 3658"/>
          <p:cNvSpPr/>
          <p:nvPr/>
        </p:nvSpPr>
        <p:spPr>
          <a:xfrm>
            <a:off x="7833091" y="214973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0" name="Freeform 3659"/>
          <p:cNvSpPr/>
          <p:nvPr/>
        </p:nvSpPr>
        <p:spPr>
          <a:xfrm>
            <a:off x="7810308" y="2146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1" name="Freeform 3660"/>
          <p:cNvSpPr/>
          <p:nvPr/>
        </p:nvSpPr>
        <p:spPr>
          <a:xfrm>
            <a:off x="6924146" y="2141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2" name="Freeform 3661"/>
          <p:cNvSpPr/>
          <p:nvPr/>
        </p:nvSpPr>
        <p:spPr>
          <a:xfrm>
            <a:off x="7909316" y="21368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3" name="Freeform 3662"/>
          <p:cNvSpPr/>
          <p:nvPr/>
        </p:nvSpPr>
        <p:spPr>
          <a:xfrm>
            <a:off x="7824334" y="2148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4" name="Freeform 3663"/>
          <p:cNvSpPr/>
          <p:nvPr/>
        </p:nvSpPr>
        <p:spPr>
          <a:xfrm>
            <a:off x="7796834" y="214738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5" name="Freeform 3664"/>
          <p:cNvSpPr/>
          <p:nvPr/>
        </p:nvSpPr>
        <p:spPr>
          <a:xfrm>
            <a:off x="8127080" y="2149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6" name="Freeform 3665"/>
          <p:cNvSpPr/>
          <p:nvPr/>
        </p:nvSpPr>
        <p:spPr>
          <a:xfrm>
            <a:off x="8199692" y="2146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7" name="Freeform 3666"/>
          <p:cNvSpPr/>
          <p:nvPr/>
        </p:nvSpPr>
        <p:spPr>
          <a:xfrm>
            <a:off x="8148837" y="2134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8" name="Freeform 3667"/>
          <p:cNvSpPr/>
          <p:nvPr/>
        </p:nvSpPr>
        <p:spPr>
          <a:xfrm>
            <a:off x="7709681" y="214832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9" name="Freeform 3668"/>
          <p:cNvSpPr/>
          <p:nvPr/>
        </p:nvSpPr>
        <p:spPr>
          <a:xfrm>
            <a:off x="7221034" y="2139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0" name="Freeform 3669"/>
          <p:cNvSpPr/>
          <p:nvPr/>
        </p:nvSpPr>
        <p:spPr>
          <a:xfrm>
            <a:off x="7773208" y="2144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1" name="Freeform 3670"/>
          <p:cNvSpPr/>
          <p:nvPr/>
        </p:nvSpPr>
        <p:spPr>
          <a:xfrm>
            <a:off x="7723464" y="2149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2" name="Freeform 3671"/>
          <p:cNvSpPr/>
          <p:nvPr/>
        </p:nvSpPr>
        <p:spPr>
          <a:xfrm>
            <a:off x="7555107" y="21466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3" name="Freeform 3672"/>
          <p:cNvSpPr/>
          <p:nvPr/>
        </p:nvSpPr>
        <p:spPr>
          <a:xfrm>
            <a:off x="7605905" y="2142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4" name="Freeform 3673"/>
          <p:cNvSpPr/>
          <p:nvPr/>
        </p:nvSpPr>
        <p:spPr>
          <a:xfrm>
            <a:off x="7380223" y="2150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5" name="Freeform 3674"/>
          <p:cNvSpPr/>
          <p:nvPr/>
        </p:nvSpPr>
        <p:spPr>
          <a:xfrm>
            <a:off x="6511560" y="21454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6" name="Freeform 3675"/>
          <p:cNvSpPr/>
          <p:nvPr/>
        </p:nvSpPr>
        <p:spPr>
          <a:xfrm>
            <a:off x="7698827" y="2132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7" name="Freeform 3676"/>
          <p:cNvSpPr/>
          <p:nvPr/>
        </p:nvSpPr>
        <p:spPr>
          <a:xfrm>
            <a:off x="8622958" y="2149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8" name="Freeform 3677"/>
          <p:cNvSpPr/>
          <p:nvPr/>
        </p:nvSpPr>
        <p:spPr>
          <a:xfrm>
            <a:off x="7799500" y="21504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9" name="Freeform 3678"/>
          <p:cNvSpPr/>
          <p:nvPr/>
        </p:nvSpPr>
        <p:spPr>
          <a:xfrm>
            <a:off x="6827777" y="21419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0" name="Freeform 3679"/>
          <p:cNvSpPr/>
          <p:nvPr/>
        </p:nvSpPr>
        <p:spPr>
          <a:xfrm>
            <a:off x="8023276" y="213591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1" name="Freeform 3680"/>
          <p:cNvSpPr/>
          <p:nvPr/>
        </p:nvSpPr>
        <p:spPr>
          <a:xfrm>
            <a:off x="6477616" y="21373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2" name="Freeform 3681"/>
          <p:cNvSpPr/>
          <p:nvPr/>
        </p:nvSpPr>
        <p:spPr>
          <a:xfrm>
            <a:off x="7429103" y="21383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3" name="Freeform 3682"/>
          <p:cNvSpPr/>
          <p:nvPr/>
        </p:nvSpPr>
        <p:spPr>
          <a:xfrm>
            <a:off x="7283599" y="2142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4" name="Freeform 3683"/>
          <p:cNvSpPr/>
          <p:nvPr/>
        </p:nvSpPr>
        <p:spPr>
          <a:xfrm>
            <a:off x="7613182" y="21600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5" name="Freeform 3684"/>
          <p:cNvSpPr/>
          <p:nvPr/>
        </p:nvSpPr>
        <p:spPr>
          <a:xfrm>
            <a:off x="7345668" y="2156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6" name="Freeform 3685"/>
          <p:cNvSpPr/>
          <p:nvPr/>
        </p:nvSpPr>
        <p:spPr>
          <a:xfrm>
            <a:off x="7510392" y="21524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7" name="Freeform 3686"/>
          <p:cNvSpPr/>
          <p:nvPr/>
        </p:nvSpPr>
        <p:spPr>
          <a:xfrm>
            <a:off x="6670295" y="21321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8" name="Freeform 3687"/>
          <p:cNvSpPr/>
          <p:nvPr/>
        </p:nvSpPr>
        <p:spPr>
          <a:xfrm>
            <a:off x="6545011" y="2146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9" name="Freeform 3688"/>
          <p:cNvSpPr/>
          <p:nvPr/>
        </p:nvSpPr>
        <p:spPr>
          <a:xfrm>
            <a:off x="7116673" y="21519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0" name="Freeform 3689"/>
          <p:cNvSpPr/>
          <p:nvPr/>
        </p:nvSpPr>
        <p:spPr>
          <a:xfrm>
            <a:off x="6701015" y="2149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1" name="Freeform 3690"/>
          <p:cNvSpPr/>
          <p:nvPr/>
        </p:nvSpPr>
        <p:spPr>
          <a:xfrm>
            <a:off x="7545896" y="2150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2" name="Freeform 3691"/>
          <p:cNvSpPr/>
          <p:nvPr/>
        </p:nvSpPr>
        <p:spPr>
          <a:xfrm>
            <a:off x="7369464" y="21500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3" name="Freeform 3692"/>
          <p:cNvSpPr/>
          <p:nvPr/>
        </p:nvSpPr>
        <p:spPr>
          <a:xfrm>
            <a:off x="6671526" y="2147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4" name="Freeform 3693"/>
          <p:cNvSpPr/>
          <p:nvPr/>
        </p:nvSpPr>
        <p:spPr>
          <a:xfrm>
            <a:off x="8018143" y="2147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5" name="Freeform 3694"/>
          <p:cNvSpPr/>
          <p:nvPr/>
        </p:nvSpPr>
        <p:spPr>
          <a:xfrm>
            <a:off x="6679427" y="2157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6" name="Freeform 3695"/>
          <p:cNvSpPr/>
          <p:nvPr/>
        </p:nvSpPr>
        <p:spPr>
          <a:xfrm>
            <a:off x="8165067" y="214586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7" name="Freeform 3696"/>
          <p:cNvSpPr/>
          <p:nvPr/>
        </p:nvSpPr>
        <p:spPr>
          <a:xfrm>
            <a:off x="7000630" y="21568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8" name="Freeform 3697"/>
          <p:cNvSpPr/>
          <p:nvPr/>
        </p:nvSpPr>
        <p:spPr>
          <a:xfrm>
            <a:off x="8154983" y="2144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9" name="Freeform 3698"/>
          <p:cNvSpPr/>
          <p:nvPr/>
        </p:nvSpPr>
        <p:spPr>
          <a:xfrm>
            <a:off x="6541757" y="2143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0" name="Freeform 3699"/>
          <p:cNvSpPr/>
          <p:nvPr/>
        </p:nvSpPr>
        <p:spPr>
          <a:xfrm>
            <a:off x="7937232" y="21664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1" name="Freeform 3700"/>
          <p:cNvSpPr/>
          <p:nvPr/>
        </p:nvSpPr>
        <p:spPr>
          <a:xfrm>
            <a:off x="7084038" y="213335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2" name="Freeform 3701"/>
          <p:cNvSpPr/>
          <p:nvPr/>
        </p:nvSpPr>
        <p:spPr>
          <a:xfrm>
            <a:off x="8016621" y="21634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3" name="Freeform 3702"/>
          <p:cNvSpPr/>
          <p:nvPr/>
        </p:nvSpPr>
        <p:spPr>
          <a:xfrm>
            <a:off x="7916996" y="2139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4" name="Freeform 3703"/>
          <p:cNvSpPr/>
          <p:nvPr/>
        </p:nvSpPr>
        <p:spPr>
          <a:xfrm>
            <a:off x="7333505" y="2146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5" name="Freeform 3704"/>
          <p:cNvSpPr/>
          <p:nvPr/>
        </p:nvSpPr>
        <p:spPr>
          <a:xfrm>
            <a:off x="7379345" y="21462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6" name="Freeform 3705"/>
          <p:cNvSpPr/>
          <p:nvPr/>
        </p:nvSpPr>
        <p:spPr>
          <a:xfrm>
            <a:off x="8125516" y="2148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7" name="Freeform 3706"/>
          <p:cNvSpPr/>
          <p:nvPr/>
        </p:nvSpPr>
        <p:spPr>
          <a:xfrm>
            <a:off x="7560968" y="2142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8" name="Freeform 3707"/>
          <p:cNvSpPr/>
          <p:nvPr/>
        </p:nvSpPr>
        <p:spPr>
          <a:xfrm>
            <a:off x="8110877" y="21419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9" name="Freeform 3708"/>
          <p:cNvSpPr/>
          <p:nvPr/>
        </p:nvSpPr>
        <p:spPr>
          <a:xfrm>
            <a:off x="6901949" y="2146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0" name="Freeform 3709"/>
          <p:cNvSpPr/>
          <p:nvPr/>
        </p:nvSpPr>
        <p:spPr>
          <a:xfrm>
            <a:off x="8068465" y="21530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1" name="Freeform 3710"/>
          <p:cNvSpPr/>
          <p:nvPr/>
        </p:nvSpPr>
        <p:spPr>
          <a:xfrm>
            <a:off x="7708410" y="21622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2" name="Freeform 3711"/>
          <p:cNvSpPr/>
          <p:nvPr/>
        </p:nvSpPr>
        <p:spPr>
          <a:xfrm>
            <a:off x="7424824" y="214881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3" name="Freeform 3712"/>
          <p:cNvSpPr/>
          <p:nvPr/>
        </p:nvSpPr>
        <p:spPr>
          <a:xfrm>
            <a:off x="7976427" y="2153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4" name="Freeform 3713"/>
          <p:cNvSpPr/>
          <p:nvPr/>
        </p:nvSpPr>
        <p:spPr>
          <a:xfrm>
            <a:off x="6996193" y="2157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5" name="Freeform 3714"/>
          <p:cNvSpPr/>
          <p:nvPr/>
        </p:nvSpPr>
        <p:spPr>
          <a:xfrm>
            <a:off x="7091094" y="214440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6" name="Freeform 3715"/>
          <p:cNvSpPr/>
          <p:nvPr/>
        </p:nvSpPr>
        <p:spPr>
          <a:xfrm>
            <a:off x="6838959" y="2140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7" name="Freeform 3716"/>
          <p:cNvSpPr/>
          <p:nvPr/>
        </p:nvSpPr>
        <p:spPr>
          <a:xfrm>
            <a:off x="7366147" y="21509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8" name="Freeform 3717"/>
          <p:cNvSpPr/>
          <p:nvPr/>
        </p:nvSpPr>
        <p:spPr>
          <a:xfrm>
            <a:off x="6888988" y="21415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9" name="Freeform 3718"/>
          <p:cNvSpPr/>
          <p:nvPr/>
        </p:nvSpPr>
        <p:spPr>
          <a:xfrm>
            <a:off x="7821581" y="2140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0" name="Freeform 3719"/>
          <p:cNvSpPr/>
          <p:nvPr/>
        </p:nvSpPr>
        <p:spPr>
          <a:xfrm>
            <a:off x="7721738" y="2149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1" name="Freeform 3720"/>
          <p:cNvSpPr/>
          <p:nvPr/>
        </p:nvSpPr>
        <p:spPr>
          <a:xfrm>
            <a:off x="7461560" y="2137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2" name="Freeform 3721"/>
          <p:cNvSpPr/>
          <p:nvPr/>
        </p:nvSpPr>
        <p:spPr>
          <a:xfrm>
            <a:off x="8480758" y="2164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3" name="Freeform 3722"/>
          <p:cNvSpPr/>
          <p:nvPr/>
        </p:nvSpPr>
        <p:spPr>
          <a:xfrm>
            <a:off x="6826859" y="2153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4" name="Freeform 3723"/>
          <p:cNvSpPr/>
          <p:nvPr/>
        </p:nvSpPr>
        <p:spPr>
          <a:xfrm>
            <a:off x="5974469" y="2144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5" name="Freeform 3724"/>
          <p:cNvSpPr/>
          <p:nvPr/>
        </p:nvSpPr>
        <p:spPr>
          <a:xfrm>
            <a:off x="7161830" y="2147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6" name="Freeform 3725"/>
          <p:cNvSpPr/>
          <p:nvPr/>
        </p:nvSpPr>
        <p:spPr>
          <a:xfrm>
            <a:off x="6990340" y="21444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7" name="Freeform 3726"/>
          <p:cNvSpPr/>
          <p:nvPr/>
        </p:nvSpPr>
        <p:spPr>
          <a:xfrm>
            <a:off x="7695265" y="2146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8" name="Freeform 3727"/>
          <p:cNvSpPr/>
          <p:nvPr/>
        </p:nvSpPr>
        <p:spPr>
          <a:xfrm>
            <a:off x="7352049" y="21377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9" name="Freeform 3728"/>
          <p:cNvSpPr/>
          <p:nvPr/>
        </p:nvSpPr>
        <p:spPr>
          <a:xfrm>
            <a:off x="6940287" y="21551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0" name="Freeform 3729"/>
          <p:cNvSpPr/>
          <p:nvPr/>
        </p:nvSpPr>
        <p:spPr>
          <a:xfrm>
            <a:off x="7630997" y="2129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1" name="Freeform 3730"/>
          <p:cNvSpPr/>
          <p:nvPr/>
        </p:nvSpPr>
        <p:spPr>
          <a:xfrm>
            <a:off x="7649216" y="2160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2" name="Freeform 3731"/>
          <p:cNvSpPr/>
          <p:nvPr/>
        </p:nvSpPr>
        <p:spPr>
          <a:xfrm>
            <a:off x="6941319" y="2151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3" name="Freeform 3732"/>
          <p:cNvSpPr/>
          <p:nvPr/>
        </p:nvSpPr>
        <p:spPr>
          <a:xfrm>
            <a:off x="6970462" y="21447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4" name="Freeform 3733"/>
          <p:cNvSpPr/>
          <p:nvPr/>
        </p:nvSpPr>
        <p:spPr>
          <a:xfrm>
            <a:off x="7409159" y="21466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5" name="Freeform 3734"/>
          <p:cNvSpPr/>
          <p:nvPr/>
        </p:nvSpPr>
        <p:spPr>
          <a:xfrm>
            <a:off x="7721713" y="2151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6" name="Freeform 3735"/>
          <p:cNvSpPr/>
          <p:nvPr/>
        </p:nvSpPr>
        <p:spPr>
          <a:xfrm>
            <a:off x="7429787" y="214929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7" name="Freeform 3736"/>
          <p:cNvSpPr/>
          <p:nvPr/>
        </p:nvSpPr>
        <p:spPr>
          <a:xfrm>
            <a:off x="7244534" y="21497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8" name="Freeform 3737"/>
          <p:cNvSpPr/>
          <p:nvPr/>
        </p:nvSpPr>
        <p:spPr>
          <a:xfrm>
            <a:off x="7730474" y="2152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9" name="Freeform 3738"/>
          <p:cNvSpPr/>
          <p:nvPr/>
        </p:nvSpPr>
        <p:spPr>
          <a:xfrm>
            <a:off x="7388358" y="2147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0" name="Freeform 3739"/>
          <p:cNvSpPr/>
          <p:nvPr/>
        </p:nvSpPr>
        <p:spPr>
          <a:xfrm>
            <a:off x="7326261" y="2150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1" name="Freeform 3740"/>
          <p:cNvSpPr/>
          <p:nvPr/>
        </p:nvSpPr>
        <p:spPr>
          <a:xfrm>
            <a:off x="7664665" y="2145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2" name="Freeform 3741"/>
          <p:cNvSpPr/>
          <p:nvPr/>
        </p:nvSpPr>
        <p:spPr>
          <a:xfrm>
            <a:off x="7437731" y="2136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3" name="Freeform 3742"/>
          <p:cNvSpPr/>
          <p:nvPr/>
        </p:nvSpPr>
        <p:spPr>
          <a:xfrm>
            <a:off x="7237637" y="21338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4" name="Freeform 3743"/>
          <p:cNvSpPr/>
          <p:nvPr/>
        </p:nvSpPr>
        <p:spPr>
          <a:xfrm>
            <a:off x="6805244" y="21398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5" name="Freeform 3744"/>
          <p:cNvSpPr/>
          <p:nvPr/>
        </p:nvSpPr>
        <p:spPr>
          <a:xfrm>
            <a:off x="6644494" y="215164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6" name="Freeform 3745"/>
          <p:cNvSpPr/>
          <p:nvPr/>
        </p:nvSpPr>
        <p:spPr>
          <a:xfrm>
            <a:off x="6495218" y="21429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7" name="Freeform 3746"/>
          <p:cNvSpPr/>
          <p:nvPr/>
        </p:nvSpPr>
        <p:spPr>
          <a:xfrm>
            <a:off x="6166091" y="2143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8" name="Freeform 3747"/>
          <p:cNvSpPr/>
          <p:nvPr/>
        </p:nvSpPr>
        <p:spPr>
          <a:xfrm>
            <a:off x="8378060" y="2145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9" name="Freeform 3748"/>
          <p:cNvSpPr/>
          <p:nvPr/>
        </p:nvSpPr>
        <p:spPr>
          <a:xfrm>
            <a:off x="7142172" y="2156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0" name="Freeform 3749"/>
          <p:cNvSpPr/>
          <p:nvPr/>
        </p:nvSpPr>
        <p:spPr>
          <a:xfrm>
            <a:off x="7062212" y="2130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1" name="Freeform 3750"/>
          <p:cNvSpPr/>
          <p:nvPr/>
        </p:nvSpPr>
        <p:spPr>
          <a:xfrm>
            <a:off x="7103942" y="21477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2" name="Freeform 3751"/>
          <p:cNvSpPr/>
          <p:nvPr/>
        </p:nvSpPr>
        <p:spPr>
          <a:xfrm>
            <a:off x="7664921" y="2156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3" name="Freeform 3752"/>
          <p:cNvSpPr/>
          <p:nvPr/>
        </p:nvSpPr>
        <p:spPr>
          <a:xfrm>
            <a:off x="7927529" y="2145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4" name="Freeform 3753"/>
          <p:cNvSpPr/>
          <p:nvPr/>
        </p:nvSpPr>
        <p:spPr>
          <a:xfrm>
            <a:off x="7299257" y="2151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5" name="Freeform 3754"/>
          <p:cNvSpPr/>
          <p:nvPr/>
        </p:nvSpPr>
        <p:spPr>
          <a:xfrm>
            <a:off x="7588511" y="214654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6" name="Freeform 3755"/>
          <p:cNvSpPr/>
          <p:nvPr/>
        </p:nvSpPr>
        <p:spPr>
          <a:xfrm>
            <a:off x="7665880" y="2148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7" name="Freeform 3756"/>
          <p:cNvSpPr/>
          <p:nvPr/>
        </p:nvSpPr>
        <p:spPr>
          <a:xfrm>
            <a:off x="7140514" y="2156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8" name="Freeform 3757"/>
          <p:cNvSpPr/>
          <p:nvPr/>
        </p:nvSpPr>
        <p:spPr>
          <a:xfrm>
            <a:off x="7492017" y="21499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9" name="Freeform 3758"/>
          <p:cNvSpPr/>
          <p:nvPr/>
        </p:nvSpPr>
        <p:spPr>
          <a:xfrm>
            <a:off x="7059249" y="2146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0" name="Freeform 3759"/>
          <p:cNvSpPr/>
          <p:nvPr/>
        </p:nvSpPr>
        <p:spPr>
          <a:xfrm>
            <a:off x="6779524" y="2149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1" name="Freeform 3760"/>
          <p:cNvSpPr/>
          <p:nvPr/>
        </p:nvSpPr>
        <p:spPr>
          <a:xfrm>
            <a:off x="7551004" y="2147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2" name="Freeform 3761"/>
          <p:cNvSpPr/>
          <p:nvPr/>
        </p:nvSpPr>
        <p:spPr>
          <a:xfrm>
            <a:off x="7508664" y="2147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3" name="Freeform 3762"/>
          <p:cNvSpPr/>
          <p:nvPr/>
        </p:nvSpPr>
        <p:spPr>
          <a:xfrm>
            <a:off x="7732878" y="214901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4" name="Freeform 3763"/>
          <p:cNvSpPr/>
          <p:nvPr/>
        </p:nvSpPr>
        <p:spPr>
          <a:xfrm>
            <a:off x="7939458" y="21414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5" name="Freeform 3764"/>
          <p:cNvSpPr/>
          <p:nvPr/>
        </p:nvSpPr>
        <p:spPr>
          <a:xfrm>
            <a:off x="7183741" y="2142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6" name="Freeform 3765"/>
          <p:cNvSpPr/>
          <p:nvPr/>
        </p:nvSpPr>
        <p:spPr>
          <a:xfrm>
            <a:off x="7164490" y="21404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7" name="Freeform 3766"/>
          <p:cNvSpPr/>
          <p:nvPr/>
        </p:nvSpPr>
        <p:spPr>
          <a:xfrm>
            <a:off x="7227911" y="2153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8" name="Freeform 3767"/>
          <p:cNvSpPr/>
          <p:nvPr/>
        </p:nvSpPr>
        <p:spPr>
          <a:xfrm>
            <a:off x="7296594" y="2131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9" name="Freeform 3768"/>
          <p:cNvSpPr/>
          <p:nvPr/>
        </p:nvSpPr>
        <p:spPr>
          <a:xfrm>
            <a:off x="7493066" y="2132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0" name="Freeform 3769"/>
          <p:cNvSpPr/>
          <p:nvPr/>
        </p:nvSpPr>
        <p:spPr>
          <a:xfrm>
            <a:off x="7415968" y="215626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1" name="Freeform 3770"/>
          <p:cNvSpPr/>
          <p:nvPr/>
        </p:nvSpPr>
        <p:spPr>
          <a:xfrm>
            <a:off x="7050664" y="2138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2" name="Freeform 3771"/>
          <p:cNvSpPr/>
          <p:nvPr/>
        </p:nvSpPr>
        <p:spPr>
          <a:xfrm>
            <a:off x="7777303" y="2136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3" name="Freeform 3772"/>
          <p:cNvSpPr/>
          <p:nvPr/>
        </p:nvSpPr>
        <p:spPr>
          <a:xfrm>
            <a:off x="8054765" y="2147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4" name="Freeform 3773"/>
          <p:cNvSpPr/>
          <p:nvPr/>
        </p:nvSpPr>
        <p:spPr>
          <a:xfrm>
            <a:off x="7722512" y="21520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5" name="Freeform 3774"/>
          <p:cNvSpPr/>
          <p:nvPr/>
        </p:nvSpPr>
        <p:spPr>
          <a:xfrm>
            <a:off x="7781107" y="2147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6" name="Freeform 3775"/>
          <p:cNvSpPr/>
          <p:nvPr/>
        </p:nvSpPr>
        <p:spPr>
          <a:xfrm>
            <a:off x="7004387" y="21494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7" name="Freeform 3776"/>
          <p:cNvSpPr/>
          <p:nvPr/>
        </p:nvSpPr>
        <p:spPr>
          <a:xfrm>
            <a:off x="7440878" y="21658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8" name="Freeform 3777"/>
          <p:cNvSpPr/>
          <p:nvPr/>
        </p:nvSpPr>
        <p:spPr>
          <a:xfrm>
            <a:off x="7166613" y="215253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9" name="Freeform 3778"/>
          <p:cNvSpPr/>
          <p:nvPr/>
        </p:nvSpPr>
        <p:spPr>
          <a:xfrm>
            <a:off x="7931718" y="21371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0" name="Freeform 3779"/>
          <p:cNvSpPr/>
          <p:nvPr/>
        </p:nvSpPr>
        <p:spPr>
          <a:xfrm>
            <a:off x="8275587" y="21518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1" name="Freeform 3780"/>
          <p:cNvSpPr/>
          <p:nvPr/>
        </p:nvSpPr>
        <p:spPr>
          <a:xfrm>
            <a:off x="8021933" y="2153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2" name="Freeform 3781"/>
          <p:cNvSpPr/>
          <p:nvPr/>
        </p:nvSpPr>
        <p:spPr>
          <a:xfrm>
            <a:off x="7882575" y="2146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3" name="Freeform 3782"/>
          <p:cNvSpPr/>
          <p:nvPr/>
        </p:nvSpPr>
        <p:spPr>
          <a:xfrm>
            <a:off x="7705303" y="21373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4" name="Freeform 3783"/>
          <p:cNvSpPr/>
          <p:nvPr/>
        </p:nvSpPr>
        <p:spPr>
          <a:xfrm>
            <a:off x="6694323" y="2166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5" name="Freeform 3784"/>
          <p:cNvSpPr/>
          <p:nvPr/>
        </p:nvSpPr>
        <p:spPr>
          <a:xfrm>
            <a:off x="7336778" y="2153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6" name="Freeform 3785"/>
          <p:cNvSpPr/>
          <p:nvPr/>
        </p:nvSpPr>
        <p:spPr>
          <a:xfrm>
            <a:off x="7574815" y="2139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7" name="Freeform 3786"/>
          <p:cNvSpPr/>
          <p:nvPr/>
        </p:nvSpPr>
        <p:spPr>
          <a:xfrm>
            <a:off x="7400456" y="21470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8" name="Freeform 3787"/>
          <p:cNvSpPr/>
          <p:nvPr/>
        </p:nvSpPr>
        <p:spPr>
          <a:xfrm>
            <a:off x="7669280" y="2133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9" name="Freeform 3788"/>
          <p:cNvSpPr/>
          <p:nvPr/>
        </p:nvSpPr>
        <p:spPr>
          <a:xfrm>
            <a:off x="6680472" y="2144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0" name="Freeform 3789"/>
          <p:cNvSpPr/>
          <p:nvPr/>
        </p:nvSpPr>
        <p:spPr>
          <a:xfrm>
            <a:off x="8230053" y="2141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1" name="Freeform 3790"/>
          <p:cNvSpPr/>
          <p:nvPr/>
        </p:nvSpPr>
        <p:spPr>
          <a:xfrm>
            <a:off x="7575283" y="2138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2" name="Freeform 3791"/>
          <p:cNvSpPr/>
          <p:nvPr/>
        </p:nvSpPr>
        <p:spPr>
          <a:xfrm>
            <a:off x="6967110" y="21538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3" name="Freeform 3792"/>
          <p:cNvSpPr/>
          <p:nvPr/>
        </p:nvSpPr>
        <p:spPr>
          <a:xfrm>
            <a:off x="7042774" y="2151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4" name="Freeform 3793"/>
          <p:cNvSpPr/>
          <p:nvPr/>
        </p:nvSpPr>
        <p:spPr>
          <a:xfrm>
            <a:off x="6855106" y="2160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5" name="Freeform 3794"/>
          <p:cNvSpPr/>
          <p:nvPr/>
        </p:nvSpPr>
        <p:spPr>
          <a:xfrm>
            <a:off x="6957986" y="2132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6" name="Freeform 3795"/>
          <p:cNvSpPr/>
          <p:nvPr/>
        </p:nvSpPr>
        <p:spPr>
          <a:xfrm>
            <a:off x="7048703" y="2146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7" name="Freeform 3796"/>
          <p:cNvSpPr/>
          <p:nvPr/>
        </p:nvSpPr>
        <p:spPr>
          <a:xfrm>
            <a:off x="8073015" y="21449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8" name="Freeform 3797"/>
          <p:cNvSpPr/>
          <p:nvPr/>
        </p:nvSpPr>
        <p:spPr>
          <a:xfrm>
            <a:off x="7265224" y="2144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9" name="Freeform 3798"/>
          <p:cNvSpPr/>
          <p:nvPr/>
        </p:nvSpPr>
        <p:spPr>
          <a:xfrm>
            <a:off x="7704593" y="21449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0" name="Freeform 3799"/>
          <p:cNvSpPr/>
          <p:nvPr/>
        </p:nvSpPr>
        <p:spPr>
          <a:xfrm>
            <a:off x="7616169" y="215598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1" name="Freeform 3800"/>
          <p:cNvSpPr/>
          <p:nvPr/>
        </p:nvSpPr>
        <p:spPr>
          <a:xfrm>
            <a:off x="8118603" y="21633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2" name="Freeform 3801"/>
          <p:cNvSpPr/>
          <p:nvPr/>
        </p:nvSpPr>
        <p:spPr>
          <a:xfrm>
            <a:off x="7107688" y="2151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3" name="Freeform 3802"/>
          <p:cNvSpPr/>
          <p:nvPr/>
        </p:nvSpPr>
        <p:spPr>
          <a:xfrm>
            <a:off x="7042545" y="214780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4" name="Freeform 3803"/>
          <p:cNvSpPr/>
          <p:nvPr/>
        </p:nvSpPr>
        <p:spPr>
          <a:xfrm>
            <a:off x="7511316" y="21482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5" name="Freeform 3804"/>
          <p:cNvSpPr/>
          <p:nvPr/>
        </p:nvSpPr>
        <p:spPr>
          <a:xfrm>
            <a:off x="7358001" y="215877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6" name="Freeform 3805"/>
          <p:cNvSpPr/>
          <p:nvPr/>
        </p:nvSpPr>
        <p:spPr>
          <a:xfrm>
            <a:off x="7552736" y="215517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7" name="Freeform 3806"/>
          <p:cNvSpPr/>
          <p:nvPr/>
        </p:nvSpPr>
        <p:spPr>
          <a:xfrm>
            <a:off x="7143557" y="21605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8" name="Freeform 3807"/>
          <p:cNvSpPr/>
          <p:nvPr/>
        </p:nvSpPr>
        <p:spPr>
          <a:xfrm>
            <a:off x="7883093" y="2146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9" name="Freeform 3808"/>
          <p:cNvSpPr/>
          <p:nvPr/>
        </p:nvSpPr>
        <p:spPr>
          <a:xfrm>
            <a:off x="7607410" y="2141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0" name="Freeform 3809"/>
          <p:cNvSpPr/>
          <p:nvPr/>
        </p:nvSpPr>
        <p:spPr>
          <a:xfrm>
            <a:off x="7076860" y="2160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1" name="Freeform 3810"/>
          <p:cNvSpPr/>
          <p:nvPr/>
        </p:nvSpPr>
        <p:spPr>
          <a:xfrm>
            <a:off x="7741575" y="2177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2" name="Freeform 3811"/>
          <p:cNvSpPr/>
          <p:nvPr/>
        </p:nvSpPr>
        <p:spPr>
          <a:xfrm>
            <a:off x="7800944" y="21313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3" name="Freeform 3812"/>
          <p:cNvSpPr/>
          <p:nvPr/>
        </p:nvSpPr>
        <p:spPr>
          <a:xfrm>
            <a:off x="7324957" y="21494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4" name="Freeform 3813"/>
          <p:cNvSpPr/>
          <p:nvPr/>
        </p:nvSpPr>
        <p:spPr>
          <a:xfrm>
            <a:off x="7630161" y="21553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5" name="Freeform 3814"/>
          <p:cNvSpPr/>
          <p:nvPr/>
        </p:nvSpPr>
        <p:spPr>
          <a:xfrm>
            <a:off x="6698620" y="213846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6" name="Freeform 3815"/>
          <p:cNvSpPr/>
          <p:nvPr/>
        </p:nvSpPr>
        <p:spPr>
          <a:xfrm>
            <a:off x="6959054" y="2148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7" name="Freeform 3816"/>
          <p:cNvSpPr/>
          <p:nvPr/>
        </p:nvSpPr>
        <p:spPr>
          <a:xfrm>
            <a:off x="7497225" y="21612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8" name="Freeform 3817"/>
          <p:cNvSpPr/>
          <p:nvPr/>
        </p:nvSpPr>
        <p:spPr>
          <a:xfrm>
            <a:off x="7790041" y="2138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9" name="Freeform 3818"/>
          <p:cNvSpPr/>
          <p:nvPr/>
        </p:nvSpPr>
        <p:spPr>
          <a:xfrm>
            <a:off x="6829364" y="2146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0" name="Freeform 3819"/>
          <p:cNvSpPr/>
          <p:nvPr/>
        </p:nvSpPr>
        <p:spPr>
          <a:xfrm>
            <a:off x="8284184" y="2143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1" name="Freeform 3820"/>
          <p:cNvSpPr/>
          <p:nvPr/>
        </p:nvSpPr>
        <p:spPr>
          <a:xfrm>
            <a:off x="7011219" y="2152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2" name="Freeform 3821"/>
          <p:cNvSpPr/>
          <p:nvPr/>
        </p:nvSpPr>
        <p:spPr>
          <a:xfrm>
            <a:off x="7780334" y="21581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3" name="Freeform 3822"/>
          <p:cNvSpPr/>
          <p:nvPr/>
        </p:nvSpPr>
        <p:spPr>
          <a:xfrm>
            <a:off x="7309613" y="2161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4" name="Freeform 3823"/>
          <p:cNvSpPr/>
          <p:nvPr/>
        </p:nvSpPr>
        <p:spPr>
          <a:xfrm>
            <a:off x="7386531" y="21541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5" name="Freeform 3824"/>
          <p:cNvSpPr/>
          <p:nvPr/>
        </p:nvSpPr>
        <p:spPr>
          <a:xfrm>
            <a:off x="7787796" y="2158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6" name="Freeform 3825"/>
          <p:cNvSpPr/>
          <p:nvPr/>
        </p:nvSpPr>
        <p:spPr>
          <a:xfrm>
            <a:off x="7063167" y="2164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7" name="Freeform 3826"/>
          <p:cNvSpPr/>
          <p:nvPr/>
        </p:nvSpPr>
        <p:spPr>
          <a:xfrm>
            <a:off x="7542913" y="214979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8" name="Freeform 3827"/>
          <p:cNvSpPr/>
          <p:nvPr/>
        </p:nvSpPr>
        <p:spPr>
          <a:xfrm>
            <a:off x="7800914" y="21559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9" name="Freeform 3828"/>
          <p:cNvSpPr/>
          <p:nvPr/>
        </p:nvSpPr>
        <p:spPr>
          <a:xfrm>
            <a:off x="7847435" y="21466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0" name="Freeform 3829"/>
          <p:cNvSpPr/>
          <p:nvPr/>
        </p:nvSpPr>
        <p:spPr>
          <a:xfrm>
            <a:off x="7131385" y="2157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1" name="Freeform 3830"/>
          <p:cNvSpPr/>
          <p:nvPr/>
        </p:nvSpPr>
        <p:spPr>
          <a:xfrm>
            <a:off x="7462573" y="2150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2" name="Freeform 3831"/>
          <p:cNvSpPr/>
          <p:nvPr/>
        </p:nvSpPr>
        <p:spPr>
          <a:xfrm>
            <a:off x="6960662" y="2164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3" name="Freeform 3832"/>
          <p:cNvSpPr/>
          <p:nvPr/>
        </p:nvSpPr>
        <p:spPr>
          <a:xfrm>
            <a:off x="7161807" y="2129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4" name="Freeform 3833"/>
          <p:cNvSpPr/>
          <p:nvPr/>
        </p:nvSpPr>
        <p:spPr>
          <a:xfrm>
            <a:off x="7825260" y="2151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5" name="Freeform 3834"/>
          <p:cNvSpPr/>
          <p:nvPr/>
        </p:nvSpPr>
        <p:spPr>
          <a:xfrm>
            <a:off x="7306741" y="21487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6" name="Freeform 3835"/>
          <p:cNvSpPr/>
          <p:nvPr/>
        </p:nvSpPr>
        <p:spPr>
          <a:xfrm>
            <a:off x="7113892" y="2161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7" name="Freeform 3836"/>
          <p:cNvSpPr/>
          <p:nvPr/>
        </p:nvSpPr>
        <p:spPr>
          <a:xfrm>
            <a:off x="7753196" y="21363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8" name="Freeform 3837"/>
          <p:cNvSpPr/>
          <p:nvPr/>
        </p:nvSpPr>
        <p:spPr>
          <a:xfrm>
            <a:off x="7264641" y="2149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9" name="Freeform 3838"/>
          <p:cNvSpPr/>
          <p:nvPr/>
        </p:nvSpPr>
        <p:spPr>
          <a:xfrm>
            <a:off x="7511975" y="2148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0" name="Freeform 3839"/>
          <p:cNvSpPr/>
          <p:nvPr/>
        </p:nvSpPr>
        <p:spPr>
          <a:xfrm>
            <a:off x="6318376" y="2156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1" name="Freeform 3840"/>
          <p:cNvSpPr/>
          <p:nvPr/>
        </p:nvSpPr>
        <p:spPr>
          <a:xfrm>
            <a:off x="7521832" y="21508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2" name="Freeform 3841"/>
          <p:cNvSpPr/>
          <p:nvPr/>
        </p:nvSpPr>
        <p:spPr>
          <a:xfrm>
            <a:off x="7650167" y="2145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3" name="Freeform 3842"/>
          <p:cNvSpPr/>
          <p:nvPr/>
        </p:nvSpPr>
        <p:spPr>
          <a:xfrm>
            <a:off x="7112207" y="2141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4" name="Freeform 3843"/>
          <p:cNvSpPr/>
          <p:nvPr/>
        </p:nvSpPr>
        <p:spPr>
          <a:xfrm>
            <a:off x="7555562" y="2142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5" name="Freeform 3844"/>
          <p:cNvSpPr/>
          <p:nvPr/>
        </p:nvSpPr>
        <p:spPr>
          <a:xfrm>
            <a:off x="8614055" y="2142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6" name="Freeform 3845"/>
          <p:cNvSpPr/>
          <p:nvPr/>
        </p:nvSpPr>
        <p:spPr>
          <a:xfrm>
            <a:off x="7409505" y="2143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7" name="Freeform 3846"/>
          <p:cNvSpPr/>
          <p:nvPr/>
        </p:nvSpPr>
        <p:spPr>
          <a:xfrm>
            <a:off x="7566153" y="2160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8" name="Freeform 3847"/>
          <p:cNvSpPr/>
          <p:nvPr/>
        </p:nvSpPr>
        <p:spPr>
          <a:xfrm>
            <a:off x="7555853" y="21425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9" name="Freeform 3848"/>
          <p:cNvSpPr/>
          <p:nvPr/>
        </p:nvSpPr>
        <p:spPr>
          <a:xfrm>
            <a:off x="7226048" y="2150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0" name="Freeform 3849"/>
          <p:cNvSpPr/>
          <p:nvPr/>
        </p:nvSpPr>
        <p:spPr>
          <a:xfrm>
            <a:off x="7238067" y="2146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1" name="Freeform 3850"/>
          <p:cNvSpPr/>
          <p:nvPr/>
        </p:nvSpPr>
        <p:spPr>
          <a:xfrm>
            <a:off x="7460560" y="214312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2" name="Freeform 3851"/>
          <p:cNvSpPr/>
          <p:nvPr/>
        </p:nvSpPr>
        <p:spPr>
          <a:xfrm>
            <a:off x="7282608" y="21514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3" name="Freeform 3852"/>
          <p:cNvSpPr/>
          <p:nvPr/>
        </p:nvSpPr>
        <p:spPr>
          <a:xfrm>
            <a:off x="6647603" y="2153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4" name="Freeform 3853"/>
          <p:cNvSpPr/>
          <p:nvPr/>
        </p:nvSpPr>
        <p:spPr>
          <a:xfrm>
            <a:off x="7644395" y="21532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5" name="Freeform 3854"/>
          <p:cNvSpPr/>
          <p:nvPr/>
        </p:nvSpPr>
        <p:spPr>
          <a:xfrm>
            <a:off x="8573885" y="21326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6" name="Freeform 3855"/>
          <p:cNvSpPr/>
          <p:nvPr/>
        </p:nvSpPr>
        <p:spPr>
          <a:xfrm>
            <a:off x="7884827" y="21293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7" name="Freeform 3856"/>
          <p:cNvSpPr/>
          <p:nvPr/>
        </p:nvSpPr>
        <p:spPr>
          <a:xfrm>
            <a:off x="7365472" y="2147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8" name="Freeform 3857"/>
          <p:cNvSpPr/>
          <p:nvPr/>
        </p:nvSpPr>
        <p:spPr>
          <a:xfrm>
            <a:off x="7512003" y="2138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9" name="Freeform 3858"/>
          <p:cNvSpPr/>
          <p:nvPr/>
        </p:nvSpPr>
        <p:spPr>
          <a:xfrm>
            <a:off x="7536751" y="2137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0" name="Freeform 3859"/>
          <p:cNvSpPr/>
          <p:nvPr/>
        </p:nvSpPr>
        <p:spPr>
          <a:xfrm>
            <a:off x="7407002" y="2153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1" name="Freeform 3860"/>
          <p:cNvSpPr/>
          <p:nvPr/>
        </p:nvSpPr>
        <p:spPr>
          <a:xfrm>
            <a:off x="7415709" y="2140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2" name="Freeform 3861"/>
          <p:cNvSpPr/>
          <p:nvPr/>
        </p:nvSpPr>
        <p:spPr>
          <a:xfrm>
            <a:off x="6805382" y="21420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3" name="Freeform 3862"/>
          <p:cNvSpPr/>
          <p:nvPr/>
        </p:nvSpPr>
        <p:spPr>
          <a:xfrm>
            <a:off x="8322613" y="21350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4" name="Freeform 3863"/>
          <p:cNvSpPr/>
          <p:nvPr/>
        </p:nvSpPr>
        <p:spPr>
          <a:xfrm>
            <a:off x="7990658" y="21394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5" name="Freeform 3864"/>
          <p:cNvSpPr/>
          <p:nvPr/>
        </p:nvSpPr>
        <p:spPr>
          <a:xfrm>
            <a:off x="7445350" y="21466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6" name="Freeform 3865"/>
          <p:cNvSpPr/>
          <p:nvPr/>
        </p:nvSpPr>
        <p:spPr>
          <a:xfrm>
            <a:off x="7440540" y="21561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7" name="Freeform 3866"/>
          <p:cNvSpPr/>
          <p:nvPr/>
        </p:nvSpPr>
        <p:spPr>
          <a:xfrm>
            <a:off x="7108070" y="2148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8" name="Freeform 3867"/>
          <p:cNvSpPr/>
          <p:nvPr/>
        </p:nvSpPr>
        <p:spPr>
          <a:xfrm>
            <a:off x="6668239" y="2132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9" name="Freeform 3868"/>
          <p:cNvSpPr/>
          <p:nvPr/>
        </p:nvSpPr>
        <p:spPr>
          <a:xfrm>
            <a:off x="7656092" y="21563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0" name="Freeform 3869"/>
          <p:cNvSpPr/>
          <p:nvPr/>
        </p:nvSpPr>
        <p:spPr>
          <a:xfrm>
            <a:off x="6547967" y="2156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1" name="Freeform 3870"/>
          <p:cNvSpPr/>
          <p:nvPr/>
        </p:nvSpPr>
        <p:spPr>
          <a:xfrm>
            <a:off x="8192158" y="2144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2" name="Freeform 3871"/>
          <p:cNvSpPr/>
          <p:nvPr/>
        </p:nvSpPr>
        <p:spPr>
          <a:xfrm>
            <a:off x="7491101" y="2147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3" name="Freeform 3872"/>
          <p:cNvSpPr/>
          <p:nvPr/>
        </p:nvSpPr>
        <p:spPr>
          <a:xfrm>
            <a:off x="7700987" y="21504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4" name="Freeform 3873"/>
          <p:cNvSpPr/>
          <p:nvPr/>
        </p:nvSpPr>
        <p:spPr>
          <a:xfrm>
            <a:off x="7757072" y="21559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5" name="Freeform 3874"/>
          <p:cNvSpPr/>
          <p:nvPr/>
        </p:nvSpPr>
        <p:spPr>
          <a:xfrm>
            <a:off x="6972288" y="21632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6" name="Freeform 3875"/>
          <p:cNvSpPr/>
          <p:nvPr/>
        </p:nvSpPr>
        <p:spPr>
          <a:xfrm>
            <a:off x="7867060" y="2144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7" name="Freeform 3876"/>
          <p:cNvSpPr/>
          <p:nvPr/>
        </p:nvSpPr>
        <p:spPr>
          <a:xfrm>
            <a:off x="6929808" y="2153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8" name="Freeform 3877"/>
          <p:cNvSpPr/>
          <p:nvPr/>
        </p:nvSpPr>
        <p:spPr>
          <a:xfrm>
            <a:off x="6908922" y="214404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9" name="Freeform 3878"/>
          <p:cNvSpPr/>
          <p:nvPr/>
        </p:nvSpPr>
        <p:spPr>
          <a:xfrm>
            <a:off x="7062801" y="2152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0" name="Freeform 3879"/>
          <p:cNvSpPr/>
          <p:nvPr/>
        </p:nvSpPr>
        <p:spPr>
          <a:xfrm>
            <a:off x="7489101" y="2155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1" name="Freeform 3880"/>
          <p:cNvSpPr/>
          <p:nvPr/>
        </p:nvSpPr>
        <p:spPr>
          <a:xfrm>
            <a:off x="7359988" y="2159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2" name="Freeform 3881"/>
          <p:cNvSpPr/>
          <p:nvPr/>
        </p:nvSpPr>
        <p:spPr>
          <a:xfrm>
            <a:off x="7462733" y="21564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3" name="Freeform 3882"/>
          <p:cNvSpPr/>
          <p:nvPr/>
        </p:nvSpPr>
        <p:spPr>
          <a:xfrm>
            <a:off x="6117909" y="2161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4" name="Freeform 3883"/>
          <p:cNvSpPr/>
          <p:nvPr/>
        </p:nvSpPr>
        <p:spPr>
          <a:xfrm>
            <a:off x="7801400" y="21529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5" name="Freeform 3884"/>
          <p:cNvSpPr/>
          <p:nvPr/>
        </p:nvSpPr>
        <p:spPr>
          <a:xfrm>
            <a:off x="7712147" y="2137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6" name="Freeform 3885"/>
          <p:cNvSpPr/>
          <p:nvPr/>
        </p:nvSpPr>
        <p:spPr>
          <a:xfrm>
            <a:off x="7568225" y="21622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7" name="Freeform 3886"/>
          <p:cNvSpPr/>
          <p:nvPr/>
        </p:nvSpPr>
        <p:spPr>
          <a:xfrm>
            <a:off x="8203053" y="2152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8" name="Freeform 3887"/>
          <p:cNvSpPr/>
          <p:nvPr/>
        </p:nvSpPr>
        <p:spPr>
          <a:xfrm>
            <a:off x="7636612" y="2142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9" name="Freeform 3888"/>
          <p:cNvSpPr/>
          <p:nvPr/>
        </p:nvSpPr>
        <p:spPr>
          <a:xfrm>
            <a:off x="7638362" y="2149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0" name="Freeform 3889"/>
          <p:cNvSpPr/>
          <p:nvPr/>
        </p:nvSpPr>
        <p:spPr>
          <a:xfrm>
            <a:off x="7377376" y="21414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1" name="Freeform 3890"/>
          <p:cNvSpPr/>
          <p:nvPr/>
        </p:nvSpPr>
        <p:spPr>
          <a:xfrm>
            <a:off x="8566386" y="2153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2" name="Freeform 3891"/>
          <p:cNvSpPr/>
          <p:nvPr/>
        </p:nvSpPr>
        <p:spPr>
          <a:xfrm>
            <a:off x="7469600" y="21311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" name="Freeform 3892"/>
          <p:cNvSpPr/>
          <p:nvPr/>
        </p:nvSpPr>
        <p:spPr>
          <a:xfrm>
            <a:off x="8211704" y="2159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4" name="Freeform 3893"/>
          <p:cNvSpPr/>
          <p:nvPr/>
        </p:nvSpPr>
        <p:spPr>
          <a:xfrm>
            <a:off x="7240899" y="2144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5" name="Freeform 3894"/>
          <p:cNvSpPr/>
          <p:nvPr/>
        </p:nvSpPr>
        <p:spPr>
          <a:xfrm>
            <a:off x="8161113" y="21507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6" name="Freeform 3895"/>
          <p:cNvSpPr/>
          <p:nvPr/>
        </p:nvSpPr>
        <p:spPr>
          <a:xfrm>
            <a:off x="7667397" y="21524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" name="Freeform 3896"/>
          <p:cNvSpPr/>
          <p:nvPr/>
        </p:nvSpPr>
        <p:spPr>
          <a:xfrm>
            <a:off x="7264400" y="2155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8" name="Freeform 3897"/>
          <p:cNvSpPr/>
          <p:nvPr/>
        </p:nvSpPr>
        <p:spPr>
          <a:xfrm>
            <a:off x="7574812" y="2133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" name="Freeform 3898"/>
          <p:cNvSpPr/>
          <p:nvPr/>
        </p:nvSpPr>
        <p:spPr>
          <a:xfrm>
            <a:off x="7245634" y="21382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0" name="Freeform 3899"/>
          <p:cNvSpPr/>
          <p:nvPr/>
        </p:nvSpPr>
        <p:spPr>
          <a:xfrm>
            <a:off x="6843913" y="21370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1" name="Freeform 3900"/>
          <p:cNvSpPr/>
          <p:nvPr/>
        </p:nvSpPr>
        <p:spPr>
          <a:xfrm>
            <a:off x="7449930" y="21480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2" name="Freeform 3901"/>
          <p:cNvSpPr/>
          <p:nvPr/>
        </p:nvSpPr>
        <p:spPr>
          <a:xfrm>
            <a:off x="7074932" y="214377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3" name="Freeform 3902"/>
          <p:cNvSpPr/>
          <p:nvPr/>
        </p:nvSpPr>
        <p:spPr>
          <a:xfrm>
            <a:off x="7744075" y="2156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4" name="Freeform 3903"/>
          <p:cNvSpPr/>
          <p:nvPr/>
        </p:nvSpPr>
        <p:spPr>
          <a:xfrm>
            <a:off x="7313888" y="21444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5" name="Freeform 3904"/>
          <p:cNvSpPr/>
          <p:nvPr/>
        </p:nvSpPr>
        <p:spPr>
          <a:xfrm>
            <a:off x="7466452" y="21338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6" name="Freeform 3905"/>
          <p:cNvSpPr/>
          <p:nvPr/>
        </p:nvSpPr>
        <p:spPr>
          <a:xfrm>
            <a:off x="7129513" y="21445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7" name="Freeform 3906"/>
          <p:cNvSpPr/>
          <p:nvPr/>
        </p:nvSpPr>
        <p:spPr>
          <a:xfrm>
            <a:off x="7759319" y="21520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8" name="Freeform 3907"/>
          <p:cNvSpPr/>
          <p:nvPr/>
        </p:nvSpPr>
        <p:spPr>
          <a:xfrm>
            <a:off x="6527249" y="21563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9" name="Freeform 3908"/>
          <p:cNvSpPr/>
          <p:nvPr/>
        </p:nvSpPr>
        <p:spPr>
          <a:xfrm>
            <a:off x="7078489" y="21627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0" name="Freeform 3909"/>
          <p:cNvSpPr/>
          <p:nvPr/>
        </p:nvSpPr>
        <p:spPr>
          <a:xfrm>
            <a:off x="6736915" y="2143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1" name="Freeform 3910"/>
          <p:cNvSpPr/>
          <p:nvPr/>
        </p:nvSpPr>
        <p:spPr>
          <a:xfrm>
            <a:off x="7068446" y="2141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2" name="Freeform 3911"/>
          <p:cNvSpPr/>
          <p:nvPr/>
        </p:nvSpPr>
        <p:spPr>
          <a:xfrm>
            <a:off x="6735825" y="2128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3" name="Freeform 3912"/>
          <p:cNvSpPr/>
          <p:nvPr/>
        </p:nvSpPr>
        <p:spPr>
          <a:xfrm>
            <a:off x="7030166" y="2145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4" name="Freeform 3913"/>
          <p:cNvSpPr/>
          <p:nvPr/>
        </p:nvSpPr>
        <p:spPr>
          <a:xfrm>
            <a:off x="6676585" y="21517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5" name="Freeform 3914"/>
          <p:cNvSpPr/>
          <p:nvPr/>
        </p:nvSpPr>
        <p:spPr>
          <a:xfrm>
            <a:off x="6954280" y="2161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6" name="Freeform 3915"/>
          <p:cNvSpPr/>
          <p:nvPr/>
        </p:nvSpPr>
        <p:spPr>
          <a:xfrm>
            <a:off x="7332067" y="2150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7" name="Freeform 3916"/>
          <p:cNvSpPr/>
          <p:nvPr/>
        </p:nvSpPr>
        <p:spPr>
          <a:xfrm>
            <a:off x="7210221" y="2133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8" name="Freeform 3917"/>
          <p:cNvSpPr/>
          <p:nvPr/>
        </p:nvSpPr>
        <p:spPr>
          <a:xfrm>
            <a:off x="6817471" y="2165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9" name="Freeform 3918"/>
          <p:cNvSpPr/>
          <p:nvPr/>
        </p:nvSpPr>
        <p:spPr>
          <a:xfrm>
            <a:off x="7698569" y="2147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0" name="Freeform 3919"/>
          <p:cNvSpPr/>
          <p:nvPr/>
        </p:nvSpPr>
        <p:spPr>
          <a:xfrm>
            <a:off x="8534258" y="2133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1" name="Freeform 3920"/>
          <p:cNvSpPr/>
          <p:nvPr/>
        </p:nvSpPr>
        <p:spPr>
          <a:xfrm>
            <a:off x="7428036" y="2155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2" name="Freeform 3921"/>
          <p:cNvSpPr/>
          <p:nvPr/>
        </p:nvSpPr>
        <p:spPr>
          <a:xfrm>
            <a:off x="7615990" y="2147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3" name="Freeform 3922"/>
          <p:cNvSpPr/>
          <p:nvPr/>
        </p:nvSpPr>
        <p:spPr>
          <a:xfrm>
            <a:off x="8141710" y="2154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4" name="Freeform 3923"/>
          <p:cNvSpPr/>
          <p:nvPr/>
        </p:nvSpPr>
        <p:spPr>
          <a:xfrm>
            <a:off x="7312288" y="214852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5" name="Freeform 3924"/>
          <p:cNvSpPr/>
          <p:nvPr/>
        </p:nvSpPr>
        <p:spPr>
          <a:xfrm>
            <a:off x="7617307" y="2148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6" name="Freeform 3925"/>
          <p:cNvSpPr/>
          <p:nvPr/>
        </p:nvSpPr>
        <p:spPr>
          <a:xfrm>
            <a:off x="6904748" y="21495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7" name="Freeform 3926"/>
          <p:cNvSpPr/>
          <p:nvPr/>
        </p:nvSpPr>
        <p:spPr>
          <a:xfrm>
            <a:off x="7682032" y="2148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8" name="Freeform 3927"/>
          <p:cNvSpPr/>
          <p:nvPr/>
        </p:nvSpPr>
        <p:spPr>
          <a:xfrm>
            <a:off x="7899301" y="21409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9" name="Freeform 3928"/>
          <p:cNvSpPr/>
          <p:nvPr/>
        </p:nvSpPr>
        <p:spPr>
          <a:xfrm>
            <a:off x="7586135" y="2137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0" name="Freeform 3929"/>
          <p:cNvSpPr/>
          <p:nvPr/>
        </p:nvSpPr>
        <p:spPr>
          <a:xfrm>
            <a:off x="6550626" y="2151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1" name="Freeform 3930"/>
          <p:cNvSpPr/>
          <p:nvPr/>
        </p:nvSpPr>
        <p:spPr>
          <a:xfrm>
            <a:off x="8401682" y="21438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2" name="Freeform 3931"/>
          <p:cNvSpPr/>
          <p:nvPr/>
        </p:nvSpPr>
        <p:spPr>
          <a:xfrm>
            <a:off x="6744179" y="21427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3" name="Freeform 3932"/>
          <p:cNvSpPr/>
          <p:nvPr/>
        </p:nvSpPr>
        <p:spPr>
          <a:xfrm>
            <a:off x="7514508" y="2153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4" name="Freeform 3933"/>
          <p:cNvSpPr/>
          <p:nvPr/>
        </p:nvSpPr>
        <p:spPr>
          <a:xfrm>
            <a:off x="8103968" y="2161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5" name="Freeform 3934"/>
          <p:cNvSpPr/>
          <p:nvPr/>
        </p:nvSpPr>
        <p:spPr>
          <a:xfrm>
            <a:off x="6758380" y="2154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6" name="Freeform 3935"/>
          <p:cNvSpPr/>
          <p:nvPr/>
        </p:nvSpPr>
        <p:spPr>
          <a:xfrm>
            <a:off x="7078997" y="21488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7" name="Freeform 3936"/>
          <p:cNvSpPr/>
          <p:nvPr/>
        </p:nvSpPr>
        <p:spPr>
          <a:xfrm>
            <a:off x="7545485" y="2149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8" name="Freeform 3937"/>
          <p:cNvSpPr/>
          <p:nvPr/>
        </p:nvSpPr>
        <p:spPr>
          <a:xfrm>
            <a:off x="7555048" y="2148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9" name="Freeform 3938"/>
          <p:cNvSpPr/>
          <p:nvPr/>
        </p:nvSpPr>
        <p:spPr>
          <a:xfrm>
            <a:off x="7230356" y="2160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0" name="Freeform 3939"/>
          <p:cNvSpPr/>
          <p:nvPr/>
        </p:nvSpPr>
        <p:spPr>
          <a:xfrm>
            <a:off x="7433157" y="2149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1" name="Freeform 3940"/>
          <p:cNvSpPr/>
          <p:nvPr/>
        </p:nvSpPr>
        <p:spPr>
          <a:xfrm>
            <a:off x="7996597" y="21570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2" name="Freeform 3941"/>
          <p:cNvSpPr/>
          <p:nvPr/>
        </p:nvSpPr>
        <p:spPr>
          <a:xfrm>
            <a:off x="7881524" y="2153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3" name="Freeform 3942"/>
          <p:cNvSpPr/>
          <p:nvPr/>
        </p:nvSpPr>
        <p:spPr>
          <a:xfrm>
            <a:off x="7434817" y="21656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4" name="Freeform 3943"/>
          <p:cNvSpPr/>
          <p:nvPr/>
        </p:nvSpPr>
        <p:spPr>
          <a:xfrm>
            <a:off x="7161132" y="21500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5" name="Freeform 3944"/>
          <p:cNvSpPr/>
          <p:nvPr/>
        </p:nvSpPr>
        <p:spPr>
          <a:xfrm>
            <a:off x="8132025" y="21710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6" name="Freeform 3945"/>
          <p:cNvSpPr/>
          <p:nvPr/>
        </p:nvSpPr>
        <p:spPr>
          <a:xfrm>
            <a:off x="7201096" y="21443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7" name="Freeform 3946"/>
          <p:cNvSpPr/>
          <p:nvPr/>
        </p:nvSpPr>
        <p:spPr>
          <a:xfrm>
            <a:off x="7228360" y="2147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8" name="Freeform 3947"/>
          <p:cNvSpPr/>
          <p:nvPr/>
        </p:nvSpPr>
        <p:spPr>
          <a:xfrm>
            <a:off x="8029013" y="21378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9" name="Freeform 3948"/>
          <p:cNvSpPr/>
          <p:nvPr/>
        </p:nvSpPr>
        <p:spPr>
          <a:xfrm>
            <a:off x="7067662" y="21532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0" name="Freeform 3949"/>
          <p:cNvSpPr/>
          <p:nvPr/>
        </p:nvSpPr>
        <p:spPr>
          <a:xfrm>
            <a:off x="7668422" y="2159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1" name="Freeform 3950"/>
          <p:cNvSpPr/>
          <p:nvPr/>
        </p:nvSpPr>
        <p:spPr>
          <a:xfrm>
            <a:off x="8368866" y="2155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2" name="Freeform 3951"/>
          <p:cNvSpPr/>
          <p:nvPr/>
        </p:nvSpPr>
        <p:spPr>
          <a:xfrm>
            <a:off x="7849682" y="2150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3" name="Freeform 3952"/>
          <p:cNvSpPr/>
          <p:nvPr/>
        </p:nvSpPr>
        <p:spPr>
          <a:xfrm>
            <a:off x="7400902" y="21541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4" name="Freeform 3953"/>
          <p:cNvSpPr/>
          <p:nvPr/>
        </p:nvSpPr>
        <p:spPr>
          <a:xfrm>
            <a:off x="8076526" y="2144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5" name="Freeform 3954"/>
          <p:cNvSpPr/>
          <p:nvPr/>
        </p:nvSpPr>
        <p:spPr>
          <a:xfrm>
            <a:off x="7866873" y="2156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6" name="Freeform 3955"/>
          <p:cNvSpPr/>
          <p:nvPr/>
        </p:nvSpPr>
        <p:spPr>
          <a:xfrm>
            <a:off x="7490203" y="2146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7" name="Freeform 3956"/>
          <p:cNvSpPr/>
          <p:nvPr/>
        </p:nvSpPr>
        <p:spPr>
          <a:xfrm>
            <a:off x="7132678" y="2144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8" name="Freeform 3957"/>
          <p:cNvSpPr/>
          <p:nvPr/>
        </p:nvSpPr>
        <p:spPr>
          <a:xfrm>
            <a:off x="6883641" y="21429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9" name="Freeform 3958"/>
          <p:cNvSpPr/>
          <p:nvPr/>
        </p:nvSpPr>
        <p:spPr>
          <a:xfrm>
            <a:off x="7063841" y="2151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0" name="Freeform 3959"/>
          <p:cNvSpPr/>
          <p:nvPr/>
        </p:nvSpPr>
        <p:spPr>
          <a:xfrm>
            <a:off x="7547064" y="2149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1" name="Freeform 3960"/>
          <p:cNvSpPr/>
          <p:nvPr/>
        </p:nvSpPr>
        <p:spPr>
          <a:xfrm>
            <a:off x="7523159" y="2154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2" name="Freeform 3961"/>
          <p:cNvSpPr/>
          <p:nvPr/>
        </p:nvSpPr>
        <p:spPr>
          <a:xfrm>
            <a:off x="7227151" y="21578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3" name="Freeform 3962"/>
          <p:cNvSpPr/>
          <p:nvPr/>
        </p:nvSpPr>
        <p:spPr>
          <a:xfrm>
            <a:off x="6685090" y="2129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4" name="Freeform 3963"/>
          <p:cNvSpPr/>
          <p:nvPr/>
        </p:nvSpPr>
        <p:spPr>
          <a:xfrm>
            <a:off x="7099782" y="2149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5" name="Freeform 3964"/>
          <p:cNvSpPr/>
          <p:nvPr/>
        </p:nvSpPr>
        <p:spPr>
          <a:xfrm>
            <a:off x="7116581" y="21510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6" name="Freeform 3965"/>
          <p:cNvSpPr/>
          <p:nvPr/>
        </p:nvSpPr>
        <p:spPr>
          <a:xfrm>
            <a:off x="7109781" y="2135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7" name="Freeform 3966"/>
          <p:cNvSpPr/>
          <p:nvPr/>
        </p:nvSpPr>
        <p:spPr>
          <a:xfrm>
            <a:off x="7437012" y="21624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8" name="Freeform 3967"/>
          <p:cNvSpPr/>
          <p:nvPr/>
        </p:nvSpPr>
        <p:spPr>
          <a:xfrm>
            <a:off x="8154704" y="21257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9" name="Freeform 3968"/>
          <p:cNvSpPr/>
          <p:nvPr/>
        </p:nvSpPr>
        <p:spPr>
          <a:xfrm>
            <a:off x="7396810" y="21568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0" name="Freeform 3969"/>
          <p:cNvSpPr/>
          <p:nvPr/>
        </p:nvSpPr>
        <p:spPr>
          <a:xfrm>
            <a:off x="6957761" y="2159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1" name="Freeform 3970"/>
          <p:cNvSpPr/>
          <p:nvPr/>
        </p:nvSpPr>
        <p:spPr>
          <a:xfrm>
            <a:off x="7760094" y="215405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2" name="Freeform 3971"/>
          <p:cNvSpPr/>
          <p:nvPr/>
        </p:nvSpPr>
        <p:spPr>
          <a:xfrm>
            <a:off x="7810103" y="21541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3" name="Freeform 3972"/>
          <p:cNvSpPr/>
          <p:nvPr/>
        </p:nvSpPr>
        <p:spPr>
          <a:xfrm>
            <a:off x="6494085" y="2167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4" name="Freeform 3973"/>
          <p:cNvSpPr/>
          <p:nvPr/>
        </p:nvSpPr>
        <p:spPr>
          <a:xfrm>
            <a:off x="7444812" y="2148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5" name="Freeform 3974"/>
          <p:cNvSpPr/>
          <p:nvPr/>
        </p:nvSpPr>
        <p:spPr>
          <a:xfrm>
            <a:off x="7458878" y="2149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6" name="Freeform 3975"/>
          <p:cNvSpPr/>
          <p:nvPr/>
        </p:nvSpPr>
        <p:spPr>
          <a:xfrm>
            <a:off x="6576066" y="215338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7" name="Freeform 3976"/>
          <p:cNvSpPr/>
          <p:nvPr/>
        </p:nvSpPr>
        <p:spPr>
          <a:xfrm>
            <a:off x="6872003" y="2149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8" name="Freeform 3977"/>
          <p:cNvSpPr/>
          <p:nvPr/>
        </p:nvSpPr>
        <p:spPr>
          <a:xfrm>
            <a:off x="7595840" y="21541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9" name="Freeform 3978"/>
          <p:cNvSpPr/>
          <p:nvPr/>
        </p:nvSpPr>
        <p:spPr>
          <a:xfrm>
            <a:off x="6565989" y="2165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0" name="Freeform 3979"/>
          <p:cNvSpPr/>
          <p:nvPr/>
        </p:nvSpPr>
        <p:spPr>
          <a:xfrm>
            <a:off x="7867399" y="21435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1" name="Freeform 3980"/>
          <p:cNvSpPr/>
          <p:nvPr/>
        </p:nvSpPr>
        <p:spPr>
          <a:xfrm>
            <a:off x="8051316" y="2165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2" name="Freeform 3981"/>
          <p:cNvSpPr/>
          <p:nvPr/>
        </p:nvSpPr>
        <p:spPr>
          <a:xfrm>
            <a:off x="7485084" y="2132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3" name="Freeform 3982"/>
          <p:cNvSpPr/>
          <p:nvPr/>
        </p:nvSpPr>
        <p:spPr>
          <a:xfrm>
            <a:off x="7010556" y="214827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4" name="Freeform 3983"/>
          <p:cNvSpPr/>
          <p:nvPr/>
        </p:nvSpPr>
        <p:spPr>
          <a:xfrm>
            <a:off x="8006453" y="2147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5" name="Freeform 3984"/>
          <p:cNvSpPr/>
          <p:nvPr/>
        </p:nvSpPr>
        <p:spPr>
          <a:xfrm>
            <a:off x="7219748" y="21634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6" name="Freeform 3985"/>
          <p:cNvSpPr/>
          <p:nvPr/>
        </p:nvSpPr>
        <p:spPr>
          <a:xfrm>
            <a:off x="7234151" y="21540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7" name="Freeform 3986"/>
          <p:cNvSpPr/>
          <p:nvPr/>
        </p:nvSpPr>
        <p:spPr>
          <a:xfrm>
            <a:off x="7856046" y="21623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8" name="Freeform 3987"/>
          <p:cNvSpPr/>
          <p:nvPr/>
        </p:nvSpPr>
        <p:spPr>
          <a:xfrm>
            <a:off x="6925218" y="2145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9" name="Freeform 3988"/>
          <p:cNvSpPr/>
          <p:nvPr/>
        </p:nvSpPr>
        <p:spPr>
          <a:xfrm>
            <a:off x="7406005" y="2154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0" name="Freeform 3989"/>
          <p:cNvSpPr/>
          <p:nvPr/>
        </p:nvSpPr>
        <p:spPr>
          <a:xfrm>
            <a:off x="7764277" y="21528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1" name="Freeform 3990"/>
          <p:cNvSpPr/>
          <p:nvPr/>
        </p:nvSpPr>
        <p:spPr>
          <a:xfrm>
            <a:off x="7058313" y="2160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2" name="Freeform 3991"/>
          <p:cNvSpPr/>
          <p:nvPr/>
        </p:nvSpPr>
        <p:spPr>
          <a:xfrm>
            <a:off x="8218444" y="21514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3" name="Freeform 3992"/>
          <p:cNvSpPr/>
          <p:nvPr/>
        </p:nvSpPr>
        <p:spPr>
          <a:xfrm>
            <a:off x="7035160" y="2169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4" name="Freeform 3993"/>
          <p:cNvSpPr/>
          <p:nvPr/>
        </p:nvSpPr>
        <p:spPr>
          <a:xfrm>
            <a:off x="6699668" y="21379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5" name="Freeform 3994"/>
          <p:cNvSpPr/>
          <p:nvPr/>
        </p:nvSpPr>
        <p:spPr>
          <a:xfrm>
            <a:off x="7274351" y="21397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6" name="Freeform 3995"/>
          <p:cNvSpPr/>
          <p:nvPr/>
        </p:nvSpPr>
        <p:spPr>
          <a:xfrm>
            <a:off x="7340983" y="21513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7" name="Freeform 3996"/>
          <p:cNvSpPr/>
          <p:nvPr/>
        </p:nvSpPr>
        <p:spPr>
          <a:xfrm>
            <a:off x="7181930" y="2157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8" name="Freeform 3997"/>
          <p:cNvSpPr/>
          <p:nvPr/>
        </p:nvSpPr>
        <p:spPr>
          <a:xfrm>
            <a:off x="6324850" y="2153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9" name="Freeform 3998"/>
          <p:cNvSpPr/>
          <p:nvPr/>
        </p:nvSpPr>
        <p:spPr>
          <a:xfrm>
            <a:off x="7616261" y="21435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0" name="Freeform 3999"/>
          <p:cNvSpPr/>
          <p:nvPr/>
        </p:nvSpPr>
        <p:spPr>
          <a:xfrm>
            <a:off x="7889051" y="214914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1" name="Freeform 4000"/>
          <p:cNvSpPr/>
          <p:nvPr/>
        </p:nvSpPr>
        <p:spPr>
          <a:xfrm>
            <a:off x="7237813" y="2139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2" name="Freeform 4001"/>
          <p:cNvSpPr/>
          <p:nvPr/>
        </p:nvSpPr>
        <p:spPr>
          <a:xfrm>
            <a:off x="7688730" y="21404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3" name="Freeform 4002"/>
          <p:cNvSpPr/>
          <p:nvPr/>
        </p:nvSpPr>
        <p:spPr>
          <a:xfrm>
            <a:off x="7226670" y="21448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4" name="Freeform 4003"/>
          <p:cNvSpPr/>
          <p:nvPr/>
        </p:nvSpPr>
        <p:spPr>
          <a:xfrm>
            <a:off x="7609647" y="2141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5" name="Freeform 4004"/>
          <p:cNvSpPr/>
          <p:nvPr/>
        </p:nvSpPr>
        <p:spPr>
          <a:xfrm>
            <a:off x="7577446" y="21607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6" name="Freeform 4005"/>
          <p:cNvSpPr/>
          <p:nvPr/>
        </p:nvSpPr>
        <p:spPr>
          <a:xfrm>
            <a:off x="7910120" y="2159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7" name="Freeform 4006"/>
          <p:cNvSpPr/>
          <p:nvPr/>
        </p:nvSpPr>
        <p:spPr>
          <a:xfrm>
            <a:off x="7925933" y="2141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8" name="Freeform 4007"/>
          <p:cNvSpPr/>
          <p:nvPr/>
        </p:nvSpPr>
        <p:spPr>
          <a:xfrm>
            <a:off x="7392104" y="21538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9" name="Freeform 4008"/>
          <p:cNvSpPr/>
          <p:nvPr/>
        </p:nvSpPr>
        <p:spPr>
          <a:xfrm>
            <a:off x="7794054" y="2147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0" name="Freeform 4009"/>
          <p:cNvSpPr/>
          <p:nvPr/>
        </p:nvSpPr>
        <p:spPr>
          <a:xfrm>
            <a:off x="7294189" y="2136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1" name="Freeform 4010"/>
          <p:cNvSpPr/>
          <p:nvPr/>
        </p:nvSpPr>
        <p:spPr>
          <a:xfrm>
            <a:off x="7703033" y="2149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2" name="Freeform 4011"/>
          <p:cNvSpPr/>
          <p:nvPr/>
        </p:nvSpPr>
        <p:spPr>
          <a:xfrm>
            <a:off x="7079877" y="21505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3" name="Freeform 4012"/>
          <p:cNvSpPr/>
          <p:nvPr/>
        </p:nvSpPr>
        <p:spPr>
          <a:xfrm>
            <a:off x="7168660" y="2156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4" name="Freeform 4013"/>
          <p:cNvSpPr/>
          <p:nvPr/>
        </p:nvSpPr>
        <p:spPr>
          <a:xfrm>
            <a:off x="6014540" y="21407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5" name="Freeform 4014"/>
          <p:cNvSpPr/>
          <p:nvPr/>
        </p:nvSpPr>
        <p:spPr>
          <a:xfrm>
            <a:off x="7446642" y="2153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6" name="Freeform 4015"/>
          <p:cNvSpPr/>
          <p:nvPr/>
        </p:nvSpPr>
        <p:spPr>
          <a:xfrm>
            <a:off x="8218098" y="212703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7" name="Freeform 4016"/>
          <p:cNvSpPr/>
          <p:nvPr/>
        </p:nvSpPr>
        <p:spPr>
          <a:xfrm>
            <a:off x="7979513" y="21456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8" name="Freeform 4017"/>
          <p:cNvSpPr/>
          <p:nvPr/>
        </p:nvSpPr>
        <p:spPr>
          <a:xfrm>
            <a:off x="8137234" y="21465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9" name="Freeform 4018"/>
          <p:cNvSpPr/>
          <p:nvPr/>
        </p:nvSpPr>
        <p:spPr>
          <a:xfrm>
            <a:off x="7275580" y="21674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0" name="Freeform 4019"/>
          <p:cNvSpPr/>
          <p:nvPr/>
        </p:nvSpPr>
        <p:spPr>
          <a:xfrm>
            <a:off x="8202607" y="21563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1" name="Freeform 4020"/>
          <p:cNvSpPr/>
          <p:nvPr/>
        </p:nvSpPr>
        <p:spPr>
          <a:xfrm>
            <a:off x="7007515" y="21389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2" name="Freeform 4021"/>
          <p:cNvSpPr/>
          <p:nvPr/>
        </p:nvSpPr>
        <p:spPr>
          <a:xfrm>
            <a:off x="7054735" y="2147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3" name="Freeform 4022"/>
          <p:cNvSpPr/>
          <p:nvPr/>
        </p:nvSpPr>
        <p:spPr>
          <a:xfrm>
            <a:off x="8182969" y="2162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4" name="Freeform 4023"/>
          <p:cNvSpPr/>
          <p:nvPr/>
        </p:nvSpPr>
        <p:spPr>
          <a:xfrm>
            <a:off x="7015943" y="2140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5" name="Freeform 4024"/>
          <p:cNvSpPr/>
          <p:nvPr/>
        </p:nvSpPr>
        <p:spPr>
          <a:xfrm>
            <a:off x="7491534" y="21522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6" name="Freeform 4025"/>
          <p:cNvSpPr/>
          <p:nvPr/>
        </p:nvSpPr>
        <p:spPr>
          <a:xfrm>
            <a:off x="6955178" y="21339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7" name="Freeform 4026"/>
          <p:cNvSpPr/>
          <p:nvPr/>
        </p:nvSpPr>
        <p:spPr>
          <a:xfrm>
            <a:off x="7642569" y="2147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8" name="Freeform 4027"/>
          <p:cNvSpPr/>
          <p:nvPr/>
        </p:nvSpPr>
        <p:spPr>
          <a:xfrm>
            <a:off x="7658542" y="21427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9" name="Freeform 4028"/>
          <p:cNvSpPr/>
          <p:nvPr/>
        </p:nvSpPr>
        <p:spPr>
          <a:xfrm>
            <a:off x="7759149" y="2131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0" name="Freeform 4029"/>
          <p:cNvSpPr/>
          <p:nvPr/>
        </p:nvSpPr>
        <p:spPr>
          <a:xfrm>
            <a:off x="8220831" y="2154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1" name="Freeform 4030"/>
          <p:cNvSpPr/>
          <p:nvPr/>
        </p:nvSpPr>
        <p:spPr>
          <a:xfrm>
            <a:off x="6788091" y="21445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2" name="Freeform 4031"/>
          <p:cNvSpPr/>
          <p:nvPr/>
        </p:nvSpPr>
        <p:spPr>
          <a:xfrm>
            <a:off x="7900877" y="21405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3" name="Freeform 4032"/>
          <p:cNvSpPr/>
          <p:nvPr/>
        </p:nvSpPr>
        <p:spPr>
          <a:xfrm>
            <a:off x="7713274" y="21517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4" name="Freeform 4033"/>
          <p:cNvSpPr/>
          <p:nvPr/>
        </p:nvSpPr>
        <p:spPr>
          <a:xfrm>
            <a:off x="7836766" y="21485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5" name="Freeform 4034"/>
          <p:cNvSpPr/>
          <p:nvPr/>
        </p:nvSpPr>
        <p:spPr>
          <a:xfrm>
            <a:off x="6866777" y="213612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6" name="Freeform 4035"/>
          <p:cNvSpPr/>
          <p:nvPr/>
        </p:nvSpPr>
        <p:spPr>
          <a:xfrm>
            <a:off x="7010164" y="2155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7" name="Freeform 4036"/>
          <p:cNvSpPr/>
          <p:nvPr/>
        </p:nvSpPr>
        <p:spPr>
          <a:xfrm>
            <a:off x="6926021" y="21455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8" name="Freeform 4037"/>
          <p:cNvSpPr/>
          <p:nvPr/>
        </p:nvSpPr>
        <p:spPr>
          <a:xfrm>
            <a:off x="7094093" y="2159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9" name="Freeform 4038"/>
          <p:cNvSpPr/>
          <p:nvPr/>
        </p:nvSpPr>
        <p:spPr>
          <a:xfrm>
            <a:off x="7533919" y="2162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0" name="Freeform 4039"/>
          <p:cNvSpPr/>
          <p:nvPr/>
        </p:nvSpPr>
        <p:spPr>
          <a:xfrm>
            <a:off x="7243085" y="21484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1" name="Freeform 4040"/>
          <p:cNvSpPr/>
          <p:nvPr/>
        </p:nvSpPr>
        <p:spPr>
          <a:xfrm>
            <a:off x="7397170" y="21533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2" name="Freeform 4041"/>
          <p:cNvSpPr/>
          <p:nvPr/>
        </p:nvSpPr>
        <p:spPr>
          <a:xfrm>
            <a:off x="7557905" y="2148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3" name="Freeform 4042"/>
          <p:cNvSpPr/>
          <p:nvPr/>
        </p:nvSpPr>
        <p:spPr>
          <a:xfrm>
            <a:off x="7105593" y="214220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4" name="Freeform 4043"/>
          <p:cNvSpPr/>
          <p:nvPr/>
        </p:nvSpPr>
        <p:spPr>
          <a:xfrm>
            <a:off x="8045451" y="21540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5" name="Freeform 4044"/>
          <p:cNvSpPr/>
          <p:nvPr/>
        </p:nvSpPr>
        <p:spPr>
          <a:xfrm>
            <a:off x="7509123" y="215723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6" name="Freeform 4045"/>
          <p:cNvSpPr/>
          <p:nvPr/>
        </p:nvSpPr>
        <p:spPr>
          <a:xfrm>
            <a:off x="6884649" y="2136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7" name="Freeform 4046"/>
          <p:cNvSpPr/>
          <p:nvPr/>
        </p:nvSpPr>
        <p:spPr>
          <a:xfrm>
            <a:off x="7522678" y="213226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8" name="Freeform 4047"/>
          <p:cNvSpPr/>
          <p:nvPr/>
        </p:nvSpPr>
        <p:spPr>
          <a:xfrm>
            <a:off x="7073036" y="2160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9" name="Freeform 4048"/>
          <p:cNvSpPr/>
          <p:nvPr/>
        </p:nvSpPr>
        <p:spPr>
          <a:xfrm>
            <a:off x="7442191" y="2153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0" name="Freeform 4049"/>
          <p:cNvSpPr/>
          <p:nvPr/>
        </p:nvSpPr>
        <p:spPr>
          <a:xfrm>
            <a:off x="6472814" y="2160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1" name="Freeform 4050"/>
          <p:cNvSpPr/>
          <p:nvPr/>
        </p:nvSpPr>
        <p:spPr>
          <a:xfrm>
            <a:off x="7070158" y="2148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2" name="Freeform 4051"/>
          <p:cNvSpPr/>
          <p:nvPr/>
        </p:nvSpPr>
        <p:spPr>
          <a:xfrm>
            <a:off x="7185128" y="2138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3" name="Freeform 4052"/>
          <p:cNvSpPr/>
          <p:nvPr/>
        </p:nvSpPr>
        <p:spPr>
          <a:xfrm>
            <a:off x="7368547" y="2126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4" name="Freeform 4053"/>
          <p:cNvSpPr/>
          <p:nvPr/>
        </p:nvSpPr>
        <p:spPr>
          <a:xfrm>
            <a:off x="6829275" y="21658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5" name="Freeform 4054"/>
          <p:cNvSpPr/>
          <p:nvPr/>
        </p:nvSpPr>
        <p:spPr>
          <a:xfrm>
            <a:off x="7519105" y="21445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6" name="Freeform 4055"/>
          <p:cNvSpPr/>
          <p:nvPr/>
        </p:nvSpPr>
        <p:spPr>
          <a:xfrm>
            <a:off x="6581520" y="21535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7" name="Freeform 4056"/>
          <p:cNvSpPr/>
          <p:nvPr/>
        </p:nvSpPr>
        <p:spPr>
          <a:xfrm>
            <a:off x="6972974" y="2153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8" name="Freeform 4057"/>
          <p:cNvSpPr/>
          <p:nvPr/>
        </p:nvSpPr>
        <p:spPr>
          <a:xfrm>
            <a:off x="7796553" y="2151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9" name="Freeform 4058"/>
          <p:cNvSpPr/>
          <p:nvPr/>
        </p:nvSpPr>
        <p:spPr>
          <a:xfrm>
            <a:off x="7344545" y="21395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0" name="Freeform 4059"/>
          <p:cNvSpPr/>
          <p:nvPr/>
        </p:nvSpPr>
        <p:spPr>
          <a:xfrm>
            <a:off x="7432354" y="2164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1" name="Freeform 4060"/>
          <p:cNvSpPr/>
          <p:nvPr/>
        </p:nvSpPr>
        <p:spPr>
          <a:xfrm>
            <a:off x="7166449" y="21586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2" name="Freeform 4061"/>
          <p:cNvSpPr/>
          <p:nvPr/>
        </p:nvSpPr>
        <p:spPr>
          <a:xfrm>
            <a:off x="7217070" y="2156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3" name="Freeform 4062"/>
          <p:cNvSpPr/>
          <p:nvPr/>
        </p:nvSpPr>
        <p:spPr>
          <a:xfrm>
            <a:off x="7249737" y="2137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4" name="Freeform 4063"/>
          <p:cNvSpPr/>
          <p:nvPr/>
        </p:nvSpPr>
        <p:spPr>
          <a:xfrm>
            <a:off x="7665016" y="2154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5" name="Freeform 4064"/>
          <p:cNvSpPr/>
          <p:nvPr/>
        </p:nvSpPr>
        <p:spPr>
          <a:xfrm>
            <a:off x="7225107" y="21264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6" name="Freeform 4065"/>
          <p:cNvSpPr/>
          <p:nvPr/>
        </p:nvSpPr>
        <p:spPr>
          <a:xfrm>
            <a:off x="8266610" y="21352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7" name="Freeform 4066"/>
          <p:cNvSpPr/>
          <p:nvPr/>
        </p:nvSpPr>
        <p:spPr>
          <a:xfrm>
            <a:off x="7388697" y="2149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8" name="Freeform 4067"/>
          <p:cNvSpPr/>
          <p:nvPr/>
        </p:nvSpPr>
        <p:spPr>
          <a:xfrm>
            <a:off x="7644733" y="215171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9" name="Freeform 4068"/>
          <p:cNvSpPr/>
          <p:nvPr/>
        </p:nvSpPr>
        <p:spPr>
          <a:xfrm>
            <a:off x="7537188" y="21477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0" name="Freeform 4069"/>
          <p:cNvSpPr/>
          <p:nvPr/>
        </p:nvSpPr>
        <p:spPr>
          <a:xfrm>
            <a:off x="7673247" y="21505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1" name="Freeform 4070"/>
          <p:cNvSpPr/>
          <p:nvPr/>
        </p:nvSpPr>
        <p:spPr>
          <a:xfrm>
            <a:off x="7218120" y="21436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2" name="Freeform 4071"/>
          <p:cNvSpPr/>
          <p:nvPr/>
        </p:nvSpPr>
        <p:spPr>
          <a:xfrm>
            <a:off x="7431247" y="21447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3" name="Freeform 4072"/>
          <p:cNvSpPr/>
          <p:nvPr/>
        </p:nvSpPr>
        <p:spPr>
          <a:xfrm>
            <a:off x="6784778" y="2140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4" name="Freeform 4073"/>
          <p:cNvSpPr/>
          <p:nvPr/>
        </p:nvSpPr>
        <p:spPr>
          <a:xfrm>
            <a:off x="6858002" y="2147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5" name="Freeform 4074"/>
          <p:cNvSpPr/>
          <p:nvPr/>
        </p:nvSpPr>
        <p:spPr>
          <a:xfrm>
            <a:off x="6917659" y="21494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6" name="Freeform 4075"/>
          <p:cNvSpPr/>
          <p:nvPr/>
        </p:nvSpPr>
        <p:spPr>
          <a:xfrm>
            <a:off x="7048442" y="2143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7" name="Freeform 4076"/>
          <p:cNvSpPr/>
          <p:nvPr/>
        </p:nvSpPr>
        <p:spPr>
          <a:xfrm>
            <a:off x="7276470" y="2152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8" name="Freeform 4077"/>
          <p:cNvSpPr/>
          <p:nvPr/>
        </p:nvSpPr>
        <p:spPr>
          <a:xfrm>
            <a:off x="7113742" y="2152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9" name="Freeform 4078"/>
          <p:cNvSpPr/>
          <p:nvPr/>
        </p:nvSpPr>
        <p:spPr>
          <a:xfrm>
            <a:off x="8064420" y="2158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0" name="Freeform 4079"/>
          <p:cNvSpPr/>
          <p:nvPr/>
        </p:nvSpPr>
        <p:spPr>
          <a:xfrm>
            <a:off x="7768559" y="21420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1" name="Freeform 4080"/>
          <p:cNvSpPr/>
          <p:nvPr/>
        </p:nvSpPr>
        <p:spPr>
          <a:xfrm>
            <a:off x="7784701" y="2147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2" name="Freeform 4081"/>
          <p:cNvSpPr/>
          <p:nvPr/>
        </p:nvSpPr>
        <p:spPr>
          <a:xfrm>
            <a:off x="7904994" y="21560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3" name="Freeform 4082"/>
          <p:cNvSpPr/>
          <p:nvPr/>
        </p:nvSpPr>
        <p:spPr>
          <a:xfrm>
            <a:off x="8069763" y="2154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4" name="Freeform 4083"/>
          <p:cNvSpPr/>
          <p:nvPr/>
        </p:nvSpPr>
        <p:spPr>
          <a:xfrm>
            <a:off x="6943130" y="21520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5" name="Freeform 4084"/>
          <p:cNvSpPr/>
          <p:nvPr/>
        </p:nvSpPr>
        <p:spPr>
          <a:xfrm>
            <a:off x="6692070" y="2151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6" name="Freeform 4085"/>
          <p:cNvSpPr/>
          <p:nvPr/>
        </p:nvSpPr>
        <p:spPr>
          <a:xfrm>
            <a:off x="8040983" y="21491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7" name="Freeform 4086"/>
          <p:cNvSpPr/>
          <p:nvPr/>
        </p:nvSpPr>
        <p:spPr>
          <a:xfrm>
            <a:off x="6901554" y="21578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8" name="Freeform 4087"/>
          <p:cNvSpPr/>
          <p:nvPr/>
        </p:nvSpPr>
        <p:spPr>
          <a:xfrm>
            <a:off x="7015051" y="21566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9" name="Freeform 4088"/>
          <p:cNvSpPr/>
          <p:nvPr/>
        </p:nvSpPr>
        <p:spPr>
          <a:xfrm>
            <a:off x="7580262" y="21489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0" name="Freeform 4089"/>
          <p:cNvSpPr/>
          <p:nvPr/>
        </p:nvSpPr>
        <p:spPr>
          <a:xfrm>
            <a:off x="7306984" y="21560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1" name="Freeform 4090"/>
          <p:cNvSpPr/>
          <p:nvPr/>
        </p:nvSpPr>
        <p:spPr>
          <a:xfrm>
            <a:off x="7840790" y="2161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2" name="Freeform 4091"/>
          <p:cNvSpPr/>
          <p:nvPr/>
        </p:nvSpPr>
        <p:spPr>
          <a:xfrm>
            <a:off x="6522135" y="2155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3" name="Freeform 4092"/>
          <p:cNvSpPr/>
          <p:nvPr/>
        </p:nvSpPr>
        <p:spPr>
          <a:xfrm>
            <a:off x="7037744" y="21544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4" name="Freeform 4093"/>
          <p:cNvSpPr/>
          <p:nvPr/>
        </p:nvSpPr>
        <p:spPr>
          <a:xfrm>
            <a:off x="7405639" y="21311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5" name="Freeform 4094"/>
          <p:cNvSpPr/>
          <p:nvPr/>
        </p:nvSpPr>
        <p:spPr>
          <a:xfrm>
            <a:off x="7328239" y="2139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6" name="Freeform 4095"/>
          <p:cNvSpPr/>
          <p:nvPr/>
        </p:nvSpPr>
        <p:spPr>
          <a:xfrm>
            <a:off x="7336662" y="21497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7" name="Freeform 4096"/>
          <p:cNvSpPr/>
          <p:nvPr/>
        </p:nvSpPr>
        <p:spPr>
          <a:xfrm>
            <a:off x="7443678" y="2148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8" name="Freeform 4097"/>
          <p:cNvSpPr/>
          <p:nvPr/>
        </p:nvSpPr>
        <p:spPr>
          <a:xfrm>
            <a:off x="7232367" y="214817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9" name="Freeform 4098"/>
          <p:cNvSpPr/>
          <p:nvPr/>
        </p:nvSpPr>
        <p:spPr>
          <a:xfrm>
            <a:off x="7347563" y="2136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0" name="Freeform 4099"/>
          <p:cNvSpPr/>
          <p:nvPr/>
        </p:nvSpPr>
        <p:spPr>
          <a:xfrm>
            <a:off x="8401703" y="2141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1" name="Freeform 4100"/>
          <p:cNvSpPr/>
          <p:nvPr/>
        </p:nvSpPr>
        <p:spPr>
          <a:xfrm>
            <a:off x="7030906" y="215110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2" name="Freeform 4101"/>
          <p:cNvSpPr/>
          <p:nvPr/>
        </p:nvSpPr>
        <p:spPr>
          <a:xfrm>
            <a:off x="7594753" y="2160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3" name="Freeform 4102"/>
          <p:cNvSpPr/>
          <p:nvPr/>
        </p:nvSpPr>
        <p:spPr>
          <a:xfrm>
            <a:off x="6654214" y="21584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4" name="Freeform 4103"/>
          <p:cNvSpPr/>
          <p:nvPr/>
        </p:nvSpPr>
        <p:spPr>
          <a:xfrm>
            <a:off x="6404383" y="2151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5" name="Freeform 4104"/>
          <p:cNvSpPr/>
          <p:nvPr/>
        </p:nvSpPr>
        <p:spPr>
          <a:xfrm>
            <a:off x="7109124" y="2146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6" name="Freeform 4105"/>
          <p:cNvSpPr/>
          <p:nvPr/>
        </p:nvSpPr>
        <p:spPr>
          <a:xfrm>
            <a:off x="7272020" y="2143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7" name="Freeform 4106"/>
          <p:cNvSpPr/>
          <p:nvPr/>
        </p:nvSpPr>
        <p:spPr>
          <a:xfrm>
            <a:off x="8122627" y="21466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8" name="Freeform 4107"/>
          <p:cNvSpPr/>
          <p:nvPr/>
        </p:nvSpPr>
        <p:spPr>
          <a:xfrm>
            <a:off x="7717835" y="21676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9" name="Freeform 4108"/>
          <p:cNvSpPr/>
          <p:nvPr/>
        </p:nvSpPr>
        <p:spPr>
          <a:xfrm>
            <a:off x="7501622" y="2145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0" name="Freeform 4109"/>
          <p:cNvSpPr/>
          <p:nvPr/>
        </p:nvSpPr>
        <p:spPr>
          <a:xfrm>
            <a:off x="7215170" y="2138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1" name="Freeform 4110"/>
          <p:cNvSpPr/>
          <p:nvPr/>
        </p:nvSpPr>
        <p:spPr>
          <a:xfrm>
            <a:off x="7893090" y="21453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2" name="Freeform 4111"/>
          <p:cNvSpPr/>
          <p:nvPr/>
        </p:nvSpPr>
        <p:spPr>
          <a:xfrm>
            <a:off x="7046708" y="2144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3" name="Freeform 4112"/>
          <p:cNvSpPr/>
          <p:nvPr/>
        </p:nvSpPr>
        <p:spPr>
          <a:xfrm>
            <a:off x="6757478" y="2141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4" name="Freeform 4113"/>
          <p:cNvSpPr/>
          <p:nvPr/>
        </p:nvSpPr>
        <p:spPr>
          <a:xfrm>
            <a:off x="8277729" y="2158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5" name="Freeform 4114"/>
          <p:cNvSpPr/>
          <p:nvPr/>
        </p:nvSpPr>
        <p:spPr>
          <a:xfrm>
            <a:off x="8269180" y="2132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6" name="Freeform 4115"/>
          <p:cNvSpPr/>
          <p:nvPr/>
        </p:nvSpPr>
        <p:spPr>
          <a:xfrm>
            <a:off x="7113223" y="2149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7" name="Freeform 4116"/>
          <p:cNvSpPr/>
          <p:nvPr/>
        </p:nvSpPr>
        <p:spPr>
          <a:xfrm>
            <a:off x="7384019" y="2151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8" name="Freeform 4117"/>
          <p:cNvSpPr/>
          <p:nvPr/>
        </p:nvSpPr>
        <p:spPr>
          <a:xfrm>
            <a:off x="7725247" y="21471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9" name="Freeform 4118"/>
          <p:cNvSpPr/>
          <p:nvPr/>
        </p:nvSpPr>
        <p:spPr>
          <a:xfrm>
            <a:off x="8164834" y="2154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0" name="Freeform 4119"/>
          <p:cNvSpPr/>
          <p:nvPr/>
        </p:nvSpPr>
        <p:spPr>
          <a:xfrm>
            <a:off x="7794452" y="21392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1" name="Freeform 4120"/>
          <p:cNvSpPr/>
          <p:nvPr/>
        </p:nvSpPr>
        <p:spPr>
          <a:xfrm>
            <a:off x="6872210" y="2132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2" name="Freeform 4121"/>
          <p:cNvSpPr/>
          <p:nvPr/>
        </p:nvSpPr>
        <p:spPr>
          <a:xfrm>
            <a:off x="7135500" y="21531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3" name="Freeform 4122"/>
          <p:cNvSpPr/>
          <p:nvPr/>
        </p:nvSpPr>
        <p:spPr>
          <a:xfrm>
            <a:off x="8597666" y="2141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4" name="Freeform 4123"/>
          <p:cNvSpPr/>
          <p:nvPr/>
        </p:nvSpPr>
        <p:spPr>
          <a:xfrm>
            <a:off x="5996603" y="2140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5" name="Freeform 4124"/>
          <p:cNvSpPr/>
          <p:nvPr/>
        </p:nvSpPr>
        <p:spPr>
          <a:xfrm>
            <a:off x="7898468" y="2148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6" name="Freeform 4125"/>
          <p:cNvSpPr/>
          <p:nvPr/>
        </p:nvSpPr>
        <p:spPr>
          <a:xfrm>
            <a:off x="8373610" y="21287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7" name="Freeform 4126"/>
          <p:cNvSpPr/>
          <p:nvPr/>
        </p:nvSpPr>
        <p:spPr>
          <a:xfrm>
            <a:off x="7121932" y="21539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8" name="Freeform 4127"/>
          <p:cNvSpPr/>
          <p:nvPr/>
        </p:nvSpPr>
        <p:spPr>
          <a:xfrm>
            <a:off x="7330879" y="2140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9" name="Freeform 4128"/>
          <p:cNvSpPr/>
          <p:nvPr/>
        </p:nvSpPr>
        <p:spPr>
          <a:xfrm>
            <a:off x="6512255" y="2157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0" name="Freeform 4129"/>
          <p:cNvSpPr/>
          <p:nvPr/>
        </p:nvSpPr>
        <p:spPr>
          <a:xfrm>
            <a:off x="8088183" y="2143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1" name="Freeform 4130"/>
          <p:cNvSpPr/>
          <p:nvPr/>
        </p:nvSpPr>
        <p:spPr>
          <a:xfrm>
            <a:off x="6911607" y="214569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2" name="Freeform 4131"/>
          <p:cNvSpPr/>
          <p:nvPr/>
        </p:nvSpPr>
        <p:spPr>
          <a:xfrm>
            <a:off x="7703155" y="21494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3" name="Freeform 4132"/>
          <p:cNvSpPr/>
          <p:nvPr/>
        </p:nvSpPr>
        <p:spPr>
          <a:xfrm>
            <a:off x="8609782" y="2145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4" name="Freeform 4133"/>
          <p:cNvSpPr/>
          <p:nvPr/>
        </p:nvSpPr>
        <p:spPr>
          <a:xfrm>
            <a:off x="7770055" y="21586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5" name="Freeform 4134"/>
          <p:cNvSpPr/>
          <p:nvPr/>
        </p:nvSpPr>
        <p:spPr>
          <a:xfrm>
            <a:off x="6510382" y="2139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6" name="Freeform 4135"/>
          <p:cNvSpPr/>
          <p:nvPr/>
        </p:nvSpPr>
        <p:spPr>
          <a:xfrm>
            <a:off x="7629333" y="21369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7" name="Freeform 4136"/>
          <p:cNvSpPr/>
          <p:nvPr/>
        </p:nvSpPr>
        <p:spPr>
          <a:xfrm>
            <a:off x="7621135" y="21402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8" name="Freeform 4137"/>
          <p:cNvSpPr/>
          <p:nvPr/>
        </p:nvSpPr>
        <p:spPr>
          <a:xfrm>
            <a:off x="8311407" y="2150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9" name="Freeform 4138"/>
          <p:cNvSpPr/>
          <p:nvPr/>
        </p:nvSpPr>
        <p:spPr>
          <a:xfrm>
            <a:off x="8104814" y="21446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0" name="Freeform 4139"/>
          <p:cNvSpPr/>
          <p:nvPr/>
        </p:nvSpPr>
        <p:spPr>
          <a:xfrm>
            <a:off x="7733076" y="2130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1" name="Freeform 4140"/>
          <p:cNvSpPr/>
          <p:nvPr/>
        </p:nvSpPr>
        <p:spPr>
          <a:xfrm>
            <a:off x="7035461" y="2148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2" name="Freeform 4141"/>
          <p:cNvSpPr/>
          <p:nvPr/>
        </p:nvSpPr>
        <p:spPr>
          <a:xfrm>
            <a:off x="7622852" y="21524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3" name="Freeform 4142"/>
          <p:cNvSpPr/>
          <p:nvPr/>
        </p:nvSpPr>
        <p:spPr>
          <a:xfrm>
            <a:off x="6834282" y="21337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4" name="Freeform 4143"/>
          <p:cNvSpPr/>
          <p:nvPr/>
        </p:nvSpPr>
        <p:spPr>
          <a:xfrm>
            <a:off x="7988581" y="2137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5" name="Freeform 4144"/>
          <p:cNvSpPr/>
          <p:nvPr/>
        </p:nvSpPr>
        <p:spPr>
          <a:xfrm>
            <a:off x="6965056" y="2130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6" name="Freeform 4145"/>
          <p:cNvSpPr/>
          <p:nvPr/>
        </p:nvSpPr>
        <p:spPr>
          <a:xfrm>
            <a:off x="7502980" y="2154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7" name="Freeform 4146"/>
          <p:cNvSpPr/>
          <p:nvPr/>
        </p:nvSpPr>
        <p:spPr>
          <a:xfrm>
            <a:off x="7001741" y="21547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8" name="Freeform 4147"/>
          <p:cNvSpPr/>
          <p:nvPr/>
        </p:nvSpPr>
        <p:spPr>
          <a:xfrm>
            <a:off x="6977804" y="21593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9" name="Freeform 4148"/>
          <p:cNvSpPr/>
          <p:nvPr/>
        </p:nvSpPr>
        <p:spPr>
          <a:xfrm>
            <a:off x="7189845" y="2151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0" name="Freeform 4149"/>
          <p:cNvSpPr/>
          <p:nvPr/>
        </p:nvSpPr>
        <p:spPr>
          <a:xfrm>
            <a:off x="8123036" y="21421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1" name="Freeform 4150"/>
          <p:cNvSpPr/>
          <p:nvPr/>
        </p:nvSpPr>
        <p:spPr>
          <a:xfrm>
            <a:off x="7425173" y="21537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2" name="Freeform 4151"/>
          <p:cNvSpPr/>
          <p:nvPr/>
        </p:nvSpPr>
        <p:spPr>
          <a:xfrm>
            <a:off x="6787219" y="21535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3" name="Freeform 4152"/>
          <p:cNvSpPr/>
          <p:nvPr/>
        </p:nvSpPr>
        <p:spPr>
          <a:xfrm>
            <a:off x="7552117" y="21540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4" name="Freeform 4153"/>
          <p:cNvSpPr/>
          <p:nvPr/>
        </p:nvSpPr>
        <p:spPr>
          <a:xfrm>
            <a:off x="7505328" y="21585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5" name="Freeform 4154"/>
          <p:cNvSpPr/>
          <p:nvPr/>
        </p:nvSpPr>
        <p:spPr>
          <a:xfrm>
            <a:off x="7432906" y="2142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6" name="Freeform 4155"/>
          <p:cNvSpPr/>
          <p:nvPr/>
        </p:nvSpPr>
        <p:spPr>
          <a:xfrm>
            <a:off x="7837406" y="21426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7" name="Freeform 4156"/>
          <p:cNvSpPr/>
          <p:nvPr/>
        </p:nvSpPr>
        <p:spPr>
          <a:xfrm>
            <a:off x="7452591" y="2157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8" name="Freeform 4157"/>
          <p:cNvSpPr/>
          <p:nvPr/>
        </p:nvSpPr>
        <p:spPr>
          <a:xfrm>
            <a:off x="7931770" y="215671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9" name="Freeform 4158"/>
          <p:cNvSpPr/>
          <p:nvPr/>
        </p:nvSpPr>
        <p:spPr>
          <a:xfrm>
            <a:off x="6035531" y="21466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0" name="Freeform 4159"/>
          <p:cNvSpPr/>
          <p:nvPr/>
        </p:nvSpPr>
        <p:spPr>
          <a:xfrm>
            <a:off x="7677972" y="21605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1" name="Freeform 4160"/>
          <p:cNvSpPr/>
          <p:nvPr/>
        </p:nvSpPr>
        <p:spPr>
          <a:xfrm>
            <a:off x="7850025" y="2145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2" name="Freeform 4161"/>
          <p:cNvSpPr/>
          <p:nvPr/>
        </p:nvSpPr>
        <p:spPr>
          <a:xfrm>
            <a:off x="7407918" y="21456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3" name="Freeform 4162"/>
          <p:cNvSpPr/>
          <p:nvPr/>
        </p:nvSpPr>
        <p:spPr>
          <a:xfrm>
            <a:off x="8697164" y="2126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4" name="Freeform 4163"/>
          <p:cNvSpPr/>
          <p:nvPr/>
        </p:nvSpPr>
        <p:spPr>
          <a:xfrm>
            <a:off x="7584012" y="21414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5" name="Freeform 4164"/>
          <p:cNvSpPr/>
          <p:nvPr/>
        </p:nvSpPr>
        <p:spPr>
          <a:xfrm>
            <a:off x="7847739" y="2140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6" name="Freeform 4165"/>
          <p:cNvSpPr/>
          <p:nvPr/>
        </p:nvSpPr>
        <p:spPr>
          <a:xfrm>
            <a:off x="7811132" y="21449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7" name="Freeform 4166"/>
          <p:cNvSpPr/>
          <p:nvPr/>
        </p:nvSpPr>
        <p:spPr>
          <a:xfrm>
            <a:off x="7946571" y="2139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8" name="Freeform 4167"/>
          <p:cNvSpPr/>
          <p:nvPr/>
        </p:nvSpPr>
        <p:spPr>
          <a:xfrm>
            <a:off x="7212123" y="21268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9" name="Freeform 4168"/>
          <p:cNvSpPr/>
          <p:nvPr/>
        </p:nvSpPr>
        <p:spPr>
          <a:xfrm>
            <a:off x="7190885" y="2149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0" name="Freeform 4169"/>
          <p:cNvSpPr/>
          <p:nvPr/>
        </p:nvSpPr>
        <p:spPr>
          <a:xfrm>
            <a:off x="7899667" y="2149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1" name="Freeform 4170"/>
          <p:cNvSpPr/>
          <p:nvPr/>
        </p:nvSpPr>
        <p:spPr>
          <a:xfrm>
            <a:off x="7689097" y="2145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2" name="Freeform 4171"/>
          <p:cNvSpPr/>
          <p:nvPr/>
        </p:nvSpPr>
        <p:spPr>
          <a:xfrm>
            <a:off x="7276306" y="21527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3" name="Freeform 4172"/>
          <p:cNvSpPr/>
          <p:nvPr/>
        </p:nvSpPr>
        <p:spPr>
          <a:xfrm>
            <a:off x="7835545" y="2129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4" name="Freeform 4173"/>
          <p:cNvSpPr/>
          <p:nvPr/>
        </p:nvSpPr>
        <p:spPr>
          <a:xfrm>
            <a:off x="7002752" y="21418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5" name="Freeform 4174"/>
          <p:cNvSpPr/>
          <p:nvPr/>
        </p:nvSpPr>
        <p:spPr>
          <a:xfrm>
            <a:off x="7166288" y="2163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6" name="Freeform 4175"/>
          <p:cNvSpPr/>
          <p:nvPr/>
        </p:nvSpPr>
        <p:spPr>
          <a:xfrm>
            <a:off x="7063966" y="215440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7" name="Freeform 4176"/>
          <p:cNvSpPr/>
          <p:nvPr/>
        </p:nvSpPr>
        <p:spPr>
          <a:xfrm>
            <a:off x="7848859" y="213549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8" name="Freeform 4177"/>
          <p:cNvSpPr/>
          <p:nvPr/>
        </p:nvSpPr>
        <p:spPr>
          <a:xfrm>
            <a:off x="8888690" y="2150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9" name="Freeform 4178"/>
          <p:cNvSpPr/>
          <p:nvPr/>
        </p:nvSpPr>
        <p:spPr>
          <a:xfrm>
            <a:off x="6918508" y="2156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0" name="Freeform 4179"/>
          <p:cNvSpPr/>
          <p:nvPr/>
        </p:nvSpPr>
        <p:spPr>
          <a:xfrm>
            <a:off x="7787262" y="21443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1" name="Freeform 4180"/>
          <p:cNvSpPr/>
          <p:nvPr/>
        </p:nvSpPr>
        <p:spPr>
          <a:xfrm>
            <a:off x="7447893" y="2140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2" name="Freeform 4181"/>
          <p:cNvSpPr/>
          <p:nvPr/>
        </p:nvSpPr>
        <p:spPr>
          <a:xfrm>
            <a:off x="7249757" y="21492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3" name="Freeform 4182"/>
          <p:cNvSpPr/>
          <p:nvPr/>
        </p:nvSpPr>
        <p:spPr>
          <a:xfrm>
            <a:off x="7456151" y="2153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4" name="Freeform 4183"/>
          <p:cNvSpPr/>
          <p:nvPr/>
        </p:nvSpPr>
        <p:spPr>
          <a:xfrm>
            <a:off x="7930055" y="214920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5" name="Freeform 4184"/>
          <p:cNvSpPr/>
          <p:nvPr/>
        </p:nvSpPr>
        <p:spPr>
          <a:xfrm>
            <a:off x="7926644" y="2144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6" name="Freeform 4185"/>
          <p:cNvSpPr/>
          <p:nvPr/>
        </p:nvSpPr>
        <p:spPr>
          <a:xfrm>
            <a:off x="7362060" y="213441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7" name="Freeform 4186"/>
          <p:cNvSpPr/>
          <p:nvPr/>
        </p:nvSpPr>
        <p:spPr>
          <a:xfrm>
            <a:off x="7320828" y="21510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8" name="Freeform 4187"/>
          <p:cNvSpPr/>
          <p:nvPr/>
        </p:nvSpPr>
        <p:spPr>
          <a:xfrm>
            <a:off x="7236383" y="21493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9" name="Freeform 4188"/>
          <p:cNvSpPr/>
          <p:nvPr/>
        </p:nvSpPr>
        <p:spPr>
          <a:xfrm>
            <a:off x="6920051" y="21343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0" name="Freeform 4189"/>
          <p:cNvSpPr/>
          <p:nvPr/>
        </p:nvSpPr>
        <p:spPr>
          <a:xfrm>
            <a:off x="7359004" y="21572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1" name="Freeform 4190"/>
          <p:cNvSpPr/>
          <p:nvPr/>
        </p:nvSpPr>
        <p:spPr>
          <a:xfrm>
            <a:off x="7648743" y="2144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2" name="Freeform 4191"/>
          <p:cNvSpPr/>
          <p:nvPr/>
        </p:nvSpPr>
        <p:spPr>
          <a:xfrm>
            <a:off x="7636350" y="2150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3" name="Freeform 4192"/>
          <p:cNvSpPr/>
          <p:nvPr/>
        </p:nvSpPr>
        <p:spPr>
          <a:xfrm>
            <a:off x="7499685" y="21433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4" name="Freeform 4193"/>
          <p:cNvSpPr/>
          <p:nvPr/>
        </p:nvSpPr>
        <p:spPr>
          <a:xfrm>
            <a:off x="7644189" y="21337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5" name="Freeform 4194"/>
          <p:cNvSpPr/>
          <p:nvPr/>
        </p:nvSpPr>
        <p:spPr>
          <a:xfrm>
            <a:off x="7159548" y="2159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6" name="Freeform 4195"/>
          <p:cNvSpPr/>
          <p:nvPr/>
        </p:nvSpPr>
        <p:spPr>
          <a:xfrm>
            <a:off x="7711612" y="2151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7" name="Freeform 4196"/>
          <p:cNvSpPr/>
          <p:nvPr/>
        </p:nvSpPr>
        <p:spPr>
          <a:xfrm>
            <a:off x="7718670" y="21454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8" name="Freeform 4197"/>
          <p:cNvSpPr/>
          <p:nvPr/>
        </p:nvSpPr>
        <p:spPr>
          <a:xfrm>
            <a:off x="6909697" y="21384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9" name="Freeform 4198"/>
          <p:cNvSpPr/>
          <p:nvPr/>
        </p:nvSpPr>
        <p:spPr>
          <a:xfrm>
            <a:off x="7329858" y="21384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0" name="Freeform 4199"/>
          <p:cNvSpPr/>
          <p:nvPr/>
        </p:nvSpPr>
        <p:spPr>
          <a:xfrm>
            <a:off x="7561650" y="21449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1" name="Freeform 4200"/>
          <p:cNvSpPr/>
          <p:nvPr/>
        </p:nvSpPr>
        <p:spPr>
          <a:xfrm>
            <a:off x="8061220" y="2156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2" name="Freeform 4201"/>
          <p:cNvSpPr/>
          <p:nvPr/>
        </p:nvSpPr>
        <p:spPr>
          <a:xfrm>
            <a:off x="7865648" y="2140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3" name="Freeform 4202"/>
          <p:cNvSpPr/>
          <p:nvPr/>
        </p:nvSpPr>
        <p:spPr>
          <a:xfrm>
            <a:off x="6623747" y="214831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4" name="Freeform 4203"/>
          <p:cNvSpPr/>
          <p:nvPr/>
        </p:nvSpPr>
        <p:spPr>
          <a:xfrm>
            <a:off x="7784225" y="2153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5" name="Freeform 4204"/>
          <p:cNvSpPr/>
          <p:nvPr/>
        </p:nvSpPr>
        <p:spPr>
          <a:xfrm>
            <a:off x="6834618" y="21419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6" name="Freeform 4205"/>
          <p:cNvSpPr/>
          <p:nvPr/>
        </p:nvSpPr>
        <p:spPr>
          <a:xfrm>
            <a:off x="7443430" y="21407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7" name="Freeform 4206"/>
          <p:cNvSpPr/>
          <p:nvPr/>
        </p:nvSpPr>
        <p:spPr>
          <a:xfrm>
            <a:off x="7678597" y="21616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8" name="Freeform 4207"/>
          <p:cNvSpPr/>
          <p:nvPr/>
        </p:nvSpPr>
        <p:spPr>
          <a:xfrm>
            <a:off x="7196435" y="21538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9" name="Freeform 4208"/>
          <p:cNvSpPr/>
          <p:nvPr/>
        </p:nvSpPr>
        <p:spPr>
          <a:xfrm>
            <a:off x="7065911" y="214831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0" name="Freeform 4209"/>
          <p:cNvSpPr/>
          <p:nvPr/>
        </p:nvSpPr>
        <p:spPr>
          <a:xfrm>
            <a:off x="8553972" y="21442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1" name="Freeform 4210"/>
          <p:cNvSpPr/>
          <p:nvPr/>
        </p:nvSpPr>
        <p:spPr>
          <a:xfrm>
            <a:off x="7655532" y="2160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2" name="Freeform 4211"/>
          <p:cNvSpPr/>
          <p:nvPr/>
        </p:nvSpPr>
        <p:spPr>
          <a:xfrm>
            <a:off x="7291848" y="21418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3" name="Freeform 4212"/>
          <p:cNvSpPr/>
          <p:nvPr/>
        </p:nvSpPr>
        <p:spPr>
          <a:xfrm>
            <a:off x="7816541" y="2150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4" name="Freeform 4213"/>
          <p:cNvSpPr/>
          <p:nvPr/>
        </p:nvSpPr>
        <p:spPr>
          <a:xfrm>
            <a:off x="7279392" y="2140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5" name="Freeform 4214"/>
          <p:cNvSpPr/>
          <p:nvPr/>
        </p:nvSpPr>
        <p:spPr>
          <a:xfrm>
            <a:off x="7276446" y="21522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6" name="Freeform 4215"/>
          <p:cNvSpPr/>
          <p:nvPr/>
        </p:nvSpPr>
        <p:spPr>
          <a:xfrm>
            <a:off x="7520664" y="2144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7" name="Freeform 4216"/>
          <p:cNvSpPr/>
          <p:nvPr/>
        </p:nvSpPr>
        <p:spPr>
          <a:xfrm>
            <a:off x="8495064" y="21442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8" name="Freeform 4217"/>
          <p:cNvSpPr/>
          <p:nvPr/>
        </p:nvSpPr>
        <p:spPr>
          <a:xfrm>
            <a:off x="7288933" y="21492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9" name="Freeform 4218"/>
          <p:cNvSpPr/>
          <p:nvPr/>
        </p:nvSpPr>
        <p:spPr>
          <a:xfrm>
            <a:off x="7984493" y="21547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0" name="Freeform 4219"/>
          <p:cNvSpPr/>
          <p:nvPr/>
        </p:nvSpPr>
        <p:spPr>
          <a:xfrm>
            <a:off x="6854747" y="21650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1" name="Freeform 4220"/>
          <p:cNvSpPr/>
          <p:nvPr/>
        </p:nvSpPr>
        <p:spPr>
          <a:xfrm>
            <a:off x="7256713" y="2156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2" name="Freeform 4221"/>
          <p:cNvSpPr/>
          <p:nvPr/>
        </p:nvSpPr>
        <p:spPr>
          <a:xfrm>
            <a:off x="7058641" y="2143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3" name="Freeform 4222"/>
          <p:cNvSpPr/>
          <p:nvPr/>
        </p:nvSpPr>
        <p:spPr>
          <a:xfrm>
            <a:off x="7249635" y="2144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4" name="Freeform 4223"/>
          <p:cNvSpPr/>
          <p:nvPr/>
        </p:nvSpPr>
        <p:spPr>
          <a:xfrm>
            <a:off x="7913486" y="21585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5" name="Freeform 4224"/>
          <p:cNvSpPr/>
          <p:nvPr/>
        </p:nvSpPr>
        <p:spPr>
          <a:xfrm>
            <a:off x="7433986" y="2149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6" name="Freeform 4225"/>
          <p:cNvSpPr/>
          <p:nvPr/>
        </p:nvSpPr>
        <p:spPr>
          <a:xfrm>
            <a:off x="7133228" y="2149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7" name="Freeform 4226"/>
          <p:cNvSpPr/>
          <p:nvPr/>
        </p:nvSpPr>
        <p:spPr>
          <a:xfrm>
            <a:off x="7367207" y="2148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8" name="Freeform 4227"/>
          <p:cNvSpPr/>
          <p:nvPr/>
        </p:nvSpPr>
        <p:spPr>
          <a:xfrm>
            <a:off x="7654819" y="213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9" name="Freeform 4228"/>
          <p:cNvSpPr/>
          <p:nvPr/>
        </p:nvSpPr>
        <p:spPr>
          <a:xfrm>
            <a:off x="8273010" y="21521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0" name="Freeform 4229"/>
          <p:cNvSpPr/>
          <p:nvPr/>
        </p:nvSpPr>
        <p:spPr>
          <a:xfrm>
            <a:off x="7477840" y="21452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1" name="Freeform 4230"/>
          <p:cNvSpPr/>
          <p:nvPr/>
        </p:nvSpPr>
        <p:spPr>
          <a:xfrm>
            <a:off x="7922520" y="21541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2" name="Freeform 4231"/>
          <p:cNvSpPr/>
          <p:nvPr/>
        </p:nvSpPr>
        <p:spPr>
          <a:xfrm>
            <a:off x="7941584" y="2142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3" name="Freeform 4232"/>
          <p:cNvSpPr/>
          <p:nvPr/>
        </p:nvSpPr>
        <p:spPr>
          <a:xfrm>
            <a:off x="7625304" y="2133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4" name="Freeform 4233"/>
          <p:cNvSpPr/>
          <p:nvPr/>
        </p:nvSpPr>
        <p:spPr>
          <a:xfrm>
            <a:off x="7341925" y="2160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5" name="Freeform 4234"/>
          <p:cNvSpPr/>
          <p:nvPr/>
        </p:nvSpPr>
        <p:spPr>
          <a:xfrm>
            <a:off x="7721645" y="21452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6" name="Freeform 4235"/>
          <p:cNvSpPr/>
          <p:nvPr/>
        </p:nvSpPr>
        <p:spPr>
          <a:xfrm>
            <a:off x="7904302" y="21568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7" name="Freeform 4236"/>
          <p:cNvSpPr/>
          <p:nvPr/>
        </p:nvSpPr>
        <p:spPr>
          <a:xfrm>
            <a:off x="7112713" y="2162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8" name="Freeform 4237"/>
          <p:cNvSpPr/>
          <p:nvPr/>
        </p:nvSpPr>
        <p:spPr>
          <a:xfrm>
            <a:off x="7230619" y="2146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9" name="Freeform 4238"/>
          <p:cNvSpPr/>
          <p:nvPr/>
        </p:nvSpPr>
        <p:spPr>
          <a:xfrm>
            <a:off x="7399840" y="2136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0" name="Freeform 4239"/>
          <p:cNvSpPr/>
          <p:nvPr/>
        </p:nvSpPr>
        <p:spPr>
          <a:xfrm>
            <a:off x="7110335" y="21598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1" name="Freeform 4240"/>
          <p:cNvSpPr/>
          <p:nvPr/>
        </p:nvSpPr>
        <p:spPr>
          <a:xfrm>
            <a:off x="7117361" y="2163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2" name="Freeform 4241"/>
          <p:cNvSpPr/>
          <p:nvPr/>
        </p:nvSpPr>
        <p:spPr>
          <a:xfrm>
            <a:off x="7481080" y="214073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3" name="Freeform 4242"/>
          <p:cNvSpPr/>
          <p:nvPr/>
        </p:nvSpPr>
        <p:spPr>
          <a:xfrm>
            <a:off x="6718417" y="2145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4" name="Freeform 4243"/>
          <p:cNvSpPr/>
          <p:nvPr/>
        </p:nvSpPr>
        <p:spPr>
          <a:xfrm>
            <a:off x="7478202" y="2149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5" name="Freeform 4244"/>
          <p:cNvSpPr/>
          <p:nvPr/>
        </p:nvSpPr>
        <p:spPr>
          <a:xfrm>
            <a:off x="7853199" y="21448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6" name="Freeform 4245"/>
          <p:cNvSpPr/>
          <p:nvPr/>
        </p:nvSpPr>
        <p:spPr>
          <a:xfrm>
            <a:off x="7922511" y="21339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7" name="Freeform 4246"/>
          <p:cNvSpPr/>
          <p:nvPr/>
        </p:nvSpPr>
        <p:spPr>
          <a:xfrm>
            <a:off x="6670890" y="2148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8" name="Freeform 4247"/>
          <p:cNvSpPr/>
          <p:nvPr/>
        </p:nvSpPr>
        <p:spPr>
          <a:xfrm>
            <a:off x="7386722" y="21424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9" name="Freeform 4248"/>
          <p:cNvSpPr/>
          <p:nvPr/>
        </p:nvSpPr>
        <p:spPr>
          <a:xfrm>
            <a:off x="7304636" y="2149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0" name="Freeform 4249"/>
          <p:cNvSpPr/>
          <p:nvPr/>
        </p:nvSpPr>
        <p:spPr>
          <a:xfrm>
            <a:off x="7081211" y="21416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1" name="Freeform 4250"/>
          <p:cNvSpPr/>
          <p:nvPr/>
        </p:nvSpPr>
        <p:spPr>
          <a:xfrm>
            <a:off x="7564658" y="21501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2" name="Freeform 4251"/>
          <p:cNvSpPr/>
          <p:nvPr/>
        </p:nvSpPr>
        <p:spPr>
          <a:xfrm>
            <a:off x="7750397" y="21545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3" name="Freeform 4252"/>
          <p:cNvSpPr/>
          <p:nvPr/>
        </p:nvSpPr>
        <p:spPr>
          <a:xfrm>
            <a:off x="7664217" y="2163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4" name="Freeform 4253"/>
          <p:cNvSpPr/>
          <p:nvPr/>
        </p:nvSpPr>
        <p:spPr>
          <a:xfrm>
            <a:off x="8702973" y="21529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5" name="Freeform 4254"/>
          <p:cNvSpPr/>
          <p:nvPr/>
        </p:nvSpPr>
        <p:spPr>
          <a:xfrm>
            <a:off x="8127189" y="21436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6" name="Freeform 4255"/>
          <p:cNvSpPr/>
          <p:nvPr/>
        </p:nvSpPr>
        <p:spPr>
          <a:xfrm>
            <a:off x="7740239" y="21395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7" name="Freeform 4256"/>
          <p:cNvSpPr/>
          <p:nvPr/>
        </p:nvSpPr>
        <p:spPr>
          <a:xfrm>
            <a:off x="8034347" y="215969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8" name="Freeform 4257"/>
          <p:cNvSpPr/>
          <p:nvPr/>
        </p:nvSpPr>
        <p:spPr>
          <a:xfrm>
            <a:off x="7800457" y="21414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9" name="Freeform 4258"/>
          <p:cNvSpPr/>
          <p:nvPr/>
        </p:nvSpPr>
        <p:spPr>
          <a:xfrm>
            <a:off x="7638539" y="214709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0" name="Freeform 4259"/>
          <p:cNvSpPr/>
          <p:nvPr/>
        </p:nvSpPr>
        <p:spPr>
          <a:xfrm>
            <a:off x="7436432" y="214944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1" name="Freeform 4260"/>
          <p:cNvSpPr/>
          <p:nvPr/>
        </p:nvSpPr>
        <p:spPr>
          <a:xfrm>
            <a:off x="8700519" y="2142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2" name="Freeform 4261"/>
          <p:cNvSpPr/>
          <p:nvPr/>
        </p:nvSpPr>
        <p:spPr>
          <a:xfrm>
            <a:off x="7728236" y="2151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3" name="Freeform 4262"/>
          <p:cNvSpPr/>
          <p:nvPr/>
        </p:nvSpPr>
        <p:spPr>
          <a:xfrm>
            <a:off x="7004478" y="2145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4" name="Freeform 4263"/>
          <p:cNvSpPr/>
          <p:nvPr/>
        </p:nvSpPr>
        <p:spPr>
          <a:xfrm>
            <a:off x="7715693" y="2158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5" name="Freeform 4264"/>
          <p:cNvSpPr/>
          <p:nvPr/>
        </p:nvSpPr>
        <p:spPr>
          <a:xfrm>
            <a:off x="7935554" y="2155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6" name="Freeform 4265"/>
          <p:cNvSpPr/>
          <p:nvPr/>
        </p:nvSpPr>
        <p:spPr>
          <a:xfrm>
            <a:off x="6979887" y="2149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7" name="Freeform 4266"/>
          <p:cNvSpPr/>
          <p:nvPr/>
        </p:nvSpPr>
        <p:spPr>
          <a:xfrm>
            <a:off x="7269329" y="21448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8" name="Freeform 4267"/>
          <p:cNvSpPr/>
          <p:nvPr/>
        </p:nvSpPr>
        <p:spPr>
          <a:xfrm>
            <a:off x="7211207" y="21468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9" name="Freeform 4268"/>
          <p:cNvSpPr/>
          <p:nvPr/>
        </p:nvSpPr>
        <p:spPr>
          <a:xfrm>
            <a:off x="7620470" y="2148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0" name="Freeform 4269"/>
          <p:cNvSpPr/>
          <p:nvPr/>
        </p:nvSpPr>
        <p:spPr>
          <a:xfrm>
            <a:off x="7411766" y="2147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1" name="Freeform 4270"/>
          <p:cNvSpPr/>
          <p:nvPr/>
        </p:nvSpPr>
        <p:spPr>
          <a:xfrm>
            <a:off x="6444423" y="2134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2" name="Freeform 4271"/>
          <p:cNvSpPr/>
          <p:nvPr/>
        </p:nvSpPr>
        <p:spPr>
          <a:xfrm>
            <a:off x="7486338" y="21511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3" name="Freeform 4272"/>
          <p:cNvSpPr/>
          <p:nvPr/>
        </p:nvSpPr>
        <p:spPr>
          <a:xfrm>
            <a:off x="6807259" y="2140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4" name="Freeform 4273"/>
          <p:cNvSpPr/>
          <p:nvPr/>
        </p:nvSpPr>
        <p:spPr>
          <a:xfrm>
            <a:off x="7714733" y="2137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5" name="Freeform 4274"/>
          <p:cNvSpPr/>
          <p:nvPr/>
        </p:nvSpPr>
        <p:spPr>
          <a:xfrm>
            <a:off x="7677922" y="21414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6" name="Freeform 4275"/>
          <p:cNvSpPr/>
          <p:nvPr/>
        </p:nvSpPr>
        <p:spPr>
          <a:xfrm>
            <a:off x="7598563" y="2156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7" name="Freeform 4276"/>
          <p:cNvSpPr/>
          <p:nvPr/>
        </p:nvSpPr>
        <p:spPr>
          <a:xfrm>
            <a:off x="7827165" y="2138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8" name="Freeform 4277"/>
          <p:cNvSpPr/>
          <p:nvPr/>
        </p:nvSpPr>
        <p:spPr>
          <a:xfrm>
            <a:off x="7473825" y="21429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9" name="Freeform 4278"/>
          <p:cNvSpPr/>
          <p:nvPr/>
        </p:nvSpPr>
        <p:spPr>
          <a:xfrm>
            <a:off x="6654346" y="2154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0" name="Freeform 4279"/>
          <p:cNvSpPr/>
          <p:nvPr/>
        </p:nvSpPr>
        <p:spPr>
          <a:xfrm>
            <a:off x="7296087" y="2141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1" name="Freeform 4280"/>
          <p:cNvSpPr/>
          <p:nvPr/>
        </p:nvSpPr>
        <p:spPr>
          <a:xfrm>
            <a:off x="6965149" y="21289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2" name="Freeform 4281"/>
          <p:cNvSpPr/>
          <p:nvPr/>
        </p:nvSpPr>
        <p:spPr>
          <a:xfrm>
            <a:off x="7100669" y="2154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3" name="Freeform 4282"/>
          <p:cNvSpPr/>
          <p:nvPr/>
        </p:nvSpPr>
        <p:spPr>
          <a:xfrm>
            <a:off x="7213982" y="21467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4" name="Freeform 4283"/>
          <p:cNvSpPr/>
          <p:nvPr/>
        </p:nvSpPr>
        <p:spPr>
          <a:xfrm>
            <a:off x="8760937" y="2150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5" name="Freeform 4284"/>
          <p:cNvSpPr/>
          <p:nvPr/>
        </p:nvSpPr>
        <p:spPr>
          <a:xfrm>
            <a:off x="6933885" y="214684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6" name="Freeform 4285"/>
          <p:cNvSpPr/>
          <p:nvPr/>
        </p:nvSpPr>
        <p:spPr>
          <a:xfrm>
            <a:off x="7585848" y="21399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7" name="Freeform 4286"/>
          <p:cNvSpPr/>
          <p:nvPr/>
        </p:nvSpPr>
        <p:spPr>
          <a:xfrm>
            <a:off x="7468630" y="2149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8" name="Freeform 4287"/>
          <p:cNvSpPr/>
          <p:nvPr/>
        </p:nvSpPr>
        <p:spPr>
          <a:xfrm>
            <a:off x="7740967" y="2143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9" name="Freeform 4288"/>
          <p:cNvSpPr/>
          <p:nvPr/>
        </p:nvSpPr>
        <p:spPr>
          <a:xfrm>
            <a:off x="8027734" y="2152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0" name="Freeform 4289"/>
          <p:cNvSpPr/>
          <p:nvPr/>
        </p:nvSpPr>
        <p:spPr>
          <a:xfrm>
            <a:off x="7647053" y="21513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1" name="Freeform 4290"/>
          <p:cNvSpPr/>
          <p:nvPr/>
        </p:nvSpPr>
        <p:spPr>
          <a:xfrm>
            <a:off x="6913509" y="21439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2" name="Freeform 4291"/>
          <p:cNvSpPr/>
          <p:nvPr/>
        </p:nvSpPr>
        <p:spPr>
          <a:xfrm>
            <a:off x="7590547" y="2141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3" name="Freeform 4292"/>
          <p:cNvSpPr/>
          <p:nvPr/>
        </p:nvSpPr>
        <p:spPr>
          <a:xfrm>
            <a:off x="7560476" y="21447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4" name="Freeform 4293"/>
          <p:cNvSpPr/>
          <p:nvPr/>
        </p:nvSpPr>
        <p:spPr>
          <a:xfrm>
            <a:off x="7602760" y="21525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5" name="Freeform 4294"/>
          <p:cNvSpPr/>
          <p:nvPr/>
        </p:nvSpPr>
        <p:spPr>
          <a:xfrm>
            <a:off x="6225493" y="21350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6" name="Freeform 4295"/>
          <p:cNvSpPr/>
          <p:nvPr/>
        </p:nvSpPr>
        <p:spPr>
          <a:xfrm>
            <a:off x="8585588" y="2143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7" name="Freeform 4296"/>
          <p:cNvSpPr/>
          <p:nvPr/>
        </p:nvSpPr>
        <p:spPr>
          <a:xfrm>
            <a:off x="7431724" y="2153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8" name="Freeform 4297"/>
          <p:cNvSpPr/>
          <p:nvPr/>
        </p:nvSpPr>
        <p:spPr>
          <a:xfrm>
            <a:off x="6957630" y="2145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9" name="Freeform 4298"/>
          <p:cNvSpPr/>
          <p:nvPr/>
        </p:nvSpPr>
        <p:spPr>
          <a:xfrm>
            <a:off x="8099335" y="2153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0" name="Freeform 4299"/>
          <p:cNvSpPr/>
          <p:nvPr/>
        </p:nvSpPr>
        <p:spPr>
          <a:xfrm>
            <a:off x="6510495" y="213107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1" name="Freeform 4300"/>
          <p:cNvSpPr/>
          <p:nvPr/>
        </p:nvSpPr>
        <p:spPr>
          <a:xfrm>
            <a:off x="7671808" y="21492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2" name="Freeform 4301"/>
          <p:cNvSpPr/>
          <p:nvPr/>
        </p:nvSpPr>
        <p:spPr>
          <a:xfrm>
            <a:off x="7905230" y="2152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3" name="Freeform 4302"/>
          <p:cNvSpPr/>
          <p:nvPr/>
        </p:nvSpPr>
        <p:spPr>
          <a:xfrm>
            <a:off x="7359532" y="21594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4" name="Freeform 4303"/>
          <p:cNvSpPr/>
          <p:nvPr/>
        </p:nvSpPr>
        <p:spPr>
          <a:xfrm>
            <a:off x="7055209" y="2148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5" name="Freeform 4304"/>
          <p:cNvSpPr/>
          <p:nvPr/>
        </p:nvSpPr>
        <p:spPr>
          <a:xfrm>
            <a:off x="8641422" y="2141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6" name="Freeform 4305"/>
          <p:cNvSpPr/>
          <p:nvPr/>
        </p:nvSpPr>
        <p:spPr>
          <a:xfrm>
            <a:off x="7962292" y="2160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7" name="Freeform 4306"/>
          <p:cNvSpPr/>
          <p:nvPr/>
        </p:nvSpPr>
        <p:spPr>
          <a:xfrm>
            <a:off x="7227239" y="21436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8" name="Freeform 4307"/>
          <p:cNvSpPr/>
          <p:nvPr/>
        </p:nvSpPr>
        <p:spPr>
          <a:xfrm>
            <a:off x="7274116" y="213555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9" name="Freeform 4308"/>
          <p:cNvSpPr/>
          <p:nvPr/>
        </p:nvSpPr>
        <p:spPr>
          <a:xfrm>
            <a:off x="8177743" y="2152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0" name="Freeform 4309"/>
          <p:cNvSpPr/>
          <p:nvPr/>
        </p:nvSpPr>
        <p:spPr>
          <a:xfrm>
            <a:off x="7789563" y="21455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1" name="Freeform 4310"/>
          <p:cNvSpPr/>
          <p:nvPr/>
        </p:nvSpPr>
        <p:spPr>
          <a:xfrm>
            <a:off x="7414711" y="2152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2" name="Freeform 4311"/>
          <p:cNvSpPr/>
          <p:nvPr/>
        </p:nvSpPr>
        <p:spPr>
          <a:xfrm>
            <a:off x="7855865" y="212178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3" name="Freeform 4312"/>
          <p:cNvSpPr/>
          <p:nvPr/>
        </p:nvSpPr>
        <p:spPr>
          <a:xfrm>
            <a:off x="7191405" y="2146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4" name="Freeform 4313"/>
          <p:cNvSpPr/>
          <p:nvPr/>
        </p:nvSpPr>
        <p:spPr>
          <a:xfrm>
            <a:off x="6751088" y="21394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5" name="Freeform 4314"/>
          <p:cNvSpPr/>
          <p:nvPr/>
        </p:nvSpPr>
        <p:spPr>
          <a:xfrm>
            <a:off x="7400109" y="2156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6" name="Freeform 4315"/>
          <p:cNvSpPr/>
          <p:nvPr/>
        </p:nvSpPr>
        <p:spPr>
          <a:xfrm>
            <a:off x="7668221" y="2138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7" name="Freeform 4316"/>
          <p:cNvSpPr/>
          <p:nvPr/>
        </p:nvSpPr>
        <p:spPr>
          <a:xfrm>
            <a:off x="8011692" y="21491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8" name="Freeform 4317"/>
          <p:cNvSpPr/>
          <p:nvPr/>
        </p:nvSpPr>
        <p:spPr>
          <a:xfrm>
            <a:off x="8302838" y="21321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9" name="Freeform 4318"/>
          <p:cNvSpPr/>
          <p:nvPr/>
        </p:nvSpPr>
        <p:spPr>
          <a:xfrm>
            <a:off x="7515683" y="2146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0" name="Freeform 4319"/>
          <p:cNvSpPr/>
          <p:nvPr/>
        </p:nvSpPr>
        <p:spPr>
          <a:xfrm>
            <a:off x="7480098" y="2153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1" name="Freeform 4320"/>
          <p:cNvSpPr/>
          <p:nvPr/>
        </p:nvSpPr>
        <p:spPr>
          <a:xfrm>
            <a:off x="7589304" y="2152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2" name="Freeform 4321"/>
          <p:cNvSpPr/>
          <p:nvPr/>
        </p:nvSpPr>
        <p:spPr>
          <a:xfrm>
            <a:off x="6711514" y="21555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3" name="Freeform 4322"/>
          <p:cNvSpPr/>
          <p:nvPr/>
        </p:nvSpPr>
        <p:spPr>
          <a:xfrm>
            <a:off x="7981402" y="2140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4" name="Freeform 4323"/>
          <p:cNvSpPr/>
          <p:nvPr/>
        </p:nvSpPr>
        <p:spPr>
          <a:xfrm>
            <a:off x="7539460" y="2147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5" name="Freeform 4324"/>
          <p:cNvSpPr/>
          <p:nvPr/>
        </p:nvSpPr>
        <p:spPr>
          <a:xfrm>
            <a:off x="8268445" y="215154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6" name="Freeform 4325"/>
          <p:cNvSpPr/>
          <p:nvPr/>
        </p:nvSpPr>
        <p:spPr>
          <a:xfrm>
            <a:off x="8525456" y="2159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7" name="Freeform 4326"/>
          <p:cNvSpPr/>
          <p:nvPr/>
        </p:nvSpPr>
        <p:spPr>
          <a:xfrm>
            <a:off x="7704595" y="2144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8" name="Freeform 4327"/>
          <p:cNvSpPr/>
          <p:nvPr/>
        </p:nvSpPr>
        <p:spPr>
          <a:xfrm>
            <a:off x="6976714" y="2142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9" name="Freeform 4328"/>
          <p:cNvSpPr/>
          <p:nvPr/>
        </p:nvSpPr>
        <p:spPr>
          <a:xfrm>
            <a:off x="7391713" y="2148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0" name="Freeform 4329"/>
          <p:cNvSpPr/>
          <p:nvPr/>
        </p:nvSpPr>
        <p:spPr>
          <a:xfrm>
            <a:off x="7477603" y="2150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1" name="Freeform 4330"/>
          <p:cNvSpPr/>
          <p:nvPr/>
        </p:nvSpPr>
        <p:spPr>
          <a:xfrm>
            <a:off x="6834280" y="2152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2" name="Freeform 4331"/>
          <p:cNvSpPr/>
          <p:nvPr/>
        </p:nvSpPr>
        <p:spPr>
          <a:xfrm>
            <a:off x="8484827" y="213968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3" name="Freeform 4332"/>
          <p:cNvSpPr/>
          <p:nvPr/>
        </p:nvSpPr>
        <p:spPr>
          <a:xfrm>
            <a:off x="7271320" y="2160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4" name="Freeform 4333"/>
          <p:cNvSpPr/>
          <p:nvPr/>
        </p:nvSpPr>
        <p:spPr>
          <a:xfrm>
            <a:off x="7459264" y="21462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5" name="Freeform 4334"/>
          <p:cNvSpPr/>
          <p:nvPr/>
        </p:nvSpPr>
        <p:spPr>
          <a:xfrm>
            <a:off x="7160419" y="2144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6" name="Freeform 4335"/>
          <p:cNvSpPr/>
          <p:nvPr/>
        </p:nvSpPr>
        <p:spPr>
          <a:xfrm>
            <a:off x="8313785" y="2146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7" name="Freeform 4336"/>
          <p:cNvSpPr/>
          <p:nvPr/>
        </p:nvSpPr>
        <p:spPr>
          <a:xfrm>
            <a:off x="7412195" y="2143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8" name="Freeform 4337"/>
          <p:cNvSpPr/>
          <p:nvPr/>
        </p:nvSpPr>
        <p:spPr>
          <a:xfrm>
            <a:off x="7578614" y="2161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9" name="Freeform 4338"/>
          <p:cNvSpPr/>
          <p:nvPr/>
        </p:nvSpPr>
        <p:spPr>
          <a:xfrm>
            <a:off x="7340096" y="2141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0" name="Freeform 4339"/>
          <p:cNvSpPr/>
          <p:nvPr/>
        </p:nvSpPr>
        <p:spPr>
          <a:xfrm>
            <a:off x="6476129" y="21547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1" name="Freeform 4340"/>
          <p:cNvSpPr/>
          <p:nvPr/>
        </p:nvSpPr>
        <p:spPr>
          <a:xfrm>
            <a:off x="6963349" y="2157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2" name="Freeform 4341"/>
          <p:cNvSpPr/>
          <p:nvPr/>
        </p:nvSpPr>
        <p:spPr>
          <a:xfrm>
            <a:off x="8390006" y="2139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3" name="Freeform 4342"/>
          <p:cNvSpPr/>
          <p:nvPr/>
        </p:nvSpPr>
        <p:spPr>
          <a:xfrm>
            <a:off x="8292434" y="21433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4" name="Freeform 4343"/>
          <p:cNvSpPr/>
          <p:nvPr/>
        </p:nvSpPr>
        <p:spPr>
          <a:xfrm>
            <a:off x="6928560" y="2154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5" name="Freeform 4344"/>
          <p:cNvSpPr/>
          <p:nvPr/>
        </p:nvSpPr>
        <p:spPr>
          <a:xfrm>
            <a:off x="7145042" y="21363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6" name="Freeform 4345"/>
          <p:cNvSpPr/>
          <p:nvPr/>
        </p:nvSpPr>
        <p:spPr>
          <a:xfrm>
            <a:off x="7663135" y="2153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7" name="Freeform 4346"/>
          <p:cNvSpPr/>
          <p:nvPr/>
        </p:nvSpPr>
        <p:spPr>
          <a:xfrm>
            <a:off x="7523202" y="2149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8" name="Freeform 4347"/>
          <p:cNvSpPr/>
          <p:nvPr/>
        </p:nvSpPr>
        <p:spPr>
          <a:xfrm>
            <a:off x="7066869" y="2156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9" name="Freeform 4348"/>
          <p:cNvSpPr/>
          <p:nvPr/>
        </p:nvSpPr>
        <p:spPr>
          <a:xfrm>
            <a:off x="7477777" y="2144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0" name="Freeform 4349"/>
          <p:cNvSpPr/>
          <p:nvPr/>
        </p:nvSpPr>
        <p:spPr>
          <a:xfrm>
            <a:off x="8006328" y="21425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1" name="Freeform 4350"/>
          <p:cNvSpPr/>
          <p:nvPr/>
        </p:nvSpPr>
        <p:spPr>
          <a:xfrm>
            <a:off x="7799411" y="2143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2" name="Freeform 4351"/>
          <p:cNvSpPr/>
          <p:nvPr/>
        </p:nvSpPr>
        <p:spPr>
          <a:xfrm>
            <a:off x="7636289" y="21507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3" name="Freeform 4352"/>
          <p:cNvSpPr/>
          <p:nvPr/>
        </p:nvSpPr>
        <p:spPr>
          <a:xfrm>
            <a:off x="7415329" y="21542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4" name="Freeform 4353"/>
          <p:cNvSpPr/>
          <p:nvPr/>
        </p:nvSpPr>
        <p:spPr>
          <a:xfrm>
            <a:off x="6761492" y="2154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5" name="Freeform 4354"/>
          <p:cNvSpPr/>
          <p:nvPr/>
        </p:nvSpPr>
        <p:spPr>
          <a:xfrm>
            <a:off x="6902398" y="21377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6" name="Freeform 4355"/>
          <p:cNvSpPr/>
          <p:nvPr/>
        </p:nvSpPr>
        <p:spPr>
          <a:xfrm>
            <a:off x="8837056" y="21479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7" name="Freeform 4356"/>
          <p:cNvSpPr/>
          <p:nvPr/>
        </p:nvSpPr>
        <p:spPr>
          <a:xfrm>
            <a:off x="7277443" y="21434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8" name="Freeform 4357"/>
          <p:cNvSpPr/>
          <p:nvPr/>
        </p:nvSpPr>
        <p:spPr>
          <a:xfrm>
            <a:off x="7782781" y="2159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9" name="Freeform 4358"/>
          <p:cNvSpPr/>
          <p:nvPr/>
        </p:nvSpPr>
        <p:spPr>
          <a:xfrm>
            <a:off x="7068448" y="21376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0" name="Freeform 4359"/>
          <p:cNvSpPr/>
          <p:nvPr/>
        </p:nvSpPr>
        <p:spPr>
          <a:xfrm>
            <a:off x="7548196" y="2145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1" name="Freeform 4360"/>
          <p:cNvSpPr/>
          <p:nvPr/>
        </p:nvSpPr>
        <p:spPr>
          <a:xfrm>
            <a:off x="7590512" y="216656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2" name="Freeform 4361"/>
          <p:cNvSpPr/>
          <p:nvPr/>
        </p:nvSpPr>
        <p:spPr>
          <a:xfrm>
            <a:off x="6313601" y="214841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3" name="Freeform 4362"/>
          <p:cNvSpPr/>
          <p:nvPr/>
        </p:nvSpPr>
        <p:spPr>
          <a:xfrm>
            <a:off x="7451899" y="2147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4" name="Freeform 4363"/>
          <p:cNvSpPr/>
          <p:nvPr/>
        </p:nvSpPr>
        <p:spPr>
          <a:xfrm>
            <a:off x="7008801" y="2145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5" name="Freeform 4364"/>
          <p:cNvSpPr/>
          <p:nvPr/>
        </p:nvSpPr>
        <p:spPr>
          <a:xfrm>
            <a:off x="7743284" y="2154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6" name="Freeform 4365"/>
          <p:cNvSpPr/>
          <p:nvPr/>
        </p:nvSpPr>
        <p:spPr>
          <a:xfrm>
            <a:off x="7220875" y="21506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7" name="Freeform 4366"/>
          <p:cNvSpPr/>
          <p:nvPr/>
        </p:nvSpPr>
        <p:spPr>
          <a:xfrm>
            <a:off x="6743118" y="2139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8" name="Freeform 4367"/>
          <p:cNvSpPr/>
          <p:nvPr/>
        </p:nvSpPr>
        <p:spPr>
          <a:xfrm>
            <a:off x="6712723" y="21435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9" name="Freeform 4368"/>
          <p:cNvSpPr/>
          <p:nvPr/>
        </p:nvSpPr>
        <p:spPr>
          <a:xfrm>
            <a:off x="7823254" y="2147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0" name="Freeform 4369"/>
          <p:cNvSpPr/>
          <p:nvPr/>
        </p:nvSpPr>
        <p:spPr>
          <a:xfrm>
            <a:off x="8623367" y="21530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1" name="Freeform 4370"/>
          <p:cNvSpPr/>
          <p:nvPr/>
        </p:nvSpPr>
        <p:spPr>
          <a:xfrm>
            <a:off x="7082427" y="21552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2" name="Freeform 4371"/>
          <p:cNvSpPr/>
          <p:nvPr/>
        </p:nvSpPr>
        <p:spPr>
          <a:xfrm>
            <a:off x="7103462" y="2160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3" name="Freeform 4372"/>
          <p:cNvSpPr/>
          <p:nvPr/>
        </p:nvSpPr>
        <p:spPr>
          <a:xfrm>
            <a:off x="6907714" y="21481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4" name="Freeform 4373"/>
          <p:cNvSpPr/>
          <p:nvPr/>
        </p:nvSpPr>
        <p:spPr>
          <a:xfrm>
            <a:off x="7419512" y="2148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5" name="Freeform 4374"/>
          <p:cNvSpPr/>
          <p:nvPr/>
        </p:nvSpPr>
        <p:spPr>
          <a:xfrm>
            <a:off x="7779256" y="2156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6" name="Freeform 4375"/>
          <p:cNvSpPr/>
          <p:nvPr/>
        </p:nvSpPr>
        <p:spPr>
          <a:xfrm>
            <a:off x="6485460" y="21437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7" name="Freeform 4376"/>
          <p:cNvSpPr/>
          <p:nvPr/>
        </p:nvSpPr>
        <p:spPr>
          <a:xfrm>
            <a:off x="7090003" y="2143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8" name="Freeform 4377"/>
          <p:cNvSpPr/>
          <p:nvPr/>
        </p:nvSpPr>
        <p:spPr>
          <a:xfrm>
            <a:off x="6858702" y="2158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9" name="Freeform 4378"/>
          <p:cNvSpPr/>
          <p:nvPr/>
        </p:nvSpPr>
        <p:spPr>
          <a:xfrm>
            <a:off x="8145081" y="21458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0" name="Freeform 4379"/>
          <p:cNvSpPr/>
          <p:nvPr/>
        </p:nvSpPr>
        <p:spPr>
          <a:xfrm>
            <a:off x="7184770" y="214423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1" name="Freeform 4380"/>
          <p:cNvSpPr/>
          <p:nvPr/>
        </p:nvSpPr>
        <p:spPr>
          <a:xfrm>
            <a:off x="7668902" y="215045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2" name="Freeform 4381"/>
          <p:cNvSpPr/>
          <p:nvPr/>
        </p:nvSpPr>
        <p:spPr>
          <a:xfrm>
            <a:off x="7990128" y="2138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3" name="Freeform 4382"/>
          <p:cNvSpPr/>
          <p:nvPr/>
        </p:nvSpPr>
        <p:spPr>
          <a:xfrm>
            <a:off x="7829291" y="21484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4" name="Freeform 4383"/>
          <p:cNvSpPr/>
          <p:nvPr/>
        </p:nvSpPr>
        <p:spPr>
          <a:xfrm>
            <a:off x="7193558" y="21525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5" name="Freeform 4384"/>
          <p:cNvSpPr/>
          <p:nvPr/>
        </p:nvSpPr>
        <p:spPr>
          <a:xfrm>
            <a:off x="8088249" y="21454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6" name="Freeform 4385"/>
          <p:cNvSpPr/>
          <p:nvPr/>
        </p:nvSpPr>
        <p:spPr>
          <a:xfrm>
            <a:off x="7330692" y="2145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7" name="Freeform 4386"/>
          <p:cNvSpPr/>
          <p:nvPr/>
        </p:nvSpPr>
        <p:spPr>
          <a:xfrm>
            <a:off x="6797751" y="215395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8" name="Freeform 4387"/>
          <p:cNvSpPr/>
          <p:nvPr/>
        </p:nvSpPr>
        <p:spPr>
          <a:xfrm>
            <a:off x="7188960" y="2149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9" name="Freeform 4388"/>
          <p:cNvSpPr/>
          <p:nvPr/>
        </p:nvSpPr>
        <p:spPr>
          <a:xfrm>
            <a:off x="7278325" y="2153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0" name="Freeform 4389"/>
          <p:cNvSpPr/>
          <p:nvPr/>
        </p:nvSpPr>
        <p:spPr>
          <a:xfrm>
            <a:off x="7686806" y="2146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1" name="Freeform 4390"/>
          <p:cNvSpPr/>
          <p:nvPr/>
        </p:nvSpPr>
        <p:spPr>
          <a:xfrm>
            <a:off x="6982061" y="21483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2" name="Freeform 4391"/>
          <p:cNvSpPr/>
          <p:nvPr/>
        </p:nvSpPr>
        <p:spPr>
          <a:xfrm>
            <a:off x="7390814" y="21594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3" name="Freeform 4392"/>
          <p:cNvSpPr/>
          <p:nvPr/>
        </p:nvSpPr>
        <p:spPr>
          <a:xfrm>
            <a:off x="6645786" y="21469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4" name="Freeform 4393"/>
          <p:cNvSpPr/>
          <p:nvPr/>
        </p:nvSpPr>
        <p:spPr>
          <a:xfrm>
            <a:off x="6951142" y="21480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5" name="Freeform 4394"/>
          <p:cNvSpPr/>
          <p:nvPr/>
        </p:nvSpPr>
        <p:spPr>
          <a:xfrm>
            <a:off x="8280560" y="2146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6" name="Freeform 4395"/>
          <p:cNvSpPr/>
          <p:nvPr/>
        </p:nvSpPr>
        <p:spPr>
          <a:xfrm>
            <a:off x="7449492" y="2153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7" name="Freeform 4396"/>
          <p:cNvSpPr/>
          <p:nvPr/>
        </p:nvSpPr>
        <p:spPr>
          <a:xfrm>
            <a:off x="7532449" y="2135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8" name="Freeform 4397"/>
          <p:cNvSpPr/>
          <p:nvPr/>
        </p:nvSpPr>
        <p:spPr>
          <a:xfrm>
            <a:off x="7698370" y="2137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9" name="Freeform 4398"/>
          <p:cNvSpPr/>
          <p:nvPr/>
        </p:nvSpPr>
        <p:spPr>
          <a:xfrm>
            <a:off x="8176825" y="2152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0" name="Freeform 4399"/>
          <p:cNvSpPr/>
          <p:nvPr/>
        </p:nvSpPr>
        <p:spPr>
          <a:xfrm>
            <a:off x="7961889" y="2150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1" name="Freeform 4400"/>
          <p:cNvSpPr/>
          <p:nvPr/>
        </p:nvSpPr>
        <p:spPr>
          <a:xfrm>
            <a:off x="7750411" y="215077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2" name="Freeform 4401"/>
          <p:cNvSpPr/>
          <p:nvPr/>
        </p:nvSpPr>
        <p:spPr>
          <a:xfrm>
            <a:off x="7766359" y="2164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3" name="Freeform 4402"/>
          <p:cNvSpPr/>
          <p:nvPr/>
        </p:nvSpPr>
        <p:spPr>
          <a:xfrm>
            <a:off x="7966257" y="21450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4" name="Freeform 4403"/>
          <p:cNvSpPr/>
          <p:nvPr/>
        </p:nvSpPr>
        <p:spPr>
          <a:xfrm>
            <a:off x="6780472" y="21567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5" name="Freeform 4404"/>
          <p:cNvSpPr/>
          <p:nvPr/>
        </p:nvSpPr>
        <p:spPr>
          <a:xfrm>
            <a:off x="7960529" y="21389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6" name="Freeform 4405"/>
          <p:cNvSpPr/>
          <p:nvPr/>
        </p:nvSpPr>
        <p:spPr>
          <a:xfrm>
            <a:off x="7321815" y="213288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7" name="Freeform 4406"/>
          <p:cNvSpPr/>
          <p:nvPr/>
        </p:nvSpPr>
        <p:spPr>
          <a:xfrm>
            <a:off x="6978232" y="21401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8" name="Freeform 4407"/>
          <p:cNvSpPr/>
          <p:nvPr/>
        </p:nvSpPr>
        <p:spPr>
          <a:xfrm>
            <a:off x="7696589" y="2157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9" name="Freeform 4408"/>
          <p:cNvSpPr/>
          <p:nvPr/>
        </p:nvSpPr>
        <p:spPr>
          <a:xfrm>
            <a:off x="6737985" y="21526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0" name="Freeform 4409"/>
          <p:cNvSpPr/>
          <p:nvPr/>
        </p:nvSpPr>
        <p:spPr>
          <a:xfrm>
            <a:off x="7948154" y="21338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1" name="Freeform 4410"/>
          <p:cNvSpPr/>
          <p:nvPr/>
        </p:nvSpPr>
        <p:spPr>
          <a:xfrm>
            <a:off x="7482057" y="21566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2" name="Freeform 4411"/>
          <p:cNvSpPr/>
          <p:nvPr/>
        </p:nvSpPr>
        <p:spPr>
          <a:xfrm>
            <a:off x="8485888" y="21498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3" name="Freeform 4412"/>
          <p:cNvSpPr/>
          <p:nvPr/>
        </p:nvSpPr>
        <p:spPr>
          <a:xfrm>
            <a:off x="6950690" y="215110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4" name="Freeform 4413"/>
          <p:cNvSpPr/>
          <p:nvPr/>
        </p:nvSpPr>
        <p:spPr>
          <a:xfrm>
            <a:off x="7835385" y="2155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5" name="Freeform 4414"/>
          <p:cNvSpPr/>
          <p:nvPr/>
        </p:nvSpPr>
        <p:spPr>
          <a:xfrm>
            <a:off x="7696876" y="213160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6" name="Freeform 4415"/>
          <p:cNvSpPr/>
          <p:nvPr/>
        </p:nvSpPr>
        <p:spPr>
          <a:xfrm>
            <a:off x="7556041" y="2147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7" name="Freeform 4416"/>
          <p:cNvSpPr/>
          <p:nvPr/>
        </p:nvSpPr>
        <p:spPr>
          <a:xfrm>
            <a:off x="7474384" y="21390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8" name="Freeform 4417"/>
          <p:cNvSpPr/>
          <p:nvPr/>
        </p:nvSpPr>
        <p:spPr>
          <a:xfrm>
            <a:off x="7258910" y="21341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9" name="Freeform 4418"/>
          <p:cNvSpPr/>
          <p:nvPr/>
        </p:nvSpPr>
        <p:spPr>
          <a:xfrm>
            <a:off x="7197955" y="21553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0" name="Freeform 4419"/>
          <p:cNvSpPr/>
          <p:nvPr/>
        </p:nvSpPr>
        <p:spPr>
          <a:xfrm>
            <a:off x="8329917" y="2142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1" name="Freeform 4420"/>
          <p:cNvSpPr/>
          <p:nvPr/>
        </p:nvSpPr>
        <p:spPr>
          <a:xfrm>
            <a:off x="7607714" y="2140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2" name="Freeform 4421"/>
          <p:cNvSpPr/>
          <p:nvPr/>
        </p:nvSpPr>
        <p:spPr>
          <a:xfrm>
            <a:off x="7792711" y="2146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3" name="Freeform 4422"/>
          <p:cNvSpPr/>
          <p:nvPr/>
        </p:nvSpPr>
        <p:spPr>
          <a:xfrm>
            <a:off x="8246370" y="2145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4" name="Freeform 4423"/>
          <p:cNvSpPr/>
          <p:nvPr/>
        </p:nvSpPr>
        <p:spPr>
          <a:xfrm>
            <a:off x="6777513" y="2139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5" name="Freeform 4424"/>
          <p:cNvSpPr/>
          <p:nvPr/>
        </p:nvSpPr>
        <p:spPr>
          <a:xfrm>
            <a:off x="7776837" y="2152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6" name="Freeform 4425"/>
          <p:cNvSpPr/>
          <p:nvPr/>
        </p:nvSpPr>
        <p:spPr>
          <a:xfrm>
            <a:off x="7776793" y="2140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7" name="Freeform 4426"/>
          <p:cNvSpPr/>
          <p:nvPr/>
        </p:nvSpPr>
        <p:spPr>
          <a:xfrm>
            <a:off x="7449489" y="2143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8" name="Freeform 4427"/>
          <p:cNvSpPr/>
          <p:nvPr/>
        </p:nvSpPr>
        <p:spPr>
          <a:xfrm>
            <a:off x="7634676" y="2149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9" name="Freeform 4428"/>
          <p:cNvSpPr/>
          <p:nvPr/>
        </p:nvSpPr>
        <p:spPr>
          <a:xfrm>
            <a:off x="7880518" y="21396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0" name="Freeform 4429"/>
          <p:cNvSpPr/>
          <p:nvPr/>
        </p:nvSpPr>
        <p:spPr>
          <a:xfrm>
            <a:off x="6817895" y="2154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1" name="Freeform 4430"/>
          <p:cNvSpPr/>
          <p:nvPr/>
        </p:nvSpPr>
        <p:spPr>
          <a:xfrm>
            <a:off x="7870242" y="2136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2" name="Freeform 4431"/>
          <p:cNvSpPr/>
          <p:nvPr/>
        </p:nvSpPr>
        <p:spPr>
          <a:xfrm>
            <a:off x="6502366" y="2159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3" name="Freeform 4432"/>
          <p:cNvSpPr/>
          <p:nvPr/>
        </p:nvSpPr>
        <p:spPr>
          <a:xfrm>
            <a:off x="7411067" y="2144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4" name="Freeform 4433"/>
          <p:cNvSpPr/>
          <p:nvPr/>
        </p:nvSpPr>
        <p:spPr>
          <a:xfrm>
            <a:off x="6938441" y="21489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5" name="Freeform 4434"/>
          <p:cNvSpPr/>
          <p:nvPr/>
        </p:nvSpPr>
        <p:spPr>
          <a:xfrm>
            <a:off x="7135917" y="2156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6" name="Freeform 4435"/>
          <p:cNvSpPr/>
          <p:nvPr/>
        </p:nvSpPr>
        <p:spPr>
          <a:xfrm>
            <a:off x="6618704" y="2143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7" name="Freeform 4436"/>
          <p:cNvSpPr/>
          <p:nvPr/>
        </p:nvSpPr>
        <p:spPr>
          <a:xfrm>
            <a:off x="6998688" y="21484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8" name="Freeform 4437"/>
          <p:cNvSpPr/>
          <p:nvPr/>
        </p:nvSpPr>
        <p:spPr>
          <a:xfrm>
            <a:off x="6064209" y="21377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9" name="Freeform 4438"/>
          <p:cNvSpPr/>
          <p:nvPr/>
        </p:nvSpPr>
        <p:spPr>
          <a:xfrm>
            <a:off x="7622923" y="21475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0" name="Freeform 4439"/>
          <p:cNvSpPr/>
          <p:nvPr/>
        </p:nvSpPr>
        <p:spPr>
          <a:xfrm>
            <a:off x="8030370" y="2142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1" name="Freeform 4440"/>
          <p:cNvSpPr/>
          <p:nvPr/>
        </p:nvSpPr>
        <p:spPr>
          <a:xfrm>
            <a:off x="8157641" y="21571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2" name="Freeform 4441"/>
          <p:cNvSpPr/>
          <p:nvPr/>
        </p:nvSpPr>
        <p:spPr>
          <a:xfrm>
            <a:off x="6851772" y="2146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3" name="Freeform 4442"/>
          <p:cNvSpPr/>
          <p:nvPr/>
        </p:nvSpPr>
        <p:spPr>
          <a:xfrm>
            <a:off x="7964300" y="2146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4" name="Freeform 4443"/>
          <p:cNvSpPr/>
          <p:nvPr/>
        </p:nvSpPr>
        <p:spPr>
          <a:xfrm>
            <a:off x="7967385" y="2156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5" name="Freeform 4444"/>
          <p:cNvSpPr/>
          <p:nvPr/>
        </p:nvSpPr>
        <p:spPr>
          <a:xfrm>
            <a:off x="7399133" y="2137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6" name="Freeform 4445"/>
          <p:cNvSpPr/>
          <p:nvPr/>
        </p:nvSpPr>
        <p:spPr>
          <a:xfrm>
            <a:off x="7590337" y="2147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7" name="Freeform 4446"/>
          <p:cNvSpPr/>
          <p:nvPr/>
        </p:nvSpPr>
        <p:spPr>
          <a:xfrm>
            <a:off x="7627209" y="21527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8" name="Freeform 4447"/>
          <p:cNvSpPr/>
          <p:nvPr/>
        </p:nvSpPr>
        <p:spPr>
          <a:xfrm>
            <a:off x="6970252" y="21565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9" name="Freeform 4448"/>
          <p:cNvSpPr/>
          <p:nvPr/>
        </p:nvSpPr>
        <p:spPr>
          <a:xfrm>
            <a:off x="7788704" y="2158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0" name="Freeform 4449"/>
          <p:cNvSpPr/>
          <p:nvPr/>
        </p:nvSpPr>
        <p:spPr>
          <a:xfrm>
            <a:off x="7355641" y="2152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1" name="Freeform 4450"/>
          <p:cNvSpPr/>
          <p:nvPr/>
        </p:nvSpPr>
        <p:spPr>
          <a:xfrm>
            <a:off x="6980324" y="2139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2" name="Freeform 4451"/>
          <p:cNvSpPr/>
          <p:nvPr/>
        </p:nvSpPr>
        <p:spPr>
          <a:xfrm>
            <a:off x="7839645" y="2155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3" name="Freeform 4452"/>
          <p:cNvSpPr/>
          <p:nvPr/>
        </p:nvSpPr>
        <p:spPr>
          <a:xfrm>
            <a:off x="6934623" y="2159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4" name="Freeform 4453"/>
          <p:cNvSpPr/>
          <p:nvPr/>
        </p:nvSpPr>
        <p:spPr>
          <a:xfrm>
            <a:off x="7826348" y="2162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5" name="Freeform 4454"/>
          <p:cNvSpPr/>
          <p:nvPr/>
        </p:nvSpPr>
        <p:spPr>
          <a:xfrm>
            <a:off x="8986429" y="21512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6" name="Freeform 4455"/>
          <p:cNvSpPr/>
          <p:nvPr/>
        </p:nvSpPr>
        <p:spPr>
          <a:xfrm>
            <a:off x="7620194" y="2151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7" name="Freeform 4456"/>
          <p:cNvSpPr/>
          <p:nvPr/>
        </p:nvSpPr>
        <p:spPr>
          <a:xfrm>
            <a:off x="7756235" y="21430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8" name="Freeform 4457"/>
          <p:cNvSpPr/>
          <p:nvPr/>
        </p:nvSpPr>
        <p:spPr>
          <a:xfrm>
            <a:off x="7263904" y="2143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9" name="Freeform 4458"/>
          <p:cNvSpPr/>
          <p:nvPr/>
        </p:nvSpPr>
        <p:spPr>
          <a:xfrm>
            <a:off x="6958513" y="2161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0" name="Freeform 4459"/>
          <p:cNvSpPr/>
          <p:nvPr/>
        </p:nvSpPr>
        <p:spPr>
          <a:xfrm>
            <a:off x="7708142" y="2133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1" name="Freeform 4460"/>
          <p:cNvSpPr/>
          <p:nvPr/>
        </p:nvSpPr>
        <p:spPr>
          <a:xfrm>
            <a:off x="7264881" y="2143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2" name="Freeform 4461"/>
          <p:cNvSpPr/>
          <p:nvPr/>
        </p:nvSpPr>
        <p:spPr>
          <a:xfrm>
            <a:off x="7629823" y="21520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3" name="Freeform 4462"/>
          <p:cNvSpPr/>
          <p:nvPr/>
        </p:nvSpPr>
        <p:spPr>
          <a:xfrm>
            <a:off x="7221545" y="21377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4" name="Freeform 4463"/>
          <p:cNvSpPr/>
          <p:nvPr/>
        </p:nvSpPr>
        <p:spPr>
          <a:xfrm>
            <a:off x="7649437" y="215394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5" name="Freeform 4464"/>
          <p:cNvSpPr/>
          <p:nvPr/>
        </p:nvSpPr>
        <p:spPr>
          <a:xfrm>
            <a:off x="7538131" y="21314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6" name="Freeform 4465"/>
          <p:cNvSpPr/>
          <p:nvPr/>
        </p:nvSpPr>
        <p:spPr>
          <a:xfrm>
            <a:off x="6971728" y="2127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7" name="Freeform 4466"/>
          <p:cNvSpPr/>
          <p:nvPr/>
        </p:nvSpPr>
        <p:spPr>
          <a:xfrm>
            <a:off x="7685539" y="21408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8" name="Freeform 4467"/>
          <p:cNvSpPr/>
          <p:nvPr/>
        </p:nvSpPr>
        <p:spPr>
          <a:xfrm>
            <a:off x="7173605" y="21383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9" name="Freeform 4468"/>
          <p:cNvSpPr/>
          <p:nvPr/>
        </p:nvSpPr>
        <p:spPr>
          <a:xfrm>
            <a:off x="7262621" y="21481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0" name="Freeform 4469"/>
          <p:cNvSpPr/>
          <p:nvPr/>
        </p:nvSpPr>
        <p:spPr>
          <a:xfrm>
            <a:off x="7634009" y="21501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1" name="Freeform 4470"/>
          <p:cNvSpPr/>
          <p:nvPr/>
        </p:nvSpPr>
        <p:spPr>
          <a:xfrm>
            <a:off x="7225687" y="2145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2" name="Freeform 4471"/>
          <p:cNvSpPr/>
          <p:nvPr/>
        </p:nvSpPr>
        <p:spPr>
          <a:xfrm>
            <a:off x="7596568" y="2152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3" name="Freeform 4472"/>
          <p:cNvSpPr/>
          <p:nvPr/>
        </p:nvSpPr>
        <p:spPr>
          <a:xfrm>
            <a:off x="6947670" y="21433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4" name="Freeform 4473"/>
          <p:cNvSpPr/>
          <p:nvPr/>
        </p:nvSpPr>
        <p:spPr>
          <a:xfrm>
            <a:off x="7946745" y="21380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5" name="Freeform 4474"/>
          <p:cNvSpPr/>
          <p:nvPr/>
        </p:nvSpPr>
        <p:spPr>
          <a:xfrm>
            <a:off x="7870203" y="2160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6" name="Freeform 4475"/>
          <p:cNvSpPr/>
          <p:nvPr/>
        </p:nvSpPr>
        <p:spPr>
          <a:xfrm>
            <a:off x="7314529" y="21578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7" name="Freeform 4476"/>
          <p:cNvSpPr/>
          <p:nvPr/>
        </p:nvSpPr>
        <p:spPr>
          <a:xfrm>
            <a:off x="7684412" y="2156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8" name="Freeform 4477"/>
          <p:cNvSpPr/>
          <p:nvPr/>
        </p:nvSpPr>
        <p:spPr>
          <a:xfrm>
            <a:off x="6806079" y="21555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9" name="Freeform 4478"/>
          <p:cNvSpPr/>
          <p:nvPr/>
        </p:nvSpPr>
        <p:spPr>
          <a:xfrm>
            <a:off x="7595139" y="21430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0" name="Freeform 4479"/>
          <p:cNvSpPr/>
          <p:nvPr/>
        </p:nvSpPr>
        <p:spPr>
          <a:xfrm>
            <a:off x="7299124" y="2146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1" name="Freeform 4480"/>
          <p:cNvSpPr/>
          <p:nvPr/>
        </p:nvSpPr>
        <p:spPr>
          <a:xfrm>
            <a:off x="7614892" y="2147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2" name="Freeform 4481"/>
          <p:cNvSpPr/>
          <p:nvPr/>
        </p:nvSpPr>
        <p:spPr>
          <a:xfrm>
            <a:off x="7317723" y="21551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3" name="Freeform 4482"/>
          <p:cNvSpPr/>
          <p:nvPr/>
        </p:nvSpPr>
        <p:spPr>
          <a:xfrm>
            <a:off x="7787261" y="2145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4" name="Freeform 4483"/>
          <p:cNvSpPr/>
          <p:nvPr/>
        </p:nvSpPr>
        <p:spPr>
          <a:xfrm>
            <a:off x="7936901" y="214001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5" name="Freeform 4484"/>
          <p:cNvSpPr/>
          <p:nvPr/>
        </p:nvSpPr>
        <p:spPr>
          <a:xfrm>
            <a:off x="7619507" y="21462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6" name="Freeform 4485"/>
          <p:cNvSpPr/>
          <p:nvPr/>
        </p:nvSpPr>
        <p:spPr>
          <a:xfrm>
            <a:off x="7921964" y="2140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7" name="Freeform 4486"/>
          <p:cNvSpPr/>
          <p:nvPr/>
        </p:nvSpPr>
        <p:spPr>
          <a:xfrm>
            <a:off x="7424647" y="21534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8" name="Freeform 4487"/>
          <p:cNvSpPr/>
          <p:nvPr/>
        </p:nvSpPr>
        <p:spPr>
          <a:xfrm>
            <a:off x="7689794" y="2149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9" name="Freeform 4488"/>
          <p:cNvSpPr/>
          <p:nvPr/>
        </p:nvSpPr>
        <p:spPr>
          <a:xfrm>
            <a:off x="6556958" y="21530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0" name="Freeform 4489"/>
          <p:cNvSpPr/>
          <p:nvPr/>
        </p:nvSpPr>
        <p:spPr>
          <a:xfrm>
            <a:off x="8237637" y="2145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1" name="Freeform 4490"/>
          <p:cNvSpPr/>
          <p:nvPr/>
        </p:nvSpPr>
        <p:spPr>
          <a:xfrm>
            <a:off x="7543653" y="2151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2" name="Freeform 4491"/>
          <p:cNvSpPr/>
          <p:nvPr/>
        </p:nvSpPr>
        <p:spPr>
          <a:xfrm>
            <a:off x="6785783" y="214374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3" name="Freeform 4492"/>
          <p:cNvSpPr/>
          <p:nvPr/>
        </p:nvSpPr>
        <p:spPr>
          <a:xfrm>
            <a:off x="7035689" y="2146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4" name="Freeform 4493"/>
          <p:cNvSpPr/>
          <p:nvPr/>
        </p:nvSpPr>
        <p:spPr>
          <a:xfrm>
            <a:off x="7569126" y="2143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5" name="Freeform 4494"/>
          <p:cNvSpPr/>
          <p:nvPr/>
        </p:nvSpPr>
        <p:spPr>
          <a:xfrm>
            <a:off x="7542855" y="2133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6" name="Freeform 4495"/>
          <p:cNvSpPr/>
          <p:nvPr/>
        </p:nvSpPr>
        <p:spPr>
          <a:xfrm>
            <a:off x="7062792" y="2148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7" name="Freeform 4496"/>
          <p:cNvSpPr/>
          <p:nvPr/>
        </p:nvSpPr>
        <p:spPr>
          <a:xfrm>
            <a:off x="8300776" y="21450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8" name="Freeform 4497"/>
          <p:cNvSpPr/>
          <p:nvPr/>
        </p:nvSpPr>
        <p:spPr>
          <a:xfrm>
            <a:off x="7774694" y="215055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9" name="Freeform 4498"/>
          <p:cNvSpPr/>
          <p:nvPr/>
        </p:nvSpPr>
        <p:spPr>
          <a:xfrm>
            <a:off x="7986848" y="2143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0" name="Freeform 4499"/>
          <p:cNvSpPr/>
          <p:nvPr/>
        </p:nvSpPr>
        <p:spPr>
          <a:xfrm>
            <a:off x="7877154" y="21544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1" name="Freeform 4500"/>
          <p:cNvSpPr/>
          <p:nvPr/>
        </p:nvSpPr>
        <p:spPr>
          <a:xfrm>
            <a:off x="7283367" y="21396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2" name="Freeform 4501"/>
          <p:cNvSpPr/>
          <p:nvPr/>
        </p:nvSpPr>
        <p:spPr>
          <a:xfrm>
            <a:off x="7354833" y="2139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3" name="Freeform 4502"/>
          <p:cNvSpPr/>
          <p:nvPr/>
        </p:nvSpPr>
        <p:spPr>
          <a:xfrm>
            <a:off x="8524934" y="215304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4" name="Freeform 4503"/>
          <p:cNvSpPr/>
          <p:nvPr/>
        </p:nvSpPr>
        <p:spPr>
          <a:xfrm>
            <a:off x="7758228" y="215053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5" name="Freeform 4504"/>
          <p:cNvSpPr/>
          <p:nvPr/>
        </p:nvSpPr>
        <p:spPr>
          <a:xfrm>
            <a:off x="7184567" y="2148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6" name="Freeform 4505"/>
          <p:cNvSpPr/>
          <p:nvPr/>
        </p:nvSpPr>
        <p:spPr>
          <a:xfrm>
            <a:off x="7366320" y="21511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7" name="Freeform 4506"/>
          <p:cNvSpPr/>
          <p:nvPr/>
        </p:nvSpPr>
        <p:spPr>
          <a:xfrm>
            <a:off x="6851919" y="215408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8" name="Freeform 4507"/>
          <p:cNvSpPr/>
          <p:nvPr/>
        </p:nvSpPr>
        <p:spPr>
          <a:xfrm>
            <a:off x="7650678" y="21440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9" name="Freeform 4508"/>
          <p:cNvSpPr/>
          <p:nvPr/>
        </p:nvSpPr>
        <p:spPr>
          <a:xfrm>
            <a:off x="7471105" y="21615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0" name="Freeform 4509"/>
          <p:cNvSpPr/>
          <p:nvPr/>
        </p:nvSpPr>
        <p:spPr>
          <a:xfrm>
            <a:off x="6924383" y="2153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1" name="Freeform 4510"/>
          <p:cNvSpPr/>
          <p:nvPr/>
        </p:nvSpPr>
        <p:spPr>
          <a:xfrm>
            <a:off x="6669130" y="2158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2" name="Freeform 4511"/>
          <p:cNvSpPr/>
          <p:nvPr/>
        </p:nvSpPr>
        <p:spPr>
          <a:xfrm>
            <a:off x="7746348" y="21511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3" name="Freeform 4512"/>
          <p:cNvSpPr/>
          <p:nvPr/>
        </p:nvSpPr>
        <p:spPr>
          <a:xfrm>
            <a:off x="8581976" y="21327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4" name="Freeform 4513"/>
          <p:cNvSpPr/>
          <p:nvPr/>
        </p:nvSpPr>
        <p:spPr>
          <a:xfrm>
            <a:off x="6848906" y="21629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5" name="Freeform 4514"/>
          <p:cNvSpPr/>
          <p:nvPr/>
        </p:nvSpPr>
        <p:spPr>
          <a:xfrm>
            <a:off x="7741615" y="21368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6" name="Freeform 4515"/>
          <p:cNvSpPr/>
          <p:nvPr/>
        </p:nvSpPr>
        <p:spPr>
          <a:xfrm>
            <a:off x="7192916" y="2150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7" name="Freeform 4516"/>
          <p:cNvSpPr/>
          <p:nvPr/>
        </p:nvSpPr>
        <p:spPr>
          <a:xfrm>
            <a:off x="7819640" y="21452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8" name="Freeform 4517"/>
          <p:cNvSpPr/>
          <p:nvPr/>
        </p:nvSpPr>
        <p:spPr>
          <a:xfrm>
            <a:off x="7756611" y="21485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9" name="Freeform 4518"/>
          <p:cNvSpPr/>
          <p:nvPr/>
        </p:nvSpPr>
        <p:spPr>
          <a:xfrm>
            <a:off x="7015420" y="21611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0" name="Freeform 4519"/>
          <p:cNvSpPr/>
          <p:nvPr/>
        </p:nvSpPr>
        <p:spPr>
          <a:xfrm>
            <a:off x="7318567" y="2153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1" name="Freeform 4520"/>
          <p:cNvSpPr/>
          <p:nvPr/>
        </p:nvSpPr>
        <p:spPr>
          <a:xfrm>
            <a:off x="7438343" y="21352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2" name="Freeform 4521"/>
          <p:cNvSpPr/>
          <p:nvPr/>
        </p:nvSpPr>
        <p:spPr>
          <a:xfrm>
            <a:off x="7375950" y="21554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3" name="Freeform 4522"/>
          <p:cNvSpPr/>
          <p:nvPr/>
        </p:nvSpPr>
        <p:spPr>
          <a:xfrm>
            <a:off x="7960818" y="21544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4" name="Freeform 4523"/>
          <p:cNvSpPr/>
          <p:nvPr/>
        </p:nvSpPr>
        <p:spPr>
          <a:xfrm>
            <a:off x="8047397" y="21552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5" name="Freeform 4524"/>
          <p:cNvSpPr/>
          <p:nvPr/>
        </p:nvSpPr>
        <p:spPr>
          <a:xfrm>
            <a:off x="7765312" y="21530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6" name="Freeform 4525"/>
          <p:cNvSpPr/>
          <p:nvPr/>
        </p:nvSpPr>
        <p:spPr>
          <a:xfrm>
            <a:off x="8153257" y="2146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7" name="Freeform 4526"/>
          <p:cNvSpPr/>
          <p:nvPr/>
        </p:nvSpPr>
        <p:spPr>
          <a:xfrm>
            <a:off x="7003023" y="214336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8" name="Freeform 4527"/>
          <p:cNvSpPr/>
          <p:nvPr/>
        </p:nvSpPr>
        <p:spPr>
          <a:xfrm>
            <a:off x="7534607" y="21543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9" name="Freeform 4528"/>
          <p:cNvSpPr/>
          <p:nvPr/>
        </p:nvSpPr>
        <p:spPr>
          <a:xfrm>
            <a:off x="8222085" y="2148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0" name="Freeform 4529"/>
          <p:cNvSpPr/>
          <p:nvPr/>
        </p:nvSpPr>
        <p:spPr>
          <a:xfrm>
            <a:off x="7410903" y="21372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1" name="Freeform 4530"/>
          <p:cNvSpPr/>
          <p:nvPr/>
        </p:nvSpPr>
        <p:spPr>
          <a:xfrm>
            <a:off x="7319375" y="2133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2" name="Freeform 4531"/>
          <p:cNvSpPr/>
          <p:nvPr/>
        </p:nvSpPr>
        <p:spPr>
          <a:xfrm>
            <a:off x="6859141" y="2152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3" name="Freeform 4532"/>
          <p:cNvSpPr/>
          <p:nvPr/>
        </p:nvSpPr>
        <p:spPr>
          <a:xfrm>
            <a:off x="7296875" y="2156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4" name="Freeform 4533"/>
          <p:cNvSpPr/>
          <p:nvPr/>
        </p:nvSpPr>
        <p:spPr>
          <a:xfrm>
            <a:off x="7445563" y="2157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5" name="Freeform 4534"/>
          <p:cNvSpPr/>
          <p:nvPr/>
        </p:nvSpPr>
        <p:spPr>
          <a:xfrm>
            <a:off x="7252803" y="2155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6" name="Freeform 4535"/>
          <p:cNvSpPr/>
          <p:nvPr/>
        </p:nvSpPr>
        <p:spPr>
          <a:xfrm>
            <a:off x="7133347" y="2152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7" name="Freeform 4536"/>
          <p:cNvSpPr/>
          <p:nvPr/>
        </p:nvSpPr>
        <p:spPr>
          <a:xfrm>
            <a:off x="7034263" y="21574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8" name="Freeform 4537"/>
          <p:cNvSpPr/>
          <p:nvPr/>
        </p:nvSpPr>
        <p:spPr>
          <a:xfrm>
            <a:off x="7575703" y="21475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9" name="Freeform 4538"/>
          <p:cNvSpPr/>
          <p:nvPr/>
        </p:nvSpPr>
        <p:spPr>
          <a:xfrm>
            <a:off x="7349256" y="2165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0" name="Freeform 4539"/>
          <p:cNvSpPr/>
          <p:nvPr/>
        </p:nvSpPr>
        <p:spPr>
          <a:xfrm>
            <a:off x="6616669" y="2144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1" name="Freeform 4540"/>
          <p:cNvSpPr/>
          <p:nvPr/>
        </p:nvSpPr>
        <p:spPr>
          <a:xfrm>
            <a:off x="7473208" y="2154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2" name="Freeform 4541"/>
          <p:cNvSpPr/>
          <p:nvPr/>
        </p:nvSpPr>
        <p:spPr>
          <a:xfrm>
            <a:off x="7769594" y="2129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3" name="Freeform 4542"/>
          <p:cNvSpPr/>
          <p:nvPr/>
        </p:nvSpPr>
        <p:spPr>
          <a:xfrm>
            <a:off x="6797667" y="21289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4" name="Freeform 4543"/>
          <p:cNvSpPr/>
          <p:nvPr/>
        </p:nvSpPr>
        <p:spPr>
          <a:xfrm>
            <a:off x="7107105" y="215144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5" name="Freeform 4544"/>
          <p:cNvSpPr/>
          <p:nvPr/>
        </p:nvSpPr>
        <p:spPr>
          <a:xfrm>
            <a:off x="8111815" y="21371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6" name="Freeform 4545"/>
          <p:cNvSpPr/>
          <p:nvPr/>
        </p:nvSpPr>
        <p:spPr>
          <a:xfrm>
            <a:off x="7771747" y="2150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7" name="Freeform 4546"/>
          <p:cNvSpPr/>
          <p:nvPr/>
        </p:nvSpPr>
        <p:spPr>
          <a:xfrm>
            <a:off x="7833834" y="21292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8" name="Freeform 4547"/>
          <p:cNvSpPr/>
          <p:nvPr/>
        </p:nvSpPr>
        <p:spPr>
          <a:xfrm>
            <a:off x="8073695" y="2149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9" name="Freeform 4548"/>
          <p:cNvSpPr/>
          <p:nvPr/>
        </p:nvSpPr>
        <p:spPr>
          <a:xfrm>
            <a:off x="8085770" y="2137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0" name="Freeform 4549"/>
          <p:cNvSpPr/>
          <p:nvPr/>
        </p:nvSpPr>
        <p:spPr>
          <a:xfrm>
            <a:off x="6760430" y="2144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1" name="Freeform 4550"/>
          <p:cNvSpPr/>
          <p:nvPr/>
        </p:nvSpPr>
        <p:spPr>
          <a:xfrm>
            <a:off x="8013531" y="2146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2" name="Freeform 4551"/>
          <p:cNvSpPr/>
          <p:nvPr/>
        </p:nvSpPr>
        <p:spPr>
          <a:xfrm>
            <a:off x="7594623" y="2149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3" name="Freeform 4552"/>
          <p:cNvSpPr/>
          <p:nvPr/>
        </p:nvSpPr>
        <p:spPr>
          <a:xfrm>
            <a:off x="8644233" y="2151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4" name="Freeform 4553"/>
          <p:cNvSpPr/>
          <p:nvPr/>
        </p:nvSpPr>
        <p:spPr>
          <a:xfrm>
            <a:off x="7142908" y="21368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5" name="Freeform 4554"/>
          <p:cNvSpPr/>
          <p:nvPr/>
        </p:nvSpPr>
        <p:spPr>
          <a:xfrm>
            <a:off x="8161507" y="2141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6" name="Freeform 4555"/>
          <p:cNvSpPr/>
          <p:nvPr/>
        </p:nvSpPr>
        <p:spPr>
          <a:xfrm>
            <a:off x="6992097" y="2143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7" name="Freeform 4556"/>
          <p:cNvSpPr/>
          <p:nvPr/>
        </p:nvSpPr>
        <p:spPr>
          <a:xfrm>
            <a:off x="7326431" y="21468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8" name="Freeform 4557"/>
          <p:cNvSpPr/>
          <p:nvPr/>
        </p:nvSpPr>
        <p:spPr>
          <a:xfrm>
            <a:off x="7603779" y="2159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9" name="Freeform 4558"/>
          <p:cNvSpPr/>
          <p:nvPr/>
        </p:nvSpPr>
        <p:spPr>
          <a:xfrm>
            <a:off x="7694520" y="21421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0" name="Freeform 4559"/>
          <p:cNvSpPr/>
          <p:nvPr/>
        </p:nvSpPr>
        <p:spPr>
          <a:xfrm>
            <a:off x="7869473" y="21594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1" name="Freeform 4560"/>
          <p:cNvSpPr/>
          <p:nvPr/>
        </p:nvSpPr>
        <p:spPr>
          <a:xfrm>
            <a:off x="7376400" y="214450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2" name="Freeform 4561"/>
          <p:cNvSpPr/>
          <p:nvPr/>
        </p:nvSpPr>
        <p:spPr>
          <a:xfrm>
            <a:off x="7800294" y="2138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3" name="Freeform 4562"/>
          <p:cNvSpPr/>
          <p:nvPr/>
        </p:nvSpPr>
        <p:spPr>
          <a:xfrm>
            <a:off x="7333410" y="2165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4" name="Freeform 4563"/>
          <p:cNvSpPr/>
          <p:nvPr/>
        </p:nvSpPr>
        <p:spPr>
          <a:xfrm>
            <a:off x="7035130" y="213780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5" name="Freeform 4564"/>
          <p:cNvSpPr/>
          <p:nvPr/>
        </p:nvSpPr>
        <p:spPr>
          <a:xfrm>
            <a:off x="7985301" y="21515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6" name="Freeform 4565"/>
          <p:cNvSpPr/>
          <p:nvPr/>
        </p:nvSpPr>
        <p:spPr>
          <a:xfrm>
            <a:off x="7193347" y="215665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7" name="Freeform 4566"/>
          <p:cNvSpPr/>
          <p:nvPr/>
        </p:nvSpPr>
        <p:spPr>
          <a:xfrm>
            <a:off x="7419897" y="2150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8" name="Freeform 4567"/>
          <p:cNvSpPr/>
          <p:nvPr/>
        </p:nvSpPr>
        <p:spPr>
          <a:xfrm>
            <a:off x="7178640" y="21566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9" name="Freeform 4568"/>
          <p:cNvSpPr/>
          <p:nvPr/>
        </p:nvSpPr>
        <p:spPr>
          <a:xfrm>
            <a:off x="6586817" y="215093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0" name="Freeform 4569"/>
          <p:cNvSpPr/>
          <p:nvPr/>
        </p:nvSpPr>
        <p:spPr>
          <a:xfrm>
            <a:off x="7132117" y="21531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1" name="Freeform 4570"/>
          <p:cNvSpPr/>
          <p:nvPr/>
        </p:nvSpPr>
        <p:spPr>
          <a:xfrm>
            <a:off x="6812836" y="21496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2" name="Freeform 4571"/>
          <p:cNvSpPr/>
          <p:nvPr/>
        </p:nvSpPr>
        <p:spPr>
          <a:xfrm>
            <a:off x="7906172" y="21511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3" name="Freeform 4572"/>
          <p:cNvSpPr/>
          <p:nvPr/>
        </p:nvSpPr>
        <p:spPr>
          <a:xfrm>
            <a:off x="7345573" y="2154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4" name="Freeform 4573"/>
          <p:cNvSpPr/>
          <p:nvPr/>
        </p:nvSpPr>
        <p:spPr>
          <a:xfrm>
            <a:off x="6534680" y="21432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5" name="Freeform 4574"/>
          <p:cNvSpPr/>
          <p:nvPr/>
        </p:nvSpPr>
        <p:spPr>
          <a:xfrm>
            <a:off x="6572339" y="21441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6" name="Freeform 4575"/>
          <p:cNvSpPr/>
          <p:nvPr/>
        </p:nvSpPr>
        <p:spPr>
          <a:xfrm>
            <a:off x="6927420" y="21593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7" name="Freeform 4576"/>
          <p:cNvSpPr/>
          <p:nvPr/>
        </p:nvSpPr>
        <p:spPr>
          <a:xfrm>
            <a:off x="7296312" y="214122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8" name="Freeform 4577"/>
          <p:cNvSpPr/>
          <p:nvPr/>
        </p:nvSpPr>
        <p:spPr>
          <a:xfrm>
            <a:off x="6869225" y="2169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9" name="Freeform 4578"/>
          <p:cNvSpPr/>
          <p:nvPr/>
        </p:nvSpPr>
        <p:spPr>
          <a:xfrm>
            <a:off x="7930818" y="2145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0" name="Freeform 4579"/>
          <p:cNvSpPr/>
          <p:nvPr/>
        </p:nvSpPr>
        <p:spPr>
          <a:xfrm>
            <a:off x="7878752" y="2146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1" name="Freeform 4580"/>
          <p:cNvSpPr/>
          <p:nvPr/>
        </p:nvSpPr>
        <p:spPr>
          <a:xfrm>
            <a:off x="6957821" y="21554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2" name="Freeform 4581"/>
          <p:cNvSpPr/>
          <p:nvPr/>
        </p:nvSpPr>
        <p:spPr>
          <a:xfrm>
            <a:off x="7640790" y="21485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3" name="Freeform 4582"/>
          <p:cNvSpPr/>
          <p:nvPr/>
        </p:nvSpPr>
        <p:spPr>
          <a:xfrm>
            <a:off x="7116319" y="21483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4" name="Freeform 4583"/>
          <p:cNvSpPr/>
          <p:nvPr/>
        </p:nvSpPr>
        <p:spPr>
          <a:xfrm>
            <a:off x="7250849" y="215147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5" name="Freeform 4584"/>
          <p:cNvSpPr/>
          <p:nvPr/>
        </p:nvSpPr>
        <p:spPr>
          <a:xfrm>
            <a:off x="7624911" y="2145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6" name="Freeform 4585"/>
          <p:cNvSpPr/>
          <p:nvPr/>
        </p:nvSpPr>
        <p:spPr>
          <a:xfrm>
            <a:off x="7966824" y="2143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7" name="Freeform 4586"/>
          <p:cNvSpPr/>
          <p:nvPr/>
        </p:nvSpPr>
        <p:spPr>
          <a:xfrm>
            <a:off x="7125175" y="2148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8" name="Freeform 4587"/>
          <p:cNvSpPr/>
          <p:nvPr/>
        </p:nvSpPr>
        <p:spPr>
          <a:xfrm>
            <a:off x="7355973" y="21550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9" name="Freeform 4588"/>
          <p:cNvSpPr/>
          <p:nvPr/>
        </p:nvSpPr>
        <p:spPr>
          <a:xfrm>
            <a:off x="6342992" y="2152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0" name="Freeform 4589"/>
          <p:cNvSpPr/>
          <p:nvPr/>
        </p:nvSpPr>
        <p:spPr>
          <a:xfrm>
            <a:off x="7783211" y="2153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1" name="Freeform 4590"/>
          <p:cNvSpPr/>
          <p:nvPr/>
        </p:nvSpPr>
        <p:spPr>
          <a:xfrm>
            <a:off x="7325807" y="2151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2" name="Freeform 4591"/>
          <p:cNvSpPr/>
          <p:nvPr/>
        </p:nvSpPr>
        <p:spPr>
          <a:xfrm>
            <a:off x="7180845" y="2133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3" name="Freeform 4592"/>
          <p:cNvSpPr/>
          <p:nvPr/>
        </p:nvSpPr>
        <p:spPr>
          <a:xfrm>
            <a:off x="7820908" y="2148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4" name="Freeform 4593"/>
          <p:cNvSpPr/>
          <p:nvPr/>
        </p:nvSpPr>
        <p:spPr>
          <a:xfrm>
            <a:off x="6787006" y="2155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5" name="Freeform 4594"/>
          <p:cNvSpPr/>
          <p:nvPr/>
        </p:nvSpPr>
        <p:spPr>
          <a:xfrm>
            <a:off x="7553022" y="21417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6" name="Freeform 4595"/>
          <p:cNvSpPr/>
          <p:nvPr/>
        </p:nvSpPr>
        <p:spPr>
          <a:xfrm>
            <a:off x="8244160" y="2154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7" name="Freeform 4596"/>
          <p:cNvSpPr/>
          <p:nvPr/>
        </p:nvSpPr>
        <p:spPr>
          <a:xfrm>
            <a:off x="7335439" y="21515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8" name="Freeform 4597"/>
          <p:cNvSpPr/>
          <p:nvPr/>
        </p:nvSpPr>
        <p:spPr>
          <a:xfrm>
            <a:off x="7512354" y="2146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9" name="Freeform 4598"/>
          <p:cNvSpPr/>
          <p:nvPr/>
        </p:nvSpPr>
        <p:spPr>
          <a:xfrm>
            <a:off x="7702015" y="2133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0" name="Freeform 4599"/>
          <p:cNvSpPr/>
          <p:nvPr/>
        </p:nvSpPr>
        <p:spPr>
          <a:xfrm>
            <a:off x="7223016" y="21529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1" name="Freeform 4600"/>
          <p:cNvSpPr/>
          <p:nvPr/>
        </p:nvSpPr>
        <p:spPr>
          <a:xfrm>
            <a:off x="8100167" y="21406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2" name="Freeform 4601"/>
          <p:cNvSpPr/>
          <p:nvPr/>
        </p:nvSpPr>
        <p:spPr>
          <a:xfrm>
            <a:off x="8251344" y="21488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3" name="Freeform 4602"/>
          <p:cNvSpPr/>
          <p:nvPr/>
        </p:nvSpPr>
        <p:spPr>
          <a:xfrm>
            <a:off x="7291876" y="2138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4" name="Freeform 4603"/>
          <p:cNvSpPr/>
          <p:nvPr/>
        </p:nvSpPr>
        <p:spPr>
          <a:xfrm>
            <a:off x="7723314" y="21583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5" name="Freeform 4604"/>
          <p:cNvSpPr/>
          <p:nvPr/>
        </p:nvSpPr>
        <p:spPr>
          <a:xfrm>
            <a:off x="7313118" y="21545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6" name="Freeform 4605"/>
          <p:cNvSpPr/>
          <p:nvPr/>
        </p:nvSpPr>
        <p:spPr>
          <a:xfrm>
            <a:off x="8049595" y="21404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7" name="Freeform 4606"/>
          <p:cNvSpPr/>
          <p:nvPr/>
        </p:nvSpPr>
        <p:spPr>
          <a:xfrm>
            <a:off x="8145014" y="2153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8" name="Freeform 4607"/>
          <p:cNvSpPr/>
          <p:nvPr/>
        </p:nvSpPr>
        <p:spPr>
          <a:xfrm>
            <a:off x="7274531" y="2148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9" name="Freeform 4608"/>
          <p:cNvSpPr/>
          <p:nvPr/>
        </p:nvSpPr>
        <p:spPr>
          <a:xfrm>
            <a:off x="7719510" y="21520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0" name="Freeform 4609"/>
          <p:cNvSpPr/>
          <p:nvPr/>
        </p:nvSpPr>
        <p:spPr>
          <a:xfrm>
            <a:off x="8047082" y="215862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1" name="Freeform 4610"/>
          <p:cNvSpPr/>
          <p:nvPr/>
        </p:nvSpPr>
        <p:spPr>
          <a:xfrm>
            <a:off x="6948164" y="21401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2" name="Freeform 4611"/>
          <p:cNvSpPr/>
          <p:nvPr/>
        </p:nvSpPr>
        <p:spPr>
          <a:xfrm>
            <a:off x="8684098" y="2148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3" name="Freeform 4612"/>
          <p:cNvSpPr/>
          <p:nvPr/>
        </p:nvSpPr>
        <p:spPr>
          <a:xfrm>
            <a:off x="7895952" y="2148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4" name="Freeform 4613"/>
          <p:cNvSpPr/>
          <p:nvPr/>
        </p:nvSpPr>
        <p:spPr>
          <a:xfrm>
            <a:off x="7468875" y="21487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5" name="Freeform 4614"/>
          <p:cNvSpPr/>
          <p:nvPr/>
        </p:nvSpPr>
        <p:spPr>
          <a:xfrm>
            <a:off x="7979459" y="2155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6" name="Freeform 4615"/>
          <p:cNvSpPr/>
          <p:nvPr/>
        </p:nvSpPr>
        <p:spPr>
          <a:xfrm>
            <a:off x="7578432" y="21400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7" name="Freeform 4616"/>
          <p:cNvSpPr/>
          <p:nvPr/>
        </p:nvSpPr>
        <p:spPr>
          <a:xfrm>
            <a:off x="7303283" y="2146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8" name="Freeform 4617"/>
          <p:cNvSpPr/>
          <p:nvPr/>
        </p:nvSpPr>
        <p:spPr>
          <a:xfrm>
            <a:off x="7505002" y="21551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9" name="Freeform 4618"/>
          <p:cNvSpPr/>
          <p:nvPr/>
        </p:nvSpPr>
        <p:spPr>
          <a:xfrm>
            <a:off x="7103803" y="2161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0" name="Freeform 4619"/>
          <p:cNvSpPr/>
          <p:nvPr/>
        </p:nvSpPr>
        <p:spPr>
          <a:xfrm>
            <a:off x="8010908" y="21727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1" name="Freeform 4620"/>
          <p:cNvSpPr/>
          <p:nvPr/>
        </p:nvSpPr>
        <p:spPr>
          <a:xfrm>
            <a:off x="8196036" y="2143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2" name="Freeform 4621"/>
          <p:cNvSpPr/>
          <p:nvPr/>
        </p:nvSpPr>
        <p:spPr>
          <a:xfrm>
            <a:off x="7697936" y="21490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3" name="Freeform 4622"/>
          <p:cNvSpPr/>
          <p:nvPr/>
        </p:nvSpPr>
        <p:spPr>
          <a:xfrm>
            <a:off x="6359174" y="21343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4" name="Freeform 4623"/>
          <p:cNvSpPr/>
          <p:nvPr/>
        </p:nvSpPr>
        <p:spPr>
          <a:xfrm>
            <a:off x="7325595" y="2148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5" name="Freeform 4624"/>
          <p:cNvSpPr/>
          <p:nvPr/>
        </p:nvSpPr>
        <p:spPr>
          <a:xfrm>
            <a:off x="8124381" y="2123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2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6" name="Freeform 4625"/>
          <p:cNvSpPr/>
          <p:nvPr/>
        </p:nvSpPr>
        <p:spPr>
          <a:xfrm>
            <a:off x="7574239" y="2142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7" name="Freeform 4626"/>
          <p:cNvSpPr/>
          <p:nvPr/>
        </p:nvSpPr>
        <p:spPr>
          <a:xfrm>
            <a:off x="7950172" y="2162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8" name="Freeform 4627"/>
          <p:cNvSpPr/>
          <p:nvPr/>
        </p:nvSpPr>
        <p:spPr>
          <a:xfrm>
            <a:off x="6506331" y="2138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9" name="Freeform 4628"/>
          <p:cNvSpPr/>
          <p:nvPr/>
        </p:nvSpPr>
        <p:spPr>
          <a:xfrm>
            <a:off x="7401618" y="21498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0" name="Freeform 4629"/>
          <p:cNvSpPr/>
          <p:nvPr/>
        </p:nvSpPr>
        <p:spPr>
          <a:xfrm>
            <a:off x="7765764" y="2145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1" name="Freeform 4630"/>
          <p:cNvSpPr/>
          <p:nvPr/>
        </p:nvSpPr>
        <p:spPr>
          <a:xfrm>
            <a:off x="8014839" y="2150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2" name="Freeform 4631"/>
          <p:cNvSpPr/>
          <p:nvPr/>
        </p:nvSpPr>
        <p:spPr>
          <a:xfrm>
            <a:off x="7815257" y="214448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3" name="Freeform 4632"/>
          <p:cNvSpPr/>
          <p:nvPr/>
        </p:nvSpPr>
        <p:spPr>
          <a:xfrm>
            <a:off x="7139826" y="2152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4" name="Freeform 4633"/>
          <p:cNvSpPr/>
          <p:nvPr/>
        </p:nvSpPr>
        <p:spPr>
          <a:xfrm>
            <a:off x="7601932" y="2155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5" name="Freeform 4634"/>
          <p:cNvSpPr/>
          <p:nvPr/>
        </p:nvSpPr>
        <p:spPr>
          <a:xfrm>
            <a:off x="7386765" y="21507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6" name="Freeform 4635"/>
          <p:cNvSpPr/>
          <p:nvPr/>
        </p:nvSpPr>
        <p:spPr>
          <a:xfrm>
            <a:off x="7566965" y="21462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7" name="Freeform 4636"/>
          <p:cNvSpPr/>
          <p:nvPr/>
        </p:nvSpPr>
        <p:spPr>
          <a:xfrm>
            <a:off x="7383708" y="2141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8" name="Freeform 4637"/>
          <p:cNvSpPr/>
          <p:nvPr/>
        </p:nvSpPr>
        <p:spPr>
          <a:xfrm>
            <a:off x="7412638" y="2152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9" name="Freeform 4638"/>
          <p:cNvSpPr/>
          <p:nvPr/>
        </p:nvSpPr>
        <p:spPr>
          <a:xfrm>
            <a:off x="6930705" y="2147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0" name="Freeform 4639"/>
          <p:cNvSpPr/>
          <p:nvPr/>
        </p:nvSpPr>
        <p:spPr>
          <a:xfrm>
            <a:off x="7162433" y="2148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1" name="Freeform 4640"/>
          <p:cNvSpPr/>
          <p:nvPr/>
        </p:nvSpPr>
        <p:spPr>
          <a:xfrm>
            <a:off x="6512118" y="2154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2" name="Freeform 4641"/>
          <p:cNvSpPr/>
          <p:nvPr/>
        </p:nvSpPr>
        <p:spPr>
          <a:xfrm>
            <a:off x="7808574" y="2152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3" name="Freeform 4642"/>
          <p:cNvSpPr/>
          <p:nvPr/>
        </p:nvSpPr>
        <p:spPr>
          <a:xfrm>
            <a:off x="8353449" y="2149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4" name="Freeform 4643"/>
          <p:cNvSpPr/>
          <p:nvPr/>
        </p:nvSpPr>
        <p:spPr>
          <a:xfrm>
            <a:off x="7737488" y="2160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5" name="Freeform 4644"/>
          <p:cNvSpPr/>
          <p:nvPr/>
        </p:nvSpPr>
        <p:spPr>
          <a:xfrm>
            <a:off x="6890519" y="2130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6" name="Freeform 4645"/>
          <p:cNvSpPr/>
          <p:nvPr/>
        </p:nvSpPr>
        <p:spPr>
          <a:xfrm>
            <a:off x="7100494" y="21513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7" name="Freeform 4646"/>
          <p:cNvSpPr/>
          <p:nvPr/>
        </p:nvSpPr>
        <p:spPr>
          <a:xfrm>
            <a:off x="7464088" y="2144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8" name="Freeform 4647"/>
          <p:cNvSpPr/>
          <p:nvPr/>
        </p:nvSpPr>
        <p:spPr>
          <a:xfrm>
            <a:off x="7186125" y="2150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9" name="Freeform 4648"/>
          <p:cNvSpPr/>
          <p:nvPr/>
        </p:nvSpPr>
        <p:spPr>
          <a:xfrm>
            <a:off x="6381805" y="21468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0" name="Freeform 4649"/>
          <p:cNvSpPr/>
          <p:nvPr/>
        </p:nvSpPr>
        <p:spPr>
          <a:xfrm>
            <a:off x="6541248" y="21531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1" name="Freeform 4650"/>
          <p:cNvSpPr/>
          <p:nvPr/>
        </p:nvSpPr>
        <p:spPr>
          <a:xfrm>
            <a:off x="6760394" y="2142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2" name="Freeform 4651"/>
          <p:cNvSpPr/>
          <p:nvPr/>
        </p:nvSpPr>
        <p:spPr>
          <a:xfrm>
            <a:off x="7148720" y="21571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3" name="Freeform 4652"/>
          <p:cNvSpPr/>
          <p:nvPr/>
        </p:nvSpPr>
        <p:spPr>
          <a:xfrm>
            <a:off x="7699555" y="2146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4" name="Freeform 4653"/>
          <p:cNvSpPr/>
          <p:nvPr/>
        </p:nvSpPr>
        <p:spPr>
          <a:xfrm>
            <a:off x="7257578" y="214989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5" name="Freeform 4654"/>
          <p:cNvSpPr/>
          <p:nvPr/>
        </p:nvSpPr>
        <p:spPr>
          <a:xfrm>
            <a:off x="6790821" y="21633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6" name="Freeform 4655"/>
          <p:cNvSpPr/>
          <p:nvPr/>
        </p:nvSpPr>
        <p:spPr>
          <a:xfrm>
            <a:off x="7920618" y="21508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7" name="Freeform 4656"/>
          <p:cNvSpPr/>
          <p:nvPr/>
        </p:nvSpPr>
        <p:spPr>
          <a:xfrm>
            <a:off x="7219977" y="2144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8" name="Freeform 4657"/>
          <p:cNvSpPr/>
          <p:nvPr/>
        </p:nvSpPr>
        <p:spPr>
          <a:xfrm>
            <a:off x="6727781" y="2154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9" name="Freeform 4658"/>
          <p:cNvSpPr/>
          <p:nvPr/>
        </p:nvSpPr>
        <p:spPr>
          <a:xfrm>
            <a:off x="7472463" y="214806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0" name="Freeform 4659"/>
          <p:cNvSpPr/>
          <p:nvPr/>
        </p:nvSpPr>
        <p:spPr>
          <a:xfrm>
            <a:off x="6956551" y="21598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1" name="Freeform 4660"/>
          <p:cNvSpPr/>
          <p:nvPr/>
        </p:nvSpPr>
        <p:spPr>
          <a:xfrm>
            <a:off x="7296366" y="21481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2" name="Freeform 4661"/>
          <p:cNvSpPr/>
          <p:nvPr/>
        </p:nvSpPr>
        <p:spPr>
          <a:xfrm>
            <a:off x="7630003" y="21465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3" name="Freeform 4662"/>
          <p:cNvSpPr/>
          <p:nvPr/>
        </p:nvSpPr>
        <p:spPr>
          <a:xfrm>
            <a:off x="8005487" y="2143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4" name="Freeform 4663"/>
          <p:cNvSpPr/>
          <p:nvPr/>
        </p:nvSpPr>
        <p:spPr>
          <a:xfrm>
            <a:off x="7862471" y="21428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5" name="Freeform 4664"/>
          <p:cNvSpPr/>
          <p:nvPr/>
        </p:nvSpPr>
        <p:spPr>
          <a:xfrm>
            <a:off x="7954704" y="2142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6" name="Freeform 4665"/>
          <p:cNvSpPr/>
          <p:nvPr/>
        </p:nvSpPr>
        <p:spPr>
          <a:xfrm>
            <a:off x="7300706" y="21526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7" name="Freeform 4666"/>
          <p:cNvSpPr/>
          <p:nvPr/>
        </p:nvSpPr>
        <p:spPr>
          <a:xfrm>
            <a:off x="7595411" y="2155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8" name="Freeform 4667"/>
          <p:cNvSpPr/>
          <p:nvPr/>
        </p:nvSpPr>
        <p:spPr>
          <a:xfrm>
            <a:off x="7495956" y="2149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9" name="Freeform 4668"/>
          <p:cNvSpPr/>
          <p:nvPr/>
        </p:nvSpPr>
        <p:spPr>
          <a:xfrm>
            <a:off x="6950052" y="21341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0" name="Freeform 4669"/>
          <p:cNvSpPr/>
          <p:nvPr/>
        </p:nvSpPr>
        <p:spPr>
          <a:xfrm>
            <a:off x="7655636" y="2155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1" name="Freeform 4670"/>
          <p:cNvSpPr/>
          <p:nvPr/>
        </p:nvSpPr>
        <p:spPr>
          <a:xfrm>
            <a:off x="7602406" y="2142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2" name="Freeform 4671"/>
          <p:cNvSpPr/>
          <p:nvPr/>
        </p:nvSpPr>
        <p:spPr>
          <a:xfrm>
            <a:off x="6651633" y="21644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3" name="Freeform 4672"/>
          <p:cNvSpPr/>
          <p:nvPr/>
        </p:nvSpPr>
        <p:spPr>
          <a:xfrm>
            <a:off x="7416508" y="2141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4" name="Freeform 4673"/>
          <p:cNvSpPr/>
          <p:nvPr/>
        </p:nvSpPr>
        <p:spPr>
          <a:xfrm>
            <a:off x="7044765" y="21313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5" name="Freeform 4674"/>
          <p:cNvSpPr/>
          <p:nvPr/>
        </p:nvSpPr>
        <p:spPr>
          <a:xfrm>
            <a:off x="8538327" y="2150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6" name="Freeform 4675"/>
          <p:cNvSpPr/>
          <p:nvPr/>
        </p:nvSpPr>
        <p:spPr>
          <a:xfrm>
            <a:off x="6982553" y="21544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7" name="Freeform 4676"/>
          <p:cNvSpPr/>
          <p:nvPr/>
        </p:nvSpPr>
        <p:spPr>
          <a:xfrm>
            <a:off x="7960876" y="215069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8" name="Freeform 4677"/>
          <p:cNvSpPr/>
          <p:nvPr/>
        </p:nvSpPr>
        <p:spPr>
          <a:xfrm>
            <a:off x="7515470" y="21437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9" name="Freeform 4678"/>
          <p:cNvSpPr/>
          <p:nvPr/>
        </p:nvSpPr>
        <p:spPr>
          <a:xfrm>
            <a:off x="7853036" y="21571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0" name="Freeform 4679"/>
          <p:cNvSpPr/>
          <p:nvPr/>
        </p:nvSpPr>
        <p:spPr>
          <a:xfrm>
            <a:off x="7915049" y="2145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1" name="Freeform 4680"/>
          <p:cNvSpPr/>
          <p:nvPr/>
        </p:nvSpPr>
        <p:spPr>
          <a:xfrm>
            <a:off x="7626015" y="2142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2" name="Freeform 4681"/>
          <p:cNvSpPr/>
          <p:nvPr/>
        </p:nvSpPr>
        <p:spPr>
          <a:xfrm>
            <a:off x="7423253" y="21313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3" name="Freeform 4682"/>
          <p:cNvSpPr/>
          <p:nvPr/>
        </p:nvSpPr>
        <p:spPr>
          <a:xfrm>
            <a:off x="6631566" y="2160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4" name="Freeform 4683"/>
          <p:cNvSpPr/>
          <p:nvPr/>
        </p:nvSpPr>
        <p:spPr>
          <a:xfrm>
            <a:off x="8090116" y="2168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5" name="Freeform 4684"/>
          <p:cNvSpPr/>
          <p:nvPr/>
        </p:nvSpPr>
        <p:spPr>
          <a:xfrm>
            <a:off x="6774761" y="21450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6" name="Freeform 4685"/>
          <p:cNvSpPr/>
          <p:nvPr/>
        </p:nvSpPr>
        <p:spPr>
          <a:xfrm>
            <a:off x="7494581" y="21516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7" name="Freeform 4686"/>
          <p:cNvSpPr/>
          <p:nvPr/>
        </p:nvSpPr>
        <p:spPr>
          <a:xfrm>
            <a:off x="6616878" y="214882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8" name="Freeform 4687"/>
          <p:cNvSpPr/>
          <p:nvPr/>
        </p:nvSpPr>
        <p:spPr>
          <a:xfrm>
            <a:off x="6633915" y="21464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9" name="Freeform 4688"/>
          <p:cNvSpPr/>
          <p:nvPr/>
        </p:nvSpPr>
        <p:spPr>
          <a:xfrm>
            <a:off x="8171055" y="21563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0" name="Freeform 4689"/>
          <p:cNvSpPr/>
          <p:nvPr/>
        </p:nvSpPr>
        <p:spPr>
          <a:xfrm>
            <a:off x="7427284" y="21582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1" name="Freeform 4690"/>
          <p:cNvSpPr/>
          <p:nvPr/>
        </p:nvSpPr>
        <p:spPr>
          <a:xfrm>
            <a:off x="7115215" y="21489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2" name="Freeform 4691"/>
          <p:cNvSpPr/>
          <p:nvPr/>
        </p:nvSpPr>
        <p:spPr>
          <a:xfrm>
            <a:off x="6175778" y="21411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3" name="Freeform 4692"/>
          <p:cNvSpPr/>
          <p:nvPr/>
        </p:nvSpPr>
        <p:spPr>
          <a:xfrm>
            <a:off x="7479062" y="21506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4" name="Freeform 4693"/>
          <p:cNvSpPr/>
          <p:nvPr/>
        </p:nvSpPr>
        <p:spPr>
          <a:xfrm>
            <a:off x="7634223" y="216562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5" name="Freeform 4694"/>
          <p:cNvSpPr/>
          <p:nvPr/>
        </p:nvSpPr>
        <p:spPr>
          <a:xfrm>
            <a:off x="8330876" y="2147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6" name="Freeform 4695"/>
          <p:cNvSpPr/>
          <p:nvPr/>
        </p:nvSpPr>
        <p:spPr>
          <a:xfrm>
            <a:off x="6408151" y="21546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7" name="Freeform 4696"/>
          <p:cNvSpPr/>
          <p:nvPr/>
        </p:nvSpPr>
        <p:spPr>
          <a:xfrm>
            <a:off x="7612239" y="2146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8" name="Freeform 4697"/>
          <p:cNvSpPr/>
          <p:nvPr/>
        </p:nvSpPr>
        <p:spPr>
          <a:xfrm>
            <a:off x="7408754" y="21482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9" name="Freeform 4698"/>
          <p:cNvSpPr/>
          <p:nvPr/>
        </p:nvSpPr>
        <p:spPr>
          <a:xfrm>
            <a:off x="7074865" y="21453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0" name="Freeform 4699"/>
          <p:cNvSpPr/>
          <p:nvPr/>
        </p:nvSpPr>
        <p:spPr>
          <a:xfrm>
            <a:off x="7140767" y="21353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1" name="Freeform 4700"/>
          <p:cNvSpPr/>
          <p:nvPr/>
        </p:nvSpPr>
        <p:spPr>
          <a:xfrm>
            <a:off x="6781219" y="2149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2" name="Freeform 4701"/>
          <p:cNvSpPr/>
          <p:nvPr/>
        </p:nvSpPr>
        <p:spPr>
          <a:xfrm>
            <a:off x="7489989" y="215107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3" name="Freeform 4702"/>
          <p:cNvSpPr/>
          <p:nvPr/>
        </p:nvSpPr>
        <p:spPr>
          <a:xfrm>
            <a:off x="8263367" y="214045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4" name="Freeform 4703"/>
          <p:cNvSpPr/>
          <p:nvPr/>
        </p:nvSpPr>
        <p:spPr>
          <a:xfrm>
            <a:off x="8098380" y="2146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5" name="Freeform 4704"/>
          <p:cNvSpPr/>
          <p:nvPr/>
        </p:nvSpPr>
        <p:spPr>
          <a:xfrm>
            <a:off x="6547848" y="21380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6" name="Freeform 4705"/>
          <p:cNvSpPr/>
          <p:nvPr/>
        </p:nvSpPr>
        <p:spPr>
          <a:xfrm>
            <a:off x="7508299" y="21509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7" name="Freeform 4706"/>
          <p:cNvSpPr/>
          <p:nvPr/>
        </p:nvSpPr>
        <p:spPr>
          <a:xfrm>
            <a:off x="6865645" y="2150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8" name="Freeform 4707"/>
          <p:cNvSpPr/>
          <p:nvPr/>
        </p:nvSpPr>
        <p:spPr>
          <a:xfrm>
            <a:off x="8163170" y="21526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9" name="Freeform 4708"/>
          <p:cNvSpPr/>
          <p:nvPr/>
        </p:nvSpPr>
        <p:spPr>
          <a:xfrm>
            <a:off x="6797342" y="21534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0" name="Freeform 4709"/>
          <p:cNvSpPr/>
          <p:nvPr/>
        </p:nvSpPr>
        <p:spPr>
          <a:xfrm>
            <a:off x="7785383" y="213588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1" name="Freeform 4710"/>
          <p:cNvSpPr/>
          <p:nvPr/>
        </p:nvSpPr>
        <p:spPr>
          <a:xfrm>
            <a:off x="6921693" y="2151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2" name="Freeform 4711"/>
          <p:cNvSpPr/>
          <p:nvPr/>
        </p:nvSpPr>
        <p:spPr>
          <a:xfrm>
            <a:off x="7301623" y="21587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3" name="Freeform 4712"/>
          <p:cNvSpPr/>
          <p:nvPr/>
        </p:nvSpPr>
        <p:spPr>
          <a:xfrm>
            <a:off x="7853274" y="2145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4" name="Freeform 4713"/>
          <p:cNvSpPr/>
          <p:nvPr/>
        </p:nvSpPr>
        <p:spPr>
          <a:xfrm>
            <a:off x="7878546" y="2135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5" name="Freeform 4714"/>
          <p:cNvSpPr/>
          <p:nvPr/>
        </p:nvSpPr>
        <p:spPr>
          <a:xfrm>
            <a:off x="8746799" y="21564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6" name="Freeform 4715"/>
          <p:cNvSpPr/>
          <p:nvPr/>
        </p:nvSpPr>
        <p:spPr>
          <a:xfrm>
            <a:off x="7880229" y="2152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7" name="Freeform 4716"/>
          <p:cNvSpPr/>
          <p:nvPr/>
        </p:nvSpPr>
        <p:spPr>
          <a:xfrm>
            <a:off x="7862392" y="21500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8" name="Freeform 4717"/>
          <p:cNvSpPr/>
          <p:nvPr/>
        </p:nvSpPr>
        <p:spPr>
          <a:xfrm>
            <a:off x="7949808" y="214584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9" name="Freeform 4718"/>
          <p:cNvSpPr/>
          <p:nvPr/>
        </p:nvSpPr>
        <p:spPr>
          <a:xfrm>
            <a:off x="7632998" y="2134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0" name="Freeform 4719"/>
          <p:cNvSpPr/>
          <p:nvPr/>
        </p:nvSpPr>
        <p:spPr>
          <a:xfrm>
            <a:off x="7665280" y="21551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1" name="Freeform 4720"/>
          <p:cNvSpPr/>
          <p:nvPr/>
        </p:nvSpPr>
        <p:spPr>
          <a:xfrm>
            <a:off x="7835981" y="2155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2" name="Freeform 4721"/>
          <p:cNvSpPr/>
          <p:nvPr/>
        </p:nvSpPr>
        <p:spPr>
          <a:xfrm>
            <a:off x="8410866" y="214926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3" name="Freeform 4722"/>
          <p:cNvSpPr/>
          <p:nvPr/>
        </p:nvSpPr>
        <p:spPr>
          <a:xfrm>
            <a:off x="7670024" y="21548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4" name="Freeform 4723"/>
          <p:cNvSpPr/>
          <p:nvPr/>
        </p:nvSpPr>
        <p:spPr>
          <a:xfrm>
            <a:off x="7275007" y="21497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5" name="Freeform 4724"/>
          <p:cNvSpPr/>
          <p:nvPr/>
        </p:nvSpPr>
        <p:spPr>
          <a:xfrm>
            <a:off x="8059698" y="2151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6" name="Freeform 4725"/>
          <p:cNvSpPr/>
          <p:nvPr/>
        </p:nvSpPr>
        <p:spPr>
          <a:xfrm>
            <a:off x="7135514" y="2141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7" name="Freeform 4726"/>
          <p:cNvSpPr/>
          <p:nvPr/>
        </p:nvSpPr>
        <p:spPr>
          <a:xfrm>
            <a:off x="8112889" y="2143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8" name="Freeform 4727"/>
          <p:cNvSpPr/>
          <p:nvPr/>
        </p:nvSpPr>
        <p:spPr>
          <a:xfrm>
            <a:off x="7436218" y="21474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9" name="Freeform 4728"/>
          <p:cNvSpPr/>
          <p:nvPr/>
        </p:nvSpPr>
        <p:spPr>
          <a:xfrm>
            <a:off x="7127734" y="21548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0" name="Freeform 4729"/>
          <p:cNvSpPr/>
          <p:nvPr/>
        </p:nvSpPr>
        <p:spPr>
          <a:xfrm>
            <a:off x="7523990" y="21604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1" name="Freeform 4730"/>
          <p:cNvSpPr/>
          <p:nvPr/>
        </p:nvSpPr>
        <p:spPr>
          <a:xfrm>
            <a:off x="7302850" y="2148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2" name="Freeform 4731"/>
          <p:cNvSpPr/>
          <p:nvPr/>
        </p:nvSpPr>
        <p:spPr>
          <a:xfrm>
            <a:off x="6628143" y="2148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3" name="Freeform 4732"/>
          <p:cNvSpPr/>
          <p:nvPr/>
        </p:nvSpPr>
        <p:spPr>
          <a:xfrm>
            <a:off x="7298784" y="215158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4" name="Freeform 4733"/>
          <p:cNvSpPr/>
          <p:nvPr/>
        </p:nvSpPr>
        <p:spPr>
          <a:xfrm>
            <a:off x="7105690" y="21585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5" name="Freeform 4734"/>
          <p:cNvSpPr/>
          <p:nvPr/>
        </p:nvSpPr>
        <p:spPr>
          <a:xfrm>
            <a:off x="7046622" y="2146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6" name="Freeform 4735"/>
          <p:cNvSpPr/>
          <p:nvPr/>
        </p:nvSpPr>
        <p:spPr>
          <a:xfrm>
            <a:off x="7420242" y="2134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7" name="Freeform 4736"/>
          <p:cNvSpPr/>
          <p:nvPr/>
        </p:nvSpPr>
        <p:spPr>
          <a:xfrm>
            <a:off x="7425618" y="21572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8" name="Freeform 4737"/>
          <p:cNvSpPr/>
          <p:nvPr/>
        </p:nvSpPr>
        <p:spPr>
          <a:xfrm>
            <a:off x="7331389" y="2151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9" name="Freeform 4738"/>
          <p:cNvSpPr/>
          <p:nvPr/>
        </p:nvSpPr>
        <p:spPr>
          <a:xfrm>
            <a:off x="7558594" y="21522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0" name="Freeform 4739"/>
          <p:cNvSpPr/>
          <p:nvPr/>
        </p:nvSpPr>
        <p:spPr>
          <a:xfrm>
            <a:off x="6944083" y="21484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1" name="Freeform 4740"/>
          <p:cNvSpPr/>
          <p:nvPr/>
        </p:nvSpPr>
        <p:spPr>
          <a:xfrm>
            <a:off x="7268658" y="21512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2" name="Freeform 4741"/>
          <p:cNvSpPr/>
          <p:nvPr/>
        </p:nvSpPr>
        <p:spPr>
          <a:xfrm>
            <a:off x="6809471" y="214899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3" name="Freeform 4742"/>
          <p:cNvSpPr/>
          <p:nvPr/>
        </p:nvSpPr>
        <p:spPr>
          <a:xfrm>
            <a:off x="7985801" y="21611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4" name="Freeform 4743"/>
          <p:cNvSpPr/>
          <p:nvPr/>
        </p:nvSpPr>
        <p:spPr>
          <a:xfrm>
            <a:off x="8078148" y="2146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5" name="Freeform 4744"/>
          <p:cNvSpPr/>
          <p:nvPr/>
        </p:nvSpPr>
        <p:spPr>
          <a:xfrm>
            <a:off x="7682780" y="21419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6" name="Freeform 4745"/>
          <p:cNvSpPr/>
          <p:nvPr/>
        </p:nvSpPr>
        <p:spPr>
          <a:xfrm>
            <a:off x="6968080" y="2141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7" name="Freeform 4746"/>
          <p:cNvSpPr/>
          <p:nvPr/>
        </p:nvSpPr>
        <p:spPr>
          <a:xfrm>
            <a:off x="7849980" y="21431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8" name="Freeform 4747"/>
          <p:cNvSpPr/>
          <p:nvPr/>
        </p:nvSpPr>
        <p:spPr>
          <a:xfrm>
            <a:off x="7314936" y="21468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9" name="Freeform 4748"/>
          <p:cNvSpPr/>
          <p:nvPr/>
        </p:nvSpPr>
        <p:spPr>
          <a:xfrm>
            <a:off x="7712176" y="2154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0" name="Freeform 4749"/>
          <p:cNvSpPr/>
          <p:nvPr/>
        </p:nvSpPr>
        <p:spPr>
          <a:xfrm>
            <a:off x="7537724" y="21456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1" name="Freeform 4750"/>
          <p:cNvSpPr/>
          <p:nvPr/>
        </p:nvSpPr>
        <p:spPr>
          <a:xfrm>
            <a:off x="8041693" y="2146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2" name="Freeform 4751"/>
          <p:cNvSpPr/>
          <p:nvPr/>
        </p:nvSpPr>
        <p:spPr>
          <a:xfrm>
            <a:off x="7780380" y="21478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3" name="Freeform 4752"/>
          <p:cNvSpPr/>
          <p:nvPr/>
        </p:nvSpPr>
        <p:spPr>
          <a:xfrm>
            <a:off x="7989518" y="2129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4" name="Freeform 4753"/>
          <p:cNvSpPr/>
          <p:nvPr/>
        </p:nvSpPr>
        <p:spPr>
          <a:xfrm>
            <a:off x="7674993" y="21348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5" name="Freeform 4754"/>
          <p:cNvSpPr/>
          <p:nvPr/>
        </p:nvSpPr>
        <p:spPr>
          <a:xfrm>
            <a:off x="8164798" y="2161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6" name="Freeform 4755"/>
          <p:cNvSpPr/>
          <p:nvPr/>
        </p:nvSpPr>
        <p:spPr>
          <a:xfrm>
            <a:off x="6798259" y="21545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7" name="Freeform 4756"/>
          <p:cNvSpPr/>
          <p:nvPr/>
        </p:nvSpPr>
        <p:spPr>
          <a:xfrm>
            <a:off x="7851976" y="2153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8" name="Freeform 4757"/>
          <p:cNvSpPr/>
          <p:nvPr/>
        </p:nvSpPr>
        <p:spPr>
          <a:xfrm>
            <a:off x="7139322" y="21522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9" name="Freeform 4758"/>
          <p:cNvSpPr/>
          <p:nvPr/>
        </p:nvSpPr>
        <p:spPr>
          <a:xfrm>
            <a:off x="7936653" y="21546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0" name="Freeform 4759"/>
          <p:cNvSpPr/>
          <p:nvPr/>
        </p:nvSpPr>
        <p:spPr>
          <a:xfrm>
            <a:off x="7427767" y="21530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1" name="Freeform 4760"/>
          <p:cNvSpPr/>
          <p:nvPr/>
        </p:nvSpPr>
        <p:spPr>
          <a:xfrm>
            <a:off x="7544531" y="2145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ED64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2" name="Freeform 4761"/>
          <p:cNvSpPr/>
          <p:nvPr/>
        </p:nvSpPr>
        <p:spPr>
          <a:xfrm>
            <a:off x="7345151" y="21593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3" name="Freeform 4762"/>
          <p:cNvSpPr/>
          <p:nvPr/>
        </p:nvSpPr>
        <p:spPr>
          <a:xfrm>
            <a:off x="7820263" y="21546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4" name="Freeform 4763"/>
          <p:cNvSpPr/>
          <p:nvPr/>
        </p:nvSpPr>
        <p:spPr>
          <a:xfrm>
            <a:off x="7091012" y="2147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5" name="Freeform 4764"/>
          <p:cNvSpPr/>
          <p:nvPr/>
        </p:nvSpPr>
        <p:spPr>
          <a:xfrm>
            <a:off x="7789961" y="21409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6" name="Freeform 4765"/>
          <p:cNvSpPr/>
          <p:nvPr/>
        </p:nvSpPr>
        <p:spPr>
          <a:xfrm>
            <a:off x="7241048" y="2159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7" name="Freeform 4766"/>
          <p:cNvSpPr/>
          <p:nvPr/>
        </p:nvSpPr>
        <p:spPr>
          <a:xfrm>
            <a:off x="7678757" y="2150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8" name="Freeform 4767"/>
          <p:cNvSpPr/>
          <p:nvPr/>
        </p:nvSpPr>
        <p:spPr>
          <a:xfrm>
            <a:off x="7736678" y="21496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9" name="Freeform 4768"/>
          <p:cNvSpPr/>
          <p:nvPr/>
        </p:nvSpPr>
        <p:spPr>
          <a:xfrm>
            <a:off x="7346987" y="21328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0" name="Freeform 4769"/>
          <p:cNvSpPr/>
          <p:nvPr/>
        </p:nvSpPr>
        <p:spPr>
          <a:xfrm>
            <a:off x="7145192" y="21450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1" name="Freeform 4770"/>
          <p:cNvSpPr/>
          <p:nvPr/>
        </p:nvSpPr>
        <p:spPr>
          <a:xfrm>
            <a:off x="6309344" y="21383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2" name="Freeform 4771"/>
          <p:cNvSpPr/>
          <p:nvPr/>
        </p:nvSpPr>
        <p:spPr>
          <a:xfrm>
            <a:off x="7748856" y="21523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3" name="Freeform 4772"/>
          <p:cNvSpPr/>
          <p:nvPr/>
        </p:nvSpPr>
        <p:spPr>
          <a:xfrm>
            <a:off x="7592000" y="2145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4" name="Freeform 4773"/>
          <p:cNvSpPr/>
          <p:nvPr/>
        </p:nvSpPr>
        <p:spPr>
          <a:xfrm>
            <a:off x="6873206" y="214357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5" name="Freeform 4774"/>
          <p:cNvSpPr/>
          <p:nvPr/>
        </p:nvSpPr>
        <p:spPr>
          <a:xfrm>
            <a:off x="7509883" y="2154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6" name="Freeform 4775"/>
          <p:cNvSpPr/>
          <p:nvPr/>
        </p:nvSpPr>
        <p:spPr>
          <a:xfrm>
            <a:off x="8082510" y="2173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7" name="Freeform 4776"/>
          <p:cNvSpPr/>
          <p:nvPr/>
        </p:nvSpPr>
        <p:spPr>
          <a:xfrm>
            <a:off x="7360866" y="21629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8" name="Freeform 4777"/>
          <p:cNvSpPr/>
          <p:nvPr/>
        </p:nvSpPr>
        <p:spPr>
          <a:xfrm>
            <a:off x="7798860" y="213909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9" name="Freeform 4778"/>
          <p:cNvSpPr/>
          <p:nvPr/>
        </p:nvSpPr>
        <p:spPr>
          <a:xfrm>
            <a:off x="7468968" y="21612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0" name="Freeform 4779"/>
          <p:cNvSpPr/>
          <p:nvPr/>
        </p:nvSpPr>
        <p:spPr>
          <a:xfrm>
            <a:off x="7019029" y="2146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1" name="Freeform 4780"/>
          <p:cNvSpPr/>
          <p:nvPr/>
        </p:nvSpPr>
        <p:spPr>
          <a:xfrm>
            <a:off x="7102409" y="216240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2" name="Freeform 4781"/>
          <p:cNvSpPr/>
          <p:nvPr/>
        </p:nvSpPr>
        <p:spPr>
          <a:xfrm>
            <a:off x="7067652" y="2148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3" name="Freeform 4782"/>
          <p:cNvSpPr/>
          <p:nvPr/>
        </p:nvSpPr>
        <p:spPr>
          <a:xfrm>
            <a:off x="8047158" y="2151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4" name="Freeform 4783"/>
          <p:cNvSpPr/>
          <p:nvPr/>
        </p:nvSpPr>
        <p:spPr>
          <a:xfrm>
            <a:off x="7540209" y="215506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5" name="Freeform 4784"/>
          <p:cNvSpPr/>
          <p:nvPr/>
        </p:nvSpPr>
        <p:spPr>
          <a:xfrm>
            <a:off x="8138279" y="2143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6" name="Freeform 4785"/>
          <p:cNvSpPr/>
          <p:nvPr/>
        </p:nvSpPr>
        <p:spPr>
          <a:xfrm>
            <a:off x="7328233" y="2129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7" name="Freeform 4786"/>
          <p:cNvSpPr/>
          <p:nvPr/>
        </p:nvSpPr>
        <p:spPr>
          <a:xfrm>
            <a:off x="6673584" y="21560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8" name="Freeform 4787"/>
          <p:cNvSpPr/>
          <p:nvPr/>
        </p:nvSpPr>
        <p:spPr>
          <a:xfrm>
            <a:off x="7254330" y="2144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9" name="Freeform 4788"/>
          <p:cNvSpPr/>
          <p:nvPr/>
        </p:nvSpPr>
        <p:spPr>
          <a:xfrm>
            <a:off x="8663087" y="21406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0" name="Freeform 4789"/>
          <p:cNvSpPr/>
          <p:nvPr/>
        </p:nvSpPr>
        <p:spPr>
          <a:xfrm>
            <a:off x="7391059" y="2148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1" name="Freeform 4790"/>
          <p:cNvSpPr/>
          <p:nvPr/>
        </p:nvSpPr>
        <p:spPr>
          <a:xfrm>
            <a:off x="7441323" y="21532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2" name="Freeform 4791"/>
          <p:cNvSpPr/>
          <p:nvPr/>
        </p:nvSpPr>
        <p:spPr>
          <a:xfrm>
            <a:off x="6688369" y="21521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3" name="Freeform 4792"/>
          <p:cNvSpPr/>
          <p:nvPr/>
        </p:nvSpPr>
        <p:spPr>
          <a:xfrm>
            <a:off x="7736432" y="215235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4" name="Freeform 4793"/>
          <p:cNvSpPr/>
          <p:nvPr/>
        </p:nvSpPr>
        <p:spPr>
          <a:xfrm>
            <a:off x="7937435" y="215074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5" name="Freeform 4794"/>
          <p:cNvSpPr/>
          <p:nvPr/>
        </p:nvSpPr>
        <p:spPr>
          <a:xfrm>
            <a:off x="7253091" y="21462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6" name="Freeform 4795"/>
          <p:cNvSpPr/>
          <p:nvPr/>
        </p:nvSpPr>
        <p:spPr>
          <a:xfrm>
            <a:off x="8646532" y="21483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7" name="Freeform 4796"/>
          <p:cNvSpPr/>
          <p:nvPr/>
        </p:nvSpPr>
        <p:spPr>
          <a:xfrm>
            <a:off x="8541666" y="214232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8" name="Freeform 4797"/>
          <p:cNvSpPr/>
          <p:nvPr/>
        </p:nvSpPr>
        <p:spPr>
          <a:xfrm>
            <a:off x="7500030" y="21631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9" name="Freeform 4798"/>
          <p:cNvSpPr/>
          <p:nvPr/>
        </p:nvSpPr>
        <p:spPr>
          <a:xfrm>
            <a:off x="7310022" y="2144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0" name="Freeform 4799"/>
          <p:cNvSpPr/>
          <p:nvPr/>
        </p:nvSpPr>
        <p:spPr>
          <a:xfrm>
            <a:off x="7891307" y="2153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1" name="Freeform 4800"/>
          <p:cNvSpPr/>
          <p:nvPr/>
        </p:nvSpPr>
        <p:spPr>
          <a:xfrm>
            <a:off x="7545966" y="21322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2" name="Freeform 4801"/>
          <p:cNvSpPr/>
          <p:nvPr/>
        </p:nvSpPr>
        <p:spPr>
          <a:xfrm>
            <a:off x="7901826" y="2151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3" name="Freeform 4802"/>
          <p:cNvSpPr/>
          <p:nvPr/>
        </p:nvSpPr>
        <p:spPr>
          <a:xfrm>
            <a:off x="7614829" y="21426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4" name="Freeform 4803"/>
          <p:cNvSpPr/>
          <p:nvPr/>
        </p:nvSpPr>
        <p:spPr>
          <a:xfrm>
            <a:off x="7292929" y="214963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5" name="Freeform 4804"/>
          <p:cNvSpPr/>
          <p:nvPr/>
        </p:nvSpPr>
        <p:spPr>
          <a:xfrm>
            <a:off x="7109817" y="2145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6" name="Freeform 4805"/>
          <p:cNvSpPr/>
          <p:nvPr/>
        </p:nvSpPr>
        <p:spPr>
          <a:xfrm>
            <a:off x="7696939" y="21433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7" name="Freeform 4806"/>
          <p:cNvSpPr/>
          <p:nvPr/>
        </p:nvSpPr>
        <p:spPr>
          <a:xfrm>
            <a:off x="7428880" y="2142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8" name="Freeform 4807"/>
          <p:cNvSpPr/>
          <p:nvPr/>
        </p:nvSpPr>
        <p:spPr>
          <a:xfrm>
            <a:off x="8015895" y="215451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9" name="Freeform 4808"/>
          <p:cNvSpPr/>
          <p:nvPr/>
        </p:nvSpPr>
        <p:spPr>
          <a:xfrm>
            <a:off x="6806823" y="21578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0" name="Freeform 4809"/>
          <p:cNvSpPr/>
          <p:nvPr/>
        </p:nvSpPr>
        <p:spPr>
          <a:xfrm>
            <a:off x="6940890" y="21415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1" name="Freeform 4810"/>
          <p:cNvSpPr/>
          <p:nvPr/>
        </p:nvSpPr>
        <p:spPr>
          <a:xfrm>
            <a:off x="7176843" y="21426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2" name="Freeform 4811"/>
          <p:cNvSpPr/>
          <p:nvPr/>
        </p:nvSpPr>
        <p:spPr>
          <a:xfrm>
            <a:off x="7913190" y="2149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3" name="Freeform 4812"/>
          <p:cNvSpPr/>
          <p:nvPr/>
        </p:nvSpPr>
        <p:spPr>
          <a:xfrm>
            <a:off x="7604101" y="2146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4" name="Freeform 4813"/>
          <p:cNvSpPr/>
          <p:nvPr/>
        </p:nvSpPr>
        <p:spPr>
          <a:xfrm>
            <a:off x="7646297" y="21467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5" name="Freeform 4814"/>
          <p:cNvSpPr/>
          <p:nvPr/>
        </p:nvSpPr>
        <p:spPr>
          <a:xfrm>
            <a:off x="7144052" y="21462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6" name="Freeform 4815"/>
          <p:cNvSpPr/>
          <p:nvPr/>
        </p:nvSpPr>
        <p:spPr>
          <a:xfrm>
            <a:off x="7992525" y="2155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7" name="Freeform 4816"/>
          <p:cNvSpPr/>
          <p:nvPr/>
        </p:nvSpPr>
        <p:spPr>
          <a:xfrm>
            <a:off x="6120096" y="2147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8" name="Freeform 4817"/>
          <p:cNvSpPr/>
          <p:nvPr/>
        </p:nvSpPr>
        <p:spPr>
          <a:xfrm>
            <a:off x="7335524" y="2140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9" name="Freeform 4818"/>
          <p:cNvSpPr/>
          <p:nvPr/>
        </p:nvSpPr>
        <p:spPr>
          <a:xfrm>
            <a:off x="7711935" y="2150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0" name="Freeform 4819"/>
          <p:cNvSpPr/>
          <p:nvPr/>
        </p:nvSpPr>
        <p:spPr>
          <a:xfrm>
            <a:off x="6652627" y="21671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1" name="Freeform 4820"/>
          <p:cNvSpPr/>
          <p:nvPr/>
        </p:nvSpPr>
        <p:spPr>
          <a:xfrm>
            <a:off x="7803000" y="2150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2" name="Freeform 4821"/>
          <p:cNvSpPr/>
          <p:nvPr/>
        </p:nvSpPr>
        <p:spPr>
          <a:xfrm>
            <a:off x="7265827" y="21451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3" name="Freeform 4822"/>
          <p:cNvSpPr/>
          <p:nvPr/>
        </p:nvSpPr>
        <p:spPr>
          <a:xfrm>
            <a:off x="7167891" y="21560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4" name="Freeform 4823"/>
          <p:cNvSpPr/>
          <p:nvPr/>
        </p:nvSpPr>
        <p:spPr>
          <a:xfrm>
            <a:off x="7871723" y="2149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5" name="Freeform 4824"/>
          <p:cNvSpPr/>
          <p:nvPr/>
        </p:nvSpPr>
        <p:spPr>
          <a:xfrm>
            <a:off x="8518484" y="2142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6" name="Freeform 4825"/>
          <p:cNvSpPr/>
          <p:nvPr/>
        </p:nvSpPr>
        <p:spPr>
          <a:xfrm>
            <a:off x="7349734" y="215649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7" name="Freeform 4826"/>
          <p:cNvSpPr/>
          <p:nvPr/>
        </p:nvSpPr>
        <p:spPr>
          <a:xfrm>
            <a:off x="7061088" y="21372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8" name="Freeform 4827"/>
          <p:cNvSpPr/>
          <p:nvPr/>
        </p:nvSpPr>
        <p:spPr>
          <a:xfrm>
            <a:off x="7533251" y="2150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9" name="Freeform 4828"/>
          <p:cNvSpPr/>
          <p:nvPr/>
        </p:nvSpPr>
        <p:spPr>
          <a:xfrm>
            <a:off x="7245390" y="2150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0" name="Freeform 4829"/>
          <p:cNvSpPr/>
          <p:nvPr/>
        </p:nvSpPr>
        <p:spPr>
          <a:xfrm>
            <a:off x="7266496" y="2144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1" name="Freeform 4830"/>
          <p:cNvSpPr/>
          <p:nvPr/>
        </p:nvSpPr>
        <p:spPr>
          <a:xfrm>
            <a:off x="7529565" y="2138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2" name="Freeform 4831"/>
          <p:cNvSpPr/>
          <p:nvPr/>
        </p:nvSpPr>
        <p:spPr>
          <a:xfrm>
            <a:off x="6773412" y="21531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3" name="Freeform 4832"/>
          <p:cNvSpPr/>
          <p:nvPr/>
        </p:nvSpPr>
        <p:spPr>
          <a:xfrm>
            <a:off x="7341232" y="21363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4" name="Freeform 4833"/>
          <p:cNvSpPr/>
          <p:nvPr/>
        </p:nvSpPr>
        <p:spPr>
          <a:xfrm>
            <a:off x="7900522" y="21433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5" name="Freeform 4834"/>
          <p:cNvSpPr/>
          <p:nvPr/>
        </p:nvSpPr>
        <p:spPr>
          <a:xfrm>
            <a:off x="7008331" y="21561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6" name="Freeform 4835"/>
          <p:cNvSpPr/>
          <p:nvPr/>
        </p:nvSpPr>
        <p:spPr>
          <a:xfrm>
            <a:off x="6742742" y="2157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7" name="Freeform 4836"/>
          <p:cNvSpPr/>
          <p:nvPr/>
        </p:nvSpPr>
        <p:spPr>
          <a:xfrm>
            <a:off x="7117275" y="2143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8" name="Freeform 4837"/>
          <p:cNvSpPr/>
          <p:nvPr/>
        </p:nvSpPr>
        <p:spPr>
          <a:xfrm>
            <a:off x="6939059" y="2136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9" name="Freeform 4838"/>
          <p:cNvSpPr/>
          <p:nvPr/>
        </p:nvSpPr>
        <p:spPr>
          <a:xfrm>
            <a:off x="7605310" y="21506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0" name="Freeform 4839"/>
          <p:cNvSpPr/>
          <p:nvPr/>
        </p:nvSpPr>
        <p:spPr>
          <a:xfrm>
            <a:off x="8187146" y="21653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1" name="Freeform 4840"/>
          <p:cNvSpPr/>
          <p:nvPr/>
        </p:nvSpPr>
        <p:spPr>
          <a:xfrm>
            <a:off x="7712955" y="21467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2" name="Freeform 4841"/>
          <p:cNvSpPr/>
          <p:nvPr/>
        </p:nvSpPr>
        <p:spPr>
          <a:xfrm>
            <a:off x="7439776" y="2146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3" name="Freeform 4842"/>
          <p:cNvSpPr/>
          <p:nvPr/>
        </p:nvSpPr>
        <p:spPr>
          <a:xfrm>
            <a:off x="7248113" y="2134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4" name="Freeform 4843"/>
          <p:cNvSpPr/>
          <p:nvPr/>
        </p:nvSpPr>
        <p:spPr>
          <a:xfrm>
            <a:off x="6770429" y="2151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5" name="Freeform 4844"/>
          <p:cNvSpPr/>
          <p:nvPr/>
        </p:nvSpPr>
        <p:spPr>
          <a:xfrm>
            <a:off x="7276688" y="21301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6" name="Freeform 4845"/>
          <p:cNvSpPr/>
          <p:nvPr/>
        </p:nvSpPr>
        <p:spPr>
          <a:xfrm>
            <a:off x="7082628" y="21385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7" name="Freeform 4846"/>
          <p:cNvSpPr/>
          <p:nvPr/>
        </p:nvSpPr>
        <p:spPr>
          <a:xfrm>
            <a:off x="7634651" y="2145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8" name="Freeform 4847"/>
          <p:cNvSpPr/>
          <p:nvPr/>
        </p:nvSpPr>
        <p:spPr>
          <a:xfrm>
            <a:off x="7360035" y="2134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9" name="Freeform 4848"/>
          <p:cNvSpPr/>
          <p:nvPr/>
        </p:nvSpPr>
        <p:spPr>
          <a:xfrm>
            <a:off x="7037513" y="21561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0" name="Freeform 4849"/>
          <p:cNvSpPr/>
          <p:nvPr/>
        </p:nvSpPr>
        <p:spPr>
          <a:xfrm>
            <a:off x="7378297" y="215448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1" name="Freeform 4850"/>
          <p:cNvSpPr/>
          <p:nvPr/>
        </p:nvSpPr>
        <p:spPr>
          <a:xfrm>
            <a:off x="7028179" y="215061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2" name="Freeform 4851"/>
          <p:cNvSpPr/>
          <p:nvPr/>
        </p:nvSpPr>
        <p:spPr>
          <a:xfrm>
            <a:off x="7715559" y="21436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A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3" name="Freeform 4852"/>
          <p:cNvSpPr/>
          <p:nvPr/>
        </p:nvSpPr>
        <p:spPr>
          <a:xfrm>
            <a:off x="7338899" y="2152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4" name="Freeform 4853"/>
          <p:cNvSpPr/>
          <p:nvPr/>
        </p:nvSpPr>
        <p:spPr>
          <a:xfrm>
            <a:off x="7521924" y="2157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5" name="Freeform 4854"/>
          <p:cNvSpPr/>
          <p:nvPr/>
        </p:nvSpPr>
        <p:spPr>
          <a:xfrm>
            <a:off x="7208148" y="21428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6" name="Freeform 4855"/>
          <p:cNvSpPr/>
          <p:nvPr/>
        </p:nvSpPr>
        <p:spPr>
          <a:xfrm>
            <a:off x="7656213" y="2163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7" name="Freeform 4856"/>
          <p:cNvSpPr/>
          <p:nvPr/>
        </p:nvSpPr>
        <p:spPr>
          <a:xfrm>
            <a:off x="7611736" y="21549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8" name="Freeform 4857"/>
          <p:cNvSpPr/>
          <p:nvPr/>
        </p:nvSpPr>
        <p:spPr>
          <a:xfrm>
            <a:off x="7520668" y="2144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9" name="Freeform 4858"/>
          <p:cNvSpPr/>
          <p:nvPr/>
        </p:nvSpPr>
        <p:spPr>
          <a:xfrm>
            <a:off x="7174509" y="2155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0" name="Freeform 4859"/>
          <p:cNvSpPr/>
          <p:nvPr/>
        </p:nvSpPr>
        <p:spPr>
          <a:xfrm>
            <a:off x="8346720" y="21377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1" name="Freeform 4860"/>
          <p:cNvSpPr/>
          <p:nvPr/>
        </p:nvSpPr>
        <p:spPr>
          <a:xfrm>
            <a:off x="7752999" y="21669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2" name="Freeform 4861"/>
          <p:cNvSpPr/>
          <p:nvPr/>
        </p:nvSpPr>
        <p:spPr>
          <a:xfrm>
            <a:off x="6458563" y="21323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3" name="Freeform 4862"/>
          <p:cNvSpPr/>
          <p:nvPr/>
        </p:nvSpPr>
        <p:spPr>
          <a:xfrm>
            <a:off x="7686022" y="2143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4" name="Freeform 4863"/>
          <p:cNvSpPr/>
          <p:nvPr/>
        </p:nvSpPr>
        <p:spPr>
          <a:xfrm>
            <a:off x="7478718" y="2133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5" name="Freeform 4864"/>
          <p:cNvSpPr/>
          <p:nvPr/>
        </p:nvSpPr>
        <p:spPr>
          <a:xfrm>
            <a:off x="7841317" y="21488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6" name="Freeform 4865"/>
          <p:cNvSpPr/>
          <p:nvPr/>
        </p:nvSpPr>
        <p:spPr>
          <a:xfrm>
            <a:off x="7573127" y="2140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7" name="Freeform 4866"/>
          <p:cNvSpPr/>
          <p:nvPr/>
        </p:nvSpPr>
        <p:spPr>
          <a:xfrm>
            <a:off x="7223314" y="2160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8" name="Freeform 4867"/>
          <p:cNvSpPr/>
          <p:nvPr/>
        </p:nvSpPr>
        <p:spPr>
          <a:xfrm>
            <a:off x="6860253" y="2139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9" name="Freeform 4868"/>
          <p:cNvSpPr/>
          <p:nvPr/>
        </p:nvSpPr>
        <p:spPr>
          <a:xfrm>
            <a:off x="7521968" y="21452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0" name="Freeform 4869"/>
          <p:cNvSpPr/>
          <p:nvPr/>
        </p:nvSpPr>
        <p:spPr>
          <a:xfrm>
            <a:off x="7407010" y="2143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1" name="Freeform 4870"/>
          <p:cNvSpPr/>
          <p:nvPr/>
        </p:nvSpPr>
        <p:spPr>
          <a:xfrm>
            <a:off x="7999242" y="2157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2" name="Freeform 4871"/>
          <p:cNvSpPr/>
          <p:nvPr/>
        </p:nvSpPr>
        <p:spPr>
          <a:xfrm>
            <a:off x="6449122" y="2152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3" name="Freeform 4872"/>
          <p:cNvSpPr/>
          <p:nvPr/>
        </p:nvSpPr>
        <p:spPr>
          <a:xfrm>
            <a:off x="7122285" y="21582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4" name="Freeform 4873"/>
          <p:cNvSpPr/>
          <p:nvPr/>
        </p:nvSpPr>
        <p:spPr>
          <a:xfrm>
            <a:off x="7256900" y="2149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5" name="Freeform 4874"/>
          <p:cNvSpPr/>
          <p:nvPr/>
        </p:nvSpPr>
        <p:spPr>
          <a:xfrm>
            <a:off x="7722018" y="2146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6" name="Freeform 4875"/>
          <p:cNvSpPr/>
          <p:nvPr/>
        </p:nvSpPr>
        <p:spPr>
          <a:xfrm>
            <a:off x="7267965" y="2149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7" name="Freeform 4876"/>
          <p:cNvSpPr/>
          <p:nvPr/>
        </p:nvSpPr>
        <p:spPr>
          <a:xfrm>
            <a:off x="6179844" y="21465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8" name="Freeform 4877"/>
          <p:cNvSpPr/>
          <p:nvPr/>
        </p:nvSpPr>
        <p:spPr>
          <a:xfrm>
            <a:off x="8064457" y="21387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9" name="Freeform 4878"/>
          <p:cNvSpPr/>
          <p:nvPr/>
        </p:nvSpPr>
        <p:spPr>
          <a:xfrm>
            <a:off x="6548460" y="21501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0" name="Freeform 4879"/>
          <p:cNvSpPr/>
          <p:nvPr/>
        </p:nvSpPr>
        <p:spPr>
          <a:xfrm>
            <a:off x="7720069" y="21401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1" name="Freeform 4880"/>
          <p:cNvSpPr/>
          <p:nvPr/>
        </p:nvSpPr>
        <p:spPr>
          <a:xfrm>
            <a:off x="8063676" y="21571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2" name="Freeform 4881"/>
          <p:cNvSpPr/>
          <p:nvPr/>
        </p:nvSpPr>
        <p:spPr>
          <a:xfrm>
            <a:off x="7854756" y="21591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3" name="Freeform 4882"/>
          <p:cNvSpPr/>
          <p:nvPr/>
        </p:nvSpPr>
        <p:spPr>
          <a:xfrm>
            <a:off x="8088819" y="2160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4" name="Freeform 4883"/>
          <p:cNvSpPr/>
          <p:nvPr/>
        </p:nvSpPr>
        <p:spPr>
          <a:xfrm>
            <a:off x="7788794" y="2135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5" name="Freeform 4884"/>
          <p:cNvSpPr/>
          <p:nvPr/>
        </p:nvSpPr>
        <p:spPr>
          <a:xfrm>
            <a:off x="7409889" y="2161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6" name="Freeform 4885"/>
          <p:cNvSpPr/>
          <p:nvPr/>
        </p:nvSpPr>
        <p:spPr>
          <a:xfrm>
            <a:off x="6265063" y="2161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7" name="Freeform 4886"/>
          <p:cNvSpPr/>
          <p:nvPr/>
        </p:nvSpPr>
        <p:spPr>
          <a:xfrm>
            <a:off x="7715220" y="214124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8" name="Freeform 4887"/>
          <p:cNvSpPr/>
          <p:nvPr/>
        </p:nvSpPr>
        <p:spPr>
          <a:xfrm>
            <a:off x="7703221" y="21456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9" name="Freeform 4888"/>
          <p:cNvSpPr/>
          <p:nvPr/>
        </p:nvSpPr>
        <p:spPr>
          <a:xfrm>
            <a:off x="6870976" y="2158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0" name="Freeform 4889"/>
          <p:cNvSpPr/>
          <p:nvPr/>
        </p:nvSpPr>
        <p:spPr>
          <a:xfrm>
            <a:off x="7910448" y="21603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1" name="Freeform 4890"/>
          <p:cNvSpPr/>
          <p:nvPr/>
        </p:nvSpPr>
        <p:spPr>
          <a:xfrm>
            <a:off x="6673209" y="2147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2" name="Freeform 4891"/>
          <p:cNvSpPr/>
          <p:nvPr/>
        </p:nvSpPr>
        <p:spPr>
          <a:xfrm>
            <a:off x="7406369" y="215251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3D74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3" name="Freeform 4892"/>
          <p:cNvSpPr/>
          <p:nvPr/>
        </p:nvSpPr>
        <p:spPr>
          <a:xfrm>
            <a:off x="7093839" y="2151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4" name="Freeform 4893"/>
          <p:cNvSpPr/>
          <p:nvPr/>
        </p:nvSpPr>
        <p:spPr>
          <a:xfrm>
            <a:off x="6895447" y="21557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5" name="Freeform 4894"/>
          <p:cNvSpPr/>
          <p:nvPr/>
        </p:nvSpPr>
        <p:spPr>
          <a:xfrm>
            <a:off x="7606175" y="2151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6" name="Freeform 4895"/>
          <p:cNvSpPr/>
          <p:nvPr/>
        </p:nvSpPr>
        <p:spPr>
          <a:xfrm>
            <a:off x="7142150" y="2156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7" name="Freeform 4896"/>
          <p:cNvSpPr/>
          <p:nvPr/>
        </p:nvSpPr>
        <p:spPr>
          <a:xfrm>
            <a:off x="6689107" y="21597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8" name="Freeform 4897"/>
          <p:cNvSpPr/>
          <p:nvPr/>
        </p:nvSpPr>
        <p:spPr>
          <a:xfrm>
            <a:off x="6934233" y="2139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9" name="Freeform 4898"/>
          <p:cNvSpPr/>
          <p:nvPr/>
        </p:nvSpPr>
        <p:spPr>
          <a:xfrm>
            <a:off x="7062930" y="21540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0" name="Freeform 4899"/>
          <p:cNvSpPr/>
          <p:nvPr/>
        </p:nvSpPr>
        <p:spPr>
          <a:xfrm>
            <a:off x="7881592" y="21438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1" name="Freeform 4900"/>
          <p:cNvSpPr/>
          <p:nvPr/>
        </p:nvSpPr>
        <p:spPr>
          <a:xfrm>
            <a:off x="7039132" y="2157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2" name="Freeform 4901"/>
          <p:cNvSpPr/>
          <p:nvPr/>
        </p:nvSpPr>
        <p:spPr>
          <a:xfrm>
            <a:off x="7354353" y="21545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3" name="Freeform 4902"/>
          <p:cNvSpPr/>
          <p:nvPr/>
        </p:nvSpPr>
        <p:spPr>
          <a:xfrm>
            <a:off x="7550129" y="21460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4" name="Freeform 4903"/>
          <p:cNvSpPr/>
          <p:nvPr/>
        </p:nvSpPr>
        <p:spPr>
          <a:xfrm>
            <a:off x="7513701" y="21476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5" name="Freeform 4904"/>
          <p:cNvSpPr/>
          <p:nvPr/>
        </p:nvSpPr>
        <p:spPr>
          <a:xfrm>
            <a:off x="7504269" y="2135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6" name="Freeform 4905"/>
          <p:cNvSpPr/>
          <p:nvPr/>
        </p:nvSpPr>
        <p:spPr>
          <a:xfrm>
            <a:off x="7430742" y="21537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7" name="Freeform 4906"/>
          <p:cNvSpPr/>
          <p:nvPr/>
        </p:nvSpPr>
        <p:spPr>
          <a:xfrm>
            <a:off x="7840870" y="21511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8" name="Freeform 4907"/>
          <p:cNvSpPr/>
          <p:nvPr/>
        </p:nvSpPr>
        <p:spPr>
          <a:xfrm>
            <a:off x="7412241" y="21355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9" name="Freeform 4908"/>
          <p:cNvSpPr/>
          <p:nvPr/>
        </p:nvSpPr>
        <p:spPr>
          <a:xfrm>
            <a:off x="7446477" y="2154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0" name="Freeform 4909"/>
          <p:cNvSpPr/>
          <p:nvPr/>
        </p:nvSpPr>
        <p:spPr>
          <a:xfrm>
            <a:off x="7636302" y="21481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1" name="Freeform 4910"/>
          <p:cNvSpPr/>
          <p:nvPr/>
        </p:nvSpPr>
        <p:spPr>
          <a:xfrm>
            <a:off x="7824721" y="2159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2" name="Freeform 4911"/>
          <p:cNvSpPr/>
          <p:nvPr/>
        </p:nvSpPr>
        <p:spPr>
          <a:xfrm>
            <a:off x="7709734" y="21519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3" name="Freeform 4912"/>
          <p:cNvSpPr/>
          <p:nvPr/>
        </p:nvSpPr>
        <p:spPr>
          <a:xfrm>
            <a:off x="7340436" y="2151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4" name="Freeform 4913"/>
          <p:cNvSpPr/>
          <p:nvPr/>
        </p:nvSpPr>
        <p:spPr>
          <a:xfrm>
            <a:off x="7352480" y="21504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5" name="Freeform 4914"/>
          <p:cNvSpPr/>
          <p:nvPr/>
        </p:nvSpPr>
        <p:spPr>
          <a:xfrm>
            <a:off x="7330691" y="21507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6" name="Freeform 4915"/>
          <p:cNvSpPr/>
          <p:nvPr/>
        </p:nvSpPr>
        <p:spPr>
          <a:xfrm>
            <a:off x="8061762" y="2148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7" name="Freeform 4916"/>
          <p:cNvSpPr/>
          <p:nvPr/>
        </p:nvSpPr>
        <p:spPr>
          <a:xfrm>
            <a:off x="7373735" y="2146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8" name="Freeform 4917"/>
          <p:cNvSpPr/>
          <p:nvPr/>
        </p:nvSpPr>
        <p:spPr>
          <a:xfrm>
            <a:off x="7770794" y="2146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9" name="Freeform 4918"/>
          <p:cNvSpPr/>
          <p:nvPr/>
        </p:nvSpPr>
        <p:spPr>
          <a:xfrm>
            <a:off x="7746091" y="215001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0" name="Freeform 4919"/>
          <p:cNvSpPr/>
          <p:nvPr/>
        </p:nvSpPr>
        <p:spPr>
          <a:xfrm>
            <a:off x="6677784" y="2150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1" name="Freeform 4920"/>
          <p:cNvSpPr/>
          <p:nvPr/>
        </p:nvSpPr>
        <p:spPr>
          <a:xfrm>
            <a:off x="7084209" y="21482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C0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2" name="Freeform 4921"/>
          <p:cNvSpPr/>
          <p:nvPr/>
        </p:nvSpPr>
        <p:spPr>
          <a:xfrm>
            <a:off x="8064577" y="21542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3" name="Freeform 4922"/>
          <p:cNvSpPr/>
          <p:nvPr/>
        </p:nvSpPr>
        <p:spPr>
          <a:xfrm>
            <a:off x="7458315" y="21491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4" name="Freeform 4923"/>
          <p:cNvSpPr/>
          <p:nvPr/>
        </p:nvSpPr>
        <p:spPr>
          <a:xfrm>
            <a:off x="8504206" y="216413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5" name="Freeform 4924"/>
          <p:cNvSpPr/>
          <p:nvPr/>
        </p:nvSpPr>
        <p:spPr>
          <a:xfrm>
            <a:off x="7877233" y="21409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6" name="Freeform 4925"/>
          <p:cNvSpPr/>
          <p:nvPr/>
        </p:nvSpPr>
        <p:spPr>
          <a:xfrm>
            <a:off x="8133259" y="215173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7" name="Freeform 4926"/>
          <p:cNvSpPr/>
          <p:nvPr/>
        </p:nvSpPr>
        <p:spPr>
          <a:xfrm>
            <a:off x="7374472" y="2149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8" name="Freeform 4927"/>
          <p:cNvSpPr/>
          <p:nvPr/>
        </p:nvSpPr>
        <p:spPr>
          <a:xfrm>
            <a:off x="7611535" y="21576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9" name="Freeform 4928"/>
          <p:cNvSpPr/>
          <p:nvPr/>
        </p:nvSpPr>
        <p:spPr>
          <a:xfrm>
            <a:off x="7208469" y="21439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0" name="Freeform 4929"/>
          <p:cNvSpPr/>
          <p:nvPr/>
        </p:nvSpPr>
        <p:spPr>
          <a:xfrm>
            <a:off x="8016263" y="21394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1" name="Freeform 4930"/>
          <p:cNvSpPr/>
          <p:nvPr/>
        </p:nvSpPr>
        <p:spPr>
          <a:xfrm>
            <a:off x="7550106" y="2160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2" name="Freeform 4931"/>
          <p:cNvSpPr/>
          <p:nvPr/>
        </p:nvSpPr>
        <p:spPr>
          <a:xfrm>
            <a:off x="7146776" y="2170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3" name="Freeform 4932"/>
          <p:cNvSpPr/>
          <p:nvPr/>
        </p:nvSpPr>
        <p:spPr>
          <a:xfrm>
            <a:off x="7140158" y="2147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4" name="Freeform 4933"/>
          <p:cNvSpPr/>
          <p:nvPr/>
        </p:nvSpPr>
        <p:spPr>
          <a:xfrm>
            <a:off x="7058818" y="21464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5" name="Freeform 4934"/>
          <p:cNvSpPr/>
          <p:nvPr/>
        </p:nvSpPr>
        <p:spPr>
          <a:xfrm>
            <a:off x="7114272" y="21478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6" name="Freeform 4935"/>
          <p:cNvSpPr/>
          <p:nvPr/>
        </p:nvSpPr>
        <p:spPr>
          <a:xfrm>
            <a:off x="7611866" y="21498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7" name="Freeform 4936"/>
          <p:cNvSpPr/>
          <p:nvPr/>
        </p:nvSpPr>
        <p:spPr>
          <a:xfrm>
            <a:off x="7114165" y="2158075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8" name="Freeform 4937"/>
          <p:cNvSpPr/>
          <p:nvPr/>
        </p:nvSpPr>
        <p:spPr>
          <a:xfrm>
            <a:off x="7790927" y="2140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9" name="Freeform 4938"/>
          <p:cNvSpPr/>
          <p:nvPr/>
        </p:nvSpPr>
        <p:spPr>
          <a:xfrm>
            <a:off x="7040195" y="21402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0" name="Freeform 4939"/>
          <p:cNvSpPr/>
          <p:nvPr/>
        </p:nvSpPr>
        <p:spPr>
          <a:xfrm>
            <a:off x="7284282" y="21624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1" name="Freeform 4940"/>
          <p:cNvSpPr/>
          <p:nvPr/>
        </p:nvSpPr>
        <p:spPr>
          <a:xfrm>
            <a:off x="7448277" y="21373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2" name="Freeform 4941"/>
          <p:cNvSpPr/>
          <p:nvPr/>
        </p:nvSpPr>
        <p:spPr>
          <a:xfrm>
            <a:off x="8798509" y="21437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3" name="Freeform 4942"/>
          <p:cNvSpPr/>
          <p:nvPr/>
        </p:nvSpPr>
        <p:spPr>
          <a:xfrm>
            <a:off x="7004378" y="215599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4" name="Freeform 4943"/>
          <p:cNvSpPr/>
          <p:nvPr/>
        </p:nvSpPr>
        <p:spPr>
          <a:xfrm>
            <a:off x="7088959" y="2154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5" name="Freeform 4944"/>
          <p:cNvSpPr/>
          <p:nvPr/>
        </p:nvSpPr>
        <p:spPr>
          <a:xfrm>
            <a:off x="7913943" y="21476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6" name="Freeform 4945"/>
          <p:cNvSpPr/>
          <p:nvPr/>
        </p:nvSpPr>
        <p:spPr>
          <a:xfrm>
            <a:off x="6753903" y="21614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7" name="Freeform 4946"/>
          <p:cNvSpPr/>
          <p:nvPr/>
        </p:nvSpPr>
        <p:spPr>
          <a:xfrm>
            <a:off x="7201548" y="2150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8" name="Freeform 4947"/>
          <p:cNvSpPr/>
          <p:nvPr/>
        </p:nvSpPr>
        <p:spPr>
          <a:xfrm>
            <a:off x="8018015" y="21397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9" name="Freeform 4948"/>
          <p:cNvSpPr/>
          <p:nvPr/>
        </p:nvSpPr>
        <p:spPr>
          <a:xfrm>
            <a:off x="6827477" y="2150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0" name="Freeform 4949"/>
          <p:cNvSpPr/>
          <p:nvPr/>
        </p:nvSpPr>
        <p:spPr>
          <a:xfrm>
            <a:off x="7309984" y="21372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1" name="Freeform 4950"/>
          <p:cNvSpPr/>
          <p:nvPr/>
        </p:nvSpPr>
        <p:spPr>
          <a:xfrm>
            <a:off x="6798929" y="2141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2" name="Freeform 4951"/>
          <p:cNvSpPr/>
          <p:nvPr/>
        </p:nvSpPr>
        <p:spPr>
          <a:xfrm>
            <a:off x="7071030" y="2138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3" name="Freeform 4952"/>
          <p:cNvSpPr/>
          <p:nvPr/>
        </p:nvSpPr>
        <p:spPr>
          <a:xfrm>
            <a:off x="7268004" y="21565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4" name="Freeform 4953"/>
          <p:cNvSpPr/>
          <p:nvPr/>
        </p:nvSpPr>
        <p:spPr>
          <a:xfrm>
            <a:off x="7177109" y="2143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5" name="Freeform 4954"/>
          <p:cNvSpPr/>
          <p:nvPr/>
        </p:nvSpPr>
        <p:spPr>
          <a:xfrm>
            <a:off x="7851352" y="2141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6" name="Freeform 4955"/>
          <p:cNvSpPr/>
          <p:nvPr/>
        </p:nvSpPr>
        <p:spPr>
          <a:xfrm>
            <a:off x="6603872" y="214918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7" name="Freeform 4956"/>
          <p:cNvSpPr/>
          <p:nvPr/>
        </p:nvSpPr>
        <p:spPr>
          <a:xfrm>
            <a:off x="7810089" y="21610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8" name="Freeform 4957"/>
          <p:cNvSpPr/>
          <p:nvPr/>
        </p:nvSpPr>
        <p:spPr>
          <a:xfrm>
            <a:off x="7416794" y="21608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9" name="Freeform 4958"/>
          <p:cNvSpPr/>
          <p:nvPr/>
        </p:nvSpPr>
        <p:spPr>
          <a:xfrm>
            <a:off x="7909354" y="2149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0" name="Freeform 4959"/>
          <p:cNvSpPr/>
          <p:nvPr/>
        </p:nvSpPr>
        <p:spPr>
          <a:xfrm>
            <a:off x="7008017" y="2167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1" name="Freeform 4960"/>
          <p:cNvSpPr/>
          <p:nvPr/>
        </p:nvSpPr>
        <p:spPr>
          <a:xfrm>
            <a:off x="8417133" y="2151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2" name="Freeform 4961"/>
          <p:cNvSpPr/>
          <p:nvPr/>
        </p:nvSpPr>
        <p:spPr>
          <a:xfrm>
            <a:off x="7121305" y="21654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3" name="Freeform 4962"/>
          <p:cNvSpPr/>
          <p:nvPr/>
        </p:nvSpPr>
        <p:spPr>
          <a:xfrm>
            <a:off x="6953118" y="21434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4" name="Freeform 4963"/>
          <p:cNvSpPr/>
          <p:nvPr/>
        </p:nvSpPr>
        <p:spPr>
          <a:xfrm>
            <a:off x="7505263" y="21504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5" name="Freeform 4964"/>
          <p:cNvSpPr/>
          <p:nvPr/>
        </p:nvSpPr>
        <p:spPr>
          <a:xfrm>
            <a:off x="7695050" y="21574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6" name="Freeform 4965"/>
          <p:cNvSpPr/>
          <p:nvPr/>
        </p:nvSpPr>
        <p:spPr>
          <a:xfrm>
            <a:off x="8289398" y="2153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7" name="Freeform 4966"/>
          <p:cNvSpPr/>
          <p:nvPr/>
        </p:nvSpPr>
        <p:spPr>
          <a:xfrm>
            <a:off x="7773315" y="2140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8" name="Freeform 4967"/>
          <p:cNvSpPr/>
          <p:nvPr/>
        </p:nvSpPr>
        <p:spPr>
          <a:xfrm>
            <a:off x="7535452" y="2146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9" name="Freeform 4968"/>
          <p:cNvSpPr/>
          <p:nvPr/>
        </p:nvSpPr>
        <p:spPr>
          <a:xfrm>
            <a:off x="7631871" y="2146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0" name="Freeform 4969"/>
          <p:cNvSpPr/>
          <p:nvPr/>
        </p:nvSpPr>
        <p:spPr>
          <a:xfrm>
            <a:off x="7604401" y="21394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1" name="Freeform 4970"/>
          <p:cNvSpPr/>
          <p:nvPr/>
        </p:nvSpPr>
        <p:spPr>
          <a:xfrm>
            <a:off x="7076041" y="2140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2" name="Freeform 4971"/>
          <p:cNvSpPr/>
          <p:nvPr/>
        </p:nvSpPr>
        <p:spPr>
          <a:xfrm>
            <a:off x="8094992" y="21345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3" name="Freeform 4972"/>
          <p:cNvSpPr/>
          <p:nvPr/>
        </p:nvSpPr>
        <p:spPr>
          <a:xfrm>
            <a:off x="8415264" y="2155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4" name="Freeform 4973"/>
          <p:cNvSpPr/>
          <p:nvPr/>
        </p:nvSpPr>
        <p:spPr>
          <a:xfrm>
            <a:off x="7307982" y="2147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5" name="Freeform 4974"/>
          <p:cNvSpPr/>
          <p:nvPr/>
        </p:nvSpPr>
        <p:spPr>
          <a:xfrm>
            <a:off x="6999313" y="21467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6" name="Freeform 4975"/>
          <p:cNvSpPr/>
          <p:nvPr/>
        </p:nvSpPr>
        <p:spPr>
          <a:xfrm>
            <a:off x="8039941" y="2135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4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7" name="Freeform 4976"/>
          <p:cNvSpPr/>
          <p:nvPr/>
        </p:nvSpPr>
        <p:spPr>
          <a:xfrm>
            <a:off x="7895481" y="214827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8" name="Freeform 4977"/>
          <p:cNvSpPr/>
          <p:nvPr/>
        </p:nvSpPr>
        <p:spPr>
          <a:xfrm>
            <a:off x="6913089" y="21497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9" name="Freeform 4978"/>
          <p:cNvSpPr/>
          <p:nvPr/>
        </p:nvSpPr>
        <p:spPr>
          <a:xfrm>
            <a:off x="7019250" y="21545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0" name="Freeform 4979"/>
          <p:cNvSpPr/>
          <p:nvPr/>
        </p:nvSpPr>
        <p:spPr>
          <a:xfrm>
            <a:off x="7711128" y="21511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1" name="Freeform 4980"/>
          <p:cNvSpPr/>
          <p:nvPr/>
        </p:nvSpPr>
        <p:spPr>
          <a:xfrm>
            <a:off x="7449333" y="21486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2" name="Freeform 4981"/>
          <p:cNvSpPr/>
          <p:nvPr/>
        </p:nvSpPr>
        <p:spPr>
          <a:xfrm>
            <a:off x="7641765" y="21497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3" name="Freeform 4982"/>
          <p:cNvSpPr/>
          <p:nvPr/>
        </p:nvSpPr>
        <p:spPr>
          <a:xfrm>
            <a:off x="6850918" y="21558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4" name="Freeform 4983"/>
          <p:cNvSpPr/>
          <p:nvPr/>
        </p:nvSpPr>
        <p:spPr>
          <a:xfrm>
            <a:off x="7321575" y="2139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5" name="Freeform 4984"/>
          <p:cNvSpPr/>
          <p:nvPr/>
        </p:nvSpPr>
        <p:spPr>
          <a:xfrm>
            <a:off x="7388706" y="2141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6" name="Freeform 4985"/>
          <p:cNvSpPr/>
          <p:nvPr/>
        </p:nvSpPr>
        <p:spPr>
          <a:xfrm>
            <a:off x="7934875" y="21485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7" name="Freeform 4986"/>
          <p:cNvSpPr/>
          <p:nvPr/>
        </p:nvSpPr>
        <p:spPr>
          <a:xfrm>
            <a:off x="7273715" y="2143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8" name="Freeform 4987"/>
          <p:cNvSpPr/>
          <p:nvPr/>
        </p:nvSpPr>
        <p:spPr>
          <a:xfrm>
            <a:off x="7960687" y="21631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9" name="Freeform 4988"/>
          <p:cNvSpPr/>
          <p:nvPr/>
        </p:nvSpPr>
        <p:spPr>
          <a:xfrm>
            <a:off x="7876400" y="21443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0" name="Freeform 4989"/>
          <p:cNvSpPr/>
          <p:nvPr/>
        </p:nvSpPr>
        <p:spPr>
          <a:xfrm>
            <a:off x="7276997" y="21538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1" name="Freeform 4990"/>
          <p:cNvSpPr/>
          <p:nvPr/>
        </p:nvSpPr>
        <p:spPr>
          <a:xfrm>
            <a:off x="7967271" y="21493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2" name="Freeform 4991"/>
          <p:cNvSpPr/>
          <p:nvPr/>
        </p:nvSpPr>
        <p:spPr>
          <a:xfrm>
            <a:off x="7852525" y="2159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3" name="Freeform 4992"/>
          <p:cNvSpPr/>
          <p:nvPr/>
        </p:nvSpPr>
        <p:spPr>
          <a:xfrm>
            <a:off x="8135898" y="21496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4" name="Freeform 4993"/>
          <p:cNvSpPr/>
          <p:nvPr/>
        </p:nvSpPr>
        <p:spPr>
          <a:xfrm>
            <a:off x="7195914" y="2151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5" name="Freeform 4994"/>
          <p:cNvSpPr/>
          <p:nvPr/>
        </p:nvSpPr>
        <p:spPr>
          <a:xfrm>
            <a:off x="7495013" y="2145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6" name="Freeform 4995"/>
          <p:cNvSpPr/>
          <p:nvPr/>
        </p:nvSpPr>
        <p:spPr>
          <a:xfrm>
            <a:off x="7498842" y="21313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7" name="Freeform 4996"/>
          <p:cNvSpPr/>
          <p:nvPr/>
        </p:nvSpPr>
        <p:spPr>
          <a:xfrm>
            <a:off x="7472329" y="2142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8" name="Freeform 4997"/>
          <p:cNvSpPr/>
          <p:nvPr/>
        </p:nvSpPr>
        <p:spPr>
          <a:xfrm>
            <a:off x="8413055" y="21517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9" name="Freeform 4998"/>
          <p:cNvSpPr/>
          <p:nvPr/>
        </p:nvSpPr>
        <p:spPr>
          <a:xfrm>
            <a:off x="8132728" y="2152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0" name="Freeform 4999"/>
          <p:cNvSpPr/>
          <p:nvPr/>
        </p:nvSpPr>
        <p:spPr>
          <a:xfrm>
            <a:off x="7399668" y="2156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1" name="Freeform 5000"/>
          <p:cNvSpPr/>
          <p:nvPr/>
        </p:nvSpPr>
        <p:spPr>
          <a:xfrm>
            <a:off x="7710875" y="2149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2" name="Freeform 5001"/>
          <p:cNvSpPr/>
          <p:nvPr/>
        </p:nvSpPr>
        <p:spPr>
          <a:xfrm>
            <a:off x="7255467" y="21560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7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3" name="Freeform 5002"/>
          <p:cNvSpPr/>
          <p:nvPr/>
        </p:nvSpPr>
        <p:spPr>
          <a:xfrm>
            <a:off x="7711649" y="21445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4" name="Freeform 5003"/>
          <p:cNvSpPr/>
          <p:nvPr/>
        </p:nvSpPr>
        <p:spPr>
          <a:xfrm>
            <a:off x="6731645" y="21464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5" name="Freeform 5004"/>
          <p:cNvSpPr/>
          <p:nvPr/>
        </p:nvSpPr>
        <p:spPr>
          <a:xfrm>
            <a:off x="7673160" y="2137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6" name="Freeform 5005"/>
          <p:cNvSpPr/>
          <p:nvPr/>
        </p:nvSpPr>
        <p:spPr>
          <a:xfrm>
            <a:off x="7334779" y="213651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7" name="Freeform 5006"/>
          <p:cNvSpPr/>
          <p:nvPr/>
        </p:nvSpPr>
        <p:spPr>
          <a:xfrm>
            <a:off x="7396187" y="21469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8" name="Freeform 5007"/>
          <p:cNvSpPr/>
          <p:nvPr/>
        </p:nvSpPr>
        <p:spPr>
          <a:xfrm>
            <a:off x="8442270" y="21445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9" name="Freeform 5008"/>
          <p:cNvSpPr/>
          <p:nvPr/>
        </p:nvSpPr>
        <p:spPr>
          <a:xfrm>
            <a:off x="7150274" y="2160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0" name="Freeform 5009"/>
          <p:cNvSpPr/>
          <p:nvPr/>
        </p:nvSpPr>
        <p:spPr>
          <a:xfrm>
            <a:off x="6748492" y="2143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1" name="Freeform 5010"/>
          <p:cNvSpPr/>
          <p:nvPr/>
        </p:nvSpPr>
        <p:spPr>
          <a:xfrm>
            <a:off x="8146882" y="2150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2" name="Freeform 5011"/>
          <p:cNvSpPr/>
          <p:nvPr/>
        </p:nvSpPr>
        <p:spPr>
          <a:xfrm>
            <a:off x="6649584" y="2142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3" name="Freeform 5012"/>
          <p:cNvSpPr/>
          <p:nvPr/>
        </p:nvSpPr>
        <p:spPr>
          <a:xfrm>
            <a:off x="8629281" y="2144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4" name="Freeform 5013"/>
          <p:cNvSpPr/>
          <p:nvPr/>
        </p:nvSpPr>
        <p:spPr>
          <a:xfrm>
            <a:off x="6802136" y="21453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5" name="Freeform 5014"/>
          <p:cNvSpPr/>
          <p:nvPr/>
        </p:nvSpPr>
        <p:spPr>
          <a:xfrm>
            <a:off x="7552915" y="21378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6" name="Freeform 5015"/>
          <p:cNvSpPr/>
          <p:nvPr/>
        </p:nvSpPr>
        <p:spPr>
          <a:xfrm>
            <a:off x="7098598" y="2145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7" name="Freeform 5016"/>
          <p:cNvSpPr/>
          <p:nvPr/>
        </p:nvSpPr>
        <p:spPr>
          <a:xfrm>
            <a:off x="7665663" y="21592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8" name="Freeform 5017"/>
          <p:cNvSpPr/>
          <p:nvPr/>
        </p:nvSpPr>
        <p:spPr>
          <a:xfrm>
            <a:off x="6910400" y="21444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9" name="Freeform 5018"/>
          <p:cNvSpPr/>
          <p:nvPr/>
        </p:nvSpPr>
        <p:spPr>
          <a:xfrm>
            <a:off x="8036477" y="215567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0" name="Freeform 5019"/>
          <p:cNvSpPr/>
          <p:nvPr/>
        </p:nvSpPr>
        <p:spPr>
          <a:xfrm>
            <a:off x="7727015" y="2139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1" name="Freeform 5020"/>
          <p:cNvSpPr/>
          <p:nvPr/>
        </p:nvSpPr>
        <p:spPr>
          <a:xfrm>
            <a:off x="7555489" y="2159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2" name="Freeform 5021"/>
          <p:cNvSpPr/>
          <p:nvPr/>
        </p:nvSpPr>
        <p:spPr>
          <a:xfrm>
            <a:off x="7606790" y="2142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3" name="Freeform 5022"/>
          <p:cNvSpPr/>
          <p:nvPr/>
        </p:nvSpPr>
        <p:spPr>
          <a:xfrm>
            <a:off x="7229734" y="21430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4" name="Freeform 5023"/>
          <p:cNvSpPr/>
          <p:nvPr/>
        </p:nvSpPr>
        <p:spPr>
          <a:xfrm>
            <a:off x="6685197" y="2145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5" name="Freeform 5024"/>
          <p:cNvSpPr/>
          <p:nvPr/>
        </p:nvSpPr>
        <p:spPr>
          <a:xfrm>
            <a:off x="7032580" y="21634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6" name="Freeform 5025"/>
          <p:cNvSpPr/>
          <p:nvPr/>
        </p:nvSpPr>
        <p:spPr>
          <a:xfrm>
            <a:off x="8462255" y="21375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7" name="Freeform 5026"/>
          <p:cNvSpPr/>
          <p:nvPr/>
        </p:nvSpPr>
        <p:spPr>
          <a:xfrm>
            <a:off x="7896152" y="21603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8" name="Freeform 5027"/>
          <p:cNvSpPr/>
          <p:nvPr/>
        </p:nvSpPr>
        <p:spPr>
          <a:xfrm>
            <a:off x="7681813" y="21534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9" name="Freeform 5028"/>
          <p:cNvSpPr/>
          <p:nvPr/>
        </p:nvSpPr>
        <p:spPr>
          <a:xfrm>
            <a:off x="7643539" y="2151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0" name="Freeform 5029"/>
          <p:cNvSpPr/>
          <p:nvPr/>
        </p:nvSpPr>
        <p:spPr>
          <a:xfrm>
            <a:off x="7171231" y="215230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1" name="Freeform 5030"/>
          <p:cNvSpPr/>
          <p:nvPr/>
        </p:nvSpPr>
        <p:spPr>
          <a:xfrm>
            <a:off x="7287925" y="21373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2" name="Freeform 5031"/>
          <p:cNvSpPr/>
          <p:nvPr/>
        </p:nvSpPr>
        <p:spPr>
          <a:xfrm>
            <a:off x="6532944" y="21504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3" name="Freeform 5032"/>
          <p:cNvSpPr/>
          <p:nvPr/>
        </p:nvSpPr>
        <p:spPr>
          <a:xfrm>
            <a:off x="8258765" y="21484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A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4" name="Freeform 5033"/>
          <p:cNvSpPr/>
          <p:nvPr/>
        </p:nvSpPr>
        <p:spPr>
          <a:xfrm>
            <a:off x="7104575" y="2134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5" name="Freeform 5034"/>
          <p:cNvSpPr/>
          <p:nvPr/>
        </p:nvSpPr>
        <p:spPr>
          <a:xfrm>
            <a:off x="8223591" y="2151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6" name="Freeform 5035"/>
          <p:cNvSpPr/>
          <p:nvPr/>
        </p:nvSpPr>
        <p:spPr>
          <a:xfrm>
            <a:off x="7295621" y="2148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7" name="Freeform 5036"/>
          <p:cNvSpPr/>
          <p:nvPr/>
        </p:nvSpPr>
        <p:spPr>
          <a:xfrm>
            <a:off x="6320004" y="21494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8" name="Freeform 5037"/>
          <p:cNvSpPr/>
          <p:nvPr/>
        </p:nvSpPr>
        <p:spPr>
          <a:xfrm>
            <a:off x="7337150" y="21648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9" name="Freeform 5038"/>
          <p:cNvSpPr/>
          <p:nvPr/>
        </p:nvSpPr>
        <p:spPr>
          <a:xfrm>
            <a:off x="6794664" y="21530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0" name="Freeform 5039"/>
          <p:cNvSpPr/>
          <p:nvPr/>
        </p:nvSpPr>
        <p:spPr>
          <a:xfrm>
            <a:off x="7891353" y="21468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1" name="Freeform 5040"/>
          <p:cNvSpPr/>
          <p:nvPr/>
        </p:nvSpPr>
        <p:spPr>
          <a:xfrm>
            <a:off x="7675266" y="21501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2" name="Freeform 5041"/>
          <p:cNvSpPr/>
          <p:nvPr/>
        </p:nvSpPr>
        <p:spPr>
          <a:xfrm>
            <a:off x="7217342" y="2138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3" name="Freeform 5042"/>
          <p:cNvSpPr/>
          <p:nvPr/>
        </p:nvSpPr>
        <p:spPr>
          <a:xfrm>
            <a:off x="7771327" y="2156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4" name="Freeform 5043"/>
          <p:cNvSpPr/>
          <p:nvPr/>
        </p:nvSpPr>
        <p:spPr>
          <a:xfrm>
            <a:off x="7343594" y="2140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5" name="Freeform 5044"/>
          <p:cNvSpPr/>
          <p:nvPr/>
        </p:nvSpPr>
        <p:spPr>
          <a:xfrm>
            <a:off x="8167479" y="2147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6" name="Freeform 5045"/>
          <p:cNvSpPr/>
          <p:nvPr/>
        </p:nvSpPr>
        <p:spPr>
          <a:xfrm>
            <a:off x="7990552" y="21551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7" name="Freeform 5046"/>
          <p:cNvSpPr/>
          <p:nvPr/>
        </p:nvSpPr>
        <p:spPr>
          <a:xfrm>
            <a:off x="6947381" y="2147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8" name="Freeform 5047"/>
          <p:cNvSpPr/>
          <p:nvPr/>
        </p:nvSpPr>
        <p:spPr>
          <a:xfrm>
            <a:off x="6627595" y="21479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9" name="Freeform 5048"/>
          <p:cNvSpPr/>
          <p:nvPr/>
        </p:nvSpPr>
        <p:spPr>
          <a:xfrm>
            <a:off x="7142219" y="21487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0" name="Freeform 5049"/>
          <p:cNvSpPr/>
          <p:nvPr/>
        </p:nvSpPr>
        <p:spPr>
          <a:xfrm>
            <a:off x="7482648" y="21551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1" name="Freeform 5050"/>
          <p:cNvSpPr/>
          <p:nvPr/>
        </p:nvSpPr>
        <p:spPr>
          <a:xfrm>
            <a:off x="7060127" y="21530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2" name="Freeform 5051"/>
          <p:cNvSpPr/>
          <p:nvPr/>
        </p:nvSpPr>
        <p:spPr>
          <a:xfrm>
            <a:off x="7614580" y="21544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3" name="Freeform 5052"/>
          <p:cNvSpPr/>
          <p:nvPr/>
        </p:nvSpPr>
        <p:spPr>
          <a:xfrm>
            <a:off x="6818169" y="21349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4" name="Freeform 5053"/>
          <p:cNvSpPr/>
          <p:nvPr/>
        </p:nvSpPr>
        <p:spPr>
          <a:xfrm>
            <a:off x="6236863" y="216367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5" name="Freeform 5054"/>
          <p:cNvSpPr/>
          <p:nvPr/>
        </p:nvSpPr>
        <p:spPr>
          <a:xfrm>
            <a:off x="7138461" y="21444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6" name="Freeform 5055"/>
          <p:cNvSpPr/>
          <p:nvPr/>
        </p:nvSpPr>
        <p:spPr>
          <a:xfrm>
            <a:off x="7662862" y="21682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7" name="Freeform 5056"/>
          <p:cNvSpPr/>
          <p:nvPr/>
        </p:nvSpPr>
        <p:spPr>
          <a:xfrm>
            <a:off x="7661103" y="21516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8" name="Freeform 5057"/>
          <p:cNvSpPr/>
          <p:nvPr/>
        </p:nvSpPr>
        <p:spPr>
          <a:xfrm>
            <a:off x="7352949" y="2151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9" name="Freeform 5058"/>
          <p:cNvSpPr/>
          <p:nvPr/>
        </p:nvSpPr>
        <p:spPr>
          <a:xfrm>
            <a:off x="7897388" y="21409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0" name="Freeform 5059"/>
          <p:cNvSpPr/>
          <p:nvPr/>
        </p:nvSpPr>
        <p:spPr>
          <a:xfrm>
            <a:off x="6755836" y="21517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1" name="Freeform 5060"/>
          <p:cNvSpPr/>
          <p:nvPr/>
        </p:nvSpPr>
        <p:spPr>
          <a:xfrm>
            <a:off x="7728680" y="21418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2" name="Freeform 5061"/>
          <p:cNvSpPr/>
          <p:nvPr/>
        </p:nvSpPr>
        <p:spPr>
          <a:xfrm>
            <a:off x="7089551" y="21499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3" name="Freeform 5062"/>
          <p:cNvSpPr/>
          <p:nvPr/>
        </p:nvSpPr>
        <p:spPr>
          <a:xfrm>
            <a:off x="8054002" y="21458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4" name="Freeform 5063"/>
          <p:cNvSpPr/>
          <p:nvPr/>
        </p:nvSpPr>
        <p:spPr>
          <a:xfrm>
            <a:off x="6793094" y="2140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5" name="Freeform 5064"/>
          <p:cNvSpPr/>
          <p:nvPr/>
        </p:nvSpPr>
        <p:spPr>
          <a:xfrm>
            <a:off x="7837268" y="2137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6" name="Freeform 5065"/>
          <p:cNvSpPr/>
          <p:nvPr/>
        </p:nvSpPr>
        <p:spPr>
          <a:xfrm>
            <a:off x="7474932" y="2133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7" name="Freeform 5066"/>
          <p:cNvSpPr/>
          <p:nvPr/>
        </p:nvSpPr>
        <p:spPr>
          <a:xfrm>
            <a:off x="7357207" y="2152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8" name="Freeform 5067"/>
          <p:cNvSpPr/>
          <p:nvPr/>
        </p:nvSpPr>
        <p:spPr>
          <a:xfrm>
            <a:off x="7797560" y="2144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9" name="Freeform 5068"/>
          <p:cNvSpPr/>
          <p:nvPr/>
        </p:nvSpPr>
        <p:spPr>
          <a:xfrm>
            <a:off x="7456488" y="21354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0" name="Freeform 5069"/>
          <p:cNvSpPr/>
          <p:nvPr/>
        </p:nvSpPr>
        <p:spPr>
          <a:xfrm>
            <a:off x="7625811" y="21667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1" name="Freeform 5070"/>
          <p:cNvSpPr/>
          <p:nvPr/>
        </p:nvSpPr>
        <p:spPr>
          <a:xfrm>
            <a:off x="8197590" y="2153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2" name="Freeform 5071"/>
          <p:cNvSpPr/>
          <p:nvPr/>
        </p:nvSpPr>
        <p:spPr>
          <a:xfrm>
            <a:off x="7494533" y="2151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5DE2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3" name="Freeform 5072"/>
          <p:cNvSpPr/>
          <p:nvPr/>
        </p:nvSpPr>
        <p:spPr>
          <a:xfrm>
            <a:off x="7395167" y="2136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4" name="Freeform 5073"/>
          <p:cNvSpPr/>
          <p:nvPr/>
        </p:nvSpPr>
        <p:spPr>
          <a:xfrm>
            <a:off x="7543101" y="2153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5" name="Freeform 5074"/>
          <p:cNvSpPr/>
          <p:nvPr/>
        </p:nvSpPr>
        <p:spPr>
          <a:xfrm>
            <a:off x="7113173" y="2157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6" name="Freeform 5075"/>
          <p:cNvSpPr/>
          <p:nvPr/>
        </p:nvSpPr>
        <p:spPr>
          <a:xfrm>
            <a:off x="8051860" y="21598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7" name="Freeform 5076"/>
          <p:cNvSpPr/>
          <p:nvPr/>
        </p:nvSpPr>
        <p:spPr>
          <a:xfrm>
            <a:off x="7749111" y="21371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8" name="Freeform 5077"/>
          <p:cNvSpPr/>
          <p:nvPr/>
        </p:nvSpPr>
        <p:spPr>
          <a:xfrm>
            <a:off x="7369168" y="21570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9" name="Freeform 5078"/>
          <p:cNvSpPr/>
          <p:nvPr/>
        </p:nvSpPr>
        <p:spPr>
          <a:xfrm>
            <a:off x="7455570" y="21380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0" name="Freeform 5079"/>
          <p:cNvSpPr/>
          <p:nvPr/>
        </p:nvSpPr>
        <p:spPr>
          <a:xfrm>
            <a:off x="7627840" y="21518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1" name="Freeform 5080"/>
          <p:cNvSpPr/>
          <p:nvPr/>
        </p:nvSpPr>
        <p:spPr>
          <a:xfrm>
            <a:off x="7007357" y="2135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2" name="Freeform 5081"/>
          <p:cNvSpPr/>
          <p:nvPr/>
        </p:nvSpPr>
        <p:spPr>
          <a:xfrm>
            <a:off x="7155997" y="21560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3" name="Freeform 5082"/>
          <p:cNvSpPr/>
          <p:nvPr/>
        </p:nvSpPr>
        <p:spPr>
          <a:xfrm>
            <a:off x="7640905" y="2136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4" name="Freeform 5083"/>
          <p:cNvSpPr/>
          <p:nvPr/>
        </p:nvSpPr>
        <p:spPr>
          <a:xfrm>
            <a:off x="7539813" y="21618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5" name="Freeform 5084"/>
          <p:cNvSpPr/>
          <p:nvPr/>
        </p:nvSpPr>
        <p:spPr>
          <a:xfrm>
            <a:off x="7048420" y="21528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6" name="Freeform 5085"/>
          <p:cNvSpPr/>
          <p:nvPr/>
        </p:nvSpPr>
        <p:spPr>
          <a:xfrm>
            <a:off x="7856016" y="21523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7" name="Freeform 5086"/>
          <p:cNvSpPr/>
          <p:nvPr/>
        </p:nvSpPr>
        <p:spPr>
          <a:xfrm>
            <a:off x="7062249" y="21457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8" name="Freeform 5087"/>
          <p:cNvSpPr/>
          <p:nvPr/>
        </p:nvSpPr>
        <p:spPr>
          <a:xfrm>
            <a:off x="7361803" y="2134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9" name="Freeform 5088"/>
          <p:cNvSpPr/>
          <p:nvPr/>
        </p:nvSpPr>
        <p:spPr>
          <a:xfrm>
            <a:off x="7280848" y="2149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0" name="Freeform 5089"/>
          <p:cNvSpPr/>
          <p:nvPr/>
        </p:nvSpPr>
        <p:spPr>
          <a:xfrm>
            <a:off x="6944601" y="21460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1" name="Freeform 5090"/>
          <p:cNvSpPr/>
          <p:nvPr/>
        </p:nvSpPr>
        <p:spPr>
          <a:xfrm>
            <a:off x="6952284" y="214136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2" name="Freeform 5091"/>
          <p:cNvSpPr/>
          <p:nvPr/>
        </p:nvSpPr>
        <p:spPr>
          <a:xfrm>
            <a:off x="7053654" y="21515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3" name="Freeform 5092"/>
          <p:cNvSpPr/>
          <p:nvPr/>
        </p:nvSpPr>
        <p:spPr>
          <a:xfrm>
            <a:off x="8069209" y="21515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4" name="Freeform 5093"/>
          <p:cNvSpPr/>
          <p:nvPr/>
        </p:nvSpPr>
        <p:spPr>
          <a:xfrm>
            <a:off x="7473204" y="2154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5" name="Freeform 5094"/>
          <p:cNvSpPr/>
          <p:nvPr/>
        </p:nvSpPr>
        <p:spPr>
          <a:xfrm>
            <a:off x="6922291" y="2154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6" name="Freeform 5095"/>
          <p:cNvSpPr/>
          <p:nvPr/>
        </p:nvSpPr>
        <p:spPr>
          <a:xfrm>
            <a:off x="8344425" y="21517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7" name="Freeform 5096"/>
          <p:cNvSpPr/>
          <p:nvPr/>
        </p:nvSpPr>
        <p:spPr>
          <a:xfrm>
            <a:off x="7036157" y="21479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8" name="Freeform 5097"/>
          <p:cNvSpPr/>
          <p:nvPr/>
        </p:nvSpPr>
        <p:spPr>
          <a:xfrm>
            <a:off x="8109992" y="21499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9" name="Freeform 5098"/>
          <p:cNvSpPr/>
          <p:nvPr/>
        </p:nvSpPr>
        <p:spPr>
          <a:xfrm>
            <a:off x="7342055" y="21416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0" name="Freeform 5099"/>
          <p:cNvSpPr/>
          <p:nvPr/>
        </p:nvSpPr>
        <p:spPr>
          <a:xfrm>
            <a:off x="7099145" y="2156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1" name="Freeform 5100"/>
          <p:cNvSpPr/>
          <p:nvPr/>
        </p:nvSpPr>
        <p:spPr>
          <a:xfrm>
            <a:off x="8125561" y="21391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2" name="Freeform 5101"/>
          <p:cNvSpPr/>
          <p:nvPr/>
        </p:nvSpPr>
        <p:spPr>
          <a:xfrm>
            <a:off x="7365792" y="2162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3" name="Freeform 5102"/>
          <p:cNvSpPr/>
          <p:nvPr/>
        </p:nvSpPr>
        <p:spPr>
          <a:xfrm>
            <a:off x="8234912" y="21386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4" name="Freeform 5103"/>
          <p:cNvSpPr/>
          <p:nvPr/>
        </p:nvSpPr>
        <p:spPr>
          <a:xfrm>
            <a:off x="7920027" y="21521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5" name="Freeform 5104"/>
          <p:cNvSpPr/>
          <p:nvPr/>
        </p:nvSpPr>
        <p:spPr>
          <a:xfrm>
            <a:off x="7852785" y="21490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6" name="Freeform 5105"/>
          <p:cNvSpPr/>
          <p:nvPr/>
        </p:nvSpPr>
        <p:spPr>
          <a:xfrm>
            <a:off x="7263247" y="21356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7" name="Freeform 5106"/>
          <p:cNvSpPr/>
          <p:nvPr/>
        </p:nvSpPr>
        <p:spPr>
          <a:xfrm>
            <a:off x="6621298" y="21423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8" name="Freeform 5107"/>
          <p:cNvSpPr/>
          <p:nvPr/>
        </p:nvSpPr>
        <p:spPr>
          <a:xfrm>
            <a:off x="7474895" y="21615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9" name="Freeform 5108"/>
          <p:cNvSpPr/>
          <p:nvPr/>
        </p:nvSpPr>
        <p:spPr>
          <a:xfrm>
            <a:off x="7211225" y="21485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0" name="Freeform 5109"/>
          <p:cNvSpPr/>
          <p:nvPr/>
        </p:nvSpPr>
        <p:spPr>
          <a:xfrm>
            <a:off x="8069382" y="214234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1" name="Freeform 5110"/>
          <p:cNvSpPr/>
          <p:nvPr/>
        </p:nvSpPr>
        <p:spPr>
          <a:xfrm>
            <a:off x="6816841" y="21483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2" name="Freeform 5111"/>
          <p:cNvSpPr/>
          <p:nvPr/>
        </p:nvSpPr>
        <p:spPr>
          <a:xfrm>
            <a:off x="7812788" y="21542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3" name="Freeform 5112"/>
          <p:cNvSpPr/>
          <p:nvPr/>
        </p:nvSpPr>
        <p:spPr>
          <a:xfrm>
            <a:off x="7824142" y="2137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4" name="Freeform 5113"/>
          <p:cNvSpPr/>
          <p:nvPr/>
        </p:nvSpPr>
        <p:spPr>
          <a:xfrm>
            <a:off x="8033452" y="2119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5" name="Freeform 5114"/>
          <p:cNvSpPr/>
          <p:nvPr/>
        </p:nvSpPr>
        <p:spPr>
          <a:xfrm>
            <a:off x="7150691" y="2159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6" name="Freeform 5115"/>
          <p:cNvSpPr/>
          <p:nvPr/>
        </p:nvSpPr>
        <p:spPr>
          <a:xfrm>
            <a:off x="7043391" y="21380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7" name="Freeform 5116"/>
          <p:cNvSpPr/>
          <p:nvPr/>
        </p:nvSpPr>
        <p:spPr>
          <a:xfrm>
            <a:off x="7482240" y="215700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8" name="Freeform 5117"/>
          <p:cNvSpPr/>
          <p:nvPr/>
        </p:nvSpPr>
        <p:spPr>
          <a:xfrm>
            <a:off x="7508301" y="21707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9" name="Freeform 5118"/>
          <p:cNvSpPr/>
          <p:nvPr/>
        </p:nvSpPr>
        <p:spPr>
          <a:xfrm>
            <a:off x="7567773" y="21419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0" name="Freeform 5119"/>
          <p:cNvSpPr/>
          <p:nvPr/>
        </p:nvSpPr>
        <p:spPr>
          <a:xfrm>
            <a:off x="7500128" y="21359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1" name="Freeform 5120"/>
          <p:cNvSpPr/>
          <p:nvPr/>
        </p:nvSpPr>
        <p:spPr>
          <a:xfrm>
            <a:off x="7951548" y="21361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2" name="Freeform 5121"/>
          <p:cNvSpPr/>
          <p:nvPr/>
        </p:nvSpPr>
        <p:spPr>
          <a:xfrm>
            <a:off x="7954920" y="2156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3" name="Freeform 5122"/>
          <p:cNvSpPr/>
          <p:nvPr/>
        </p:nvSpPr>
        <p:spPr>
          <a:xfrm>
            <a:off x="6220991" y="21635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4" name="Freeform 5123"/>
          <p:cNvSpPr/>
          <p:nvPr/>
        </p:nvSpPr>
        <p:spPr>
          <a:xfrm>
            <a:off x="7827473" y="21523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5" name="Freeform 5124"/>
          <p:cNvSpPr/>
          <p:nvPr/>
        </p:nvSpPr>
        <p:spPr>
          <a:xfrm>
            <a:off x="7020233" y="2152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6" name="Freeform 5125"/>
          <p:cNvSpPr/>
          <p:nvPr/>
        </p:nvSpPr>
        <p:spPr>
          <a:xfrm>
            <a:off x="7850612" y="21480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7" name="Freeform 5126"/>
          <p:cNvSpPr/>
          <p:nvPr/>
        </p:nvSpPr>
        <p:spPr>
          <a:xfrm>
            <a:off x="6279941" y="21581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8" name="Freeform 5127"/>
          <p:cNvSpPr/>
          <p:nvPr/>
        </p:nvSpPr>
        <p:spPr>
          <a:xfrm>
            <a:off x="6997196" y="2134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9" name="Freeform 5128"/>
          <p:cNvSpPr/>
          <p:nvPr/>
        </p:nvSpPr>
        <p:spPr>
          <a:xfrm>
            <a:off x="8399109" y="215793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0" name="Freeform 5129"/>
          <p:cNvSpPr/>
          <p:nvPr/>
        </p:nvSpPr>
        <p:spPr>
          <a:xfrm>
            <a:off x="7221235" y="2146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1" name="Freeform 5130"/>
          <p:cNvSpPr/>
          <p:nvPr/>
        </p:nvSpPr>
        <p:spPr>
          <a:xfrm>
            <a:off x="7860352" y="215528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2" name="Freeform 5131"/>
          <p:cNvSpPr/>
          <p:nvPr/>
        </p:nvSpPr>
        <p:spPr>
          <a:xfrm>
            <a:off x="7436362" y="21418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3" name="Freeform 5132"/>
          <p:cNvSpPr/>
          <p:nvPr/>
        </p:nvSpPr>
        <p:spPr>
          <a:xfrm>
            <a:off x="7444801" y="2165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4" name="Freeform 5133"/>
          <p:cNvSpPr/>
          <p:nvPr/>
        </p:nvSpPr>
        <p:spPr>
          <a:xfrm>
            <a:off x="7381097" y="21309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5" name="Freeform 5134"/>
          <p:cNvSpPr/>
          <p:nvPr/>
        </p:nvSpPr>
        <p:spPr>
          <a:xfrm>
            <a:off x="7194298" y="21455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6" name="Freeform 5135"/>
          <p:cNvSpPr/>
          <p:nvPr/>
        </p:nvSpPr>
        <p:spPr>
          <a:xfrm>
            <a:off x="6806295" y="21485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7" name="Freeform 5136"/>
          <p:cNvSpPr/>
          <p:nvPr/>
        </p:nvSpPr>
        <p:spPr>
          <a:xfrm>
            <a:off x="7301442" y="21517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8" name="Freeform 5137"/>
          <p:cNvSpPr/>
          <p:nvPr/>
        </p:nvSpPr>
        <p:spPr>
          <a:xfrm>
            <a:off x="7137652" y="2135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9" name="Freeform 5138"/>
          <p:cNvSpPr/>
          <p:nvPr/>
        </p:nvSpPr>
        <p:spPr>
          <a:xfrm>
            <a:off x="7749285" y="21569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0" name="Freeform 5139"/>
          <p:cNvSpPr/>
          <p:nvPr/>
        </p:nvSpPr>
        <p:spPr>
          <a:xfrm>
            <a:off x="7642156" y="214490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1" name="Freeform 5140"/>
          <p:cNvSpPr/>
          <p:nvPr/>
        </p:nvSpPr>
        <p:spPr>
          <a:xfrm>
            <a:off x="7802663" y="2147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2" name="Freeform 5141"/>
          <p:cNvSpPr/>
          <p:nvPr/>
        </p:nvSpPr>
        <p:spPr>
          <a:xfrm>
            <a:off x="6595381" y="21354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3" name="Freeform 5142"/>
          <p:cNvSpPr/>
          <p:nvPr/>
        </p:nvSpPr>
        <p:spPr>
          <a:xfrm>
            <a:off x="7669896" y="21396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4" name="Freeform 5143"/>
          <p:cNvSpPr/>
          <p:nvPr/>
        </p:nvSpPr>
        <p:spPr>
          <a:xfrm>
            <a:off x="7744097" y="2147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5" name="Freeform 5144"/>
          <p:cNvSpPr/>
          <p:nvPr/>
        </p:nvSpPr>
        <p:spPr>
          <a:xfrm>
            <a:off x="7360244" y="21619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6" name="Freeform 5145"/>
          <p:cNvSpPr/>
          <p:nvPr/>
        </p:nvSpPr>
        <p:spPr>
          <a:xfrm>
            <a:off x="7385571" y="21490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7" name="Freeform 5146"/>
          <p:cNvSpPr/>
          <p:nvPr/>
        </p:nvSpPr>
        <p:spPr>
          <a:xfrm>
            <a:off x="7575759" y="21522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6D54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8" name="Freeform 5147"/>
          <p:cNvSpPr/>
          <p:nvPr/>
        </p:nvSpPr>
        <p:spPr>
          <a:xfrm>
            <a:off x="8177632" y="21392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9" name="Freeform 5148"/>
          <p:cNvSpPr/>
          <p:nvPr/>
        </p:nvSpPr>
        <p:spPr>
          <a:xfrm>
            <a:off x="7463916" y="2144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0" name="Freeform 5149"/>
          <p:cNvSpPr/>
          <p:nvPr/>
        </p:nvSpPr>
        <p:spPr>
          <a:xfrm>
            <a:off x="7359971" y="21331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1" name="Freeform 5150"/>
          <p:cNvSpPr/>
          <p:nvPr/>
        </p:nvSpPr>
        <p:spPr>
          <a:xfrm>
            <a:off x="6816611" y="21550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2" name="Freeform 5151"/>
          <p:cNvSpPr/>
          <p:nvPr/>
        </p:nvSpPr>
        <p:spPr>
          <a:xfrm>
            <a:off x="7830784" y="2136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3" name="Freeform 5152"/>
          <p:cNvSpPr/>
          <p:nvPr/>
        </p:nvSpPr>
        <p:spPr>
          <a:xfrm>
            <a:off x="7452556" y="2152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4" name="Freeform 5153"/>
          <p:cNvSpPr/>
          <p:nvPr/>
        </p:nvSpPr>
        <p:spPr>
          <a:xfrm>
            <a:off x="7542415" y="21407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5" name="Freeform 5154"/>
          <p:cNvSpPr/>
          <p:nvPr/>
        </p:nvSpPr>
        <p:spPr>
          <a:xfrm>
            <a:off x="7722861" y="21544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6" name="Freeform 5155"/>
          <p:cNvSpPr/>
          <p:nvPr/>
        </p:nvSpPr>
        <p:spPr>
          <a:xfrm>
            <a:off x="7487347" y="2143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7" name="Freeform 5156"/>
          <p:cNvSpPr/>
          <p:nvPr/>
        </p:nvSpPr>
        <p:spPr>
          <a:xfrm>
            <a:off x="7057447" y="21493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8" name="Freeform 5157"/>
          <p:cNvSpPr/>
          <p:nvPr/>
        </p:nvSpPr>
        <p:spPr>
          <a:xfrm>
            <a:off x="6771972" y="21534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9" name="Freeform 5158"/>
          <p:cNvSpPr/>
          <p:nvPr/>
        </p:nvSpPr>
        <p:spPr>
          <a:xfrm>
            <a:off x="7829992" y="2150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0" name="Freeform 5159"/>
          <p:cNvSpPr/>
          <p:nvPr/>
        </p:nvSpPr>
        <p:spPr>
          <a:xfrm>
            <a:off x="8257780" y="21464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1" name="Freeform 5160"/>
          <p:cNvSpPr/>
          <p:nvPr/>
        </p:nvSpPr>
        <p:spPr>
          <a:xfrm>
            <a:off x="7975214" y="21516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2" name="Freeform 5161"/>
          <p:cNvSpPr/>
          <p:nvPr/>
        </p:nvSpPr>
        <p:spPr>
          <a:xfrm>
            <a:off x="7149781" y="2147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3" name="Freeform 5162"/>
          <p:cNvSpPr/>
          <p:nvPr/>
        </p:nvSpPr>
        <p:spPr>
          <a:xfrm>
            <a:off x="6966965" y="21554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4" name="Freeform 5163"/>
          <p:cNvSpPr/>
          <p:nvPr/>
        </p:nvSpPr>
        <p:spPr>
          <a:xfrm>
            <a:off x="7213769" y="21436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5" name="Freeform 5164"/>
          <p:cNvSpPr/>
          <p:nvPr/>
        </p:nvSpPr>
        <p:spPr>
          <a:xfrm>
            <a:off x="7371490" y="21559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6" name="Freeform 5165"/>
          <p:cNvSpPr/>
          <p:nvPr/>
        </p:nvSpPr>
        <p:spPr>
          <a:xfrm>
            <a:off x="7525691" y="21433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7" name="Freeform 5166"/>
          <p:cNvSpPr/>
          <p:nvPr/>
        </p:nvSpPr>
        <p:spPr>
          <a:xfrm>
            <a:off x="6722313" y="21461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8" name="Freeform 5167"/>
          <p:cNvSpPr/>
          <p:nvPr/>
        </p:nvSpPr>
        <p:spPr>
          <a:xfrm>
            <a:off x="6994008" y="2152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9" name="Freeform 5168"/>
          <p:cNvSpPr/>
          <p:nvPr/>
        </p:nvSpPr>
        <p:spPr>
          <a:xfrm>
            <a:off x="6206384" y="2150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0" name="Freeform 5169"/>
          <p:cNvSpPr/>
          <p:nvPr/>
        </p:nvSpPr>
        <p:spPr>
          <a:xfrm>
            <a:off x="7046523" y="2159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1" name="Freeform 5170"/>
          <p:cNvSpPr/>
          <p:nvPr/>
        </p:nvSpPr>
        <p:spPr>
          <a:xfrm>
            <a:off x="7150441" y="21393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2" name="Freeform 5171"/>
          <p:cNvSpPr/>
          <p:nvPr/>
        </p:nvSpPr>
        <p:spPr>
          <a:xfrm>
            <a:off x="7439239" y="21406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3" name="Freeform 5172"/>
          <p:cNvSpPr/>
          <p:nvPr/>
        </p:nvSpPr>
        <p:spPr>
          <a:xfrm>
            <a:off x="6376338" y="2153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4" name="Freeform 5173"/>
          <p:cNvSpPr/>
          <p:nvPr/>
        </p:nvSpPr>
        <p:spPr>
          <a:xfrm>
            <a:off x="6635916" y="2154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5" name="Freeform 5174"/>
          <p:cNvSpPr/>
          <p:nvPr/>
        </p:nvSpPr>
        <p:spPr>
          <a:xfrm>
            <a:off x="6652844" y="2152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6" name="Freeform 5175"/>
          <p:cNvSpPr/>
          <p:nvPr/>
        </p:nvSpPr>
        <p:spPr>
          <a:xfrm>
            <a:off x="7818413" y="21470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7" name="Freeform 5176"/>
          <p:cNvSpPr/>
          <p:nvPr/>
        </p:nvSpPr>
        <p:spPr>
          <a:xfrm>
            <a:off x="7756944" y="216863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8" name="Freeform 5177"/>
          <p:cNvSpPr/>
          <p:nvPr/>
        </p:nvSpPr>
        <p:spPr>
          <a:xfrm>
            <a:off x="6853444" y="2146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9" name="Freeform 5178"/>
          <p:cNvSpPr/>
          <p:nvPr/>
        </p:nvSpPr>
        <p:spPr>
          <a:xfrm>
            <a:off x="7551534" y="21583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0" name="Freeform 5179"/>
          <p:cNvSpPr/>
          <p:nvPr/>
        </p:nvSpPr>
        <p:spPr>
          <a:xfrm>
            <a:off x="7444011" y="2133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1" name="Freeform 5180"/>
          <p:cNvSpPr/>
          <p:nvPr/>
        </p:nvSpPr>
        <p:spPr>
          <a:xfrm>
            <a:off x="6909367" y="21521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2" name="Freeform 5181"/>
          <p:cNvSpPr/>
          <p:nvPr/>
        </p:nvSpPr>
        <p:spPr>
          <a:xfrm>
            <a:off x="6658196" y="2147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3" name="Freeform 5182"/>
          <p:cNvSpPr/>
          <p:nvPr/>
        </p:nvSpPr>
        <p:spPr>
          <a:xfrm>
            <a:off x="7975849" y="21467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4" name="Freeform 5183"/>
          <p:cNvSpPr/>
          <p:nvPr/>
        </p:nvSpPr>
        <p:spPr>
          <a:xfrm>
            <a:off x="7713397" y="21548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5" name="Freeform 5184"/>
          <p:cNvSpPr/>
          <p:nvPr/>
        </p:nvSpPr>
        <p:spPr>
          <a:xfrm>
            <a:off x="6883455" y="2139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6" name="Freeform 5185"/>
          <p:cNvSpPr/>
          <p:nvPr/>
        </p:nvSpPr>
        <p:spPr>
          <a:xfrm>
            <a:off x="7488102" y="21538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7" name="Freeform 5186"/>
          <p:cNvSpPr/>
          <p:nvPr/>
        </p:nvSpPr>
        <p:spPr>
          <a:xfrm>
            <a:off x="7406290" y="2151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8" name="Freeform 5187"/>
          <p:cNvSpPr/>
          <p:nvPr/>
        </p:nvSpPr>
        <p:spPr>
          <a:xfrm>
            <a:off x="7691390" y="21443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9" name="Freeform 5188"/>
          <p:cNvSpPr/>
          <p:nvPr/>
        </p:nvSpPr>
        <p:spPr>
          <a:xfrm>
            <a:off x="7092741" y="21506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0" name="Freeform 5189"/>
          <p:cNvSpPr/>
          <p:nvPr/>
        </p:nvSpPr>
        <p:spPr>
          <a:xfrm>
            <a:off x="7455649" y="215754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1" name="Freeform 5190"/>
          <p:cNvSpPr/>
          <p:nvPr/>
        </p:nvSpPr>
        <p:spPr>
          <a:xfrm>
            <a:off x="6859224" y="21603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2" name="Freeform 5191"/>
          <p:cNvSpPr/>
          <p:nvPr/>
        </p:nvSpPr>
        <p:spPr>
          <a:xfrm>
            <a:off x="7391904" y="21485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3" name="Freeform 5192"/>
          <p:cNvSpPr/>
          <p:nvPr/>
        </p:nvSpPr>
        <p:spPr>
          <a:xfrm>
            <a:off x="7602443" y="215988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4" name="Freeform 5193"/>
          <p:cNvSpPr/>
          <p:nvPr/>
        </p:nvSpPr>
        <p:spPr>
          <a:xfrm>
            <a:off x="7010946" y="2149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5" name="Freeform 5194"/>
          <p:cNvSpPr/>
          <p:nvPr/>
        </p:nvSpPr>
        <p:spPr>
          <a:xfrm>
            <a:off x="7063410" y="21456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6" name="Freeform 5195"/>
          <p:cNvSpPr/>
          <p:nvPr/>
        </p:nvSpPr>
        <p:spPr>
          <a:xfrm>
            <a:off x="7278293" y="21478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7" name="Freeform 5196"/>
          <p:cNvSpPr/>
          <p:nvPr/>
        </p:nvSpPr>
        <p:spPr>
          <a:xfrm>
            <a:off x="7352555" y="21514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8" name="Freeform 5197"/>
          <p:cNvSpPr/>
          <p:nvPr/>
        </p:nvSpPr>
        <p:spPr>
          <a:xfrm>
            <a:off x="7065312" y="2149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9" name="Freeform 5198"/>
          <p:cNvSpPr/>
          <p:nvPr/>
        </p:nvSpPr>
        <p:spPr>
          <a:xfrm>
            <a:off x="7671905" y="21486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0" name="Freeform 5199"/>
          <p:cNvSpPr/>
          <p:nvPr/>
        </p:nvSpPr>
        <p:spPr>
          <a:xfrm>
            <a:off x="7163380" y="2144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1" name="Freeform 5200"/>
          <p:cNvSpPr/>
          <p:nvPr/>
        </p:nvSpPr>
        <p:spPr>
          <a:xfrm>
            <a:off x="7804640" y="2142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2" name="Freeform 5201"/>
          <p:cNvSpPr/>
          <p:nvPr/>
        </p:nvSpPr>
        <p:spPr>
          <a:xfrm>
            <a:off x="7455477" y="2145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3D05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3" name="Freeform 5202"/>
          <p:cNvSpPr/>
          <p:nvPr/>
        </p:nvSpPr>
        <p:spPr>
          <a:xfrm>
            <a:off x="7358092" y="2161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4" name="Freeform 5203"/>
          <p:cNvSpPr/>
          <p:nvPr/>
        </p:nvSpPr>
        <p:spPr>
          <a:xfrm>
            <a:off x="7706270" y="21412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5" name="Freeform 5204"/>
          <p:cNvSpPr/>
          <p:nvPr/>
        </p:nvSpPr>
        <p:spPr>
          <a:xfrm>
            <a:off x="8458258" y="2163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6" name="Freeform 5205"/>
          <p:cNvSpPr/>
          <p:nvPr/>
        </p:nvSpPr>
        <p:spPr>
          <a:xfrm>
            <a:off x="8734523" y="21569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7" name="Freeform 5206"/>
          <p:cNvSpPr/>
          <p:nvPr/>
        </p:nvSpPr>
        <p:spPr>
          <a:xfrm>
            <a:off x="7690555" y="2157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8" name="Freeform 5207"/>
          <p:cNvSpPr/>
          <p:nvPr/>
        </p:nvSpPr>
        <p:spPr>
          <a:xfrm>
            <a:off x="6688789" y="21327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9" name="Freeform 5208"/>
          <p:cNvSpPr/>
          <p:nvPr/>
        </p:nvSpPr>
        <p:spPr>
          <a:xfrm>
            <a:off x="7047699" y="2145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0" name="Freeform 5209"/>
          <p:cNvSpPr/>
          <p:nvPr/>
        </p:nvSpPr>
        <p:spPr>
          <a:xfrm>
            <a:off x="7361180" y="214710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1" name="Freeform 5210"/>
          <p:cNvSpPr/>
          <p:nvPr/>
        </p:nvSpPr>
        <p:spPr>
          <a:xfrm>
            <a:off x="6973951" y="215588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2" name="Freeform 5211"/>
          <p:cNvSpPr/>
          <p:nvPr/>
        </p:nvSpPr>
        <p:spPr>
          <a:xfrm>
            <a:off x="7649096" y="21386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3" name="Freeform 5212"/>
          <p:cNvSpPr/>
          <p:nvPr/>
        </p:nvSpPr>
        <p:spPr>
          <a:xfrm>
            <a:off x="7721477" y="2155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4" name="Freeform 5213"/>
          <p:cNvSpPr/>
          <p:nvPr/>
        </p:nvSpPr>
        <p:spPr>
          <a:xfrm>
            <a:off x="6979674" y="21527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5" name="Freeform 5214"/>
          <p:cNvSpPr/>
          <p:nvPr/>
        </p:nvSpPr>
        <p:spPr>
          <a:xfrm>
            <a:off x="7264531" y="2152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6" name="Freeform 5215"/>
          <p:cNvSpPr/>
          <p:nvPr/>
        </p:nvSpPr>
        <p:spPr>
          <a:xfrm>
            <a:off x="6512846" y="21408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7" name="Freeform 5216"/>
          <p:cNvSpPr/>
          <p:nvPr/>
        </p:nvSpPr>
        <p:spPr>
          <a:xfrm>
            <a:off x="7400704" y="21445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8" name="Freeform 5217"/>
          <p:cNvSpPr/>
          <p:nvPr/>
        </p:nvSpPr>
        <p:spPr>
          <a:xfrm>
            <a:off x="7470178" y="21427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9" name="Freeform 5218"/>
          <p:cNvSpPr/>
          <p:nvPr/>
        </p:nvSpPr>
        <p:spPr>
          <a:xfrm>
            <a:off x="6679653" y="21565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0" name="Freeform 5219"/>
          <p:cNvSpPr/>
          <p:nvPr/>
        </p:nvSpPr>
        <p:spPr>
          <a:xfrm>
            <a:off x="7509967" y="21429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1" name="Freeform 5220"/>
          <p:cNvSpPr/>
          <p:nvPr/>
        </p:nvSpPr>
        <p:spPr>
          <a:xfrm>
            <a:off x="7225953" y="21534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2" name="Freeform 5221"/>
          <p:cNvSpPr/>
          <p:nvPr/>
        </p:nvSpPr>
        <p:spPr>
          <a:xfrm>
            <a:off x="7937768" y="2146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3" name="Freeform 5222"/>
          <p:cNvSpPr/>
          <p:nvPr/>
        </p:nvSpPr>
        <p:spPr>
          <a:xfrm>
            <a:off x="6841854" y="21447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4" name="Freeform 5223"/>
          <p:cNvSpPr/>
          <p:nvPr/>
        </p:nvSpPr>
        <p:spPr>
          <a:xfrm>
            <a:off x="7308014" y="214773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5" name="Freeform 5224"/>
          <p:cNvSpPr/>
          <p:nvPr/>
        </p:nvSpPr>
        <p:spPr>
          <a:xfrm>
            <a:off x="8034209" y="2154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6" name="Freeform 5225"/>
          <p:cNvSpPr/>
          <p:nvPr/>
        </p:nvSpPr>
        <p:spPr>
          <a:xfrm>
            <a:off x="7316509" y="2148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7" name="Freeform 5226"/>
          <p:cNvSpPr/>
          <p:nvPr/>
        </p:nvSpPr>
        <p:spPr>
          <a:xfrm>
            <a:off x="6988642" y="21416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8" name="Freeform 5227"/>
          <p:cNvSpPr/>
          <p:nvPr/>
        </p:nvSpPr>
        <p:spPr>
          <a:xfrm>
            <a:off x="7223031" y="2152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9" name="Freeform 5228"/>
          <p:cNvSpPr/>
          <p:nvPr/>
        </p:nvSpPr>
        <p:spPr>
          <a:xfrm>
            <a:off x="6876342" y="21487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0" name="Freeform 5229"/>
          <p:cNvSpPr/>
          <p:nvPr/>
        </p:nvSpPr>
        <p:spPr>
          <a:xfrm>
            <a:off x="7287749" y="2131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A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1" name="Freeform 5230"/>
          <p:cNvSpPr/>
          <p:nvPr/>
        </p:nvSpPr>
        <p:spPr>
          <a:xfrm>
            <a:off x="8208348" y="2151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2" name="Freeform 5231"/>
          <p:cNvSpPr/>
          <p:nvPr/>
        </p:nvSpPr>
        <p:spPr>
          <a:xfrm>
            <a:off x="7318493" y="21443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3" name="Freeform 5232"/>
          <p:cNvSpPr/>
          <p:nvPr/>
        </p:nvSpPr>
        <p:spPr>
          <a:xfrm>
            <a:off x="7699553" y="21609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4" name="Freeform 5233"/>
          <p:cNvSpPr/>
          <p:nvPr/>
        </p:nvSpPr>
        <p:spPr>
          <a:xfrm>
            <a:off x="6612046" y="21542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5" name="Freeform 5234"/>
          <p:cNvSpPr/>
          <p:nvPr/>
        </p:nvSpPr>
        <p:spPr>
          <a:xfrm>
            <a:off x="7273087" y="2155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6" name="Freeform 5235"/>
          <p:cNvSpPr/>
          <p:nvPr/>
        </p:nvSpPr>
        <p:spPr>
          <a:xfrm>
            <a:off x="7828046" y="2143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7" name="Freeform 5236"/>
          <p:cNvSpPr/>
          <p:nvPr/>
        </p:nvSpPr>
        <p:spPr>
          <a:xfrm>
            <a:off x="7218780" y="2166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8" name="Freeform 5237"/>
          <p:cNvSpPr/>
          <p:nvPr/>
        </p:nvSpPr>
        <p:spPr>
          <a:xfrm>
            <a:off x="6920747" y="21489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9" name="Freeform 5238"/>
          <p:cNvSpPr/>
          <p:nvPr/>
        </p:nvSpPr>
        <p:spPr>
          <a:xfrm>
            <a:off x="7422003" y="2138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0" name="Freeform 5239"/>
          <p:cNvSpPr/>
          <p:nvPr/>
        </p:nvSpPr>
        <p:spPr>
          <a:xfrm>
            <a:off x="7702807" y="2156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1" name="Freeform 5240"/>
          <p:cNvSpPr/>
          <p:nvPr/>
        </p:nvSpPr>
        <p:spPr>
          <a:xfrm>
            <a:off x="7591288" y="2133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E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2" name="Freeform 5241"/>
          <p:cNvSpPr/>
          <p:nvPr/>
        </p:nvSpPr>
        <p:spPr>
          <a:xfrm>
            <a:off x="6556263" y="2145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3" name="Freeform 5242"/>
          <p:cNvSpPr/>
          <p:nvPr/>
        </p:nvSpPr>
        <p:spPr>
          <a:xfrm>
            <a:off x="7325174" y="21481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4" name="Freeform 5243"/>
          <p:cNvSpPr/>
          <p:nvPr/>
        </p:nvSpPr>
        <p:spPr>
          <a:xfrm>
            <a:off x="7420350" y="21449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5" name="Freeform 5244"/>
          <p:cNvSpPr/>
          <p:nvPr/>
        </p:nvSpPr>
        <p:spPr>
          <a:xfrm>
            <a:off x="6979325" y="21471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6" name="Freeform 5245"/>
          <p:cNvSpPr/>
          <p:nvPr/>
        </p:nvSpPr>
        <p:spPr>
          <a:xfrm>
            <a:off x="7579451" y="2165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7" name="Freeform 5246"/>
          <p:cNvSpPr/>
          <p:nvPr/>
        </p:nvSpPr>
        <p:spPr>
          <a:xfrm>
            <a:off x="6672730" y="21384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C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8" name="Freeform 5247"/>
          <p:cNvSpPr/>
          <p:nvPr/>
        </p:nvSpPr>
        <p:spPr>
          <a:xfrm>
            <a:off x="7575241" y="213912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9" name="Freeform 5248"/>
          <p:cNvSpPr/>
          <p:nvPr/>
        </p:nvSpPr>
        <p:spPr>
          <a:xfrm>
            <a:off x="7156829" y="2148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FD34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0" name="Freeform 5249"/>
          <p:cNvSpPr/>
          <p:nvPr/>
        </p:nvSpPr>
        <p:spPr>
          <a:xfrm>
            <a:off x="7790701" y="2145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1" name="Freeform 5250"/>
          <p:cNvSpPr/>
          <p:nvPr/>
        </p:nvSpPr>
        <p:spPr>
          <a:xfrm>
            <a:off x="7462665" y="21512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2" name="Freeform 5251"/>
          <p:cNvSpPr/>
          <p:nvPr/>
        </p:nvSpPr>
        <p:spPr>
          <a:xfrm>
            <a:off x="7325702" y="21438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3" name="Freeform 5252"/>
          <p:cNvSpPr/>
          <p:nvPr/>
        </p:nvSpPr>
        <p:spPr>
          <a:xfrm>
            <a:off x="7050260" y="21584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4" name="Freeform 5253"/>
          <p:cNvSpPr/>
          <p:nvPr/>
        </p:nvSpPr>
        <p:spPr>
          <a:xfrm>
            <a:off x="7474324" y="214055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5" name="Freeform 5254"/>
          <p:cNvSpPr/>
          <p:nvPr/>
        </p:nvSpPr>
        <p:spPr>
          <a:xfrm>
            <a:off x="7448576" y="2158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6" name="Freeform 5255"/>
          <p:cNvSpPr/>
          <p:nvPr/>
        </p:nvSpPr>
        <p:spPr>
          <a:xfrm>
            <a:off x="8379813" y="21557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7" name="Freeform 5256"/>
          <p:cNvSpPr/>
          <p:nvPr/>
        </p:nvSpPr>
        <p:spPr>
          <a:xfrm>
            <a:off x="7241252" y="21489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8" name="Freeform 5257"/>
          <p:cNvSpPr/>
          <p:nvPr/>
        </p:nvSpPr>
        <p:spPr>
          <a:xfrm>
            <a:off x="7156950" y="21556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9" name="Freeform 5258"/>
          <p:cNvSpPr/>
          <p:nvPr/>
        </p:nvSpPr>
        <p:spPr>
          <a:xfrm>
            <a:off x="7667194" y="21543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0" name="Freeform 5259"/>
          <p:cNvSpPr/>
          <p:nvPr/>
        </p:nvSpPr>
        <p:spPr>
          <a:xfrm>
            <a:off x="8186359" y="21511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1" name="Freeform 5260"/>
          <p:cNvSpPr/>
          <p:nvPr/>
        </p:nvSpPr>
        <p:spPr>
          <a:xfrm>
            <a:off x="7661458" y="21465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2" name="Freeform 5261"/>
          <p:cNvSpPr/>
          <p:nvPr/>
        </p:nvSpPr>
        <p:spPr>
          <a:xfrm>
            <a:off x="7646973" y="2153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3" name="Freeform 5262"/>
          <p:cNvSpPr/>
          <p:nvPr/>
        </p:nvSpPr>
        <p:spPr>
          <a:xfrm>
            <a:off x="7241821" y="2151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4" name="Freeform 5263"/>
          <p:cNvSpPr/>
          <p:nvPr/>
        </p:nvSpPr>
        <p:spPr>
          <a:xfrm>
            <a:off x="7929729" y="21449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5" name="Freeform 5264"/>
          <p:cNvSpPr/>
          <p:nvPr/>
        </p:nvSpPr>
        <p:spPr>
          <a:xfrm>
            <a:off x="7287140" y="21542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6" name="Freeform 5265"/>
          <p:cNvSpPr/>
          <p:nvPr/>
        </p:nvSpPr>
        <p:spPr>
          <a:xfrm>
            <a:off x="7253903" y="21474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7" name="Freeform 5266"/>
          <p:cNvSpPr/>
          <p:nvPr/>
        </p:nvSpPr>
        <p:spPr>
          <a:xfrm>
            <a:off x="7205976" y="21536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8" name="Freeform 5267"/>
          <p:cNvSpPr/>
          <p:nvPr/>
        </p:nvSpPr>
        <p:spPr>
          <a:xfrm>
            <a:off x="7579991" y="21556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9" name="Freeform 5268"/>
          <p:cNvSpPr/>
          <p:nvPr/>
        </p:nvSpPr>
        <p:spPr>
          <a:xfrm>
            <a:off x="7447047" y="21495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6E6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0" name="Freeform 5269"/>
          <p:cNvSpPr/>
          <p:nvPr/>
        </p:nvSpPr>
        <p:spPr>
          <a:xfrm>
            <a:off x="7456889" y="2151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1" name="Freeform 5270"/>
          <p:cNvSpPr/>
          <p:nvPr/>
        </p:nvSpPr>
        <p:spPr>
          <a:xfrm>
            <a:off x="6873818" y="214094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2" name="Freeform 5271"/>
          <p:cNvSpPr/>
          <p:nvPr/>
        </p:nvSpPr>
        <p:spPr>
          <a:xfrm>
            <a:off x="7811012" y="2155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3" name="Freeform 5272"/>
          <p:cNvSpPr/>
          <p:nvPr/>
        </p:nvSpPr>
        <p:spPr>
          <a:xfrm>
            <a:off x="7623590" y="21526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4" name="Freeform 5273"/>
          <p:cNvSpPr/>
          <p:nvPr/>
        </p:nvSpPr>
        <p:spPr>
          <a:xfrm>
            <a:off x="7592197" y="2153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5" name="Freeform 5274"/>
          <p:cNvSpPr/>
          <p:nvPr/>
        </p:nvSpPr>
        <p:spPr>
          <a:xfrm>
            <a:off x="8164486" y="21446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6" name="Freeform 5275"/>
          <p:cNvSpPr/>
          <p:nvPr/>
        </p:nvSpPr>
        <p:spPr>
          <a:xfrm>
            <a:off x="8201353" y="21463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7" name="Freeform 5276"/>
          <p:cNvSpPr/>
          <p:nvPr/>
        </p:nvSpPr>
        <p:spPr>
          <a:xfrm>
            <a:off x="6362894" y="21543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8" name="Freeform 5277"/>
          <p:cNvSpPr/>
          <p:nvPr/>
        </p:nvSpPr>
        <p:spPr>
          <a:xfrm>
            <a:off x="6964296" y="2159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9" name="Freeform 5278"/>
          <p:cNvSpPr/>
          <p:nvPr/>
        </p:nvSpPr>
        <p:spPr>
          <a:xfrm>
            <a:off x="7584383" y="2157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0" name="Freeform 5279"/>
          <p:cNvSpPr/>
          <p:nvPr/>
        </p:nvSpPr>
        <p:spPr>
          <a:xfrm>
            <a:off x="7101687" y="215763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1" name="Freeform 5280"/>
          <p:cNvSpPr/>
          <p:nvPr/>
        </p:nvSpPr>
        <p:spPr>
          <a:xfrm>
            <a:off x="6861727" y="21456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2" name="Freeform 5281"/>
          <p:cNvSpPr/>
          <p:nvPr/>
        </p:nvSpPr>
        <p:spPr>
          <a:xfrm>
            <a:off x="6750258" y="21453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3" name="Freeform 5282"/>
          <p:cNvSpPr/>
          <p:nvPr/>
        </p:nvSpPr>
        <p:spPr>
          <a:xfrm>
            <a:off x="6839401" y="21478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4" name="Freeform 5283"/>
          <p:cNvSpPr/>
          <p:nvPr/>
        </p:nvSpPr>
        <p:spPr>
          <a:xfrm>
            <a:off x="7007513" y="21476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5" name="Freeform 5284"/>
          <p:cNvSpPr/>
          <p:nvPr/>
        </p:nvSpPr>
        <p:spPr>
          <a:xfrm>
            <a:off x="7502174" y="21499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F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6" name="Freeform 5285"/>
          <p:cNvSpPr/>
          <p:nvPr/>
        </p:nvSpPr>
        <p:spPr>
          <a:xfrm>
            <a:off x="7735567" y="215270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7" name="Freeform 5286"/>
          <p:cNvSpPr/>
          <p:nvPr/>
        </p:nvSpPr>
        <p:spPr>
          <a:xfrm>
            <a:off x="7006337" y="21443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8" name="Freeform 5287"/>
          <p:cNvSpPr/>
          <p:nvPr/>
        </p:nvSpPr>
        <p:spPr>
          <a:xfrm>
            <a:off x="6825533" y="21512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9" name="Freeform 5288"/>
          <p:cNvSpPr/>
          <p:nvPr/>
        </p:nvSpPr>
        <p:spPr>
          <a:xfrm>
            <a:off x="8272539" y="21503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0" name="Freeform 5289"/>
          <p:cNvSpPr/>
          <p:nvPr/>
        </p:nvSpPr>
        <p:spPr>
          <a:xfrm>
            <a:off x="7826099" y="212458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1" name="Freeform 5290"/>
          <p:cNvSpPr/>
          <p:nvPr/>
        </p:nvSpPr>
        <p:spPr>
          <a:xfrm>
            <a:off x="7351408" y="21617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2" name="Freeform 5291"/>
          <p:cNvSpPr/>
          <p:nvPr/>
        </p:nvSpPr>
        <p:spPr>
          <a:xfrm>
            <a:off x="7659340" y="21579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3" name="Freeform 5292"/>
          <p:cNvSpPr/>
          <p:nvPr/>
        </p:nvSpPr>
        <p:spPr>
          <a:xfrm>
            <a:off x="7310212" y="21550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4" name="Freeform 5293"/>
          <p:cNvSpPr/>
          <p:nvPr/>
        </p:nvSpPr>
        <p:spPr>
          <a:xfrm>
            <a:off x="7662026" y="21458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AD1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5" name="Freeform 5294"/>
          <p:cNvSpPr/>
          <p:nvPr/>
        </p:nvSpPr>
        <p:spPr>
          <a:xfrm>
            <a:off x="7411014" y="2147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6" name="Freeform 5295"/>
          <p:cNvSpPr/>
          <p:nvPr/>
        </p:nvSpPr>
        <p:spPr>
          <a:xfrm>
            <a:off x="7456273" y="21520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7" name="Freeform 5296"/>
          <p:cNvSpPr/>
          <p:nvPr/>
        </p:nvSpPr>
        <p:spPr>
          <a:xfrm>
            <a:off x="7642131" y="21457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8" name="Freeform 5297"/>
          <p:cNvSpPr/>
          <p:nvPr/>
        </p:nvSpPr>
        <p:spPr>
          <a:xfrm>
            <a:off x="7288506" y="21425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9" name="Freeform 5298"/>
          <p:cNvSpPr/>
          <p:nvPr/>
        </p:nvSpPr>
        <p:spPr>
          <a:xfrm>
            <a:off x="7053840" y="21511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0" name="Freeform 5299"/>
          <p:cNvSpPr/>
          <p:nvPr/>
        </p:nvSpPr>
        <p:spPr>
          <a:xfrm>
            <a:off x="7743693" y="2148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1" name="Freeform 5300"/>
          <p:cNvSpPr/>
          <p:nvPr/>
        </p:nvSpPr>
        <p:spPr>
          <a:xfrm>
            <a:off x="7413154" y="2153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EC96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2" name="Freeform 5301"/>
          <p:cNvSpPr/>
          <p:nvPr/>
        </p:nvSpPr>
        <p:spPr>
          <a:xfrm>
            <a:off x="7439382" y="21475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3" name="Freeform 5302"/>
          <p:cNvSpPr/>
          <p:nvPr/>
        </p:nvSpPr>
        <p:spPr>
          <a:xfrm>
            <a:off x="7515259" y="2154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4" name="Freeform 5303"/>
          <p:cNvSpPr/>
          <p:nvPr/>
        </p:nvSpPr>
        <p:spPr>
          <a:xfrm>
            <a:off x="7347605" y="214748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5" name="Freeform 5304"/>
          <p:cNvSpPr/>
          <p:nvPr/>
        </p:nvSpPr>
        <p:spPr>
          <a:xfrm>
            <a:off x="7461357" y="21616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6" name="Freeform 5305"/>
          <p:cNvSpPr/>
          <p:nvPr/>
        </p:nvSpPr>
        <p:spPr>
          <a:xfrm>
            <a:off x="6933372" y="21425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7" name="Freeform 5306"/>
          <p:cNvSpPr/>
          <p:nvPr/>
        </p:nvSpPr>
        <p:spPr>
          <a:xfrm>
            <a:off x="7028891" y="21582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8" name="Freeform 5307"/>
          <p:cNvSpPr/>
          <p:nvPr/>
        </p:nvSpPr>
        <p:spPr>
          <a:xfrm>
            <a:off x="7617000" y="2155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9" name="Freeform 5308"/>
          <p:cNvSpPr/>
          <p:nvPr/>
        </p:nvSpPr>
        <p:spPr>
          <a:xfrm>
            <a:off x="7916304" y="21584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0" name="Freeform 5309"/>
          <p:cNvSpPr/>
          <p:nvPr/>
        </p:nvSpPr>
        <p:spPr>
          <a:xfrm>
            <a:off x="7965890" y="21471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1" name="Freeform 5310"/>
          <p:cNvSpPr/>
          <p:nvPr/>
        </p:nvSpPr>
        <p:spPr>
          <a:xfrm>
            <a:off x="7284345" y="2155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2" name="Freeform 5311"/>
          <p:cNvSpPr/>
          <p:nvPr/>
        </p:nvSpPr>
        <p:spPr>
          <a:xfrm>
            <a:off x="7612419" y="2154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3" name="Freeform 5312"/>
          <p:cNvSpPr/>
          <p:nvPr/>
        </p:nvSpPr>
        <p:spPr>
          <a:xfrm>
            <a:off x="6687670" y="21466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4" name="Freeform 5313"/>
          <p:cNvSpPr/>
          <p:nvPr/>
        </p:nvSpPr>
        <p:spPr>
          <a:xfrm>
            <a:off x="7627856" y="21459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5" name="Freeform 5314"/>
          <p:cNvSpPr/>
          <p:nvPr/>
        </p:nvSpPr>
        <p:spPr>
          <a:xfrm>
            <a:off x="7171786" y="2146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6" name="Freeform 5315"/>
          <p:cNvSpPr/>
          <p:nvPr/>
        </p:nvSpPr>
        <p:spPr>
          <a:xfrm>
            <a:off x="7082935" y="2164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7" name="Freeform 5316"/>
          <p:cNvSpPr/>
          <p:nvPr/>
        </p:nvSpPr>
        <p:spPr>
          <a:xfrm>
            <a:off x="6585144" y="2153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8" name="Freeform 5317"/>
          <p:cNvSpPr/>
          <p:nvPr/>
        </p:nvSpPr>
        <p:spPr>
          <a:xfrm>
            <a:off x="7849877" y="21588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9" name="Freeform 5318"/>
          <p:cNvSpPr/>
          <p:nvPr/>
        </p:nvSpPr>
        <p:spPr>
          <a:xfrm>
            <a:off x="6684095" y="21546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0" name="Freeform 5319"/>
          <p:cNvSpPr/>
          <p:nvPr/>
        </p:nvSpPr>
        <p:spPr>
          <a:xfrm>
            <a:off x="7367642" y="2154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1" name="Freeform 5320"/>
          <p:cNvSpPr/>
          <p:nvPr/>
        </p:nvSpPr>
        <p:spPr>
          <a:xfrm>
            <a:off x="7327338" y="2169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2" name="Freeform 5321"/>
          <p:cNvSpPr/>
          <p:nvPr/>
        </p:nvSpPr>
        <p:spPr>
          <a:xfrm>
            <a:off x="7141275" y="2149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3" name="Freeform 5322"/>
          <p:cNvSpPr/>
          <p:nvPr/>
        </p:nvSpPr>
        <p:spPr>
          <a:xfrm>
            <a:off x="7734998" y="2137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4" name="Freeform 5323"/>
          <p:cNvSpPr/>
          <p:nvPr/>
        </p:nvSpPr>
        <p:spPr>
          <a:xfrm>
            <a:off x="7583866" y="2137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5" name="Freeform 5324"/>
          <p:cNvSpPr/>
          <p:nvPr/>
        </p:nvSpPr>
        <p:spPr>
          <a:xfrm>
            <a:off x="8044939" y="2154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6" name="Freeform 5325"/>
          <p:cNvSpPr/>
          <p:nvPr/>
        </p:nvSpPr>
        <p:spPr>
          <a:xfrm>
            <a:off x="7271057" y="2149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7" name="Freeform 5326"/>
          <p:cNvSpPr/>
          <p:nvPr/>
        </p:nvSpPr>
        <p:spPr>
          <a:xfrm>
            <a:off x="8026882" y="21703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8" name="Freeform 5327"/>
          <p:cNvSpPr/>
          <p:nvPr/>
        </p:nvSpPr>
        <p:spPr>
          <a:xfrm>
            <a:off x="7746124" y="21631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9" name="Freeform 5328"/>
          <p:cNvSpPr/>
          <p:nvPr/>
        </p:nvSpPr>
        <p:spPr>
          <a:xfrm>
            <a:off x="7547804" y="2145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0" name="Freeform 5329"/>
          <p:cNvSpPr/>
          <p:nvPr/>
        </p:nvSpPr>
        <p:spPr>
          <a:xfrm>
            <a:off x="6777778" y="2141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1" name="Freeform 5330"/>
          <p:cNvSpPr/>
          <p:nvPr/>
        </p:nvSpPr>
        <p:spPr>
          <a:xfrm>
            <a:off x="6803064" y="214167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2" name="Freeform 5331"/>
          <p:cNvSpPr/>
          <p:nvPr/>
        </p:nvSpPr>
        <p:spPr>
          <a:xfrm>
            <a:off x="7900473" y="2157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3" name="Freeform 5332"/>
          <p:cNvSpPr/>
          <p:nvPr/>
        </p:nvSpPr>
        <p:spPr>
          <a:xfrm>
            <a:off x="8037653" y="2147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4" name="Freeform 5333"/>
          <p:cNvSpPr/>
          <p:nvPr/>
        </p:nvSpPr>
        <p:spPr>
          <a:xfrm>
            <a:off x="7287457" y="2148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DE3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5" name="Freeform 5334"/>
          <p:cNvSpPr/>
          <p:nvPr/>
        </p:nvSpPr>
        <p:spPr>
          <a:xfrm>
            <a:off x="8206968" y="21425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6" name="Freeform 5335"/>
          <p:cNvSpPr/>
          <p:nvPr/>
        </p:nvSpPr>
        <p:spPr>
          <a:xfrm>
            <a:off x="7019116" y="21496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7" name="Freeform 5336"/>
          <p:cNvSpPr/>
          <p:nvPr/>
        </p:nvSpPr>
        <p:spPr>
          <a:xfrm>
            <a:off x="7263824" y="21504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8" name="Freeform 5337"/>
          <p:cNvSpPr/>
          <p:nvPr/>
        </p:nvSpPr>
        <p:spPr>
          <a:xfrm>
            <a:off x="7118837" y="21452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9" name="Freeform 5338"/>
          <p:cNvSpPr/>
          <p:nvPr/>
        </p:nvSpPr>
        <p:spPr>
          <a:xfrm>
            <a:off x="7574511" y="2153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0" name="Freeform 5339"/>
          <p:cNvSpPr/>
          <p:nvPr/>
        </p:nvSpPr>
        <p:spPr>
          <a:xfrm>
            <a:off x="8075346" y="215322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1" name="Freeform 5340"/>
          <p:cNvSpPr/>
          <p:nvPr/>
        </p:nvSpPr>
        <p:spPr>
          <a:xfrm>
            <a:off x="7433025" y="214071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2" name="Freeform 5341"/>
          <p:cNvSpPr/>
          <p:nvPr/>
        </p:nvSpPr>
        <p:spPr>
          <a:xfrm>
            <a:off x="7863127" y="21557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3" name="Freeform 5342"/>
          <p:cNvSpPr/>
          <p:nvPr/>
        </p:nvSpPr>
        <p:spPr>
          <a:xfrm>
            <a:off x="7613579" y="2152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4" name="Freeform 5343"/>
          <p:cNvSpPr/>
          <p:nvPr/>
        </p:nvSpPr>
        <p:spPr>
          <a:xfrm>
            <a:off x="6777803" y="21532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5" name="Freeform 5344"/>
          <p:cNvSpPr/>
          <p:nvPr/>
        </p:nvSpPr>
        <p:spPr>
          <a:xfrm>
            <a:off x="7322471" y="2164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6" name="Freeform 5345"/>
          <p:cNvSpPr/>
          <p:nvPr/>
        </p:nvSpPr>
        <p:spPr>
          <a:xfrm>
            <a:off x="7226394" y="21408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7" name="Freeform 5346"/>
          <p:cNvSpPr/>
          <p:nvPr/>
        </p:nvSpPr>
        <p:spPr>
          <a:xfrm>
            <a:off x="7526803" y="21351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8" name="Freeform 5347"/>
          <p:cNvSpPr/>
          <p:nvPr/>
        </p:nvSpPr>
        <p:spPr>
          <a:xfrm>
            <a:off x="6375811" y="21489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9" name="Freeform 5348"/>
          <p:cNvSpPr/>
          <p:nvPr/>
        </p:nvSpPr>
        <p:spPr>
          <a:xfrm>
            <a:off x="7675862" y="2153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0" name="Freeform 5349"/>
          <p:cNvSpPr/>
          <p:nvPr/>
        </p:nvSpPr>
        <p:spPr>
          <a:xfrm>
            <a:off x="6760186" y="214863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1" name="Freeform 5350"/>
          <p:cNvSpPr/>
          <p:nvPr/>
        </p:nvSpPr>
        <p:spPr>
          <a:xfrm>
            <a:off x="7705559" y="21492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2" name="Freeform 5351"/>
          <p:cNvSpPr/>
          <p:nvPr/>
        </p:nvSpPr>
        <p:spPr>
          <a:xfrm>
            <a:off x="7063967" y="21507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B0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3" name="Freeform 5352"/>
          <p:cNvSpPr/>
          <p:nvPr/>
        </p:nvSpPr>
        <p:spPr>
          <a:xfrm>
            <a:off x="7660960" y="2147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4" name="Freeform 5353"/>
          <p:cNvSpPr/>
          <p:nvPr/>
        </p:nvSpPr>
        <p:spPr>
          <a:xfrm>
            <a:off x="6223377" y="21489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5" name="Freeform 5354"/>
          <p:cNvSpPr/>
          <p:nvPr/>
        </p:nvSpPr>
        <p:spPr>
          <a:xfrm>
            <a:off x="7623854" y="2132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6" name="Freeform 5355"/>
          <p:cNvSpPr/>
          <p:nvPr/>
        </p:nvSpPr>
        <p:spPr>
          <a:xfrm>
            <a:off x="7448465" y="21407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7" name="Freeform 5356"/>
          <p:cNvSpPr/>
          <p:nvPr/>
        </p:nvSpPr>
        <p:spPr>
          <a:xfrm>
            <a:off x="7381916" y="21507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5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8" name="Freeform 5357"/>
          <p:cNvSpPr/>
          <p:nvPr/>
        </p:nvSpPr>
        <p:spPr>
          <a:xfrm>
            <a:off x="7709116" y="21579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9" name="Freeform 5358"/>
          <p:cNvSpPr/>
          <p:nvPr/>
        </p:nvSpPr>
        <p:spPr>
          <a:xfrm>
            <a:off x="7857104" y="21592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0" name="Freeform 5359"/>
          <p:cNvSpPr/>
          <p:nvPr/>
        </p:nvSpPr>
        <p:spPr>
          <a:xfrm>
            <a:off x="7860474" y="21474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1" name="Freeform 5360"/>
          <p:cNvSpPr/>
          <p:nvPr/>
        </p:nvSpPr>
        <p:spPr>
          <a:xfrm>
            <a:off x="7231253" y="215451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2" name="Freeform 5361"/>
          <p:cNvSpPr/>
          <p:nvPr/>
        </p:nvSpPr>
        <p:spPr>
          <a:xfrm>
            <a:off x="7242384" y="2131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3" name="Freeform 5362"/>
          <p:cNvSpPr/>
          <p:nvPr/>
        </p:nvSpPr>
        <p:spPr>
          <a:xfrm>
            <a:off x="7433216" y="2154075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4" name="Freeform 5363"/>
          <p:cNvSpPr/>
          <p:nvPr/>
        </p:nvSpPr>
        <p:spPr>
          <a:xfrm>
            <a:off x="7790341" y="21490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BF7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5" name="Freeform 5364"/>
          <p:cNvSpPr/>
          <p:nvPr/>
        </p:nvSpPr>
        <p:spPr>
          <a:xfrm>
            <a:off x="7364174" y="21350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6" name="Freeform 5365"/>
          <p:cNvSpPr/>
          <p:nvPr/>
        </p:nvSpPr>
        <p:spPr>
          <a:xfrm>
            <a:off x="7142035" y="21391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7" name="Freeform 5366"/>
          <p:cNvSpPr/>
          <p:nvPr/>
        </p:nvSpPr>
        <p:spPr>
          <a:xfrm>
            <a:off x="7700048" y="21439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8" name="Freeform 5367"/>
          <p:cNvSpPr/>
          <p:nvPr/>
        </p:nvSpPr>
        <p:spPr>
          <a:xfrm>
            <a:off x="7895079" y="21403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9" name="Freeform 5368"/>
          <p:cNvSpPr/>
          <p:nvPr/>
        </p:nvSpPr>
        <p:spPr>
          <a:xfrm>
            <a:off x="7868434" y="215475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0" name="Freeform 5369"/>
          <p:cNvSpPr/>
          <p:nvPr/>
        </p:nvSpPr>
        <p:spPr>
          <a:xfrm>
            <a:off x="7944638" y="21499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1" name="Freeform 5370"/>
          <p:cNvSpPr/>
          <p:nvPr/>
        </p:nvSpPr>
        <p:spPr>
          <a:xfrm>
            <a:off x="6795564" y="2137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2" name="Freeform 5371"/>
          <p:cNvSpPr/>
          <p:nvPr/>
        </p:nvSpPr>
        <p:spPr>
          <a:xfrm>
            <a:off x="8498352" y="21401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3" name="Freeform 5372"/>
          <p:cNvSpPr/>
          <p:nvPr/>
        </p:nvSpPr>
        <p:spPr>
          <a:xfrm>
            <a:off x="7872793" y="21503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4" name="Freeform 5373"/>
          <p:cNvSpPr/>
          <p:nvPr/>
        </p:nvSpPr>
        <p:spPr>
          <a:xfrm>
            <a:off x="7423757" y="21628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5" name="Freeform 5374"/>
          <p:cNvSpPr/>
          <p:nvPr/>
        </p:nvSpPr>
        <p:spPr>
          <a:xfrm>
            <a:off x="7915013" y="2158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6" name="Freeform 5375"/>
          <p:cNvSpPr/>
          <p:nvPr/>
        </p:nvSpPr>
        <p:spPr>
          <a:xfrm>
            <a:off x="8207839" y="215000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7" name="Freeform 5376"/>
          <p:cNvSpPr/>
          <p:nvPr/>
        </p:nvSpPr>
        <p:spPr>
          <a:xfrm>
            <a:off x="7204693" y="21361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8" name="Freeform 5377"/>
          <p:cNvSpPr/>
          <p:nvPr/>
        </p:nvSpPr>
        <p:spPr>
          <a:xfrm>
            <a:off x="6747972" y="21503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9" name="Freeform 5378"/>
          <p:cNvSpPr/>
          <p:nvPr/>
        </p:nvSpPr>
        <p:spPr>
          <a:xfrm>
            <a:off x="8525370" y="215908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0" name="Freeform 5379"/>
          <p:cNvSpPr/>
          <p:nvPr/>
        </p:nvSpPr>
        <p:spPr>
          <a:xfrm>
            <a:off x="7356044" y="21603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1" name="Freeform 5380"/>
          <p:cNvSpPr/>
          <p:nvPr/>
        </p:nvSpPr>
        <p:spPr>
          <a:xfrm>
            <a:off x="8537378" y="2151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2" name="Freeform 5381"/>
          <p:cNvSpPr/>
          <p:nvPr/>
        </p:nvSpPr>
        <p:spPr>
          <a:xfrm>
            <a:off x="7256842" y="2148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0E1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3" name="Freeform 5382"/>
          <p:cNvSpPr/>
          <p:nvPr/>
        </p:nvSpPr>
        <p:spPr>
          <a:xfrm>
            <a:off x="7608120" y="2155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4" name="Freeform 5383"/>
          <p:cNvSpPr/>
          <p:nvPr/>
        </p:nvSpPr>
        <p:spPr>
          <a:xfrm>
            <a:off x="7433032" y="21492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5" name="Freeform 5384"/>
          <p:cNvSpPr/>
          <p:nvPr/>
        </p:nvSpPr>
        <p:spPr>
          <a:xfrm>
            <a:off x="7329743" y="21653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6" name="Freeform 5385"/>
          <p:cNvSpPr/>
          <p:nvPr/>
        </p:nvSpPr>
        <p:spPr>
          <a:xfrm>
            <a:off x="7285747" y="2147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7" name="Freeform 5386"/>
          <p:cNvSpPr/>
          <p:nvPr/>
        </p:nvSpPr>
        <p:spPr>
          <a:xfrm>
            <a:off x="7206031" y="2144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8" name="Freeform 5387"/>
          <p:cNvSpPr/>
          <p:nvPr/>
        </p:nvSpPr>
        <p:spPr>
          <a:xfrm>
            <a:off x="7653789" y="2158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9" name="Freeform 5388"/>
          <p:cNvSpPr/>
          <p:nvPr/>
        </p:nvSpPr>
        <p:spPr>
          <a:xfrm>
            <a:off x="7848554" y="2154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0" name="Freeform 5389"/>
          <p:cNvSpPr/>
          <p:nvPr/>
        </p:nvSpPr>
        <p:spPr>
          <a:xfrm>
            <a:off x="7752384" y="2141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1" name="Freeform 5390"/>
          <p:cNvSpPr/>
          <p:nvPr/>
        </p:nvSpPr>
        <p:spPr>
          <a:xfrm>
            <a:off x="6944308" y="21253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55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2" name="Freeform 5391"/>
          <p:cNvSpPr/>
          <p:nvPr/>
        </p:nvSpPr>
        <p:spPr>
          <a:xfrm>
            <a:off x="7867782" y="21566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3" name="Freeform 5392"/>
          <p:cNvSpPr/>
          <p:nvPr/>
        </p:nvSpPr>
        <p:spPr>
          <a:xfrm>
            <a:off x="6780102" y="21271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4" name="Freeform 5393"/>
          <p:cNvSpPr/>
          <p:nvPr/>
        </p:nvSpPr>
        <p:spPr>
          <a:xfrm>
            <a:off x="7191418" y="2139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5" name="Freeform 5394"/>
          <p:cNvSpPr/>
          <p:nvPr/>
        </p:nvSpPr>
        <p:spPr>
          <a:xfrm>
            <a:off x="6475808" y="21351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6" name="Freeform 5395"/>
          <p:cNvSpPr/>
          <p:nvPr/>
        </p:nvSpPr>
        <p:spPr>
          <a:xfrm>
            <a:off x="8008062" y="21579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7" name="Freeform 5396"/>
          <p:cNvSpPr/>
          <p:nvPr/>
        </p:nvSpPr>
        <p:spPr>
          <a:xfrm>
            <a:off x="6685757" y="21496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1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8" name="Freeform 5397"/>
          <p:cNvSpPr/>
          <p:nvPr/>
        </p:nvSpPr>
        <p:spPr>
          <a:xfrm>
            <a:off x="6836681" y="21514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9" name="Freeform 5398"/>
          <p:cNvSpPr/>
          <p:nvPr/>
        </p:nvSpPr>
        <p:spPr>
          <a:xfrm>
            <a:off x="7905120" y="21441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0" name="Freeform 5399"/>
          <p:cNvSpPr/>
          <p:nvPr/>
        </p:nvSpPr>
        <p:spPr>
          <a:xfrm>
            <a:off x="7404641" y="2149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1" name="Freeform 5400"/>
          <p:cNvSpPr/>
          <p:nvPr/>
        </p:nvSpPr>
        <p:spPr>
          <a:xfrm>
            <a:off x="6636024" y="2146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2" name="Freeform 5401"/>
          <p:cNvSpPr/>
          <p:nvPr/>
        </p:nvSpPr>
        <p:spPr>
          <a:xfrm>
            <a:off x="7579092" y="2161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3" name="Freeform 5402"/>
          <p:cNvSpPr/>
          <p:nvPr/>
        </p:nvSpPr>
        <p:spPr>
          <a:xfrm>
            <a:off x="6423434" y="2154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4" name="Freeform 5403"/>
          <p:cNvSpPr/>
          <p:nvPr/>
        </p:nvSpPr>
        <p:spPr>
          <a:xfrm>
            <a:off x="7303178" y="2144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5" name="Freeform 5404"/>
          <p:cNvSpPr/>
          <p:nvPr/>
        </p:nvSpPr>
        <p:spPr>
          <a:xfrm>
            <a:off x="8064857" y="21718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6" name="Freeform 5405"/>
          <p:cNvSpPr/>
          <p:nvPr/>
        </p:nvSpPr>
        <p:spPr>
          <a:xfrm>
            <a:off x="7793586" y="216390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7" name="Freeform 5406"/>
          <p:cNvSpPr/>
          <p:nvPr/>
        </p:nvSpPr>
        <p:spPr>
          <a:xfrm>
            <a:off x="8227502" y="2131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8" name="Freeform 5407"/>
          <p:cNvSpPr/>
          <p:nvPr/>
        </p:nvSpPr>
        <p:spPr>
          <a:xfrm>
            <a:off x="7767231" y="21428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9" name="Freeform 5408"/>
          <p:cNvSpPr/>
          <p:nvPr/>
        </p:nvSpPr>
        <p:spPr>
          <a:xfrm>
            <a:off x="7081779" y="21375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0" name="Freeform 5409"/>
          <p:cNvSpPr/>
          <p:nvPr/>
        </p:nvSpPr>
        <p:spPr>
          <a:xfrm>
            <a:off x="7870426" y="21486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1" name="Freeform 5410"/>
          <p:cNvSpPr/>
          <p:nvPr/>
        </p:nvSpPr>
        <p:spPr>
          <a:xfrm>
            <a:off x="8062681" y="21532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2" name="Freeform 5411"/>
          <p:cNvSpPr/>
          <p:nvPr/>
        </p:nvSpPr>
        <p:spPr>
          <a:xfrm>
            <a:off x="7050104" y="2142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3" name="Freeform 5412"/>
          <p:cNvSpPr/>
          <p:nvPr/>
        </p:nvSpPr>
        <p:spPr>
          <a:xfrm>
            <a:off x="7230680" y="21441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4" name="Freeform 5413"/>
          <p:cNvSpPr/>
          <p:nvPr/>
        </p:nvSpPr>
        <p:spPr>
          <a:xfrm>
            <a:off x="6963914" y="21401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5" name="Freeform 5414"/>
          <p:cNvSpPr/>
          <p:nvPr/>
        </p:nvSpPr>
        <p:spPr>
          <a:xfrm>
            <a:off x="8014254" y="2159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4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6" name="Freeform 5415"/>
          <p:cNvSpPr/>
          <p:nvPr/>
        </p:nvSpPr>
        <p:spPr>
          <a:xfrm>
            <a:off x="7404053" y="2131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7" name="Freeform 5416"/>
          <p:cNvSpPr/>
          <p:nvPr/>
        </p:nvSpPr>
        <p:spPr>
          <a:xfrm>
            <a:off x="7540816" y="21508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8" name="Freeform 5417"/>
          <p:cNvSpPr/>
          <p:nvPr/>
        </p:nvSpPr>
        <p:spPr>
          <a:xfrm>
            <a:off x="7329128" y="2145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9" name="Freeform 5418"/>
          <p:cNvSpPr/>
          <p:nvPr/>
        </p:nvSpPr>
        <p:spPr>
          <a:xfrm>
            <a:off x="6984973" y="214822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A1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0" name="Freeform 5419"/>
          <p:cNvSpPr/>
          <p:nvPr/>
        </p:nvSpPr>
        <p:spPr>
          <a:xfrm>
            <a:off x="7641776" y="21514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1" name="Freeform 5420"/>
          <p:cNvSpPr/>
          <p:nvPr/>
        </p:nvSpPr>
        <p:spPr>
          <a:xfrm>
            <a:off x="7604826" y="2159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2" name="Freeform 5421"/>
          <p:cNvSpPr/>
          <p:nvPr/>
        </p:nvSpPr>
        <p:spPr>
          <a:xfrm>
            <a:off x="7800498" y="21476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3" name="Freeform 5422"/>
          <p:cNvSpPr/>
          <p:nvPr/>
        </p:nvSpPr>
        <p:spPr>
          <a:xfrm>
            <a:off x="6457495" y="21483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4" name="Freeform 5423"/>
          <p:cNvSpPr/>
          <p:nvPr/>
        </p:nvSpPr>
        <p:spPr>
          <a:xfrm>
            <a:off x="8063012" y="2141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5" name="Freeform 5424"/>
          <p:cNvSpPr/>
          <p:nvPr/>
        </p:nvSpPr>
        <p:spPr>
          <a:xfrm>
            <a:off x="7252170" y="21488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6" name="Freeform 5425"/>
          <p:cNvSpPr/>
          <p:nvPr/>
        </p:nvSpPr>
        <p:spPr>
          <a:xfrm>
            <a:off x="6643076" y="216025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7" name="Freeform 5426"/>
          <p:cNvSpPr/>
          <p:nvPr/>
        </p:nvSpPr>
        <p:spPr>
          <a:xfrm>
            <a:off x="8149067" y="21486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8" name="Freeform 5427"/>
          <p:cNvSpPr/>
          <p:nvPr/>
        </p:nvSpPr>
        <p:spPr>
          <a:xfrm>
            <a:off x="7369682" y="21515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9" name="Freeform 5428"/>
          <p:cNvSpPr/>
          <p:nvPr/>
        </p:nvSpPr>
        <p:spPr>
          <a:xfrm>
            <a:off x="7127638" y="21536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3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0" name="Freeform 5429"/>
          <p:cNvSpPr/>
          <p:nvPr/>
        </p:nvSpPr>
        <p:spPr>
          <a:xfrm>
            <a:off x="7881892" y="21629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1" name="Freeform 5430"/>
          <p:cNvSpPr/>
          <p:nvPr/>
        </p:nvSpPr>
        <p:spPr>
          <a:xfrm>
            <a:off x="7521854" y="2158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2" name="Freeform 5431"/>
          <p:cNvSpPr/>
          <p:nvPr/>
        </p:nvSpPr>
        <p:spPr>
          <a:xfrm>
            <a:off x="7318203" y="21533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3" name="Freeform 5432"/>
          <p:cNvSpPr/>
          <p:nvPr/>
        </p:nvSpPr>
        <p:spPr>
          <a:xfrm>
            <a:off x="7698041" y="21432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4" name="Freeform 5433"/>
          <p:cNvSpPr/>
          <p:nvPr/>
        </p:nvSpPr>
        <p:spPr>
          <a:xfrm>
            <a:off x="7270169" y="21492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5" name="Freeform 5434"/>
          <p:cNvSpPr/>
          <p:nvPr/>
        </p:nvSpPr>
        <p:spPr>
          <a:xfrm>
            <a:off x="7776159" y="21354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6" name="Freeform 5435"/>
          <p:cNvSpPr/>
          <p:nvPr/>
        </p:nvSpPr>
        <p:spPr>
          <a:xfrm>
            <a:off x="7174095" y="21385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7" name="Freeform 5436"/>
          <p:cNvSpPr/>
          <p:nvPr/>
        </p:nvSpPr>
        <p:spPr>
          <a:xfrm>
            <a:off x="7643518" y="2148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8" name="Freeform 5437"/>
          <p:cNvSpPr/>
          <p:nvPr/>
        </p:nvSpPr>
        <p:spPr>
          <a:xfrm>
            <a:off x="6501327" y="21432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9" name="Freeform 5438"/>
          <p:cNvSpPr/>
          <p:nvPr/>
        </p:nvSpPr>
        <p:spPr>
          <a:xfrm>
            <a:off x="7630912" y="2147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0" name="Freeform 5439"/>
          <p:cNvSpPr/>
          <p:nvPr/>
        </p:nvSpPr>
        <p:spPr>
          <a:xfrm>
            <a:off x="7769733" y="2158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1" name="Freeform 5440"/>
          <p:cNvSpPr/>
          <p:nvPr/>
        </p:nvSpPr>
        <p:spPr>
          <a:xfrm>
            <a:off x="8284857" y="2142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2" name="Freeform 5441"/>
          <p:cNvSpPr/>
          <p:nvPr/>
        </p:nvSpPr>
        <p:spPr>
          <a:xfrm>
            <a:off x="7424884" y="21395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3" name="Freeform 5442"/>
          <p:cNvSpPr/>
          <p:nvPr/>
        </p:nvSpPr>
        <p:spPr>
          <a:xfrm>
            <a:off x="7187581" y="21559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4" name="Freeform 5443"/>
          <p:cNvSpPr/>
          <p:nvPr/>
        </p:nvSpPr>
        <p:spPr>
          <a:xfrm>
            <a:off x="7138486" y="21422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5" name="Freeform 5444"/>
          <p:cNvSpPr/>
          <p:nvPr/>
        </p:nvSpPr>
        <p:spPr>
          <a:xfrm>
            <a:off x="7280224" y="214429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6" name="Freeform 5445"/>
          <p:cNvSpPr/>
          <p:nvPr/>
        </p:nvSpPr>
        <p:spPr>
          <a:xfrm>
            <a:off x="6905066" y="21418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7" name="Freeform 5446"/>
          <p:cNvSpPr/>
          <p:nvPr/>
        </p:nvSpPr>
        <p:spPr>
          <a:xfrm>
            <a:off x="7531214" y="21586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8" name="Freeform 5447"/>
          <p:cNvSpPr/>
          <p:nvPr/>
        </p:nvSpPr>
        <p:spPr>
          <a:xfrm>
            <a:off x="7296163" y="2161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46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9" name="Freeform 5448"/>
          <p:cNvSpPr/>
          <p:nvPr/>
        </p:nvSpPr>
        <p:spPr>
          <a:xfrm>
            <a:off x="7325316" y="21514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0" name="Freeform 5449"/>
          <p:cNvSpPr/>
          <p:nvPr/>
        </p:nvSpPr>
        <p:spPr>
          <a:xfrm>
            <a:off x="7280220" y="21378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1" name="Freeform 5450"/>
          <p:cNvSpPr/>
          <p:nvPr/>
        </p:nvSpPr>
        <p:spPr>
          <a:xfrm>
            <a:off x="6687949" y="214703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2" name="Freeform 5451"/>
          <p:cNvSpPr/>
          <p:nvPr/>
        </p:nvSpPr>
        <p:spPr>
          <a:xfrm>
            <a:off x="7883295" y="21515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3" name="Freeform 5452"/>
          <p:cNvSpPr/>
          <p:nvPr/>
        </p:nvSpPr>
        <p:spPr>
          <a:xfrm>
            <a:off x="6923241" y="21368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4" name="Freeform 5453"/>
          <p:cNvSpPr/>
          <p:nvPr/>
        </p:nvSpPr>
        <p:spPr>
          <a:xfrm>
            <a:off x="7522686" y="21532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5" name="Freeform 5454"/>
          <p:cNvSpPr/>
          <p:nvPr/>
        </p:nvSpPr>
        <p:spPr>
          <a:xfrm>
            <a:off x="8014020" y="2148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6" name="Freeform 5455"/>
          <p:cNvSpPr/>
          <p:nvPr/>
        </p:nvSpPr>
        <p:spPr>
          <a:xfrm>
            <a:off x="7870879" y="21329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7" name="Freeform 5456"/>
          <p:cNvSpPr/>
          <p:nvPr/>
        </p:nvSpPr>
        <p:spPr>
          <a:xfrm>
            <a:off x="7502296" y="21491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AE5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8" name="Freeform 5457"/>
          <p:cNvSpPr/>
          <p:nvPr/>
        </p:nvSpPr>
        <p:spPr>
          <a:xfrm>
            <a:off x="6745101" y="214603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9" name="Freeform 5458"/>
          <p:cNvSpPr/>
          <p:nvPr/>
        </p:nvSpPr>
        <p:spPr>
          <a:xfrm>
            <a:off x="8154196" y="2141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0" name="Freeform 5459"/>
          <p:cNvSpPr/>
          <p:nvPr/>
        </p:nvSpPr>
        <p:spPr>
          <a:xfrm>
            <a:off x="8170500" y="21464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1" name="Freeform 5460"/>
          <p:cNvSpPr/>
          <p:nvPr/>
        </p:nvSpPr>
        <p:spPr>
          <a:xfrm>
            <a:off x="7078585" y="21544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2" name="Freeform 5461"/>
          <p:cNvSpPr/>
          <p:nvPr/>
        </p:nvSpPr>
        <p:spPr>
          <a:xfrm>
            <a:off x="7539146" y="21639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3" name="Freeform 5462"/>
          <p:cNvSpPr/>
          <p:nvPr/>
        </p:nvSpPr>
        <p:spPr>
          <a:xfrm>
            <a:off x="6800042" y="21265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4" name="Freeform 5463"/>
          <p:cNvSpPr/>
          <p:nvPr/>
        </p:nvSpPr>
        <p:spPr>
          <a:xfrm>
            <a:off x="7065510" y="21493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5" name="Freeform 5464"/>
          <p:cNvSpPr/>
          <p:nvPr/>
        </p:nvSpPr>
        <p:spPr>
          <a:xfrm>
            <a:off x="7980368" y="21473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6" name="Freeform 5465"/>
          <p:cNvSpPr/>
          <p:nvPr/>
        </p:nvSpPr>
        <p:spPr>
          <a:xfrm>
            <a:off x="7560486" y="21380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7" name="Freeform 5466"/>
          <p:cNvSpPr/>
          <p:nvPr/>
        </p:nvSpPr>
        <p:spPr>
          <a:xfrm>
            <a:off x="7220765" y="21427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8" name="Freeform 5467"/>
          <p:cNvSpPr/>
          <p:nvPr/>
        </p:nvSpPr>
        <p:spPr>
          <a:xfrm>
            <a:off x="8205615" y="2150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9" name="Freeform 5468"/>
          <p:cNvSpPr/>
          <p:nvPr/>
        </p:nvSpPr>
        <p:spPr>
          <a:xfrm>
            <a:off x="7556053" y="2160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0" name="Freeform 5469"/>
          <p:cNvSpPr/>
          <p:nvPr/>
        </p:nvSpPr>
        <p:spPr>
          <a:xfrm>
            <a:off x="7241210" y="21435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1" name="Freeform 5470"/>
          <p:cNvSpPr/>
          <p:nvPr/>
        </p:nvSpPr>
        <p:spPr>
          <a:xfrm>
            <a:off x="7720090" y="2140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2" name="Freeform 5471"/>
          <p:cNvSpPr/>
          <p:nvPr/>
        </p:nvSpPr>
        <p:spPr>
          <a:xfrm>
            <a:off x="7848522" y="21539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3" name="Freeform 5472"/>
          <p:cNvSpPr/>
          <p:nvPr/>
        </p:nvSpPr>
        <p:spPr>
          <a:xfrm>
            <a:off x="7443665" y="2142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4" name="Freeform 5473"/>
          <p:cNvSpPr/>
          <p:nvPr/>
        </p:nvSpPr>
        <p:spPr>
          <a:xfrm>
            <a:off x="7426626" y="2142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5" name="Freeform 5474"/>
          <p:cNvSpPr/>
          <p:nvPr/>
        </p:nvSpPr>
        <p:spPr>
          <a:xfrm>
            <a:off x="7183822" y="21644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6" name="Freeform 5475"/>
          <p:cNvSpPr/>
          <p:nvPr/>
        </p:nvSpPr>
        <p:spPr>
          <a:xfrm>
            <a:off x="7491117" y="2144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0C4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7" name="Freeform 5476"/>
          <p:cNvSpPr/>
          <p:nvPr/>
        </p:nvSpPr>
        <p:spPr>
          <a:xfrm>
            <a:off x="7922018" y="21447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8" name="Freeform 5477"/>
          <p:cNvSpPr/>
          <p:nvPr/>
        </p:nvSpPr>
        <p:spPr>
          <a:xfrm>
            <a:off x="7388307" y="2165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9" name="Freeform 5478"/>
          <p:cNvSpPr/>
          <p:nvPr/>
        </p:nvSpPr>
        <p:spPr>
          <a:xfrm>
            <a:off x="7385542" y="2157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0" name="Freeform 5479"/>
          <p:cNvSpPr/>
          <p:nvPr/>
        </p:nvSpPr>
        <p:spPr>
          <a:xfrm>
            <a:off x="8150878" y="2159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1" name="Freeform 5480"/>
          <p:cNvSpPr/>
          <p:nvPr/>
        </p:nvSpPr>
        <p:spPr>
          <a:xfrm>
            <a:off x="8211311" y="21555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2" name="Freeform 5481"/>
          <p:cNvSpPr/>
          <p:nvPr/>
        </p:nvSpPr>
        <p:spPr>
          <a:xfrm>
            <a:off x="7045962" y="2165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3" name="Freeform 5482"/>
          <p:cNvSpPr/>
          <p:nvPr/>
        </p:nvSpPr>
        <p:spPr>
          <a:xfrm>
            <a:off x="7568198" y="214973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4" name="Freeform 5483"/>
          <p:cNvSpPr/>
          <p:nvPr/>
        </p:nvSpPr>
        <p:spPr>
          <a:xfrm>
            <a:off x="7587136" y="21519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5" name="Freeform 5484"/>
          <p:cNvSpPr/>
          <p:nvPr/>
        </p:nvSpPr>
        <p:spPr>
          <a:xfrm>
            <a:off x="7554374" y="21418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6" name="Freeform 5485"/>
          <p:cNvSpPr/>
          <p:nvPr/>
        </p:nvSpPr>
        <p:spPr>
          <a:xfrm>
            <a:off x="6935460" y="21510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7" name="Freeform 5486"/>
          <p:cNvSpPr/>
          <p:nvPr/>
        </p:nvSpPr>
        <p:spPr>
          <a:xfrm>
            <a:off x="7185470" y="21464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8" name="Freeform 5487"/>
          <p:cNvSpPr/>
          <p:nvPr/>
        </p:nvSpPr>
        <p:spPr>
          <a:xfrm>
            <a:off x="7726344" y="21516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9" name="Freeform 5488"/>
          <p:cNvSpPr/>
          <p:nvPr/>
        </p:nvSpPr>
        <p:spPr>
          <a:xfrm>
            <a:off x="7263230" y="2150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0" name="Freeform 5489"/>
          <p:cNvSpPr/>
          <p:nvPr/>
        </p:nvSpPr>
        <p:spPr>
          <a:xfrm>
            <a:off x="6551003" y="2153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1" name="Freeform 5490"/>
          <p:cNvSpPr/>
          <p:nvPr/>
        </p:nvSpPr>
        <p:spPr>
          <a:xfrm>
            <a:off x="7268814" y="21709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2" name="Freeform 5491"/>
          <p:cNvSpPr/>
          <p:nvPr/>
        </p:nvSpPr>
        <p:spPr>
          <a:xfrm>
            <a:off x="7542787" y="21540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3" name="Freeform 5492"/>
          <p:cNvSpPr/>
          <p:nvPr/>
        </p:nvSpPr>
        <p:spPr>
          <a:xfrm>
            <a:off x="7612470" y="21487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4" name="Freeform 5493"/>
          <p:cNvSpPr/>
          <p:nvPr/>
        </p:nvSpPr>
        <p:spPr>
          <a:xfrm>
            <a:off x="7409338" y="2150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4E61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5" name="Freeform 5494"/>
          <p:cNvSpPr/>
          <p:nvPr/>
        </p:nvSpPr>
        <p:spPr>
          <a:xfrm>
            <a:off x="7447027" y="21456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6" name="Freeform 5495"/>
          <p:cNvSpPr/>
          <p:nvPr/>
        </p:nvSpPr>
        <p:spPr>
          <a:xfrm>
            <a:off x="7657846" y="21600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7" name="Freeform 5496"/>
          <p:cNvSpPr/>
          <p:nvPr/>
        </p:nvSpPr>
        <p:spPr>
          <a:xfrm>
            <a:off x="8211244" y="21411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8" name="Freeform 5497"/>
          <p:cNvSpPr/>
          <p:nvPr/>
        </p:nvSpPr>
        <p:spPr>
          <a:xfrm>
            <a:off x="6558108" y="21542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9" name="Freeform 5498"/>
          <p:cNvSpPr/>
          <p:nvPr/>
        </p:nvSpPr>
        <p:spPr>
          <a:xfrm>
            <a:off x="7515640" y="21576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0" name="Freeform 5499"/>
          <p:cNvSpPr/>
          <p:nvPr/>
        </p:nvSpPr>
        <p:spPr>
          <a:xfrm>
            <a:off x="7022305" y="215454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1" name="Freeform 5500"/>
          <p:cNvSpPr/>
          <p:nvPr/>
        </p:nvSpPr>
        <p:spPr>
          <a:xfrm>
            <a:off x="8500906" y="2151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2" name="Freeform 5501"/>
          <p:cNvSpPr/>
          <p:nvPr/>
        </p:nvSpPr>
        <p:spPr>
          <a:xfrm>
            <a:off x="7461717" y="21565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3" name="Freeform 5502"/>
          <p:cNvSpPr/>
          <p:nvPr/>
        </p:nvSpPr>
        <p:spPr>
          <a:xfrm>
            <a:off x="7270381" y="214777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4" name="Freeform 5503"/>
          <p:cNvSpPr/>
          <p:nvPr/>
        </p:nvSpPr>
        <p:spPr>
          <a:xfrm>
            <a:off x="7338296" y="21500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5" name="Freeform 5504"/>
          <p:cNvSpPr/>
          <p:nvPr/>
        </p:nvSpPr>
        <p:spPr>
          <a:xfrm>
            <a:off x="8012193" y="21544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6" name="Freeform 5505"/>
          <p:cNvSpPr/>
          <p:nvPr/>
        </p:nvSpPr>
        <p:spPr>
          <a:xfrm>
            <a:off x="6588132" y="21497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7" name="Freeform 5506"/>
          <p:cNvSpPr/>
          <p:nvPr/>
        </p:nvSpPr>
        <p:spPr>
          <a:xfrm>
            <a:off x="7797439" y="21504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8" name="Freeform 5507"/>
          <p:cNvSpPr/>
          <p:nvPr/>
        </p:nvSpPr>
        <p:spPr>
          <a:xfrm>
            <a:off x="7242234" y="2150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9" name="Freeform 5508"/>
          <p:cNvSpPr/>
          <p:nvPr/>
        </p:nvSpPr>
        <p:spPr>
          <a:xfrm>
            <a:off x="6809194" y="21528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0" name="Freeform 5509"/>
          <p:cNvSpPr/>
          <p:nvPr/>
        </p:nvSpPr>
        <p:spPr>
          <a:xfrm>
            <a:off x="7681080" y="21567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1" name="Freeform 5510"/>
          <p:cNvSpPr/>
          <p:nvPr/>
        </p:nvSpPr>
        <p:spPr>
          <a:xfrm>
            <a:off x="7653102" y="21607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2" name="Freeform 5511"/>
          <p:cNvSpPr/>
          <p:nvPr/>
        </p:nvSpPr>
        <p:spPr>
          <a:xfrm>
            <a:off x="7553212" y="21399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3" name="Freeform 5512"/>
          <p:cNvSpPr/>
          <p:nvPr/>
        </p:nvSpPr>
        <p:spPr>
          <a:xfrm>
            <a:off x="7704880" y="21347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4" name="Freeform 5513"/>
          <p:cNvSpPr/>
          <p:nvPr/>
        </p:nvSpPr>
        <p:spPr>
          <a:xfrm>
            <a:off x="8061751" y="21472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5" name="Freeform 5514"/>
          <p:cNvSpPr/>
          <p:nvPr/>
        </p:nvSpPr>
        <p:spPr>
          <a:xfrm>
            <a:off x="7637982" y="2143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6" name="Freeform 5515"/>
          <p:cNvSpPr/>
          <p:nvPr/>
        </p:nvSpPr>
        <p:spPr>
          <a:xfrm>
            <a:off x="7306534" y="21495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7" name="Freeform 5516"/>
          <p:cNvSpPr/>
          <p:nvPr/>
        </p:nvSpPr>
        <p:spPr>
          <a:xfrm>
            <a:off x="7257061" y="2141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8" name="Freeform 5517"/>
          <p:cNvSpPr/>
          <p:nvPr/>
        </p:nvSpPr>
        <p:spPr>
          <a:xfrm>
            <a:off x="6603320" y="21422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9" name="Freeform 5518"/>
          <p:cNvSpPr/>
          <p:nvPr/>
        </p:nvSpPr>
        <p:spPr>
          <a:xfrm>
            <a:off x="7921736" y="21422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0" name="Freeform 5519"/>
          <p:cNvSpPr/>
          <p:nvPr/>
        </p:nvSpPr>
        <p:spPr>
          <a:xfrm>
            <a:off x="7606126" y="21608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1" name="Freeform 5520"/>
          <p:cNvSpPr/>
          <p:nvPr/>
        </p:nvSpPr>
        <p:spPr>
          <a:xfrm>
            <a:off x="7976533" y="214550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2" name="Freeform 5521"/>
          <p:cNvSpPr/>
          <p:nvPr/>
        </p:nvSpPr>
        <p:spPr>
          <a:xfrm>
            <a:off x="7782055" y="2144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3" name="Freeform 5522"/>
          <p:cNvSpPr/>
          <p:nvPr/>
        </p:nvSpPr>
        <p:spPr>
          <a:xfrm>
            <a:off x="6639460" y="21447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7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4" name="Freeform 5523"/>
          <p:cNvSpPr/>
          <p:nvPr/>
        </p:nvSpPr>
        <p:spPr>
          <a:xfrm>
            <a:off x="7538389" y="2142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5" name="Freeform 5524"/>
          <p:cNvSpPr/>
          <p:nvPr/>
        </p:nvSpPr>
        <p:spPr>
          <a:xfrm>
            <a:off x="7439570" y="21568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6" name="Freeform 5525"/>
          <p:cNvSpPr/>
          <p:nvPr/>
        </p:nvSpPr>
        <p:spPr>
          <a:xfrm>
            <a:off x="7085346" y="2164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7" name="Freeform 5526"/>
          <p:cNvSpPr/>
          <p:nvPr/>
        </p:nvSpPr>
        <p:spPr>
          <a:xfrm>
            <a:off x="7331194" y="2146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8" name="Freeform 5527"/>
          <p:cNvSpPr/>
          <p:nvPr/>
        </p:nvSpPr>
        <p:spPr>
          <a:xfrm>
            <a:off x="7159955" y="2156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9" name="Freeform 5528"/>
          <p:cNvSpPr/>
          <p:nvPr/>
        </p:nvSpPr>
        <p:spPr>
          <a:xfrm>
            <a:off x="7962878" y="2158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0" name="Freeform 5529"/>
          <p:cNvSpPr/>
          <p:nvPr/>
        </p:nvSpPr>
        <p:spPr>
          <a:xfrm>
            <a:off x="7830893" y="21515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1" name="Freeform 5530"/>
          <p:cNvSpPr/>
          <p:nvPr/>
        </p:nvSpPr>
        <p:spPr>
          <a:xfrm>
            <a:off x="6994671" y="21464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C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2" name="Freeform 5531"/>
          <p:cNvSpPr/>
          <p:nvPr/>
        </p:nvSpPr>
        <p:spPr>
          <a:xfrm>
            <a:off x="7344913" y="21295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3" name="Freeform 5532"/>
          <p:cNvSpPr/>
          <p:nvPr/>
        </p:nvSpPr>
        <p:spPr>
          <a:xfrm>
            <a:off x="7795507" y="21387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4" name="Freeform 5533"/>
          <p:cNvSpPr/>
          <p:nvPr/>
        </p:nvSpPr>
        <p:spPr>
          <a:xfrm>
            <a:off x="8073658" y="2151379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5" name="Freeform 5534"/>
          <p:cNvSpPr/>
          <p:nvPr/>
        </p:nvSpPr>
        <p:spPr>
          <a:xfrm>
            <a:off x="7046388" y="21486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6" name="Freeform 5535"/>
          <p:cNvSpPr/>
          <p:nvPr/>
        </p:nvSpPr>
        <p:spPr>
          <a:xfrm>
            <a:off x="6458047" y="214560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3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7" name="Freeform 5536"/>
          <p:cNvSpPr/>
          <p:nvPr/>
        </p:nvSpPr>
        <p:spPr>
          <a:xfrm>
            <a:off x="7569219" y="2153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8" name="Freeform 5537"/>
          <p:cNvSpPr/>
          <p:nvPr/>
        </p:nvSpPr>
        <p:spPr>
          <a:xfrm>
            <a:off x="7598484" y="2131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9" name="Freeform 5538"/>
          <p:cNvSpPr/>
          <p:nvPr/>
        </p:nvSpPr>
        <p:spPr>
          <a:xfrm>
            <a:off x="7381813" y="215845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0" name="Freeform 5539"/>
          <p:cNvSpPr/>
          <p:nvPr/>
        </p:nvSpPr>
        <p:spPr>
          <a:xfrm>
            <a:off x="7543635" y="21462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1" name="Freeform 5540"/>
          <p:cNvSpPr/>
          <p:nvPr/>
        </p:nvSpPr>
        <p:spPr>
          <a:xfrm>
            <a:off x="8226415" y="21471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2" name="Freeform 5541"/>
          <p:cNvSpPr/>
          <p:nvPr/>
        </p:nvSpPr>
        <p:spPr>
          <a:xfrm>
            <a:off x="7144793" y="21488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3" name="Freeform 5542"/>
          <p:cNvSpPr/>
          <p:nvPr/>
        </p:nvSpPr>
        <p:spPr>
          <a:xfrm>
            <a:off x="7764992" y="21485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4" name="Freeform 5543"/>
          <p:cNvSpPr/>
          <p:nvPr/>
        </p:nvSpPr>
        <p:spPr>
          <a:xfrm>
            <a:off x="7221673" y="21448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5" name="Freeform 5544"/>
          <p:cNvSpPr/>
          <p:nvPr/>
        </p:nvSpPr>
        <p:spPr>
          <a:xfrm>
            <a:off x="6587146" y="21608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6" name="Freeform 5545"/>
          <p:cNvSpPr/>
          <p:nvPr/>
        </p:nvSpPr>
        <p:spPr>
          <a:xfrm>
            <a:off x="7109091" y="21543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A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7" name="Freeform 5546"/>
          <p:cNvSpPr/>
          <p:nvPr/>
        </p:nvSpPr>
        <p:spPr>
          <a:xfrm>
            <a:off x="7278230" y="2156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8" name="Freeform 5547"/>
          <p:cNvSpPr/>
          <p:nvPr/>
        </p:nvSpPr>
        <p:spPr>
          <a:xfrm>
            <a:off x="7741538" y="21532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9" name="Freeform 5548"/>
          <p:cNvSpPr/>
          <p:nvPr/>
        </p:nvSpPr>
        <p:spPr>
          <a:xfrm>
            <a:off x="7718074" y="21529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0" name="Freeform 5549"/>
          <p:cNvSpPr/>
          <p:nvPr/>
        </p:nvSpPr>
        <p:spPr>
          <a:xfrm>
            <a:off x="7734107" y="21474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1" name="Freeform 5550"/>
          <p:cNvSpPr/>
          <p:nvPr/>
        </p:nvSpPr>
        <p:spPr>
          <a:xfrm>
            <a:off x="7538045" y="21465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8DE2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2" name="Freeform 5551"/>
          <p:cNvSpPr/>
          <p:nvPr/>
        </p:nvSpPr>
        <p:spPr>
          <a:xfrm>
            <a:off x="7240579" y="214930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3" name="Freeform 5552"/>
          <p:cNvSpPr/>
          <p:nvPr/>
        </p:nvSpPr>
        <p:spPr>
          <a:xfrm>
            <a:off x="7231145" y="21379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4" name="Freeform 5553"/>
          <p:cNvSpPr/>
          <p:nvPr/>
        </p:nvSpPr>
        <p:spPr>
          <a:xfrm>
            <a:off x="7373806" y="21506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5" name="Freeform 5554"/>
          <p:cNvSpPr/>
          <p:nvPr/>
        </p:nvSpPr>
        <p:spPr>
          <a:xfrm>
            <a:off x="7750763" y="21535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6" name="Freeform 5555"/>
          <p:cNvSpPr/>
          <p:nvPr/>
        </p:nvSpPr>
        <p:spPr>
          <a:xfrm>
            <a:off x="7308684" y="21521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7" name="Freeform 5556"/>
          <p:cNvSpPr/>
          <p:nvPr/>
        </p:nvSpPr>
        <p:spPr>
          <a:xfrm>
            <a:off x="7805767" y="21473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8" name="Freeform 5557"/>
          <p:cNvSpPr/>
          <p:nvPr/>
        </p:nvSpPr>
        <p:spPr>
          <a:xfrm>
            <a:off x="7697148" y="21533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BC7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9" name="Freeform 5558"/>
          <p:cNvSpPr/>
          <p:nvPr/>
        </p:nvSpPr>
        <p:spPr>
          <a:xfrm>
            <a:off x="7773272" y="21584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0" name="Freeform 5559"/>
          <p:cNvSpPr/>
          <p:nvPr/>
        </p:nvSpPr>
        <p:spPr>
          <a:xfrm>
            <a:off x="6963164" y="21484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1" name="Freeform 5560"/>
          <p:cNvSpPr/>
          <p:nvPr/>
        </p:nvSpPr>
        <p:spPr>
          <a:xfrm>
            <a:off x="7746806" y="21418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2" name="Freeform 5561"/>
          <p:cNvSpPr/>
          <p:nvPr/>
        </p:nvSpPr>
        <p:spPr>
          <a:xfrm>
            <a:off x="7245896" y="2158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3" name="Freeform 5562"/>
          <p:cNvSpPr/>
          <p:nvPr/>
        </p:nvSpPr>
        <p:spPr>
          <a:xfrm>
            <a:off x="7407229" y="21417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4" name="Freeform 5563"/>
          <p:cNvSpPr/>
          <p:nvPr/>
        </p:nvSpPr>
        <p:spPr>
          <a:xfrm>
            <a:off x="7192954" y="2154356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2A7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5" name="Freeform 5564"/>
          <p:cNvSpPr/>
          <p:nvPr/>
        </p:nvSpPr>
        <p:spPr>
          <a:xfrm>
            <a:off x="7679595" y="2144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6" name="Freeform 5565"/>
          <p:cNvSpPr/>
          <p:nvPr/>
        </p:nvSpPr>
        <p:spPr>
          <a:xfrm>
            <a:off x="8296121" y="215019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7" name="Freeform 5566"/>
          <p:cNvSpPr/>
          <p:nvPr/>
        </p:nvSpPr>
        <p:spPr>
          <a:xfrm>
            <a:off x="6941739" y="214231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8" name="Freeform 5567"/>
          <p:cNvSpPr/>
          <p:nvPr/>
        </p:nvSpPr>
        <p:spPr>
          <a:xfrm>
            <a:off x="6900072" y="21366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7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9" name="Freeform 5568"/>
          <p:cNvSpPr/>
          <p:nvPr/>
        </p:nvSpPr>
        <p:spPr>
          <a:xfrm>
            <a:off x="6764558" y="21459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0" name="Freeform 5569"/>
          <p:cNvSpPr/>
          <p:nvPr/>
        </p:nvSpPr>
        <p:spPr>
          <a:xfrm>
            <a:off x="8044374" y="2161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3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1" name="Freeform 5570"/>
          <p:cNvSpPr/>
          <p:nvPr/>
        </p:nvSpPr>
        <p:spPr>
          <a:xfrm>
            <a:off x="7479553" y="21466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2" name="Freeform 5571"/>
          <p:cNvSpPr/>
          <p:nvPr/>
        </p:nvSpPr>
        <p:spPr>
          <a:xfrm>
            <a:off x="7881818" y="21448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3" name="Freeform 5572"/>
          <p:cNvSpPr/>
          <p:nvPr/>
        </p:nvSpPr>
        <p:spPr>
          <a:xfrm>
            <a:off x="7536972" y="21534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4" name="Freeform 5573"/>
          <p:cNvSpPr/>
          <p:nvPr/>
        </p:nvSpPr>
        <p:spPr>
          <a:xfrm>
            <a:off x="7447963" y="2161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5" name="Freeform 5574"/>
          <p:cNvSpPr/>
          <p:nvPr/>
        </p:nvSpPr>
        <p:spPr>
          <a:xfrm>
            <a:off x="7987271" y="21350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6" name="Freeform 5575"/>
          <p:cNvSpPr/>
          <p:nvPr/>
        </p:nvSpPr>
        <p:spPr>
          <a:xfrm>
            <a:off x="7207480" y="2139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7" name="Freeform 5576"/>
          <p:cNvSpPr/>
          <p:nvPr/>
        </p:nvSpPr>
        <p:spPr>
          <a:xfrm>
            <a:off x="6938362" y="21435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8" name="Freeform 5577"/>
          <p:cNvSpPr/>
          <p:nvPr/>
        </p:nvSpPr>
        <p:spPr>
          <a:xfrm>
            <a:off x="7786092" y="2147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9" name="Freeform 5578"/>
          <p:cNvSpPr/>
          <p:nvPr/>
        </p:nvSpPr>
        <p:spPr>
          <a:xfrm>
            <a:off x="7315519" y="21516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0" name="Freeform 5579"/>
          <p:cNvSpPr/>
          <p:nvPr/>
        </p:nvSpPr>
        <p:spPr>
          <a:xfrm>
            <a:off x="7809845" y="21416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1" name="Freeform 5580"/>
          <p:cNvSpPr/>
          <p:nvPr/>
        </p:nvSpPr>
        <p:spPr>
          <a:xfrm>
            <a:off x="6745128" y="21395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2" name="Freeform 5581"/>
          <p:cNvSpPr/>
          <p:nvPr/>
        </p:nvSpPr>
        <p:spPr>
          <a:xfrm>
            <a:off x="7403804" y="21413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1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3" name="Freeform 5582"/>
          <p:cNvSpPr/>
          <p:nvPr/>
        </p:nvSpPr>
        <p:spPr>
          <a:xfrm>
            <a:off x="7507433" y="21542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4" name="Freeform 5583"/>
          <p:cNvSpPr/>
          <p:nvPr/>
        </p:nvSpPr>
        <p:spPr>
          <a:xfrm>
            <a:off x="7010753" y="21358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5" name="Freeform 5584"/>
          <p:cNvSpPr/>
          <p:nvPr/>
        </p:nvSpPr>
        <p:spPr>
          <a:xfrm>
            <a:off x="7575301" y="21420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6" name="Freeform 5585"/>
          <p:cNvSpPr/>
          <p:nvPr/>
        </p:nvSpPr>
        <p:spPr>
          <a:xfrm>
            <a:off x="7618059" y="21609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7" name="Freeform 5586"/>
          <p:cNvSpPr/>
          <p:nvPr/>
        </p:nvSpPr>
        <p:spPr>
          <a:xfrm>
            <a:off x="7259707" y="2148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8" name="Freeform 5587"/>
          <p:cNvSpPr/>
          <p:nvPr/>
        </p:nvSpPr>
        <p:spPr>
          <a:xfrm>
            <a:off x="7663459" y="2148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9" name="Freeform 5588"/>
          <p:cNvSpPr/>
          <p:nvPr/>
        </p:nvSpPr>
        <p:spPr>
          <a:xfrm>
            <a:off x="7764000" y="2146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0" name="Freeform 5589"/>
          <p:cNvSpPr/>
          <p:nvPr/>
        </p:nvSpPr>
        <p:spPr>
          <a:xfrm>
            <a:off x="8109295" y="21439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1" name="Freeform 5590"/>
          <p:cNvSpPr/>
          <p:nvPr/>
        </p:nvSpPr>
        <p:spPr>
          <a:xfrm>
            <a:off x="7328385" y="21358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2" name="Freeform 5591"/>
          <p:cNvSpPr/>
          <p:nvPr/>
        </p:nvSpPr>
        <p:spPr>
          <a:xfrm>
            <a:off x="7265222" y="21470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3" name="Freeform 5592"/>
          <p:cNvSpPr/>
          <p:nvPr/>
        </p:nvSpPr>
        <p:spPr>
          <a:xfrm>
            <a:off x="8354224" y="2147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F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4" name="Freeform 5593"/>
          <p:cNvSpPr/>
          <p:nvPr/>
        </p:nvSpPr>
        <p:spPr>
          <a:xfrm>
            <a:off x="6912968" y="2153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5" name="Freeform 5594"/>
          <p:cNvSpPr/>
          <p:nvPr/>
        </p:nvSpPr>
        <p:spPr>
          <a:xfrm>
            <a:off x="7588920" y="21507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6" name="Freeform 5595"/>
          <p:cNvSpPr/>
          <p:nvPr/>
        </p:nvSpPr>
        <p:spPr>
          <a:xfrm>
            <a:off x="7398699" y="2152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ADC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7" name="Freeform 5596"/>
          <p:cNvSpPr/>
          <p:nvPr/>
        </p:nvSpPr>
        <p:spPr>
          <a:xfrm>
            <a:off x="7417401" y="2148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8" name="Freeform 5597"/>
          <p:cNvSpPr/>
          <p:nvPr/>
        </p:nvSpPr>
        <p:spPr>
          <a:xfrm>
            <a:off x="7565231" y="2150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9" name="Freeform 5598"/>
          <p:cNvSpPr/>
          <p:nvPr/>
        </p:nvSpPr>
        <p:spPr>
          <a:xfrm>
            <a:off x="7385603" y="214258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0" name="Freeform 5599"/>
          <p:cNvSpPr/>
          <p:nvPr/>
        </p:nvSpPr>
        <p:spPr>
          <a:xfrm>
            <a:off x="6734776" y="21423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1" name="Freeform 5600"/>
          <p:cNvSpPr/>
          <p:nvPr/>
        </p:nvSpPr>
        <p:spPr>
          <a:xfrm>
            <a:off x="6866519" y="213913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2" name="Freeform 5601"/>
          <p:cNvSpPr/>
          <p:nvPr/>
        </p:nvSpPr>
        <p:spPr>
          <a:xfrm>
            <a:off x="6720500" y="215740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3" name="Freeform 5602"/>
          <p:cNvSpPr/>
          <p:nvPr/>
        </p:nvSpPr>
        <p:spPr>
          <a:xfrm>
            <a:off x="7304095" y="21436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4" name="Freeform 5603"/>
          <p:cNvSpPr/>
          <p:nvPr/>
        </p:nvSpPr>
        <p:spPr>
          <a:xfrm>
            <a:off x="7206093" y="21535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5" name="Freeform 5604"/>
          <p:cNvSpPr/>
          <p:nvPr/>
        </p:nvSpPr>
        <p:spPr>
          <a:xfrm>
            <a:off x="6979473" y="21450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6" name="Freeform 5605"/>
          <p:cNvSpPr/>
          <p:nvPr/>
        </p:nvSpPr>
        <p:spPr>
          <a:xfrm>
            <a:off x="7334986" y="2143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B6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7" name="Freeform 5606"/>
          <p:cNvSpPr/>
          <p:nvPr/>
        </p:nvSpPr>
        <p:spPr>
          <a:xfrm>
            <a:off x="7853430" y="21501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8" name="Freeform 5607"/>
          <p:cNvSpPr/>
          <p:nvPr/>
        </p:nvSpPr>
        <p:spPr>
          <a:xfrm>
            <a:off x="6705893" y="214321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9" name="Freeform 5608"/>
          <p:cNvSpPr/>
          <p:nvPr/>
        </p:nvSpPr>
        <p:spPr>
          <a:xfrm>
            <a:off x="7992143" y="21514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0" name="Freeform 5609"/>
          <p:cNvSpPr/>
          <p:nvPr/>
        </p:nvSpPr>
        <p:spPr>
          <a:xfrm>
            <a:off x="8089218" y="214833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1" name="Freeform 5610"/>
          <p:cNvSpPr/>
          <p:nvPr/>
        </p:nvSpPr>
        <p:spPr>
          <a:xfrm>
            <a:off x="7633815" y="21458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4D4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2" name="Freeform 5611"/>
          <p:cNvSpPr/>
          <p:nvPr/>
        </p:nvSpPr>
        <p:spPr>
          <a:xfrm>
            <a:off x="7561427" y="21447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3" name="Freeform 5612"/>
          <p:cNvSpPr/>
          <p:nvPr/>
        </p:nvSpPr>
        <p:spPr>
          <a:xfrm>
            <a:off x="8017296" y="21408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4" name="Freeform 5613"/>
          <p:cNvSpPr/>
          <p:nvPr/>
        </p:nvSpPr>
        <p:spPr>
          <a:xfrm>
            <a:off x="7477702" y="21534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5" name="Freeform 5614"/>
          <p:cNvSpPr/>
          <p:nvPr/>
        </p:nvSpPr>
        <p:spPr>
          <a:xfrm>
            <a:off x="7635361" y="21304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6" name="Freeform 5615"/>
          <p:cNvSpPr/>
          <p:nvPr/>
        </p:nvSpPr>
        <p:spPr>
          <a:xfrm>
            <a:off x="7789066" y="21552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7" name="Freeform 5616"/>
          <p:cNvSpPr/>
          <p:nvPr/>
        </p:nvSpPr>
        <p:spPr>
          <a:xfrm>
            <a:off x="7700907" y="21546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8" name="Freeform 5617"/>
          <p:cNvSpPr/>
          <p:nvPr/>
        </p:nvSpPr>
        <p:spPr>
          <a:xfrm>
            <a:off x="8225969" y="2146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9" name="Freeform 5618"/>
          <p:cNvSpPr/>
          <p:nvPr/>
        </p:nvSpPr>
        <p:spPr>
          <a:xfrm>
            <a:off x="7561887" y="21522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BD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0" name="Freeform 5619"/>
          <p:cNvSpPr/>
          <p:nvPr/>
        </p:nvSpPr>
        <p:spPr>
          <a:xfrm>
            <a:off x="6602955" y="21525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1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1" name="Freeform 5620"/>
          <p:cNvSpPr/>
          <p:nvPr/>
        </p:nvSpPr>
        <p:spPr>
          <a:xfrm>
            <a:off x="6931845" y="2145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2" name="Freeform 5621"/>
          <p:cNvSpPr/>
          <p:nvPr/>
        </p:nvSpPr>
        <p:spPr>
          <a:xfrm>
            <a:off x="7038483" y="21476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3" name="Freeform 5622"/>
          <p:cNvSpPr/>
          <p:nvPr/>
        </p:nvSpPr>
        <p:spPr>
          <a:xfrm>
            <a:off x="8146353" y="214001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4" name="Freeform 5623"/>
          <p:cNvSpPr/>
          <p:nvPr/>
        </p:nvSpPr>
        <p:spPr>
          <a:xfrm>
            <a:off x="8184369" y="21338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5" name="Freeform 5624"/>
          <p:cNvSpPr/>
          <p:nvPr/>
        </p:nvSpPr>
        <p:spPr>
          <a:xfrm>
            <a:off x="7090844" y="2147827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6" name="Freeform 5625"/>
          <p:cNvSpPr/>
          <p:nvPr/>
        </p:nvSpPr>
        <p:spPr>
          <a:xfrm>
            <a:off x="7724957" y="2141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7" name="Freeform 5626"/>
          <p:cNvSpPr/>
          <p:nvPr/>
        </p:nvSpPr>
        <p:spPr>
          <a:xfrm>
            <a:off x="7241949" y="21601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8" name="Freeform 5627"/>
          <p:cNvSpPr/>
          <p:nvPr/>
        </p:nvSpPr>
        <p:spPr>
          <a:xfrm>
            <a:off x="7656629" y="21479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9" name="Freeform 5628"/>
          <p:cNvSpPr/>
          <p:nvPr/>
        </p:nvSpPr>
        <p:spPr>
          <a:xfrm>
            <a:off x="7079133" y="21598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0" name="Freeform 5629"/>
          <p:cNvSpPr/>
          <p:nvPr/>
        </p:nvSpPr>
        <p:spPr>
          <a:xfrm>
            <a:off x="7368388" y="2148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BE7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1" name="Freeform 5630"/>
          <p:cNvSpPr/>
          <p:nvPr/>
        </p:nvSpPr>
        <p:spPr>
          <a:xfrm>
            <a:off x="6798157" y="21362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2" name="Freeform 5631"/>
          <p:cNvSpPr/>
          <p:nvPr/>
        </p:nvSpPr>
        <p:spPr>
          <a:xfrm>
            <a:off x="7266662" y="21482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3" name="Freeform 5632"/>
          <p:cNvSpPr/>
          <p:nvPr/>
        </p:nvSpPr>
        <p:spPr>
          <a:xfrm>
            <a:off x="7427916" y="21392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4" name="Freeform 5633"/>
          <p:cNvSpPr/>
          <p:nvPr/>
        </p:nvSpPr>
        <p:spPr>
          <a:xfrm>
            <a:off x="7312147" y="21356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5" name="Freeform 5634"/>
          <p:cNvSpPr/>
          <p:nvPr/>
        </p:nvSpPr>
        <p:spPr>
          <a:xfrm>
            <a:off x="7417221" y="21324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23F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6" name="Freeform 5635"/>
          <p:cNvSpPr/>
          <p:nvPr/>
        </p:nvSpPr>
        <p:spPr>
          <a:xfrm>
            <a:off x="6526433" y="21450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7" name="Freeform 5636"/>
          <p:cNvSpPr/>
          <p:nvPr/>
        </p:nvSpPr>
        <p:spPr>
          <a:xfrm>
            <a:off x="8226159" y="21508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8" name="Freeform 5637"/>
          <p:cNvSpPr/>
          <p:nvPr/>
        </p:nvSpPr>
        <p:spPr>
          <a:xfrm>
            <a:off x="7634399" y="215205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5D0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9" name="Freeform 5638"/>
          <p:cNvSpPr/>
          <p:nvPr/>
        </p:nvSpPr>
        <p:spPr>
          <a:xfrm>
            <a:off x="7060939" y="21403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0" name="Freeform 5639"/>
          <p:cNvSpPr/>
          <p:nvPr/>
        </p:nvSpPr>
        <p:spPr>
          <a:xfrm>
            <a:off x="7825990" y="214934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1" name="Freeform 5640"/>
          <p:cNvSpPr/>
          <p:nvPr/>
        </p:nvSpPr>
        <p:spPr>
          <a:xfrm>
            <a:off x="7078810" y="213129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2" name="Freeform 5641"/>
          <p:cNvSpPr/>
          <p:nvPr/>
        </p:nvSpPr>
        <p:spPr>
          <a:xfrm>
            <a:off x="7435746" y="21509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8E2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3" name="Freeform 5642"/>
          <p:cNvSpPr/>
          <p:nvPr/>
        </p:nvSpPr>
        <p:spPr>
          <a:xfrm>
            <a:off x="7697247" y="21658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4" name="Freeform 5643"/>
          <p:cNvSpPr/>
          <p:nvPr/>
        </p:nvSpPr>
        <p:spPr>
          <a:xfrm>
            <a:off x="7287185" y="214002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5" name="Freeform 5644"/>
          <p:cNvSpPr/>
          <p:nvPr/>
        </p:nvSpPr>
        <p:spPr>
          <a:xfrm>
            <a:off x="7125200" y="2137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6" name="Freeform 5645"/>
          <p:cNvSpPr/>
          <p:nvPr/>
        </p:nvSpPr>
        <p:spPr>
          <a:xfrm>
            <a:off x="7738107" y="214777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7" name="Freeform 5646"/>
          <p:cNvSpPr/>
          <p:nvPr/>
        </p:nvSpPr>
        <p:spPr>
          <a:xfrm>
            <a:off x="7316019" y="21448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8" name="Freeform 5647"/>
          <p:cNvSpPr/>
          <p:nvPr/>
        </p:nvSpPr>
        <p:spPr>
          <a:xfrm>
            <a:off x="7282473" y="21484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9" name="Freeform 5648"/>
          <p:cNvSpPr/>
          <p:nvPr/>
        </p:nvSpPr>
        <p:spPr>
          <a:xfrm>
            <a:off x="6815515" y="2142272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0" name="Freeform 5649"/>
          <p:cNvSpPr/>
          <p:nvPr/>
        </p:nvSpPr>
        <p:spPr>
          <a:xfrm>
            <a:off x="6236505" y="21551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1" name="Freeform 5650"/>
          <p:cNvSpPr/>
          <p:nvPr/>
        </p:nvSpPr>
        <p:spPr>
          <a:xfrm>
            <a:off x="7674026" y="21537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BA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2" name="Freeform 5651"/>
          <p:cNvSpPr/>
          <p:nvPr/>
        </p:nvSpPr>
        <p:spPr>
          <a:xfrm>
            <a:off x="7832644" y="21539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3" name="Freeform 5652"/>
          <p:cNvSpPr/>
          <p:nvPr/>
        </p:nvSpPr>
        <p:spPr>
          <a:xfrm>
            <a:off x="6671389" y="21514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4" name="Freeform 5653"/>
          <p:cNvSpPr/>
          <p:nvPr/>
        </p:nvSpPr>
        <p:spPr>
          <a:xfrm>
            <a:off x="7244377" y="21498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5" name="Freeform 5654"/>
          <p:cNvSpPr/>
          <p:nvPr/>
        </p:nvSpPr>
        <p:spPr>
          <a:xfrm>
            <a:off x="6661914" y="21406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6" name="Freeform 5655"/>
          <p:cNvSpPr/>
          <p:nvPr/>
        </p:nvSpPr>
        <p:spPr>
          <a:xfrm>
            <a:off x="7613439" y="2153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7" name="Freeform 5656"/>
          <p:cNvSpPr/>
          <p:nvPr/>
        </p:nvSpPr>
        <p:spPr>
          <a:xfrm>
            <a:off x="7443129" y="21542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8" name="Freeform 5657"/>
          <p:cNvSpPr/>
          <p:nvPr/>
        </p:nvSpPr>
        <p:spPr>
          <a:xfrm>
            <a:off x="7930957" y="21559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9" name="Freeform 5658"/>
          <p:cNvSpPr/>
          <p:nvPr/>
        </p:nvSpPr>
        <p:spPr>
          <a:xfrm>
            <a:off x="7109577" y="21456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0" name="Freeform 5659"/>
          <p:cNvSpPr/>
          <p:nvPr/>
        </p:nvSpPr>
        <p:spPr>
          <a:xfrm>
            <a:off x="7723287" y="214614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1" name="Freeform 5660"/>
          <p:cNvSpPr/>
          <p:nvPr/>
        </p:nvSpPr>
        <p:spPr>
          <a:xfrm>
            <a:off x="7224325" y="2150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2" name="Freeform 5661"/>
          <p:cNvSpPr/>
          <p:nvPr/>
        </p:nvSpPr>
        <p:spPr>
          <a:xfrm>
            <a:off x="7279785" y="215244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3" name="Freeform 5662"/>
          <p:cNvSpPr/>
          <p:nvPr/>
        </p:nvSpPr>
        <p:spPr>
          <a:xfrm>
            <a:off x="8277653" y="21558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4" name="Freeform 5663"/>
          <p:cNvSpPr/>
          <p:nvPr/>
        </p:nvSpPr>
        <p:spPr>
          <a:xfrm>
            <a:off x="7828287" y="21517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5" name="Freeform 5664"/>
          <p:cNvSpPr/>
          <p:nvPr/>
        </p:nvSpPr>
        <p:spPr>
          <a:xfrm>
            <a:off x="8038524" y="21550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6" name="Freeform 5665"/>
          <p:cNvSpPr/>
          <p:nvPr/>
        </p:nvSpPr>
        <p:spPr>
          <a:xfrm>
            <a:off x="7708677" y="21586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7" name="Freeform 5666"/>
          <p:cNvSpPr/>
          <p:nvPr/>
        </p:nvSpPr>
        <p:spPr>
          <a:xfrm>
            <a:off x="7728194" y="2151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8C7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8" name="Freeform 5667"/>
          <p:cNvSpPr/>
          <p:nvPr/>
        </p:nvSpPr>
        <p:spPr>
          <a:xfrm>
            <a:off x="6792587" y="215043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9" name="Freeform 5668"/>
          <p:cNvSpPr/>
          <p:nvPr/>
        </p:nvSpPr>
        <p:spPr>
          <a:xfrm>
            <a:off x="7148758" y="21514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0" name="Freeform 5669"/>
          <p:cNvSpPr/>
          <p:nvPr/>
        </p:nvSpPr>
        <p:spPr>
          <a:xfrm>
            <a:off x="7156467" y="2156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1" name="Freeform 5670"/>
          <p:cNvSpPr/>
          <p:nvPr/>
        </p:nvSpPr>
        <p:spPr>
          <a:xfrm>
            <a:off x="7383693" y="21355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2" name="Freeform 5671"/>
          <p:cNvSpPr/>
          <p:nvPr/>
        </p:nvSpPr>
        <p:spPr>
          <a:xfrm>
            <a:off x="8091822" y="2149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3" name="Freeform 5672"/>
          <p:cNvSpPr/>
          <p:nvPr/>
        </p:nvSpPr>
        <p:spPr>
          <a:xfrm>
            <a:off x="7179156" y="21491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0D74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4" name="Freeform 5673"/>
          <p:cNvSpPr/>
          <p:nvPr/>
        </p:nvSpPr>
        <p:spPr>
          <a:xfrm>
            <a:off x="7676017" y="21433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5" name="Freeform 5674"/>
          <p:cNvSpPr/>
          <p:nvPr/>
        </p:nvSpPr>
        <p:spPr>
          <a:xfrm>
            <a:off x="7870286" y="2160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6" name="Freeform 5675"/>
          <p:cNvSpPr/>
          <p:nvPr/>
        </p:nvSpPr>
        <p:spPr>
          <a:xfrm>
            <a:off x="7393349" y="21601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7" name="Freeform 5676"/>
          <p:cNvSpPr/>
          <p:nvPr/>
        </p:nvSpPr>
        <p:spPr>
          <a:xfrm>
            <a:off x="6599147" y="21486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8" name="Freeform 5677"/>
          <p:cNvSpPr/>
          <p:nvPr/>
        </p:nvSpPr>
        <p:spPr>
          <a:xfrm>
            <a:off x="6959115" y="2149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9" name="Freeform 5678"/>
          <p:cNvSpPr/>
          <p:nvPr/>
        </p:nvSpPr>
        <p:spPr>
          <a:xfrm>
            <a:off x="7693251" y="21470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1D34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0" name="Freeform 5679"/>
          <p:cNvSpPr/>
          <p:nvPr/>
        </p:nvSpPr>
        <p:spPr>
          <a:xfrm>
            <a:off x="7744009" y="2144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B7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1" name="Freeform 5680"/>
          <p:cNvSpPr/>
          <p:nvPr/>
        </p:nvSpPr>
        <p:spPr>
          <a:xfrm>
            <a:off x="8439134" y="21422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2" name="Freeform 5681"/>
          <p:cNvSpPr/>
          <p:nvPr/>
        </p:nvSpPr>
        <p:spPr>
          <a:xfrm>
            <a:off x="6819566" y="21693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3" name="Freeform 5682"/>
          <p:cNvSpPr/>
          <p:nvPr/>
        </p:nvSpPr>
        <p:spPr>
          <a:xfrm>
            <a:off x="7172224" y="2144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4" name="Freeform 5683"/>
          <p:cNvSpPr/>
          <p:nvPr/>
        </p:nvSpPr>
        <p:spPr>
          <a:xfrm>
            <a:off x="7799195" y="21378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5" name="Freeform 5684"/>
          <p:cNvSpPr/>
          <p:nvPr/>
        </p:nvSpPr>
        <p:spPr>
          <a:xfrm>
            <a:off x="7263190" y="213557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6" name="Freeform 5685"/>
          <p:cNvSpPr/>
          <p:nvPr/>
        </p:nvSpPr>
        <p:spPr>
          <a:xfrm>
            <a:off x="7922672" y="2150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7" name="Freeform 5686"/>
          <p:cNvSpPr/>
          <p:nvPr/>
        </p:nvSpPr>
        <p:spPr>
          <a:xfrm>
            <a:off x="7753201" y="21444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8" name="Freeform 5687"/>
          <p:cNvSpPr/>
          <p:nvPr/>
        </p:nvSpPr>
        <p:spPr>
          <a:xfrm>
            <a:off x="7453127" y="215133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9" name="Freeform 5688"/>
          <p:cNvSpPr/>
          <p:nvPr/>
        </p:nvSpPr>
        <p:spPr>
          <a:xfrm>
            <a:off x="7438789" y="21449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7CC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0" name="Freeform 5689"/>
          <p:cNvSpPr/>
          <p:nvPr/>
        </p:nvSpPr>
        <p:spPr>
          <a:xfrm>
            <a:off x="7185660" y="21547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1" name="Freeform 5690"/>
          <p:cNvSpPr/>
          <p:nvPr/>
        </p:nvSpPr>
        <p:spPr>
          <a:xfrm>
            <a:off x="7149817" y="21411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2" name="Freeform 5691"/>
          <p:cNvSpPr/>
          <p:nvPr/>
        </p:nvSpPr>
        <p:spPr>
          <a:xfrm>
            <a:off x="7661784" y="21517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3" name="Freeform 5692"/>
          <p:cNvSpPr/>
          <p:nvPr/>
        </p:nvSpPr>
        <p:spPr>
          <a:xfrm>
            <a:off x="7509671" y="21467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4" name="Freeform 5693"/>
          <p:cNvSpPr/>
          <p:nvPr/>
        </p:nvSpPr>
        <p:spPr>
          <a:xfrm>
            <a:off x="8166359" y="215659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5" name="Freeform 5694"/>
          <p:cNvSpPr/>
          <p:nvPr/>
        </p:nvSpPr>
        <p:spPr>
          <a:xfrm>
            <a:off x="7375223" y="21470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6" name="Freeform 5695"/>
          <p:cNvSpPr/>
          <p:nvPr/>
        </p:nvSpPr>
        <p:spPr>
          <a:xfrm>
            <a:off x="8030216" y="2154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7" name="Freeform 5696"/>
          <p:cNvSpPr/>
          <p:nvPr/>
        </p:nvSpPr>
        <p:spPr>
          <a:xfrm>
            <a:off x="6917507" y="21534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8" name="Freeform 5697"/>
          <p:cNvSpPr/>
          <p:nvPr/>
        </p:nvSpPr>
        <p:spPr>
          <a:xfrm>
            <a:off x="6347145" y="21659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9" name="Freeform 5698"/>
          <p:cNvSpPr/>
          <p:nvPr/>
        </p:nvSpPr>
        <p:spPr>
          <a:xfrm>
            <a:off x="8154069" y="21510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0" name="Freeform 5699"/>
          <p:cNvSpPr/>
          <p:nvPr/>
        </p:nvSpPr>
        <p:spPr>
          <a:xfrm>
            <a:off x="7185157" y="21533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1" name="Freeform 5700"/>
          <p:cNvSpPr/>
          <p:nvPr/>
        </p:nvSpPr>
        <p:spPr>
          <a:xfrm>
            <a:off x="7679169" y="21429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2" name="Freeform 5701"/>
          <p:cNvSpPr/>
          <p:nvPr/>
        </p:nvSpPr>
        <p:spPr>
          <a:xfrm>
            <a:off x="7603276" y="21509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3" name="Freeform 5702"/>
          <p:cNvSpPr/>
          <p:nvPr/>
        </p:nvSpPr>
        <p:spPr>
          <a:xfrm>
            <a:off x="6922388" y="2150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4" name="Freeform 5703"/>
          <p:cNvSpPr/>
          <p:nvPr/>
        </p:nvSpPr>
        <p:spPr>
          <a:xfrm>
            <a:off x="8246769" y="21510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4F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5" name="Freeform 5704"/>
          <p:cNvSpPr/>
          <p:nvPr/>
        </p:nvSpPr>
        <p:spPr>
          <a:xfrm>
            <a:off x="7641304" y="2149776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6" name="Freeform 5705"/>
          <p:cNvSpPr/>
          <p:nvPr/>
        </p:nvSpPr>
        <p:spPr>
          <a:xfrm>
            <a:off x="7759151" y="21386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7" name="Freeform 5706"/>
          <p:cNvSpPr/>
          <p:nvPr/>
        </p:nvSpPr>
        <p:spPr>
          <a:xfrm>
            <a:off x="7588968" y="21432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B5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8" name="Freeform 5707"/>
          <p:cNvSpPr/>
          <p:nvPr/>
        </p:nvSpPr>
        <p:spPr>
          <a:xfrm>
            <a:off x="7403216" y="21561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9" name="Freeform 5708"/>
          <p:cNvSpPr/>
          <p:nvPr/>
        </p:nvSpPr>
        <p:spPr>
          <a:xfrm>
            <a:off x="7163052" y="2143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0" name="Freeform 5709"/>
          <p:cNvSpPr/>
          <p:nvPr/>
        </p:nvSpPr>
        <p:spPr>
          <a:xfrm>
            <a:off x="6835587" y="21532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C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1" name="Freeform 5710"/>
          <p:cNvSpPr/>
          <p:nvPr/>
        </p:nvSpPr>
        <p:spPr>
          <a:xfrm>
            <a:off x="6982452" y="21497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2" name="Freeform 5711"/>
          <p:cNvSpPr/>
          <p:nvPr/>
        </p:nvSpPr>
        <p:spPr>
          <a:xfrm>
            <a:off x="7505612" y="21427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3" name="Freeform 5712"/>
          <p:cNvSpPr/>
          <p:nvPr/>
        </p:nvSpPr>
        <p:spPr>
          <a:xfrm>
            <a:off x="7740727" y="21501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4" name="Freeform 5713"/>
          <p:cNvSpPr/>
          <p:nvPr/>
        </p:nvSpPr>
        <p:spPr>
          <a:xfrm>
            <a:off x="6746593" y="21455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C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5" name="Freeform 5714"/>
          <p:cNvSpPr/>
          <p:nvPr/>
        </p:nvSpPr>
        <p:spPr>
          <a:xfrm>
            <a:off x="6645920" y="21574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6" name="Freeform 5715"/>
          <p:cNvSpPr/>
          <p:nvPr/>
        </p:nvSpPr>
        <p:spPr>
          <a:xfrm>
            <a:off x="8671000" y="21676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7" name="Freeform 5716"/>
          <p:cNvSpPr/>
          <p:nvPr/>
        </p:nvSpPr>
        <p:spPr>
          <a:xfrm>
            <a:off x="7500133" y="215355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8" name="Freeform 5717"/>
          <p:cNvSpPr/>
          <p:nvPr/>
        </p:nvSpPr>
        <p:spPr>
          <a:xfrm>
            <a:off x="7980610" y="21534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9" name="Freeform 5718"/>
          <p:cNvSpPr/>
          <p:nvPr/>
        </p:nvSpPr>
        <p:spPr>
          <a:xfrm>
            <a:off x="7160260" y="215634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0" name="Freeform 5719"/>
          <p:cNvSpPr/>
          <p:nvPr/>
        </p:nvSpPr>
        <p:spPr>
          <a:xfrm>
            <a:off x="7620856" y="21577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1" name="Freeform 5720"/>
          <p:cNvSpPr/>
          <p:nvPr/>
        </p:nvSpPr>
        <p:spPr>
          <a:xfrm>
            <a:off x="7000170" y="21532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2" name="Freeform 5721"/>
          <p:cNvSpPr/>
          <p:nvPr/>
        </p:nvSpPr>
        <p:spPr>
          <a:xfrm>
            <a:off x="6554517" y="21626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3" name="Freeform 5722"/>
          <p:cNvSpPr/>
          <p:nvPr/>
        </p:nvSpPr>
        <p:spPr>
          <a:xfrm>
            <a:off x="7626541" y="212669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4" name="Freeform 5723"/>
          <p:cNvSpPr/>
          <p:nvPr/>
        </p:nvSpPr>
        <p:spPr>
          <a:xfrm>
            <a:off x="7177500" y="21413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5" name="Freeform 5724"/>
          <p:cNvSpPr/>
          <p:nvPr/>
        </p:nvSpPr>
        <p:spPr>
          <a:xfrm>
            <a:off x="7414165" y="2151403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8E0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6" name="Freeform 5725"/>
          <p:cNvSpPr/>
          <p:nvPr/>
        </p:nvSpPr>
        <p:spPr>
          <a:xfrm>
            <a:off x="6650192" y="21399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7" name="Freeform 5726"/>
          <p:cNvSpPr/>
          <p:nvPr/>
        </p:nvSpPr>
        <p:spPr>
          <a:xfrm>
            <a:off x="7168581" y="21638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8" name="Freeform 5727"/>
          <p:cNvSpPr/>
          <p:nvPr/>
        </p:nvSpPr>
        <p:spPr>
          <a:xfrm>
            <a:off x="7268008" y="21611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9" name="Freeform 5728"/>
          <p:cNvSpPr/>
          <p:nvPr/>
        </p:nvSpPr>
        <p:spPr>
          <a:xfrm>
            <a:off x="7187679" y="213652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0" name="Freeform 5729"/>
          <p:cNvSpPr/>
          <p:nvPr/>
        </p:nvSpPr>
        <p:spPr>
          <a:xfrm>
            <a:off x="8047678" y="21539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1" name="Freeform 5730"/>
          <p:cNvSpPr/>
          <p:nvPr/>
        </p:nvSpPr>
        <p:spPr>
          <a:xfrm>
            <a:off x="7971737" y="2153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2" name="Freeform 5731"/>
          <p:cNvSpPr/>
          <p:nvPr/>
        </p:nvSpPr>
        <p:spPr>
          <a:xfrm>
            <a:off x="6548679" y="21316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D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3" name="Freeform 5732"/>
          <p:cNvSpPr/>
          <p:nvPr/>
        </p:nvSpPr>
        <p:spPr>
          <a:xfrm>
            <a:off x="7760511" y="215617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4" name="Freeform 5733"/>
          <p:cNvSpPr/>
          <p:nvPr/>
        </p:nvSpPr>
        <p:spPr>
          <a:xfrm>
            <a:off x="6851928" y="21458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5" name="Freeform 5734"/>
          <p:cNvSpPr/>
          <p:nvPr/>
        </p:nvSpPr>
        <p:spPr>
          <a:xfrm>
            <a:off x="7059118" y="21595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6" name="Freeform 5735"/>
          <p:cNvSpPr/>
          <p:nvPr/>
        </p:nvSpPr>
        <p:spPr>
          <a:xfrm>
            <a:off x="7093974" y="2156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7" name="Freeform 5736"/>
          <p:cNvSpPr/>
          <p:nvPr/>
        </p:nvSpPr>
        <p:spPr>
          <a:xfrm>
            <a:off x="8817610" y="214916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8" name="Freeform 5737"/>
          <p:cNvSpPr/>
          <p:nvPr/>
        </p:nvSpPr>
        <p:spPr>
          <a:xfrm>
            <a:off x="7191833" y="21584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9" name="Freeform 5738"/>
          <p:cNvSpPr/>
          <p:nvPr/>
        </p:nvSpPr>
        <p:spPr>
          <a:xfrm>
            <a:off x="7646594" y="21482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8DB3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0" name="Freeform 5739"/>
          <p:cNvSpPr/>
          <p:nvPr/>
        </p:nvSpPr>
        <p:spPr>
          <a:xfrm>
            <a:off x="7313707" y="21507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2E2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1" name="Freeform 5740"/>
          <p:cNvSpPr/>
          <p:nvPr/>
        </p:nvSpPr>
        <p:spPr>
          <a:xfrm>
            <a:off x="7933815" y="2158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2" name="Freeform 5741"/>
          <p:cNvSpPr/>
          <p:nvPr/>
        </p:nvSpPr>
        <p:spPr>
          <a:xfrm>
            <a:off x="7759289" y="21440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3" name="Freeform 5742"/>
          <p:cNvSpPr/>
          <p:nvPr/>
        </p:nvSpPr>
        <p:spPr>
          <a:xfrm>
            <a:off x="7416593" y="21387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4" name="Freeform 5743"/>
          <p:cNvSpPr/>
          <p:nvPr/>
        </p:nvSpPr>
        <p:spPr>
          <a:xfrm>
            <a:off x="7932849" y="21663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36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5" name="Freeform 5744"/>
          <p:cNvSpPr/>
          <p:nvPr/>
        </p:nvSpPr>
        <p:spPr>
          <a:xfrm>
            <a:off x="7509919" y="21569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9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6" name="Freeform 5745"/>
          <p:cNvSpPr/>
          <p:nvPr/>
        </p:nvSpPr>
        <p:spPr>
          <a:xfrm>
            <a:off x="7682099" y="21579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7" name="Freeform 5746"/>
          <p:cNvSpPr/>
          <p:nvPr/>
        </p:nvSpPr>
        <p:spPr>
          <a:xfrm>
            <a:off x="8226828" y="21500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8" name="Freeform 5747"/>
          <p:cNvSpPr/>
          <p:nvPr/>
        </p:nvSpPr>
        <p:spPr>
          <a:xfrm>
            <a:off x="7267741" y="21481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AE11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9" name="Freeform 5748"/>
          <p:cNvSpPr/>
          <p:nvPr/>
        </p:nvSpPr>
        <p:spPr>
          <a:xfrm>
            <a:off x="8015900" y="21413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0" name="Freeform 5749"/>
          <p:cNvSpPr/>
          <p:nvPr/>
        </p:nvSpPr>
        <p:spPr>
          <a:xfrm>
            <a:off x="7588427" y="21493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1" name="Freeform 5750"/>
          <p:cNvSpPr/>
          <p:nvPr/>
        </p:nvSpPr>
        <p:spPr>
          <a:xfrm>
            <a:off x="7424057" y="21416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6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2" name="Freeform 5751"/>
          <p:cNvSpPr/>
          <p:nvPr/>
        </p:nvSpPr>
        <p:spPr>
          <a:xfrm>
            <a:off x="7645688" y="21495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3" name="Freeform 5752"/>
          <p:cNvSpPr/>
          <p:nvPr/>
        </p:nvSpPr>
        <p:spPr>
          <a:xfrm>
            <a:off x="6806466" y="215461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4" name="Freeform 5753"/>
          <p:cNvSpPr/>
          <p:nvPr/>
        </p:nvSpPr>
        <p:spPr>
          <a:xfrm>
            <a:off x="7198084" y="2160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956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5" name="Freeform 5754"/>
          <p:cNvSpPr/>
          <p:nvPr/>
        </p:nvSpPr>
        <p:spPr>
          <a:xfrm>
            <a:off x="7809961" y="2160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6" name="Freeform 5755"/>
          <p:cNvSpPr/>
          <p:nvPr/>
        </p:nvSpPr>
        <p:spPr>
          <a:xfrm>
            <a:off x="7438169" y="21316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7" name="Freeform 5756"/>
          <p:cNvSpPr/>
          <p:nvPr/>
        </p:nvSpPr>
        <p:spPr>
          <a:xfrm>
            <a:off x="7179019" y="21577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8" name="Freeform 5757"/>
          <p:cNvSpPr/>
          <p:nvPr/>
        </p:nvSpPr>
        <p:spPr>
          <a:xfrm>
            <a:off x="7270382" y="21484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9" name="Freeform 5758"/>
          <p:cNvSpPr/>
          <p:nvPr/>
        </p:nvSpPr>
        <p:spPr>
          <a:xfrm>
            <a:off x="7904852" y="21683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0" name="Freeform 5759"/>
          <p:cNvSpPr/>
          <p:nvPr/>
        </p:nvSpPr>
        <p:spPr>
          <a:xfrm>
            <a:off x="7374020" y="2149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DE7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1" name="Freeform 5760"/>
          <p:cNvSpPr/>
          <p:nvPr/>
        </p:nvSpPr>
        <p:spPr>
          <a:xfrm>
            <a:off x="7327996" y="21656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6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2" name="Freeform 5761"/>
          <p:cNvSpPr/>
          <p:nvPr/>
        </p:nvSpPr>
        <p:spPr>
          <a:xfrm>
            <a:off x="7487602" y="21506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3" name="Freeform 5762"/>
          <p:cNvSpPr/>
          <p:nvPr/>
        </p:nvSpPr>
        <p:spPr>
          <a:xfrm>
            <a:off x="7464982" y="21545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FBC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4" name="Freeform 5763"/>
          <p:cNvSpPr/>
          <p:nvPr/>
        </p:nvSpPr>
        <p:spPr>
          <a:xfrm>
            <a:off x="7308953" y="214829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5" name="Freeform 5764"/>
          <p:cNvSpPr/>
          <p:nvPr/>
        </p:nvSpPr>
        <p:spPr>
          <a:xfrm>
            <a:off x="7930327" y="212808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6" name="Freeform 5765"/>
          <p:cNvSpPr/>
          <p:nvPr/>
        </p:nvSpPr>
        <p:spPr>
          <a:xfrm>
            <a:off x="7873773" y="21309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7" name="Freeform 5766"/>
          <p:cNvSpPr/>
          <p:nvPr/>
        </p:nvSpPr>
        <p:spPr>
          <a:xfrm>
            <a:off x="6079645" y="21637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8" name="Freeform 5767"/>
          <p:cNvSpPr/>
          <p:nvPr/>
        </p:nvSpPr>
        <p:spPr>
          <a:xfrm>
            <a:off x="6755344" y="2138551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9" name="Freeform 5768"/>
          <p:cNvSpPr/>
          <p:nvPr/>
        </p:nvSpPr>
        <p:spPr>
          <a:xfrm>
            <a:off x="7920628" y="21599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0" name="Freeform 5769"/>
          <p:cNvSpPr/>
          <p:nvPr/>
        </p:nvSpPr>
        <p:spPr>
          <a:xfrm>
            <a:off x="8285742" y="2145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33D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1" name="Freeform 5770"/>
          <p:cNvSpPr/>
          <p:nvPr/>
        </p:nvSpPr>
        <p:spPr>
          <a:xfrm>
            <a:off x="7547975" y="2144723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2" name="Freeform 5771"/>
          <p:cNvSpPr/>
          <p:nvPr/>
        </p:nvSpPr>
        <p:spPr>
          <a:xfrm>
            <a:off x="7680530" y="2142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0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3" name="Freeform 5772"/>
          <p:cNvSpPr/>
          <p:nvPr/>
        </p:nvSpPr>
        <p:spPr>
          <a:xfrm>
            <a:off x="7304745" y="2140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4" name="Freeform 5773"/>
          <p:cNvSpPr/>
          <p:nvPr/>
        </p:nvSpPr>
        <p:spPr>
          <a:xfrm>
            <a:off x="7202982" y="214198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5" name="Freeform 5774"/>
          <p:cNvSpPr/>
          <p:nvPr/>
        </p:nvSpPr>
        <p:spPr>
          <a:xfrm>
            <a:off x="7771563" y="21364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52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6" name="Freeform 5775"/>
          <p:cNvSpPr/>
          <p:nvPr/>
        </p:nvSpPr>
        <p:spPr>
          <a:xfrm>
            <a:off x="7306605" y="21544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7" name="Freeform 5776"/>
          <p:cNvSpPr/>
          <p:nvPr/>
        </p:nvSpPr>
        <p:spPr>
          <a:xfrm>
            <a:off x="6482960" y="21447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8" name="Freeform 5777"/>
          <p:cNvSpPr/>
          <p:nvPr/>
        </p:nvSpPr>
        <p:spPr>
          <a:xfrm>
            <a:off x="6766611" y="21521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9" name="Freeform 5778"/>
          <p:cNvSpPr/>
          <p:nvPr/>
        </p:nvSpPr>
        <p:spPr>
          <a:xfrm>
            <a:off x="7373795" y="21577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0" name="Freeform 5779"/>
          <p:cNvSpPr/>
          <p:nvPr/>
        </p:nvSpPr>
        <p:spPr>
          <a:xfrm>
            <a:off x="7395105" y="21511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1" name="Freeform 5780"/>
          <p:cNvSpPr/>
          <p:nvPr/>
        </p:nvSpPr>
        <p:spPr>
          <a:xfrm>
            <a:off x="7056684" y="21624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538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2" name="Freeform 5781"/>
          <p:cNvSpPr/>
          <p:nvPr/>
        </p:nvSpPr>
        <p:spPr>
          <a:xfrm>
            <a:off x="7194648" y="21588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3" name="Freeform 5782"/>
          <p:cNvSpPr/>
          <p:nvPr/>
        </p:nvSpPr>
        <p:spPr>
          <a:xfrm>
            <a:off x="6748625" y="21585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4" name="Freeform 5783"/>
          <p:cNvSpPr/>
          <p:nvPr/>
        </p:nvSpPr>
        <p:spPr>
          <a:xfrm>
            <a:off x="6741554" y="216859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5" name="Freeform 5784"/>
          <p:cNvSpPr/>
          <p:nvPr/>
        </p:nvSpPr>
        <p:spPr>
          <a:xfrm>
            <a:off x="6406851" y="2151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6" name="Freeform 5785"/>
          <p:cNvSpPr/>
          <p:nvPr/>
        </p:nvSpPr>
        <p:spPr>
          <a:xfrm>
            <a:off x="7228534" y="2164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2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7" name="Freeform 5786"/>
          <p:cNvSpPr/>
          <p:nvPr/>
        </p:nvSpPr>
        <p:spPr>
          <a:xfrm>
            <a:off x="7650625" y="21573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8" name="Freeform 5787"/>
          <p:cNvSpPr/>
          <p:nvPr/>
        </p:nvSpPr>
        <p:spPr>
          <a:xfrm>
            <a:off x="7589431" y="21445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CC8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9" name="Freeform 5788"/>
          <p:cNvSpPr/>
          <p:nvPr/>
        </p:nvSpPr>
        <p:spPr>
          <a:xfrm>
            <a:off x="7734411" y="21449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0" name="Freeform 5789"/>
          <p:cNvSpPr/>
          <p:nvPr/>
        </p:nvSpPr>
        <p:spPr>
          <a:xfrm>
            <a:off x="6823626" y="21450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F6B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1" name="Freeform 5790"/>
          <p:cNvSpPr/>
          <p:nvPr/>
        </p:nvSpPr>
        <p:spPr>
          <a:xfrm>
            <a:off x="6861982" y="21506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2" name="Freeform 5791"/>
          <p:cNvSpPr/>
          <p:nvPr/>
        </p:nvSpPr>
        <p:spPr>
          <a:xfrm>
            <a:off x="6943328" y="21325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3" name="Freeform 5792"/>
          <p:cNvSpPr/>
          <p:nvPr/>
        </p:nvSpPr>
        <p:spPr>
          <a:xfrm>
            <a:off x="7549480" y="214951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D5E21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4" name="Freeform 5793"/>
          <p:cNvSpPr/>
          <p:nvPr/>
        </p:nvSpPr>
        <p:spPr>
          <a:xfrm>
            <a:off x="7461059" y="2147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2E4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5" name="Freeform 5794"/>
          <p:cNvSpPr/>
          <p:nvPr/>
        </p:nvSpPr>
        <p:spPr>
          <a:xfrm>
            <a:off x="6793591" y="21408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6" name="Freeform 5795"/>
          <p:cNvSpPr/>
          <p:nvPr/>
        </p:nvSpPr>
        <p:spPr>
          <a:xfrm>
            <a:off x="7395548" y="21670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7" name="Freeform 5796"/>
          <p:cNvSpPr/>
          <p:nvPr/>
        </p:nvSpPr>
        <p:spPr>
          <a:xfrm>
            <a:off x="8698584" y="21454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8" name="Freeform 5797"/>
          <p:cNvSpPr/>
          <p:nvPr/>
        </p:nvSpPr>
        <p:spPr>
          <a:xfrm>
            <a:off x="7450445" y="21550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FB4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9" name="Freeform 5798"/>
          <p:cNvSpPr/>
          <p:nvPr/>
        </p:nvSpPr>
        <p:spPr>
          <a:xfrm>
            <a:off x="8098660" y="2139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0" name="Freeform 5799"/>
          <p:cNvSpPr/>
          <p:nvPr/>
        </p:nvSpPr>
        <p:spPr>
          <a:xfrm>
            <a:off x="7515440" y="21468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5E0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1" name="Freeform 5800"/>
          <p:cNvSpPr/>
          <p:nvPr/>
        </p:nvSpPr>
        <p:spPr>
          <a:xfrm>
            <a:off x="7349160" y="21473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2" name="Freeform 5801"/>
          <p:cNvSpPr/>
          <p:nvPr/>
        </p:nvSpPr>
        <p:spPr>
          <a:xfrm>
            <a:off x="7822954" y="215733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3" name="Freeform 5802"/>
          <p:cNvSpPr/>
          <p:nvPr/>
        </p:nvSpPr>
        <p:spPr>
          <a:xfrm>
            <a:off x="7445006" y="21399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4" name="Freeform 5803"/>
          <p:cNvSpPr/>
          <p:nvPr/>
        </p:nvSpPr>
        <p:spPr>
          <a:xfrm>
            <a:off x="7437848" y="21423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A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5" name="Freeform 5804"/>
          <p:cNvSpPr/>
          <p:nvPr/>
        </p:nvSpPr>
        <p:spPr>
          <a:xfrm>
            <a:off x="7936741" y="2152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8B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6" name="Freeform 5805"/>
          <p:cNvSpPr/>
          <p:nvPr/>
        </p:nvSpPr>
        <p:spPr>
          <a:xfrm>
            <a:off x="7031284" y="21495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7" name="Freeform 5806"/>
          <p:cNvSpPr/>
          <p:nvPr/>
        </p:nvSpPr>
        <p:spPr>
          <a:xfrm>
            <a:off x="7418088" y="21415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8" name="Freeform 5807"/>
          <p:cNvSpPr/>
          <p:nvPr/>
        </p:nvSpPr>
        <p:spPr>
          <a:xfrm>
            <a:off x="7689455" y="21368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8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9" name="Freeform 5808"/>
          <p:cNvSpPr/>
          <p:nvPr/>
        </p:nvSpPr>
        <p:spPr>
          <a:xfrm>
            <a:off x="8047707" y="2128179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0" name="Freeform 5809"/>
          <p:cNvSpPr/>
          <p:nvPr/>
        </p:nvSpPr>
        <p:spPr>
          <a:xfrm>
            <a:off x="7132900" y="21448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1" name="Freeform 5810"/>
          <p:cNvSpPr/>
          <p:nvPr/>
        </p:nvSpPr>
        <p:spPr>
          <a:xfrm>
            <a:off x="6622125" y="215592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2" name="Freeform 5811"/>
          <p:cNvSpPr/>
          <p:nvPr/>
        </p:nvSpPr>
        <p:spPr>
          <a:xfrm>
            <a:off x="7600834" y="21464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3" name="Freeform 5812"/>
          <p:cNvSpPr/>
          <p:nvPr/>
        </p:nvSpPr>
        <p:spPr>
          <a:xfrm>
            <a:off x="7195493" y="214911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4" name="Freeform 5813"/>
          <p:cNvSpPr/>
          <p:nvPr/>
        </p:nvSpPr>
        <p:spPr>
          <a:xfrm>
            <a:off x="7881977" y="21529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5" name="Freeform 5814"/>
          <p:cNvSpPr/>
          <p:nvPr/>
        </p:nvSpPr>
        <p:spPr>
          <a:xfrm>
            <a:off x="6653024" y="21459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6" name="Freeform 5815"/>
          <p:cNvSpPr/>
          <p:nvPr/>
        </p:nvSpPr>
        <p:spPr>
          <a:xfrm>
            <a:off x="7406098" y="21391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7" name="Freeform 5816"/>
          <p:cNvSpPr/>
          <p:nvPr/>
        </p:nvSpPr>
        <p:spPr>
          <a:xfrm>
            <a:off x="7802351" y="215052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B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8" name="Freeform 5817"/>
          <p:cNvSpPr/>
          <p:nvPr/>
        </p:nvSpPr>
        <p:spPr>
          <a:xfrm>
            <a:off x="7885228" y="215324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092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9" name="Freeform 5818"/>
          <p:cNvSpPr/>
          <p:nvPr/>
        </p:nvSpPr>
        <p:spPr>
          <a:xfrm>
            <a:off x="6843372" y="21475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0" name="Freeform 5819"/>
          <p:cNvSpPr/>
          <p:nvPr/>
        </p:nvSpPr>
        <p:spPr>
          <a:xfrm>
            <a:off x="8192638" y="21385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1" name="Freeform 5820"/>
          <p:cNvSpPr/>
          <p:nvPr/>
        </p:nvSpPr>
        <p:spPr>
          <a:xfrm>
            <a:off x="7078004" y="21482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BE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2" name="Freeform 5821"/>
          <p:cNvSpPr/>
          <p:nvPr/>
        </p:nvSpPr>
        <p:spPr>
          <a:xfrm>
            <a:off x="7062862" y="21422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7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3" name="Freeform 5822"/>
          <p:cNvSpPr/>
          <p:nvPr/>
        </p:nvSpPr>
        <p:spPr>
          <a:xfrm>
            <a:off x="6264820" y="215923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7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4" name="Freeform 5823"/>
          <p:cNvSpPr/>
          <p:nvPr/>
        </p:nvSpPr>
        <p:spPr>
          <a:xfrm>
            <a:off x="7713482" y="215058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69CD5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5" name="Freeform 5824"/>
          <p:cNvSpPr/>
          <p:nvPr/>
        </p:nvSpPr>
        <p:spPr>
          <a:xfrm>
            <a:off x="7450262" y="2150122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EFE51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6" name="Freeform 5825"/>
          <p:cNvSpPr/>
          <p:nvPr/>
        </p:nvSpPr>
        <p:spPr>
          <a:xfrm>
            <a:off x="7716276" y="21592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C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7" name="Freeform 5826"/>
          <p:cNvSpPr/>
          <p:nvPr/>
        </p:nvSpPr>
        <p:spPr>
          <a:xfrm>
            <a:off x="7550621" y="21602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16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8" name="Freeform 5827"/>
          <p:cNvSpPr/>
          <p:nvPr/>
        </p:nvSpPr>
        <p:spPr>
          <a:xfrm>
            <a:off x="6614848" y="2141669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535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9" name="Freeform 5828"/>
          <p:cNvSpPr/>
          <p:nvPr/>
        </p:nvSpPr>
        <p:spPr>
          <a:xfrm>
            <a:off x="7529373" y="21463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0" name="Freeform 5829"/>
          <p:cNvSpPr/>
          <p:nvPr/>
        </p:nvSpPr>
        <p:spPr>
          <a:xfrm>
            <a:off x="8036287" y="21536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D7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1" name="Freeform 5830"/>
          <p:cNvSpPr/>
          <p:nvPr/>
        </p:nvSpPr>
        <p:spPr>
          <a:xfrm>
            <a:off x="7196902" y="21611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2" name="Freeform 5831"/>
          <p:cNvSpPr/>
          <p:nvPr/>
        </p:nvSpPr>
        <p:spPr>
          <a:xfrm>
            <a:off x="7361942" y="21501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3" name="Freeform 5832"/>
          <p:cNvSpPr/>
          <p:nvPr/>
        </p:nvSpPr>
        <p:spPr>
          <a:xfrm>
            <a:off x="7594414" y="21427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4" name="Freeform 5833"/>
          <p:cNvSpPr/>
          <p:nvPr/>
        </p:nvSpPr>
        <p:spPr>
          <a:xfrm>
            <a:off x="7578107" y="21454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5" name="Freeform 5834"/>
          <p:cNvSpPr/>
          <p:nvPr/>
        </p:nvSpPr>
        <p:spPr>
          <a:xfrm>
            <a:off x="7629947" y="21473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DDC3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6" name="Freeform 5835"/>
          <p:cNvSpPr/>
          <p:nvPr/>
        </p:nvSpPr>
        <p:spPr>
          <a:xfrm>
            <a:off x="7186663" y="214556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7" name="Freeform 5836"/>
          <p:cNvSpPr/>
          <p:nvPr/>
        </p:nvSpPr>
        <p:spPr>
          <a:xfrm>
            <a:off x="7645503" y="2152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8" name="Freeform 5837"/>
          <p:cNvSpPr/>
          <p:nvPr/>
        </p:nvSpPr>
        <p:spPr>
          <a:xfrm>
            <a:off x="7607178" y="2150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DD93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9" name="Freeform 5838"/>
          <p:cNvSpPr/>
          <p:nvPr/>
        </p:nvSpPr>
        <p:spPr>
          <a:xfrm>
            <a:off x="6789794" y="216955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0" name="Freeform 5839"/>
          <p:cNvSpPr/>
          <p:nvPr/>
        </p:nvSpPr>
        <p:spPr>
          <a:xfrm>
            <a:off x="7050130" y="21505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AE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1" name="Freeform 5840"/>
          <p:cNvSpPr/>
          <p:nvPr/>
        </p:nvSpPr>
        <p:spPr>
          <a:xfrm>
            <a:off x="7025328" y="21589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2" name="Freeform 5841"/>
          <p:cNvSpPr/>
          <p:nvPr/>
        </p:nvSpPr>
        <p:spPr>
          <a:xfrm>
            <a:off x="7019879" y="2134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2E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3" name="Freeform 5842"/>
          <p:cNvSpPr/>
          <p:nvPr/>
        </p:nvSpPr>
        <p:spPr>
          <a:xfrm>
            <a:off x="6643872" y="21527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9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4" name="Freeform 5843"/>
          <p:cNvSpPr/>
          <p:nvPr/>
        </p:nvSpPr>
        <p:spPr>
          <a:xfrm>
            <a:off x="8089858" y="21483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C7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5" name="Freeform 5844"/>
          <p:cNvSpPr/>
          <p:nvPr/>
        </p:nvSpPr>
        <p:spPr>
          <a:xfrm>
            <a:off x="7793479" y="21440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6" name="Freeform 5845"/>
          <p:cNvSpPr/>
          <p:nvPr/>
        </p:nvSpPr>
        <p:spPr>
          <a:xfrm>
            <a:off x="7753647" y="214996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7" name="Freeform 5846"/>
          <p:cNvSpPr/>
          <p:nvPr/>
        </p:nvSpPr>
        <p:spPr>
          <a:xfrm>
            <a:off x="7323487" y="21478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DAE3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8" name="Freeform 5847"/>
          <p:cNvSpPr/>
          <p:nvPr/>
        </p:nvSpPr>
        <p:spPr>
          <a:xfrm>
            <a:off x="7196373" y="21623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240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9" name="Freeform 5848"/>
          <p:cNvSpPr/>
          <p:nvPr/>
        </p:nvSpPr>
        <p:spPr>
          <a:xfrm>
            <a:off x="7391234" y="2144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EC36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0" name="Freeform 5849"/>
          <p:cNvSpPr/>
          <p:nvPr/>
        </p:nvSpPr>
        <p:spPr>
          <a:xfrm>
            <a:off x="7211917" y="21522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1" name="Freeform 5850"/>
          <p:cNvSpPr/>
          <p:nvPr/>
        </p:nvSpPr>
        <p:spPr>
          <a:xfrm>
            <a:off x="8034216" y="214799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2" name="Freeform 5851"/>
          <p:cNvSpPr/>
          <p:nvPr/>
        </p:nvSpPr>
        <p:spPr>
          <a:xfrm>
            <a:off x="7449069" y="21418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3" name="Freeform 5852"/>
          <p:cNvSpPr/>
          <p:nvPr/>
        </p:nvSpPr>
        <p:spPr>
          <a:xfrm>
            <a:off x="7952396" y="21560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7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4" name="Freeform 5853"/>
          <p:cNvSpPr/>
          <p:nvPr/>
        </p:nvSpPr>
        <p:spPr>
          <a:xfrm>
            <a:off x="7577699" y="21442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5" name="Freeform 5854"/>
          <p:cNvSpPr/>
          <p:nvPr/>
        </p:nvSpPr>
        <p:spPr>
          <a:xfrm>
            <a:off x="7148686" y="21467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AC8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6" name="Freeform 5855"/>
          <p:cNvSpPr/>
          <p:nvPr/>
        </p:nvSpPr>
        <p:spPr>
          <a:xfrm>
            <a:off x="7208565" y="213571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7" name="Freeform 5856"/>
          <p:cNvSpPr/>
          <p:nvPr/>
        </p:nvSpPr>
        <p:spPr>
          <a:xfrm>
            <a:off x="7507148" y="21553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9AF7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8" name="Freeform 5857"/>
          <p:cNvSpPr/>
          <p:nvPr/>
        </p:nvSpPr>
        <p:spPr>
          <a:xfrm>
            <a:off x="7770841" y="2159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9" name="Freeform 5858"/>
          <p:cNvSpPr/>
          <p:nvPr/>
        </p:nvSpPr>
        <p:spPr>
          <a:xfrm>
            <a:off x="6636774" y="21511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F48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0" name="Freeform 5859"/>
          <p:cNvSpPr/>
          <p:nvPr/>
        </p:nvSpPr>
        <p:spPr>
          <a:xfrm>
            <a:off x="6405345" y="21517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1" name="Freeform 5860"/>
          <p:cNvSpPr/>
          <p:nvPr/>
        </p:nvSpPr>
        <p:spPr>
          <a:xfrm>
            <a:off x="7991016" y="21516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83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2" name="Freeform 5861"/>
          <p:cNvSpPr/>
          <p:nvPr/>
        </p:nvSpPr>
        <p:spPr>
          <a:xfrm>
            <a:off x="8339425" y="21582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3" name="Freeform 5862"/>
          <p:cNvSpPr/>
          <p:nvPr/>
        </p:nvSpPr>
        <p:spPr>
          <a:xfrm>
            <a:off x="7386383" y="214402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BBB7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4" name="Freeform 5863"/>
          <p:cNvSpPr/>
          <p:nvPr/>
        </p:nvSpPr>
        <p:spPr>
          <a:xfrm>
            <a:off x="7557337" y="214464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5" name="Freeform 5864"/>
          <p:cNvSpPr/>
          <p:nvPr/>
        </p:nvSpPr>
        <p:spPr>
          <a:xfrm>
            <a:off x="7386927" y="214503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0CA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6" name="Freeform 5865"/>
          <p:cNvSpPr/>
          <p:nvPr/>
        </p:nvSpPr>
        <p:spPr>
          <a:xfrm>
            <a:off x="7134818" y="215601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8F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7" name="Freeform 5866"/>
          <p:cNvSpPr/>
          <p:nvPr/>
        </p:nvSpPr>
        <p:spPr>
          <a:xfrm>
            <a:off x="7323048" y="2143031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8" name="Freeform 5867"/>
          <p:cNvSpPr/>
          <p:nvPr/>
        </p:nvSpPr>
        <p:spPr>
          <a:xfrm>
            <a:off x="7182834" y="21425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8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9" name="Freeform 5868"/>
          <p:cNvSpPr/>
          <p:nvPr/>
        </p:nvSpPr>
        <p:spPr>
          <a:xfrm>
            <a:off x="7245529" y="21546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0" name="Freeform 5869"/>
          <p:cNvSpPr/>
          <p:nvPr/>
        </p:nvSpPr>
        <p:spPr>
          <a:xfrm>
            <a:off x="7501214" y="21450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1" name="Freeform 5870"/>
          <p:cNvSpPr/>
          <p:nvPr/>
        </p:nvSpPr>
        <p:spPr>
          <a:xfrm>
            <a:off x="7388359" y="21391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B7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2" name="Freeform 5871"/>
          <p:cNvSpPr/>
          <p:nvPr/>
        </p:nvSpPr>
        <p:spPr>
          <a:xfrm>
            <a:off x="7429586" y="21556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A9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3" name="Freeform 5872"/>
          <p:cNvSpPr/>
          <p:nvPr/>
        </p:nvSpPr>
        <p:spPr>
          <a:xfrm>
            <a:off x="8277510" y="21478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4" name="Freeform 5873"/>
          <p:cNvSpPr/>
          <p:nvPr/>
        </p:nvSpPr>
        <p:spPr>
          <a:xfrm>
            <a:off x="5903274" y="21456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504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5" name="Freeform 5874"/>
          <p:cNvSpPr/>
          <p:nvPr/>
        </p:nvSpPr>
        <p:spPr>
          <a:xfrm>
            <a:off x="7761590" y="21375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6" name="Freeform 5875"/>
          <p:cNvSpPr/>
          <p:nvPr/>
        </p:nvSpPr>
        <p:spPr>
          <a:xfrm>
            <a:off x="6841095" y="2132803"/>
            <a:ext cx="33602" cy="33602"/>
          </a:xfrm>
          <a:custGeom>
            <a:avLst/>
            <a:gdLst/>
            <a:ahLst/>
            <a:cxnLst/>
            <a:rect l="l" t="t" r="r" b="b"/>
            <a:pathLst>
              <a:path w="33602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7" name="Freeform 5876"/>
          <p:cNvSpPr/>
          <p:nvPr/>
        </p:nvSpPr>
        <p:spPr>
          <a:xfrm>
            <a:off x="6738088" y="21424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A53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8" name="Freeform 5877"/>
          <p:cNvSpPr/>
          <p:nvPr/>
        </p:nvSpPr>
        <p:spPr>
          <a:xfrm>
            <a:off x="7220336" y="2147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2DA3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9" name="Freeform 5878"/>
          <p:cNvSpPr/>
          <p:nvPr/>
        </p:nvSpPr>
        <p:spPr>
          <a:xfrm>
            <a:off x="6983065" y="21468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0" name="Freeform 5879"/>
          <p:cNvSpPr/>
          <p:nvPr/>
        </p:nvSpPr>
        <p:spPr>
          <a:xfrm>
            <a:off x="7762841" y="21551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1F99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1" name="Freeform 5880"/>
          <p:cNvSpPr/>
          <p:nvPr/>
        </p:nvSpPr>
        <p:spPr>
          <a:xfrm>
            <a:off x="7588765" y="215421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BD7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2" name="Freeform 5881"/>
          <p:cNvSpPr/>
          <p:nvPr/>
        </p:nvSpPr>
        <p:spPr>
          <a:xfrm>
            <a:off x="8487967" y="21367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3" name="Freeform 5882"/>
          <p:cNvSpPr/>
          <p:nvPr/>
        </p:nvSpPr>
        <p:spPr>
          <a:xfrm>
            <a:off x="8057148" y="2140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E4C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4" name="Freeform 5883"/>
          <p:cNvSpPr/>
          <p:nvPr/>
        </p:nvSpPr>
        <p:spPr>
          <a:xfrm>
            <a:off x="7085750" y="214544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5" name="Freeform 5884"/>
          <p:cNvSpPr/>
          <p:nvPr/>
        </p:nvSpPr>
        <p:spPr>
          <a:xfrm>
            <a:off x="8067672" y="21287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6" name="Freeform 5885"/>
          <p:cNvSpPr/>
          <p:nvPr/>
        </p:nvSpPr>
        <p:spPr>
          <a:xfrm>
            <a:off x="7523393" y="21457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7" name="Freeform 5886"/>
          <p:cNvSpPr/>
          <p:nvPr/>
        </p:nvSpPr>
        <p:spPr>
          <a:xfrm>
            <a:off x="7161317" y="215570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8" name="Freeform 5887"/>
          <p:cNvSpPr/>
          <p:nvPr/>
        </p:nvSpPr>
        <p:spPr>
          <a:xfrm>
            <a:off x="7376450" y="21485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1" y="33602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2"/>
                </a:lnTo>
                <a:close/>
                <a:lnTo>
                  <a:pt x="16801" y="33602"/>
                </a:lnTo>
                <a:close/>
              </a:path>
            </a:pathLst>
          </a:custGeom>
          <a:solidFill>
            <a:srgbClr val="F8E62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9" name="Freeform 5888"/>
          <p:cNvSpPr/>
          <p:nvPr/>
        </p:nvSpPr>
        <p:spPr>
          <a:xfrm>
            <a:off x="7877507" y="2149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0" name="Freeform 5889"/>
          <p:cNvSpPr/>
          <p:nvPr/>
        </p:nvSpPr>
        <p:spPr>
          <a:xfrm>
            <a:off x="8187286" y="21499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0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1" name="Freeform 5890"/>
          <p:cNvSpPr/>
          <p:nvPr/>
        </p:nvSpPr>
        <p:spPr>
          <a:xfrm>
            <a:off x="7439562" y="21432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2" name="Freeform 5891"/>
          <p:cNvSpPr/>
          <p:nvPr/>
        </p:nvSpPr>
        <p:spPr>
          <a:xfrm>
            <a:off x="7829884" y="216994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3" name="Freeform 5892"/>
          <p:cNvSpPr/>
          <p:nvPr/>
        </p:nvSpPr>
        <p:spPr>
          <a:xfrm>
            <a:off x="7789304" y="213163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4" name="Freeform 5893"/>
          <p:cNvSpPr/>
          <p:nvPr/>
        </p:nvSpPr>
        <p:spPr>
          <a:xfrm>
            <a:off x="8108839" y="21509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5" name="Freeform 5894"/>
          <p:cNvSpPr/>
          <p:nvPr/>
        </p:nvSpPr>
        <p:spPr>
          <a:xfrm>
            <a:off x="7517532" y="21457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8D83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6" name="Freeform 5895"/>
          <p:cNvSpPr/>
          <p:nvPr/>
        </p:nvSpPr>
        <p:spPr>
          <a:xfrm>
            <a:off x="6933149" y="21512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7" name="Freeform 5896"/>
          <p:cNvSpPr/>
          <p:nvPr/>
        </p:nvSpPr>
        <p:spPr>
          <a:xfrm>
            <a:off x="7527188" y="21576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8" name="Freeform 5897"/>
          <p:cNvSpPr/>
          <p:nvPr/>
        </p:nvSpPr>
        <p:spPr>
          <a:xfrm>
            <a:off x="8041316" y="21472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97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9" name="Freeform 5898"/>
          <p:cNvSpPr/>
          <p:nvPr/>
        </p:nvSpPr>
        <p:spPr>
          <a:xfrm>
            <a:off x="8547916" y="21393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0" name="Freeform 5899"/>
          <p:cNvSpPr/>
          <p:nvPr/>
        </p:nvSpPr>
        <p:spPr>
          <a:xfrm>
            <a:off x="6785136" y="21429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55E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1" name="Freeform 5900"/>
          <p:cNvSpPr/>
          <p:nvPr/>
        </p:nvSpPr>
        <p:spPr>
          <a:xfrm>
            <a:off x="6563623" y="216149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2" name="Freeform 5901"/>
          <p:cNvSpPr/>
          <p:nvPr/>
        </p:nvSpPr>
        <p:spPr>
          <a:xfrm>
            <a:off x="6776341" y="21477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3" name="Freeform 5902"/>
          <p:cNvSpPr/>
          <p:nvPr/>
        </p:nvSpPr>
        <p:spPr>
          <a:xfrm>
            <a:off x="7469220" y="21578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82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4" name="Freeform 5903"/>
          <p:cNvSpPr/>
          <p:nvPr/>
        </p:nvSpPr>
        <p:spPr>
          <a:xfrm>
            <a:off x="6973179" y="21344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2D7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5" name="Freeform 5904"/>
          <p:cNvSpPr/>
          <p:nvPr/>
        </p:nvSpPr>
        <p:spPr>
          <a:xfrm>
            <a:off x="7417896" y="21370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6" name="Freeform 5905"/>
          <p:cNvSpPr/>
          <p:nvPr/>
        </p:nvSpPr>
        <p:spPr>
          <a:xfrm>
            <a:off x="6813926" y="21380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B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7" name="Freeform 5906"/>
          <p:cNvSpPr/>
          <p:nvPr/>
        </p:nvSpPr>
        <p:spPr>
          <a:xfrm>
            <a:off x="7585636" y="2149470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8" name="Freeform 5907"/>
          <p:cNvSpPr/>
          <p:nvPr/>
        </p:nvSpPr>
        <p:spPr>
          <a:xfrm>
            <a:off x="7235155" y="2149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9" name="Freeform 5908"/>
          <p:cNvSpPr/>
          <p:nvPr/>
        </p:nvSpPr>
        <p:spPr>
          <a:xfrm>
            <a:off x="7555617" y="214303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DB27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0" name="Freeform 5909"/>
          <p:cNvSpPr/>
          <p:nvPr/>
        </p:nvSpPr>
        <p:spPr>
          <a:xfrm>
            <a:off x="6707884" y="21558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1428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1" name="Freeform 5910"/>
          <p:cNvSpPr/>
          <p:nvPr/>
        </p:nvSpPr>
        <p:spPr>
          <a:xfrm>
            <a:off x="7653679" y="21482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A5DB3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2" name="Freeform 5911"/>
          <p:cNvSpPr/>
          <p:nvPr/>
        </p:nvSpPr>
        <p:spPr>
          <a:xfrm>
            <a:off x="6889424" y="21472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681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3" name="Freeform 5912"/>
          <p:cNvSpPr/>
          <p:nvPr/>
        </p:nvSpPr>
        <p:spPr>
          <a:xfrm>
            <a:off x="7512356" y="21459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A0DA3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4" name="Freeform 5913"/>
          <p:cNvSpPr/>
          <p:nvPr/>
        </p:nvSpPr>
        <p:spPr>
          <a:xfrm>
            <a:off x="7031715" y="2151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5" name="Freeform 5914"/>
          <p:cNvSpPr/>
          <p:nvPr/>
        </p:nvSpPr>
        <p:spPr>
          <a:xfrm>
            <a:off x="6243550" y="21484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116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6" name="Freeform 5915"/>
          <p:cNvSpPr/>
          <p:nvPr/>
        </p:nvSpPr>
        <p:spPr>
          <a:xfrm>
            <a:off x="6900321" y="2145797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7" name="Freeform 5916"/>
          <p:cNvSpPr/>
          <p:nvPr/>
        </p:nvSpPr>
        <p:spPr>
          <a:xfrm>
            <a:off x="7364441" y="2156388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8" name="Freeform 5917"/>
          <p:cNvSpPr/>
          <p:nvPr/>
        </p:nvSpPr>
        <p:spPr>
          <a:xfrm>
            <a:off x="6786393" y="21353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9" name="Freeform 5918"/>
          <p:cNvSpPr/>
          <p:nvPr/>
        </p:nvSpPr>
        <p:spPr>
          <a:xfrm>
            <a:off x="7734692" y="214571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AC1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0" name="Freeform 5919"/>
          <p:cNvSpPr/>
          <p:nvPr/>
        </p:nvSpPr>
        <p:spPr>
          <a:xfrm>
            <a:off x="6665398" y="21511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1" name="Freeform 5920"/>
          <p:cNvSpPr/>
          <p:nvPr/>
        </p:nvSpPr>
        <p:spPr>
          <a:xfrm>
            <a:off x="6988590" y="21503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E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2" name="Freeform 5921"/>
          <p:cNvSpPr/>
          <p:nvPr/>
        </p:nvSpPr>
        <p:spPr>
          <a:xfrm>
            <a:off x="7500375" y="21448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CCD5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3" name="Freeform 5922"/>
          <p:cNvSpPr/>
          <p:nvPr/>
        </p:nvSpPr>
        <p:spPr>
          <a:xfrm>
            <a:off x="7702811" y="21416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8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4" name="Freeform 5923"/>
          <p:cNvSpPr/>
          <p:nvPr/>
        </p:nvSpPr>
        <p:spPr>
          <a:xfrm>
            <a:off x="7192112" y="214866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BD93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5" name="Freeform 5924"/>
          <p:cNvSpPr/>
          <p:nvPr/>
        </p:nvSpPr>
        <p:spPr>
          <a:xfrm>
            <a:off x="6596912" y="215887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1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6" name="Freeform 5925"/>
          <p:cNvSpPr/>
          <p:nvPr/>
        </p:nvSpPr>
        <p:spPr>
          <a:xfrm>
            <a:off x="6898861" y="215240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87D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7" name="Freeform 5926"/>
          <p:cNvSpPr/>
          <p:nvPr/>
        </p:nvSpPr>
        <p:spPr>
          <a:xfrm>
            <a:off x="7245465" y="21444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B97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8" name="Freeform 5927"/>
          <p:cNvSpPr/>
          <p:nvPr/>
        </p:nvSpPr>
        <p:spPr>
          <a:xfrm>
            <a:off x="8304739" y="2157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9" name="Freeform 5928"/>
          <p:cNvSpPr/>
          <p:nvPr/>
        </p:nvSpPr>
        <p:spPr>
          <a:xfrm>
            <a:off x="8440999" y="214553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07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0" name="Freeform 5929"/>
          <p:cNvSpPr/>
          <p:nvPr/>
        </p:nvSpPr>
        <p:spPr>
          <a:xfrm>
            <a:off x="6886498" y="21512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77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1" name="Freeform 5930"/>
          <p:cNvSpPr/>
          <p:nvPr/>
        </p:nvSpPr>
        <p:spPr>
          <a:xfrm>
            <a:off x="6529768" y="214373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2" name="Freeform 5931"/>
          <p:cNvSpPr/>
          <p:nvPr/>
        </p:nvSpPr>
        <p:spPr>
          <a:xfrm>
            <a:off x="7248407" y="214397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CB1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3" name="Freeform 5932"/>
          <p:cNvSpPr/>
          <p:nvPr/>
        </p:nvSpPr>
        <p:spPr>
          <a:xfrm>
            <a:off x="7395507" y="214507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65C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4" name="Freeform 5933"/>
          <p:cNvSpPr/>
          <p:nvPr/>
        </p:nvSpPr>
        <p:spPr>
          <a:xfrm>
            <a:off x="7575000" y="214721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5" name="Freeform 5934"/>
          <p:cNvSpPr/>
          <p:nvPr/>
        </p:nvSpPr>
        <p:spPr>
          <a:xfrm>
            <a:off x="6483713" y="214393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87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6" name="Freeform 5935"/>
          <p:cNvSpPr/>
          <p:nvPr/>
        </p:nvSpPr>
        <p:spPr>
          <a:xfrm>
            <a:off x="8711730" y="214902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70E6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7" name="Freeform 5936"/>
          <p:cNvSpPr/>
          <p:nvPr/>
        </p:nvSpPr>
        <p:spPr>
          <a:xfrm>
            <a:off x="6307079" y="215406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4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8" name="Freeform 5937"/>
          <p:cNvSpPr/>
          <p:nvPr/>
        </p:nvSpPr>
        <p:spPr>
          <a:xfrm>
            <a:off x="7059643" y="21469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B37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9" name="Freeform 5938"/>
          <p:cNvSpPr/>
          <p:nvPr/>
        </p:nvSpPr>
        <p:spPr>
          <a:xfrm>
            <a:off x="7526477" y="21574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0" name="Freeform 5939"/>
          <p:cNvSpPr/>
          <p:nvPr/>
        </p:nvSpPr>
        <p:spPr>
          <a:xfrm>
            <a:off x="8330954" y="21567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1" name="Freeform 5940"/>
          <p:cNvSpPr/>
          <p:nvPr/>
        </p:nvSpPr>
        <p:spPr>
          <a:xfrm>
            <a:off x="7509119" y="2148514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7E41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2" name="Freeform 5941"/>
          <p:cNvSpPr/>
          <p:nvPr/>
        </p:nvSpPr>
        <p:spPr>
          <a:xfrm>
            <a:off x="8557152" y="21432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B6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3" name="Freeform 5942"/>
          <p:cNvSpPr/>
          <p:nvPr/>
        </p:nvSpPr>
        <p:spPr>
          <a:xfrm>
            <a:off x="7368990" y="21341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E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4" name="Freeform 5943"/>
          <p:cNvSpPr/>
          <p:nvPr/>
        </p:nvSpPr>
        <p:spPr>
          <a:xfrm>
            <a:off x="7071152" y="21558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5" name="Freeform 5944"/>
          <p:cNvSpPr/>
          <p:nvPr/>
        </p:nvSpPr>
        <p:spPr>
          <a:xfrm>
            <a:off x="7935827" y="21484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6" name="Freeform 5945"/>
          <p:cNvSpPr/>
          <p:nvPr/>
        </p:nvSpPr>
        <p:spPr>
          <a:xfrm>
            <a:off x="7471450" y="217013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7" name="Freeform 5946"/>
          <p:cNvSpPr/>
          <p:nvPr/>
        </p:nvSpPr>
        <p:spPr>
          <a:xfrm>
            <a:off x="6777233" y="214809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8" name="Freeform 5947"/>
          <p:cNvSpPr/>
          <p:nvPr/>
        </p:nvSpPr>
        <p:spPr>
          <a:xfrm>
            <a:off x="7269244" y="21517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89D54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9" name="Freeform 5948"/>
          <p:cNvSpPr/>
          <p:nvPr/>
        </p:nvSpPr>
        <p:spPr>
          <a:xfrm>
            <a:off x="6739926" y="21444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75A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0" name="Freeform 5949"/>
          <p:cNvSpPr/>
          <p:nvPr/>
        </p:nvSpPr>
        <p:spPr>
          <a:xfrm>
            <a:off x="7286715" y="21447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C1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1" name="Freeform 5950"/>
          <p:cNvSpPr/>
          <p:nvPr/>
        </p:nvSpPr>
        <p:spPr>
          <a:xfrm>
            <a:off x="7340666" y="21471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2DF2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2" name="Freeform 5951"/>
          <p:cNvSpPr/>
          <p:nvPr/>
        </p:nvSpPr>
        <p:spPr>
          <a:xfrm>
            <a:off x="7582710" y="21500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ADE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3" name="Freeform 5952"/>
          <p:cNvSpPr/>
          <p:nvPr/>
        </p:nvSpPr>
        <p:spPr>
          <a:xfrm>
            <a:off x="7569605" y="215291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0CF5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4" name="Freeform 5953"/>
          <p:cNvSpPr/>
          <p:nvPr/>
        </p:nvSpPr>
        <p:spPr>
          <a:xfrm>
            <a:off x="7647539" y="215338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CC2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5" name="Freeform 5954"/>
          <p:cNvSpPr/>
          <p:nvPr/>
        </p:nvSpPr>
        <p:spPr>
          <a:xfrm>
            <a:off x="7301388" y="217135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6" name="Freeform 5955"/>
          <p:cNvSpPr/>
          <p:nvPr/>
        </p:nvSpPr>
        <p:spPr>
          <a:xfrm>
            <a:off x="7140951" y="21395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7" name="Freeform 5956"/>
          <p:cNvSpPr/>
          <p:nvPr/>
        </p:nvSpPr>
        <p:spPr>
          <a:xfrm>
            <a:off x="6980460" y="214975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F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8" name="Freeform 5957"/>
          <p:cNvSpPr/>
          <p:nvPr/>
        </p:nvSpPr>
        <p:spPr>
          <a:xfrm>
            <a:off x="7978796" y="21568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64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9" name="Freeform 5958"/>
          <p:cNvSpPr/>
          <p:nvPr/>
        </p:nvSpPr>
        <p:spPr>
          <a:xfrm>
            <a:off x="8578132" y="21447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7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0" name="Freeform 5959"/>
          <p:cNvSpPr/>
          <p:nvPr/>
        </p:nvSpPr>
        <p:spPr>
          <a:xfrm>
            <a:off x="7627590" y="2152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1" name="Freeform 5960"/>
          <p:cNvSpPr/>
          <p:nvPr/>
        </p:nvSpPr>
        <p:spPr>
          <a:xfrm>
            <a:off x="7191612" y="2146205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63CB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2" name="Freeform 5961"/>
          <p:cNvSpPr/>
          <p:nvPr/>
        </p:nvSpPr>
        <p:spPr>
          <a:xfrm>
            <a:off x="8110887" y="214817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E6E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3" name="Freeform 5962"/>
          <p:cNvSpPr/>
          <p:nvPr/>
        </p:nvSpPr>
        <p:spPr>
          <a:xfrm>
            <a:off x="7201266" y="21445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2B67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4" name="Freeform 5963"/>
          <p:cNvSpPr/>
          <p:nvPr/>
        </p:nvSpPr>
        <p:spPr>
          <a:xfrm>
            <a:off x="6708732" y="21383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07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5" name="Freeform 5964"/>
          <p:cNvSpPr/>
          <p:nvPr/>
        </p:nvSpPr>
        <p:spPr>
          <a:xfrm>
            <a:off x="6823261" y="21593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6" name="Freeform 5965"/>
          <p:cNvSpPr/>
          <p:nvPr/>
        </p:nvSpPr>
        <p:spPr>
          <a:xfrm>
            <a:off x="7526104" y="215981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06A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7" name="Freeform 5966"/>
          <p:cNvSpPr/>
          <p:nvPr/>
        </p:nvSpPr>
        <p:spPr>
          <a:xfrm>
            <a:off x="7619428" y="21553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8" name="Freeform 5967"/>
          <p:cNvSpPr/>
          <p:nvPr/>
        </p:nvSpPr>
        <p:spPr>
          <a:xfrm>
            <a:off x="7942439" y="213556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348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9" name="Freeform 5968"/>
          <p:cNvSpPr/>
          <p:nvPr/>
        </p:nvSpPr>
        <p:spPr>
          <a:xfrm>
            <a:off x="7571543" y="21469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DDF2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0" name="Freeform 5969"/>
          <p:cNvSpPr/>
          <p:nvPr/>
        </p:nvSpPr>
        <p:spPr>
          <a:xfrm>
            <a:off x="7662406" y="214964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1" name="Freeform 5970"/>
          <p:cNvSpPr/>
          <p:nvPr/>
        </p:nvSpPr>
        <p:spPr>
          <a:xfrm>
            <a:off x="7790473" y="215948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069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2" name="Freeform 5971"/>
          <p:cNvSpPr/>
          <p:nvPr/>
        </p:nvSpPr>
        <p:spPr>
          <a:xfrm>
            <a:off x="7238417" y="21550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A48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3" name="Freeform 5972"/>
          <p:cNvSpPr/>
          <p:nvPr/>
        </p:nvSpPr>
        <p:spPr>
          <a:xfrm>
            <a:off x="6854568" y="214016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955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4" name="Freeform 5973"/>
          <p:cNvSpPr/>
          <p:nvPr/>
        </p:nvSpPr>
        <p:spPr>
          <a:xfrm>
            <a:off x="7619740" y="21525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6ECE5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5" name="Freeform 5974"/>
          <p:cNvSpPr/>
          <p:nvPr/>
        </p:nvSpPr>
        <p:spPr>
          <a:xfrm>
            <a:off x="7070450" y="215268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A1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6" name="Freeform 5975"/>
          <p:cNvSpPr/>
          <p:nvPr/>
        </p:nvSpPr>
        <p:spPr>
          <a:xfrm>
            <a:off x="7788300" y="21376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65D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7" name="Freeform 5976"/>
          <p:cNvSpPr/>
          <p:nvPr/>
        </p:nvSpPr>
        <p:spPr>
          <a:xfrm>
            <a:off x="7131556" y="2144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6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8" name="Freeform 5977"/>
          <p:cNvSpPr/>
          <p:nvPr/>
        </p:nvSpPr>
        <p:spPr>
          <a:xfrm>
            <a:off x="7698438" y="21467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77D15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9" name="Freeform 5978"/>
          <p:cNvSpPr/>
          <p:nvPr/>
        </p:nvSpPr>
        <p:spPr>
          <a:xfrm>
            <a:off x="7475284" y="215734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A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0" name="Freeform 5979"/>
          <p:cNvSpPr/>
          <p:nvPr/>
        </p:nvSpPr>
        <p:spPr>
          <a:xfrm>
            <a:off x="6938040" y="21423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E6F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1" name="Freeform 5980"/>
          <p:cNvSpPr/>
          <p:nvPr/>
        </p:nvSpPr>
        <p:spPr>
          <a:xfrm>
            <a:off x="7989820" y="214939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2" name="Freeform 5981"/>
          <p:cNvSpPr/>
          <p:nvPr/>
        </p:nvSpPr>
        <p:spPr>
          <a:xfrm>
            <a:off x="7727334" y="21666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86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3" name="Freeform 5982"/>
          <p:cNvSpPr/>
          <p:nvPr/>
        </p:nvSpPr>
        <p:spPr>
          <a:xfrm>
            <a:off x="7478299" y="214910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F1E5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4" name="Freeform 5983"/>
          <p:cNvSpPr/>
          <p:nvPr/>
        </p:nvSpPr>
        <p:spPr>
          <a:xfrm>
            <a:off x="7466497" y="214437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4C5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5" name="Freeform 5984"/>
          <p:cNvSpPr/>
          <p:nvPr/>
        </p:nvSpPr>
        <p:spPr>
          <a:xfrm>
            <a:off x="6948612" y="21480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F95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6" name="Freeform 5985"/>
          <p:cNvSpPr/>
          <p:nvPr/>
        </p:nvSpPr>
        <p:spPr>
          <a:xfrm>
            <a:off x="8178373" y="215005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362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7" name="Freeform 5986"/>
          <p:cNvSpPr/>
          <p:nvPr/>
        </p:nvSpPr>
        <p:spPr>
          <a:xfrm>
            <a:off x="7875895" y="2167970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2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7106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8" name="Freeform 5987"/>
          <p:cNvSpPr/>
          <p:nvPr/>
        </p:nvSpPr>
        <p:spPr>
          <a:xfrm>
            <a:off x="7517681" y="21510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C0DF2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9" name="Freeform 5988"/>
          <p:cNvSpPr/>
          <p:nvPr/>
        </p:nvSpPr>
        <p:spPr>
          <a:xfrm>
            <a:off x="7253716" y="215755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0" name="Freeform 5989"/>
          <p:cNvSpPr/>
          <p:nvPr/>
        </p:nvSpPr>
        <p:spPr>
          <a:xfrm>
            <a:off x="7260313" y="214616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7CD25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1" name="Freeform 5990"/>
          <p:cNvSpPr/>
          <p:nvPr/>
        </p:nvSpPr>
        <p:spPr>
          <a:xfrm>
            <a:off x="8794398" y="213742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4015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2" name="Freeform 5991"/>
          <p:cNvSpPr/>
          <p:nvPr/>
        </p:nvSpPr>
        <p:spPr>
          <a:xfrm>
            <a:off x="7999027" y="214662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780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3" name="Freeform 5992"/>
          <p:cNvSpPr/>
          <p:nvPr/>
        </p:nvSpPr>
        <p:spPr>
          <a:xfrm>
            <a:off x="7443698" y="2141652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F98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4" name="Freeform 5993"/>
          <p:cNvSpPr/>
          <p:nvPr/>
        </p:nvSpPr>
        <p:spPr>
          <a:xfrm>
            <a:off x="7677226" y="215260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6C667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5" name="Freeform 5994"/>
          <p:cNvSpPr/>
          <p:nvPr/>
        </p:nvSpPr>
        <p:spPr>
          <a:xfrm>
            <a:off x="7847964" y="213902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6" name="Freeform 5995"/>
          <p:cNvSpPr/>
          <p:nvPr/>
        </p:nvSpPr>
        <p:spPr>
          <a:xfrm>
            <a:off x="7246639" y="21417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388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7" name="Freeform 5996"/>
          <p:cNvSpPr/>
          <p:nvPr/>
        </p:nvSpPr>
        <p:spPr>
          <a:xfrm>
            <a:off x="8195597" y="2153790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D4D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8" name="Freeform 5997"/>
          <p:cNvSpPr/>
          <p:nvPr/>
        </p:nvSpPr>
        <p:spPr>
          <a:xfrm>
            <a:off x="7548714" y="214993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CDE11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9" name="Freeform 5998"/>
          <p:cNvSpPr/>
          <p:nvPr/>
        </p:nvSpPr>
        <p:spPr>
          <a:xfrm>
            <a:off x="7617280" y="215518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C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0" name="Freeform 5999"/>
          <p:cNvSpPr/>
          <p:nvPr/>
        </p:nvSpPr>
        <p:spPr>
          <a:xfrm>
            <a:off x="6513678" y="2131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1" name="Freeform 6000"/>
          <p:cNvSpPr/>
          <p:nvPr/>
        </p:nvSpPr>
        <p:spPr>
          <a:xfrm>
            <a:off x="8208795" y="21512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859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2" name="Freeform 6001"/>
          <p:cNvSpPr/>
          <p:nvPr/>
        </p:nvSpPr>
        <p:spPr>
          <a:xfrm>
            <a:off x="6772160" y="216197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1D6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3" name="Freeform 6002"/>
          <p:cNvSpPr/>
          <p:nvPr/>
        </p:nvSpPr>
        <p:spPr>
          <a:xfrm>
            <a:off x="6955687" y="215903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C508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4" name="Freeform 6003"/>
          <p:cNvSpPr/>
          <p:nvPr/>
        </p:nvSpPr>
        <p:spPr>
          <a:xfrm>
            <a:off x="7303864" y="215134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1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B2DD2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5" name="Freeform 6004"/>
          <p:cNvSpPr/>
          <p:nvPr/>
        </p:nvSpPr>
        <p:spPr>
          <a:xfrm>
            <a:off x="8071762" y="2148314"/>
            <a:ext cx="33601" cy="33602"/>
          </a:xfrm>
          <a:custGeom>
            <a:avLst/>
            <a:gdLst/>
            <a:ahLst/>
            <a:cxnLst/>
            <a:rect l="l" t="t" r="r" b="b"/>
            <a:pathLst>
              <a:path w="33601" h="33602">
                <a:moveTo>
                  <a:pt x="16800" y="33602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2"/>
                </a:lnTo>
                <a:close/>
                <a:lnTo>
                  <a:pt x="16800" y="33602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6" name="Freeform 6005"/>
          <p:cNvSpPr/>
          <p:nvPr/>
        </p:nvSpPr>
        <p:spPr>
          <a:xfrm>
            <a:off x="6859072" y="213088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66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7" name="Freeform 6006"/>
          <p:cNvSpPr/>
          <p:nvPr/>
        </p:nvSpPr>
        <p:spPr>
          <a:xfrm>
            <a:off x="7506533" y="2140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48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8" name="Freeform 6007"/>
          <p:cNvSpPr/>
          <p:nvPr/>
        </p:nvSpPr>
        <p:spPr>
          <a:xfrm>
            <a:off x="8010859" y="21453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B75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9" name="Freeform 6008"/>
          <p:cNvSpPr/>
          <p:nvPr/>
        </p:nvSpPr>
        <p:spPr>
          <a:xfrm>
            <a:off x="8042214" y="21602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43A8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0" name="Freeform 6009"/>
          <p:cNvSpPr/>
          <p:nvPr/>
        </p:nvSpPr>
        <p:spPr>
          <a:xfrm>
            <a:off x="6993775" y="214092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1" name="Freeform 6010"/>
          <p:cNvSpPr/>
          <p:nvPr/>
        </p:nvSpPr>
        <p:spPr>
          <a:xfrm>
            <a:off x="7241656" y="21315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2" name="Freeform 6011"/>
          <p:cNvSpPr/>
          <p:nvPr/>
        </p:nvSpPr>
        <p:spPr>
          <a:xfrm>
            <a:off x="7851736" y="215289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1E9D8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3" name="Freeform 6012"/>
          <p:cNvSpPr/>
          <p:nvPr/>
        </p:nvSpPr>
        <p:spPr>
          <a:xfrm>
            <a:off x="8210295" y="214376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0" y="4920"/>
                </a:lnTo>
                <a:close/>
                <a:lnTo>
                  <a:pt x="0" y="16800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0458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4" name="Freeform 6013"/>
          <p:cNvSpPr/>
          <p:nvPr/>
        </p:nvSpPr>
        <p:spPr>
          <a:xfrm>
            <a:off x="7616063" y="2164868"/>
            <a:ext cx="33602" cy="33601"/>
          </a:xfrm>
          <a:custGeom>
            <a:avLst/>
            <a:gdLst/>
            <a:ahLst/>
            <a:cxnLst/>
            <a:rect l="l" t="t" r="r" b="b"/>
            <a:pathLst>
              <a:path w="33602" h="33601">
                <a:moveTo>
                  <a:pt x="16801" y="33601"/>
                </a:moveTo>
                <a:lnTo>
                  <a:pt x="28681" y="28681"/>
                </a:lnTo>
                <a:close/>
                <a:lnTo>
                  <a:pt x="33602" y="16801"/>
                </a:lnTo>
                <a:close/>
                <a:lnTo>
                  <a:pt x="28681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57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5" name="Freeform 6014"/>
          <p:cNvSpPr/>
          <p:nvPr/>
        </p:nvSpPr>
        <p:spPr>
          <a:xfrm>
            <a:off x="6978097" y="215158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093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6" name="Freeform 6015"/>
          <p:cNvSpPr/>
          <p:nvPr/>
        </p:nvSpPr>
        <p:spPr>
          <a:xfrm>
            <a:off x="7363870" y="214815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ECE51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7" name="Freeform 6016"/>
          <p:cNvSpPr/>
          <p:nvPr/>
        </p:nvSpPr>
        <p:spPr>
          <a:xfrm>
            <a:off x="6160429" y="2152607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85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8" name="Freeform 6017"/>
          <p:cNvSpPr/>
          <p:nvPr/>
        </p:nvSpPr>
        <p:spPr>
          <a:xfrm>
            <a:off x="6828825" y="212657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9" name="Freeform 6018"/>
          <p:cNvSpPr/>
          <p:nvPr/>
        </p:nvSpPr>
        <p:spPr>
          <a:xfrm>
            <a:off x="7537118" y="215580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0" name="Freeform 6019"/>
          <p:cNvSpPr/>
          <p:nvPr/>
        </p:nvSpPr>
        <p:spPr>
          <a:xfrm>
            <a:off x="7341585" y="214628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95D84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1" name="Freeform 6020"/>
          <p:cNvSpPr/>
          <p:nvPr/>
        </p:nvSpPr>
        <p:spPr>
          <a:xfrm>
            <a:off x="7688244" y="214239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1E9B8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2" name="Freeform 6021"/>
          <p:cNvSpPr/>
          <p:nvPr/>
        </p:nvSpPr>
        <p:spPr>
          <a:xfrm>
            <a:off x="7804113" y="2145415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6AD8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3" name="Freeform 6022"/>
          <p:cNvSpPr/>
          <p:nvPr/>
        </p:nvSpPr>
        <p:spPr>
          <a:xfrm>
            <a:off x="6923277" y="213950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A548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4" name="Freeform 6023"/>
          <p:cNvSpPr/>
          <p:nvPr/>
        </p:nvSpPr>
        <p:spPr>
          <a:xfrm>
            <a:off x="8104913" y="216365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A6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5" name="Freeform 6024"/>
          <p:cNvSpPr/>
          <p:nvPr/>
        </p:nvSpPr>
        <p:spPr>
          <a:xfrm>
            <a:off x="7601599" y="21602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167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6" name="Freeform 6025"/>
          <p:cNvSpPr/>
          <p:nvPr/>
        </p:nvSpPr>
        <p:spPr>
          <a:xfrm>
            <a:off x="6493871" y="214047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81C6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7" name="Freeform 6026"/>
          <p:cNvSpPr/>
          <p:nvPr/>
        </p:nvSpPr>
        <p:spPr>
          <a:xfrm>
            <a:off x="7624035" y="2149268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0" y="4921"/>
                </a:lnTo>
                <a:close/>
                <a:lnTo>
                  <a:pt x="0" y="16801"/>
                </a:lnTo>
                <a:close/>
                <a:lnTo>
                  <a:pt x="4920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B0DD2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8" name="Freeform 6027"/>
          <p:cNvSpPr/>
          <p:nvPr/>
        </p:nvSpPr>
        <p:spPr>
          <a:xfrm>
            <a:off x="8021943" y="21458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A768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9" name="Freeform 6028"/>
          <p:cNvSpPr/>
          <p:nvPr/>
        </p:nvSpPr>
        <p:spPr>
          <a:xfrm>
            <a:off x="6328441" y="2135853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460A5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0" name="Freeform 6029"/>
          <p:cNvSpPr/>
          <p:nvPr/>
        </p:nvSpPr>
        <p:spPr>
          <a:xfrm>
            <a:off x="6152807" y="214810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1" y="28680"/>
                </a:lnTo>
                <a:close/>
                <a:lnTo>
                  <a:pt x="33601" y="16800"/>
                </a:lnTo>
                <a:close/>
                <a:lnTo>
                  <a:pt x="28681" y="4920"/>
                </a:lnTo>
                <a:close/>
                <a:lnTo>
                  <a:pt x="16801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60B5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1" name="Freeform 6030"/>
          <p:cNvSpPr/>
          <p:nvPr/>
        </p:nvSpPr>
        <p:spPr>
          <a:xfrm>
            <a:off x="7315588" y="216534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48297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2" name="Freeform 6031"/>
          <p:cNvSpPr/>
          <p:nvPr/>
        </p:nvSpPr>
        <p:spPr>
          <a:xfrm>
            <a:off x="7051240" y="215104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5AB8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3" name="Freeform 6032"/>
          <p:cNvSpPr/>
          <p:nvPr/>
        </p:nvSpPr>
        <p:spPr>
          <a:xfrm>
            <a:off x="7322113" y="213697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3461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4" name="Freeform 6033"/>
          <p:cNvSpPr/>
          <p:nvPr/>
        </p:nvSpPr>
        <p:spPr>
          <a:xfrm>
            <a:off x="7829056" y="2145456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21A58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5" name="Freeform 6034"/>
          <p:cNvSpPr/>
          <p:nvPr/>
        </p:nvSpPr>
        <p:spPr>
          <a:xfrm>
            <a:off x="7616737" y="2153521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0"/>
                </a:lnTo>
                <a:close/>
                <a:lnTo>
                  <a:pt x="33601" y="16800"/>
                </a:lnTo>
                <a:close/>
                <a:lnTo>
                  <a:pt x="28680" y="4920"/>
                </a:lnTo>
                <a:close/>
                <a:lnTo>
                  <a:pt x="16800" y="0"/>
                </a:lnTo>
                <a:close/>
                <a:lnTo>
                  <a:pt x="4921" y="4920"/>
                </a:lnTo>
                <a:close/>
                <a:lnTo>
                  <a:pt x="0" y="16800"/>
                </a:lnTo>
                <a:close/>
                <a:lnTo>
                  <a:pt x="4921" y="28680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52C569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6" name="Freeform 6035"/>
          <p:cNvSpPr/>
          <p:nvPr/>
        </p:nvSpPr>
        <p:spPr>
          <a:xfrm>
            <a:off x="6956965" y="2140764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1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1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1" y="33601"/>
                </a:lnTo>
                <a:close/>
                <a:lnTo>
                  <a:pt x="16801" y="33601"/>
                </a:lnTo>
                <a:close/>
              </a:path>
            </a:pathLst>
          </a:custGeom>
          <a:solidFill>
            <a:srgbClr val="33638D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7" name="Freeform 6036"/>
          <p:cNvSpPr/>
          <p:nvPr/>
        </p:nvSpPr>
        <p:spPr>
          <a:xfrm>
            <a:off x="7859903" y="2150589"/>
            <a:ext cx="33601" cy="33601"/>
          </a:xfrm>
          <a:custGeom>
            <a:avLst/>
            <a:gdLst/>
            <a:ahLst/>
            <a:cxnLst/>
            <a:rect l="l" t="t" r="r" b="b"/>
            <a:pathLst>
              <a:path w="33601" h="33601">
                <a:moveTo>
                  <a:pt x="16800" y="33601"/>
                </a:moveTo>
                <a:lnTo>
                  <a:pt x="28680" y="28681"/>
                </a:lnTo>
                <a:close/>
                <a:lnTo>
                  <a:pt x="33601" y="16801"/>
                </a:lnTo>
                <a:close/>
                <a:lnTo>
                  <a:pt x="28680" y="4921"/>
                </a:lnTo>
                <a:close/>
                <a:lnTo>
                  <a:pt x="16800" y="0"/>
                </a:lnTo>
                <a:close/>
                <a:lnTo>
                  <a:pt x="4921" y="4921"/>
                </a:lnTo>
                <a:close/>
                <a:lnTo>
                  <a:pt x="0" y="16801"/>
                </a:lnTo>
                <a:close/>
                <a:lnTo>
                  <a:pt x="4921" y="28681"/>
                </a:lnTo>
                <a:close/>
                <a:lnTo>
                  <a:pt x="16800" y="33601"/>
                </a:lnTo>
                <a:close/>
                <a:lnTo>
                  <a:pt x="16800" y="33601"/>
                </a:lnTo>
                <a:close/>
              </a:path>
            </a:pathLst>
          </a:custGeom>
          <a:solidFill>
            <a:srgbClr val="22A88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8" name="Freeform 6037"/>
          <p:cNvSpPr/>
          <p:nvPr/>
        </p:nvSpPr>
        <p:spPr>
          <a:xfrm>
            <a:off x="6475799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9" name="TextBox 6038"/>
          <p:cNvSpPr txBox="1"/>
          <p:nvPr/>
        </p:nvSpPr>
        <p:spPr>
          <a:xfrm>
            <a:off x="6354594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6040" name="Freeform 6039"/>
          <p:cNvSpPr/>
          <p:nvPr/>
        </p:nvSpPr>
        <p:spPr>
          <a:xfrm>
            <a:off x="7262643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1" name="TextBox 6040"/>
          <p:cNvSpPr txBox="1"/>
          <p:nvPr/>
        </p:nvSpPr>
        <p:spPr>
          <a:xfrm>
            <a:off x="7141438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6042" name="Freeform 6041"/>
          <p:cNvSpPr/>
          <p:nvPr/>
        </p:nvSpPr>
        <p:spPr>
          <a:xfrm>
            <a:off x="8049487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3" name="TextBox 6042"/>
          <p:cNvSpPr txBox="1"/>
          <p:nvPr/>
        </p:nvSpPr>
        <p:spPr>
          <a:xfrm>
            <a:off x="7928281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6044" name="Freeform 6043"/>
          <p:cNvSpPr/>
          <p:nvPr/>
        </p:nvSpPr>
        <p:spPr>
          <a:xfrm>
            <a:off x="8836331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5" name="TextBox 6044"/>
          <p:cNvSpPr txBox="1"/>
          <p:nvPr/>
        </p:nvSpPr>
        <p:spPr>
          <a:xfrm>
            <a:off x="8715125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6046" name="Freeform 6045"/>
          <p:cNvSpPr/>
          <p:nvPr/>
        </p:nvSpPr>
        <p:spPr>
          <a:xfrm>
            <a:off x="9623174" y="373065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7" name="TextBox 6046"/>
          <p:cNvSpPr txBox="1"/>
          <p:nvPr/>
        </p:nvSpPr>
        <p:spPr>
          <a:xfrm>
            <a:off x="9501969" y="3789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300</a:t>
            </a:r>
          </a:p>
        </p:txBody>
      </p:sp>
      <p:sp>
        <p:nvSpPr>
          <p:cNvPr id="6048" name="TextBox 6047"/>
          <p:cNvSpPr txBox="1"/>
          <p:nvPr/>
        </p:nvSpPr>
        <p:spPr>
          <a:xfrm>
            <a:off x="7206564" y="3962763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6049" name="Freeform 6048"/>
          <p:cNvSpPr/>
          <p:nvPr/>
        </p:nvSpPr>
        <p:spPr>
          <a:xfrm>
            <a:off x="6040578" y="36344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0" name="TextBox 6049"/>
          <p:cNvSpPr txBox="1"/>
          <p:nvPr/>
        </p:nvSpPr>
        <p:spPr>
          <a:xfrm>
            <a:off x="5713355" y="355566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0.95</a:t>
            </a:r>
          </a:p>
        </p:txBody>
      </p:sp>
      <p:sp>
        <p:nvSpPr>
          <p:cNvPr id="6051" name="Freeform 6050"/>
          <p:cNvSpPr/>
          <p:nvPr/>
        </p:nvSpPr>
        <p:spPr>
          <a:xfrm>
            <a:off x="6040578" y="31561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2" name="TextBox 6051"/>
          <p:cNvSpPr txBox="1"/>
          <p:nvPr/>
        </p:nvSpPr>
        <p:spPr>
          <a:xfrm>
            <a:off x="5713355" y="30774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6053" name="Freeform 6052"/>
          <p:cNvSpPr/>
          <p:nvPr/>
        </p:nvSpPr>
        <p:spPr>
          <a:xfrm>
            <a:off x="6040578" y="26779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4" name="TextBox 6053"/>
          <p:cNvSpPr txBox="1"/>
          <p:nvPr/>
        </p:nvSpPr>
        <p:spPr>
          <a:xfrm>
            <a:off x="5713355" y="259915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1.05</a:t>
            </a:r>
          </a:p>
        </p:txBody>
      </p:sp>
      <p:sp>
        <p:nvSpPr>
          <p:cNvPr id="6055" name="Freeform 6054"/>
          <p:cNvSpPr/>
          <p:nvPr/>
        </p:nvSpPr>
        <p:spPr>
          <a:xfrm>
            <a:off x="6040578" y="21996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6" name="TextBox 6055"/>
          <p:cNvSpPr txBox="1"/>
          <p:nvPr/>
        </p:nvSpPr>
        <p:spPr>
          <a:xfrm>
            <a:off x="5713355" y="21209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1.10</a:t>
            </a:r>
          </a:p>
        </p:txBody>
      </p:sp>
      <p:sp>
        <p:nvSpPr>
          <p:cNvPr id="6057" name="Freeform 6056"/>
          <p:cNvSpPr/>
          <p:nvPr/>
        </p:nvSpPr>
        <p:spPr>
          <a:xfrm>
            <a:off x="6040578" y="17213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8" name="TextBox 6057"/>
          <p:cNvSpPr txBox="1"/>
          <p:nvPr/>
        </p:nvSpPr>
        <p:spPr>
          <a:xfrm>
            <a:off x="5713355" y="164264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1.15</a:t>
            </a:r>
          </a:p>
        </p:txBody>
      </p:sp>
      <p:sp>
        <p:nvSpPr>
          <p:cNvPr id="6059" name="Freeform 6058"/>
          <p:cNvSpPr/>
          <p:nvPr/>
        </p:nvSpPr>
        <p:spPr>
          <a:xfrm>
            <a:off x="6040578" y="124314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0" name="TextBox 6059"/>
          <p:cNvSpPr txBox="1"/>
          <p:nvPr/>
        </p:nvSpPr>
        <p:spPr>
          <a:xfrm>
            <a:off x="5713355" y="116439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1.20</a:t>
            </a:r>
          </a:p>
        </p:txBody>
      </p:sp>
      <p:sp>
        <p:nvSpPr>
          <p:cNvPr id="6061" name="Freeform 6060"/>
          <p:cNvSpPr/>
          <p:nvPr/>
        </p:nvSpPr>
        <p:spPr>
          <a:xfrm>
            <a:off x="6040578" y="7648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2" name="TextBox 6061"/>
          <p:cNvSpPr txBox="1"/>
          <p:nvPr/>
        </p:nvSpPr>
        <p:spPr>
          <a:xfrm>
            <a:off x="5713355" y="68613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1.25</a:t>
            </a:r>
          </a:p>
        </p:txBody>
      </p:sp>
      <p:sp>
        <p:nvSpPr>
          <p:cNvPr id="6063" name="TextBox 6062"/>
          <p:cNvSpPr txBox="1"/>
          <p:nvPr/>
        </p:nvSpPr>
        <p:spPr>
          <a:xfrm rot="16200000">
            <a:off x="5540893" y="191858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keff</a:t>
            </a:r>
          </a:p>
        </p:txBody>
      </p:sp>
      <p:sp>
        <p:nvSpPr>
          <p:cNvPr id="6064" name="Freeform 6063"/>
          <p:cNvSpPr/>
          <p:nvPr/>
        </p:nvSpPr>
        <p:spPr>
          <a:xfrm>
            <a:off x="6963643" y="598018"/>
            <a:ext cx="0" cy="3132632"/>
          </a:xfrm>
          <a:custGeom>
            <a:avLst/>
            <a:gdLst/>
            <a:ahLst/>
            <a:cxnLst/>
            <a:rect l="l" t="t" r="r" b="b"/>
            <a:pathLst>
              <a:path w="0" h="3132632">
                <a:moveTo>
                  <a:pt x="0" y="3132632"/>
                </a:move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5" name="Freeform 6064"/>
          <p:cNvSpPr/>
          <p:nvPr/>
        </p:nvSpPr>
        <p:spPr>
          <a:xfrm>
            <a:off x="6085028" y="598018"/>
            <a:ext cx="0" cy="3132632"/>
          </a:xfrm>
          <a:custGeom>
            <a:avLst/>
            <a:gdLst/>
            <a:ahLst/>
            <a:cxnLst/>
            <a:rect l="l" t="t" r="r" b="b"/>
            <a:pathLst>
              <a:path w="0" h="3132632">
                <a:moveTo>
                  <a:pt x="0" y="313263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6" name="Freeform 6065"/>
          <p:cNvSpPr/>
          <p:nvPr/>
        </p:nvSpPr>
        <p:spPr>
          <a:xfrm>
            <a:off x="6085028" y="3730650"/>
            <a:ext cx="3747208" cy="0"/>
          </a:xfrm>
          <a:custGeom>
            <a:avLst/>
            <a:gdLst/>
            <a:ahLst/>
            <a:cxnLst/>
            <a:rect l="l" t="t" r="r" b="b"/>
            <a:pathLst>
              <a:path w="3747208" h="0">
                <a:moveTo>
                  <a:pt x="0" y="0"/>
                </a:moveTo>
                <a:lnTo>
                  <a:pt x="3747208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7" name="TextBox 6066"/>
          <p:cNvSpPr txBox="1"/>
          <p:nvPr/>
        </p:nvSpPr>
        <p:spPr>
          <a:xfrm>
            <a:off x="7188235" y="401168"/>
            <a:ext cx="193040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Coupled steady-state</a:t>
            </a:r>
          </a:p>
        </p:txBody>
      </p:sp>
      <p:sp>
        <p:nvSpPr>
          <p:cNvPr id="6068" name="Freeform 6067"/>
          <p:cNvSpPr/>
          <p:nvPr/>
        </p:nvSpPr>
        <p:spPr>
          <a:xfrm>
            <a:off x="8472130" y="648818"/>
            <a:ext cx="1309306" cy="179609"/>
          </a:xfrm>
          <a:custGeom>
            <a:avLst/>
            <a:gdLst/>
            <a:ahLst/>
            <a:cxnLst/>
            <a:rect l="l" t="t" r="r" b="b"/>
            <a:pathLst>
              <a:path w="1309306" h="179609">
                <a:moveTo>
                  <a:pt x="20320" y="179609"/>
                </a:moveTo>
                <a:lnTo>
                  <a:pt x="1288986" y="179609"/>
                </a:lnTo>
                <a:close/>
                <a:lnTo>
                  <a:pt x="1304226" y="174529"/>
                </a:lnTo>
                <a:close/>
                <a:lnTo>
                  <a:pt x="1309306" y="159289"/>
                </a:lnTo>
                <a:close/>
                <a:lnTo>
                  <a:pt x="1309306" y="20320"/>
                </a:lnTo>
                <a:close/>
                <a:lnTo>
                  <a:pt x="1304226" y="5080"/>
                </a:lnTo>
                <a:close/>
                <a:lnTo>
                  <a:pt x="1288986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89"/>
                </a:lnTo>
                <a:close/>
                <a:lnTo>
                  <a:pt x="5080" y="174529"/>
                </a:lnTo>
                <a:close/>
                <a:lnTo>
                  <a:pt x="20320" y="179609"/>
                </a:lnTo>
                <a:close/>
                <a:lnTo>
                  <a:pt x="20320" y="17960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9" name="Freeform 6068"/>
          <p:cNvSpPr/>
          <p:nvPr/>
        </p:nvSpPr>
        <p:spPr>
          <a:xfrm>
            <a:off x="8512770" y="731098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0" name="TextBox 6069"/>
          <p:cNvSpPr txBox="1"/>
          <p:nvPr/>
        </p:nvSpPr>
        <p:spPr>
          <a:xfrm>
            <a:off x="8797250" y="665058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6071" name="Rectangle 6070"/>
          <p:cNvSpPr/>
          <p:nvPr/>
        </p:nvSpPr>
        <p:spPr>
          <a:xfrm>
            <a:off x="4618234" y="989597"/>
            <a:ext cx="117474" cy="2349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2" name="Freeform 6071"/>
          <p:cNvSpPr/>
          <p:nvPr/>
        </p:nvSpPr>
        <p:spPr>
          <a:xfrm>
            <a:off x="4735708" y="29566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3" name="TextBox 6072"/>
          <p:cNvSpPr txBox="1"/>
          <p:nvPr/>
        </p:nvSpPr>
        <p:spPr>
          <a:xfrm>
            <a:off x="4824608" y="287792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</a:t>
            </a:r>
          </a:p>
        </p:txBody>
      </p:sp>
      <p:sp>
        <p:nvSpPr>
          <p:cNvPr id="6074" name="Freeform 6073"/>
          <p:cNvSpPr/>
          <p:nvPr/>
        </p:nvSpPr>
        <p:spPr>
          <a:xfrm>
            <a:off x="4735708" y="25624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5" name="TextBox 6074"/>
          <p:cNvSpPr txBox="1"/>
          <p:nvPr/>
        </p:nvSpPr>
        <p:spPr>
          <a:xfrm>
            <a:off x="4824608" y="248366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6076" name="Freeform 6075"/>
          <p:cNvSpPr/>
          <p:nvPr/>
        </p:nvSpPr>
        <p:spPr>
          <a:xfrm>
            <a:off x="4735708" y="21681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7" name="TextBox 6076"/>
          <p:cNvSpPr txBox="1"/>
          <p:nvPr/>
        </p:nvSpPr>
        <p:spPr>
          <a:xfrm>
            <a:off x="4824608" y="20893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</a:t>
            </a:r>
          </a:p>
        </p:txBody>
      </p:sp>
      <p:sp>
        <p:nvSpPr>
          <p:cNvPr id="6078" name="Freeform 6077"/>
          <p:cNvSpPr/>
          <p:nvPr/>
        </p:nvSpPr>
        <p:spPr>
          <a:xfrm>
            <a:off x="4735708" y="17738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9" name="TextBox 6078"/>
          <p:cNvSpPr txBox="1"/>
          <p:nvPr/>
        </p:nvSpPr>
        <p:spPr>
          <a:xfrm>
            <a:off x="4824608" y="169513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6080" name="Freeform 6079"/>
          <p:cNvSpPr/>
          <p:nvPr/>
        </p:nvSpPr>
        <p:spPr>
          <a:xfrm>
            <a:off x="4735708" y="13796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1" name="TextBox 6080"/>
          <p:cNvSpPr txBox="1"/>
          <p:nvPr/>
        </p:nvSpPr>
        <p:spPr>
          <a:xfrm>
            <a:off x="4824608" y="130086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0.05</a:t>
            </a:r>
          </a:p>
        </p:txBody>
      </p:sp>
      <p:sp>
        <p:nvSpPr>
          <p:cNvPr id="6082" name="TextBox 6081"/>
          <p:cNvSpPr txBox="1"/>
          <p:nvPr/>
        </p:nvSpPr>
        <p:spPr>
          <a:xfrm rot="16200000">
            <a:off x="5159181" y="1944195"/>
            <a:ext cx="8940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Point density</a:t>
            </a:r>
          </a:p>
        </p:txBody>
      </p:sp>
      <p:sp>
        <p:nvSpPr>
          <p:cNvPr id="6083" name="Freeform 6082"/>
          <p:cNvSpPr/>
          <p:nvPr/>
        </p:nvSpPr>
        <p:spPr>
          <a:xfrm>
            <a:off x="4618234" y="989597"/>
            <a:ext cx="117474" cy="2349474"/>
          </a:xfrm>
          <a:custGeom>
            <a:avLst/>
            <a:gdLst/>
            <a:ahLst/>
            <a:cxnLst/>
            <a:rect l="l" t="t" r="r" b="b"/>
            <a:pathLst>
              <a:path w="117474" h="2349474">
                <a:moveTo>
                  <a:pt x="0" y="2349474"/>
                </a:moveTo>
                <a:lnTo>
                  <a:pt x="58737" y="2349474"/>
                </a:lnTo>
                <a:close/>
                <a:lnTo>
                  <a:pt x="117474" y="2349474"/>
                </a:lnTo>
                <a:close/>
                <a:lnTo>
                  <a:pt x="117474" y="0"/>
                </a:lnTo>
                <a:close/>
                <a:lnTo>
                  <a:pt x="58737" y="0"/>
                </a:lnTo>
                <a:close/>
                <a:lnTo>
                  <a:pt x="0" y="0"/>
                </a:lnTo>
                <a:close/>
                <a:lnTo>
                  <a:pt x="0" y="2349474"/>
                </a:lnTo>
                <a:close/>
                <a:lnTo>
                  <a:pt x="0" y="2349474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4" name="Rectangle 6083"/>
          <p:cNvSpPr/>
          <p:nvPr/>
        </p:nvSpPr>
        <p:spPr>
          <a:xfrm>
            <a:off x="10066437" y="989597"/>
            <a:ext cx="117474" cy="2349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5" name="Freeform 6084"/>
          <p:cNvSpPr/>
          <p:nvPr/>
        </p:nvSpPr>
        <p:spPr>
          <a:xfrm>
            <a:off x="10183910" y="299489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6" name="TextBox 6085"/>
          <p:cNvSpPr txBox="1"/>
          <p:nvPr/>
        </p:nvSpPr>
        <p:spPr>
          <a:xfrm>
            <a:off x="10272810" y="2916145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087" name="Freeform 6086"/>
          <p:cNvSpPr/>
          <p:nvPr/>
        </p:nvSpPr>
        <p:spPr>
          <a:xfrm>
            <a:off x="10183910" y="2640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8" name="TextBox 6087"/>
          <p:cNvSpPr txBox="1"/>
          <p:nvPr/>
        </p:nvSpPr>
        <p:spPr>
          <a:xfrm>
            <a:off x="10272810" y="2561352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089" name="Freeform 6088"/>
          <p:cNvSpPr/>
          <p:nvPr/>
        </p:nvSpPr>
        <p:spPr>
          <a:xfrm>
            <a:off x="10183910" y="22853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0" name="TextBox 6089"/>
          <p:cNvSpPr txBox="1"/>
          <p:nvPr/>
        </p:nvSpPr>
        <p:spPr>
          <a:xfrm>
            <a:off x="10272810" y="220656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091" name="Freeform 6090"/>
          <p:cNvSpPr/>
          <p:nvPr/>
        </p:nvSpPr>
        <p:spPr>
          <a:xfrm>
            <a:off x="10183910" y="193051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2" name="TextBox 6091"/>
          <p:cNvSpPr txBox="1"/>
          <p:nvPr/>
        </p:nvSpPr>
        <p:spPr>
          <a:xfrm>
            <a:off x="10272810" y="1851768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093" name="Freeform 6092"/>
          <p:cNvSpPr/>
          <p:nvPr/>
        </p:nvSpPr>
        <p:spPr>
          <a:xfrm>
            <a:off x="10183910" y="157572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4" name="TextBox 6093"/>
          <p:cNvSpPr txBox="1"/>
          <p:nvPr/>
        </p:nvSpPr>
        <p:spPr>
          <a:xfrm>
            <a:off x="10272810" y="1496975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095" name="Freeform 6094"/>
          <p:cNvSpPr/>
          <p:nvPr/>
        </p:nvSpPr>
        <p:spPr>
          <a:xfrm>
            <a:off x="10183910" y="122093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6" name="TextBox 6095"/>
          <p:cNvSpPr txBox="1"/>
          <p:nvPr/>
        </p:nvSpPr>
        <p:spPr>
          <a:xfrm>
            <a:off x="10272810" y="1142183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6097" name="TextBox 6096"/>
          <p:cNvSpPr txBox="1"/>
          <p:nvPr/>
        </p:nvSpPr>
        <p:spPr>
          <a:xfrm rot="16200000">
            <a:off x="10405414" y="1944195"/>
            <a:ext cx="8940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Point density</a:t>
            </a:r>
          </a:p>
        </p:txBody>
      </p:sp>
      <p:sp>
        <p:nvSpPr>
          <p:cNvPr id="6098" name="Freeform 6097"/>
          <p:cNvSpPr/>
          <p:nvPr/>
        </p:nvSpPr>
        <p:spPr>
          <a:xfrm>
            <a:off x="10066437" y="989597"/>
            <a:ext cx="117473" cy="2349474"/>
          </a:xfrm>
          <a:custGeom>
            <a:avLst/>
            <a:gdLst/>
            <a:ahLst/>
            <a:cxnLst/>
            <a:rect l="l" t="t" r="r" b="b"/>
            <a:pathLst>
              <a:path w="117473" h="2349474">
                <a:moveTo>
                  <a:pt x="0" y="2349474"/>
                </a:moveTo>
                <a:lnTo>
                  <a:pt x="58736" y="2349474"/>
                </a:lnTo>
                <a:close/>
                <a:lnTo>
                  <a:pt x="117473" y="2349474"/>
                </a:lnTo>
                <a:close/>
                <a:lnTo>
                  <a:pt x="117473" y="0"/>
                </a:lnTo>
                <a:close/>
                <a:lnTo>
                  <a:pt x="58736" y="0"/>
                </a:lnTo>
                <a:close/>
                <a:lnTo>
                  <a:pt x="0" y="0"/>
                </a:lnTo>
                <a:close/>
                <a:lnTo>
                  <a:pt x="0" y="2349474"/>
                </a:lnTo>
                <a:close/>
                <a:lnTo>
                  <a:pt x="0" y="2349474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9" name="TextBox 6098"/>
          <p:cNvSpPr txBox="1"/>
          <p:nvPr/>
        </p:nvSpPr>
        <p:spPr>
          <a:xfrm>
            <a:off x="2574550" y="55507"/>
            <a:ext cx="637032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3 (v2) | Joint stress–keff distribution: decoupled vs coupled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82505" cy="4327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590" y="732130"/>
            <a:ext cx="4448374" cy="31180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7016" y="3501914"/>
            <a:ext cx="13755" cy="20649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47016" y="3126478"/>
            <a:ext cx="109044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47016" y="2751041"/>
            <a:ext cx="216853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47016" y="2375604"/>
            <a:ext cx="350705" cy="206490"/>
          </a:xfrm>
          <a:prstGeom prst="rect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47016" y="2000167"/>
            <a:ext cx="370402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47016" y="1624731"/>
            <a:ext cx="418109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47016" y="1249294"/>
            <a:ext cx="1110423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47016" y="873857"/>
            <a:ext cx="3858423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247016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6031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4" name="Freeform 13"/>
          <p:cNvSpPr/>
          <p:nvPr/>
        </p:nvSpPr>
        <p:spPr>
          <a:xfrm>
            <a:off x="1905097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4112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6" name="Freeform 15"/>
          <p:cNvSpPr/>
          <p:nvPr/>
        </p:nvSpPr>
        <p:spPr>
          <a:xfrm>
            <a:off x="2563178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2193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8" name="Freeform 17"/>
          <p:cNvSpPr/>
          <p:nvPr/>
        </p:nvSpPr>
        <p:spPr>
          <a:xfrm>
            <a:off x="3221260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0275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20" name="Freeform 19"/>
          <p:cNvSpPr/>
          <p:nvPr/>
        </p:nvSpPr>
        <p:spPr>
          <a:xfrm>
            <a:off x="3879341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8356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2" name="Freeform 21"/>
          <p:cNvSpPr/>
          <p:nvPr/>
        </p:nvSpPr>
        <p:spPr>
          <a:xfrm>
            <a:off x="4537422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6438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24" name="Freeform 23"/>
          <p:cNvSpPr/>
          <p:nvPr/>
        </p:nvSpPr>
        <p:spPr>
          <a:xfrm>
            <a:off x="5195504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4519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4337" y="4082244"/>
            <a:ext cx="2794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First-order Sobol index S1 (90% CI)</a:t>
            </a:r>
          </a:p>
        </p:txBody>
      </p:sp>
      <p:sp>
        <p:nvSpPr>
          <p:cNvPr id="27" name="Freeform 26"/>
          <p:cNvSpPr/>
          <p:nvPr/>
        </p:nvSpPr>
        <p:spPr>
          <a:xfrm>
            <a:off x="993140" y="36051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" y="3526420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kslope (SS316)</a:t>
            </a:r>
          </a:p>
        </p:txBody>
      </p:sp>
      <p:sp>
        <p:nvSpPr>
          <p:cNvPr id="29" name="Freeform 28"/>
          <p:cNvSpPr/>
          <p:nvPr/>
        </p:nvSpPr>
        <p:spPr>
          <a:xfrm>
            <a:off x="993140" y="32297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930" y="3150973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Tref (SS316)</a:t>
            </a:r>
          </a:p>
        </p:txBody>
      </p:sp>
      <p:sp>
        <p:nvSpPr>
          <p:cNvPr id="31" name="Freeform 30"/>
          <p:cNvSpPr/>
          <p:nvPr/>
        </p:nvSpPr>
        <p:spPr>
          <a:xfrm>
            <a:off x="993140" y="285428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840" y="2769057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αslope</a:t>
            </a:r>
          </a:p>
        </p:txBody>
      </p:sp>
      <p:sp>
        <p:nvSpPr>
          <p:cNvPr id="33" name="Freeform 32"/>
          <p:cNvSpPr/>
          <p:nvPr/>
        </p:nvSpPr>
        <p:spPr>
          <a:xfrm>
            <a:off x="993140" y="24788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" y="2400099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kref (SS316)</a:t>
            </a:r>
          </a:p>
        </p:txBody>
      </p:sp>
      <p:sp>
        <p:nvSpPr>
          <p:cNvPr id="35" name="Freeform 34"/>
          <p:cNvSpPr/>
          <p:nvPr/>
        </p:nvSpPr>
        <p:spPr>
          <a:xfrm>
            <a:off x="993140" y="210341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8950" y="2024672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E slope</a:t>
            </a:r>
          </a:p>
        </p:txBody>
      </p:sp>
      <p:sp>
        <p:nvSpPr>
          <p:cNvPr id="37" name="Freeform 36"/>
          <p:cNvSpPr/>
          <p:nvPr/>
        </p:nvSpPr>
        <p:spPr>
          <a:xfrm>
            <a:off x="993140" y="172797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870" y="1649226"/>
            <a:ext cx="812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39" name="Freeform 38"/>
          <p:cNvSpPr/>
          <p:nvPr/>
        </p:nvSpPr>
        <p:spPr>
          <a:xfrm>
            <a:off x="993140" y="13525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970" y="127378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41" name="Freeform 40"/>
          <p:cNvSpPr/>
          <p:nvPr/>
        </p:nvSpPr>
        <p:spPr>
          <a:xfrm>
            <a:off x="993140" y="977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730" y="898362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E intercept</a:t>
            </a:r>
          </a:p>
        </p:txBody>
      </p:sp>
      <p:sp>
        <p:nvSpPr>
          <p:cNvPr id="43" name="Freeform 42"/>
          <p:cNvSpPr/>
          <p:nvPr/>
        </p:nvSpPr>
        <p:spPr>
          <a:xfrm>
            <a:off x="1239789" y="3605160"/>
            <a:ext cx="41962" cy="0"/>
          </a:xfrm>
          <a:custGeom>
            <a:avLst/>
            <a:gdLst/>
            <a:ahLst/>
            <a:cxnLst/>
            <a:rect l="l" t="t" r="r" b="b"/>
            <a:pathLst>
              <a:path w="41962" h="0">
                <a:moveTo>
                  <a:pt x="0" y="0"/>
                </a:moveTo>
                <a:lnTo>
                  <a:pt x="41962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333126" y="3229723"/>
            <a:ext cx="45866" cy="0"/>
          </a:xfrm>
          <a:custGeom>
            <a:avLst/>
            <a:gdLst/>
            <a:ahLst/>
            <a:cxnLst/>
            <a:rect l="l" t="t" r="r" b="b"/>
            <a:pathLst>
              <a:path w="45866" h="0">
                <a:moveTo>
                  <a:pt x="0" y="0"/>
                </a:moveTo>
                <a:lnTo>
                  <a:pt x="45866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443316" y="2854286"/>
            <a:ext cx="41106" cy="0"/>
          </a:xfrm>
          <a:custGeom>
            <a:avLst/>
            <a:gdLst/>
            <a:ahLst/>
            <a:cxnLst/>
            <a:rect l="l" t="t" r="r" b="b"/>
            <a:pathLst>
              <a:path w="41106" h="0">
                <a:moveTo>
                  <a:pt x="0" y="0"/>
                </a:moveTo>
                <a:lnTo>
                  <a:pt x="41106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578536" y="2478849"/>
            <a:ext cx="38370" cy="0"/>
          </a:xfrm>
          <a:custGeom>
            <a:avLst/>
            <a:gdLst/>
            <a:ahLst/>
            <a:cxnLst/>
            <a:rect l="l" t="t" r="r" b="b"/>
            <a:pathLst>
              <a:path w="38370" h="0">
                <a:moveTo>
                  <a:pt x="0" y="0"/>
                </a:moveTo>
                <a:lnTo>
                  <a:pt x="38370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595296" y="2103412"/>
            <a:ext cx="44243" cy="0"/>
          </a:xfrm>
          <a:custGeom>
            <a:avLst/>
            <a:gdLst/>
            <a:ahLst/>
            <a:cxnLst/>
            <a:rect l="l" t="t" r="r" b="b"/>
            <a:pathLst>
              <a:path w="44243" h="0">
                <a:moveTo>
                  <a:pt x="0" y="0"/>
                </a:moveTo>
                <a:lnTo>
                  <a:pt x="44243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640560" y="1727976"/>
            <a:ext cx="49130" cy="0"/>
          </a:xfrm>
          <a:custGeom>
            <a:avLst/>
            <a:gdLst/>
            <a:ahLst/>
            <a:cxnLst/>
            <a:rect l="l" t="t" r="r" b="b"/>
            <a:pathLst>
              <a:path w="49130" h="0">
                <a:moveTo>
                  <a:pt x="0" y="0"/>
                </a:moveTo>
                <a:lnTo>
                  <a:pt x="49130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334946" y="1352539"/>
            <a:ext cx="44985" cy="0"/>
          </a:xfrm>
          <a:custGeom>
            <a:avLst/>
            <a:gdLst/>
            <a:ahLst/>
            <a:cxnLst/>
            <a:rect l="l" t="t" r="r" b="b"/>
            <a:pathLst>
              <a:path w="44985" h="0">
                <a:moveTo>
                  <a:pt x="0" y="0"/>
                </a:moveTo>
                <a:lnTo>
                  <a:pt x="4498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091811" y="977102"/>
            <a:ext cx="27255" cy="0"/>
          </a:xfrm>
          <a:custGeom>
            <a:avLst/>
            <a:gdLst/>
            <a:ahLst/>
            <a:cxnLst/>
            <a:rect l="l" t="t" r="r" b="b"/>
            <a:pathLst>
              <a:path w="27255" h="0">
                <a:moveTo>
                  <a:pt x="0" y="0"/>
                </a:moveTo>
                <a:lnTo>
                  <a:pt x="2725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239789" y="356706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3126" y="31916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443316" y="281618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578536" y="244074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595296" y="206531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640560" y="1689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334946" y="131443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091811" y="93900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281751" y="356706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378992" y="31916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484422" y="281618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16906" y="244074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9539" y="206531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89690" y="1689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379931" y="131443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119066" y="93900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247016" y="732130"/>
            <a:ext cx="0" cy="3118002"/>
          </a:xfrm>
          <a:custGeom>
            <a:avLst/>
            <a:gdLst/>
            <a:ahLst/>
            <a:cxnLst/>
            <a:rect l="l" t="t" r="r" b="b"/>
            <a:pathLst>
              <a:path w="0" h="3118002">
                <a:moveTo>
                  <a:pt x="0" y="3118002"/>
                </a:moveTo>
                <a:lnTo>
                  <a:pt x="0" y="0"/>
                </a:lnTo>
                <a:close/>
              </a:path>
            </a:pathLst>
          </a:custGeom>
          <a:noFill/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037590" y="732130"/>
            <a:ext cx="0" cy="3118002"/>
          </a:xfrm>
          <a:custGeom>
            <a:avLst/>
            <a:gdLst/>
            <a:ahLst/>
            <a:cxnLst/>
            <a:rect l="l" t="t" r="r" b="b"/>
            <a:pathLst>
              <a:path w="0" h="3118002">
                <a:moveTo>
                  <a:pt x="0" y="311800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037590" y="3850132"/>
            <a:ext cx="4448374" cy="0"/>
          </a:xfrm>
          <a:custGeom>
            <a:avLst/>
            <a:gdLst/>
            <a:ahLst/>
            <a:cxnLst/>
            <a:rect l="l" t="t" r="r" b="b"/>
            <a:pathLst>
              <a:path w="4448374" h="0">
                <a:moveTo>
                  <a:pt x="0" y="0"/>
                </a:moveTo>
                <a:lnTo>
                  <a:pt x="444837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84874" y="898940"/>
            <a:ext cx="6261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C0392B"/>
                </a:solidFill>
                <a:latin typeface="Arial"/>
              </a:rPr>
              <a:t>S1=0.586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04523" y="400178"/>
            <a:ext cx="24371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Max global stress (coupled)</a:t>
            </a:r>
          </a:p>
        </p:txBody>
      </p:sp>
      <p:sp>
        <p:nvSpPr>
          <p:cNvPr id="72" name="Freeform 71"/>
          <p:cNvSpPr/>
          <p:nvPr/>
        </p:nvSpPr>
        <p:spPr>
          <a:xfrm>
            <a:off x="1209929" y="3560258"/>
            <a:ext cx="89802" cy="89803"/>
          </a:xfrm>
          <a:custGeom>
            <a:avLst/>
            <a:gdLst/>
            <a:ahLst/>
            <a:cxnLst/>
            <a:rect l="l" t="t" r="r" b="b"/>
            <a:pathLst>
              <a:path w="89802" h="89803">
                <a:moveTo>
                  <a:pt x="44901" y="89803"/>
                </a:moveTo>
                <a:lnTo>
                  <a:pt x="89802" y="44902"/>
                </a:lnTo>
                <a:close/>
                <a:lnTo>
                  <a:pt x="44901" y="0"/>
                </a:lnTo>
                <a:close/>
                <a:lnTo>
                  <a:pt x="0" y="44902"/>
                </a:lnTo>
                <a:close/>
                <a:lnTo>
                  <a:pt x="44901" y="8980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357211" y="3184821"/>
            <a:ext cx="89803" cy="89803"/>
          </a:xfrm>
          <a:custGeom>
            <a:avLst/>
            <a:gdLst/>
            <a:ahLst/>
            <a:cxnLst/>
            <a:rect l="l" t="t" r="r" b="b"/>
            <a:pathLst>
              <a:path w="89803" h="89803">
                <a:moveTo>
                  <a:pt x="44902" y="89803"/>
                </a:moveTo>
                <a:lnTo>
                  <a:pt x="89803" y="44902"/>
                </a:lnTo>
                <a:close/>
                <a:lnTo>
                  <a:pt x="44902" y="0"/>
                </a:lnTo>
                <a:close/>
                <a:lnTo>
                  <a:pt x="0" y="44902"/>
                </a:lnTo>
                <a:close/>
                <a:lnTo>
                  <a:pt x="44902" y="8980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363083" y="2809385"/>
            <a:ext cx="89803" cy="89802"/>
          </a:xfrm>
          <a:custGeom>
            <a:avLst/>
            <a:gdLst/>
            <a:ahLst/>
            <a:cxnLst/>
            <a:rect l="l" t="t" r="r" b="b"/>
            <a:pathLst>
              <a:path w="89803" h="89802">
                <a:moveTo>
                  <a:pt x="44901" y="89802"/>
                </a:moveTo>
                <a:lnTo>
                  <a:pt x="89803" y="44901"/>
                </a:lnTo>
                <a:close/>
                <a:lnTo>
                  <a:pt x="44901" y="0"/>
                </a:lnTo>
                <a:close/>
                <a:lnTo>
                  <a:pt x="0" y="44901"/>
                </a:lnTo>
                <a:close/>
                <a:lnTo>
                  <a:pt x="44901" y="8980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629198" y="2433948"/>
            <a:ext cx="89802" cy="89802"/>
          </a:xfrm>
          <a:custGeom>
            <a:avLst/>
            <a:gdLst/>
            <a:ahLst/>
            <a:cxnLst/>
            <a:rect l="l" t="t" r="r" b="b"/>
            <a:pathLst>
              <a:path w="89802" h="89802">
                <a:moveTo>
                  <a:pt x="44901" y="89802"/>
                </a:moveTo>
                <a:lnTo>
                  <a:pt x="89802" y="44901"/>
                </a:lnTo>
                <a:close/>
                <a:lnTo>
                  <a:pt x="44901" y="0"/>
                </a:lnTo>
                <a:close/>
                <a:lnTo>
                  <a:pt x="0" y="44901"/>
                </a:lnTo>
                <a:close/>
                <a:lnTo>
                  <a:pt x="44901" y="8980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551421" y="2058511"/>
            <a:ext cx="89802" cy="89803"/>
          </a:xfrm>
          <a:custGeom>
            <a:avLst/>
            <a:gdLst/>
            <a:ahLst/>
            <a:cxnLst/>
            <a:rect l="l" t="t" r="r" b="b"/>
            <a:pathLst>
              <a:path w="89802" h="89803">
                <a:moveTo>
                  <a:pt x="44901" y="89803"/>
                </a:moveTo>
                <a:lnTo>
                  <a:pt x="89802" y="44901"/>
                </a:lnTo>
                <a:close/>
                <a:lnTo>
                  <a:pt x="44901" y="0"/>
                </a:lnTo>
                <a:close/>
                <a:lnTo>
                  <a:pt x="0" y="44901"/>
                </a:lnTo>
                <a:close/>
                <a:lnTo>
                  <a:pt x="44901" y="8980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537227" y="1683074"/>
            <a:ext cx="89802" cy="89803"/>
          </a:xfrm>
          <a:custGeom>
            <a:avLst/>
            <a:gdLst/>
            <a:ahLst/>
            <a:cxnLst/>
            <a:rect l="l" t="t" r="r" b="b"/>
            <a:pathLst>
              <a:path w="89802" h="89803">
                <a:moveTo>
                  <a:pt x="44901" y="89803"/>
                </a:moveTo>
                <a:lnTo>
                  <a:pt x="89802" y="44902"/>
                </a:lnTo>
                <a:close/>
                <a:lnTo>
                  <a:pt x="44901" y="0"/>
                </a:lnTo>
                <a:close/>
                <a:lnTo>
                  <a:pt x="0" y="44902"/>
                </a:lnTo>
                <a:close/>
                <a:lnTo>
                  <a:pt x="44901" y="8980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237144" y="1307638"/>
            <a:ext cx="89803" cy="89802"/>
          </a:xfrm>
          <a:custGeom>
            <a:avLst/>
            <a:gdLst/>
            <a:ahLst/>
            <a:cxnLst/>
            <a:rect l="l" t="t" r="r" b="b"/>
            <a:pathLst>
              <a:path w="89803" h="89802">
                <a:moveTo>
                  <a:pt x="44901" y="89802"/>
                </a:moveTo>
                <a:lnTo>
                  <a:pt x="89803" y="44901"/>
                </a:lnTo>
                <a:close/>
                <a:lnTo>
                  <a:pt x="44901" y="0"/>
                </a:lnTo>
                <a:close/>
                <a:lnTo>
                  <a:pt x="0" y="44901"/>
                </a:lnTo>
                <a:close/>
                <a:lnTo>
                  <a:pt x="44901" y="8980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5238864" y="932201"/>
            <a:ext cx="89803" cy="89802"/>
          </a:xfrm>
          <a:custGeom>
            <a:avLst/>
            <a:gdLst/>
            <a:ahLst/>
            <a:cxnLst/>
            <a:rect l="l" t="t" r="r" b="b"/>
            <a:pathLst>
              <a:path w="89803" h="89802">
                <a:moveTo>
                  <a:pt x="44901" y="89802"/>
                </a:moveTo>
                <a:lnTo>
                  <a:pt x="89803" y="44901"/>
                </a:lnTo>
                <a:close/>
                <a:lnTo>
                  <a:pt x="44901" y="0"/>
                </a:lnTo>
                <a:close/>
                <a:lnTo>
                  <a:pt x="0" y="44901"/>
                </a:lnTo>
                <a:close/>
                <a:lnTo>
                  <a:pt x="44901" y="8980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4265383" y="3470592"/>
            <a:ext cx="1169781" cy="328740"/>
          </a:xfrm>
          <a:custGeom>
            <a:avLst/>
            <a:gdLst/>
            <a:ahLst/>
            <a:cxnLst/>
            <a:rect l="l" t="t" r="r" b="b"/>
            <a:pathLst>
              <a:path w="1169781" h="328740">
                <a:moveTo>
                  <a:pt x="20320" y="328740"/>
                </a:moveTo>
                <a:lnTo>
                  <a:pt x="1149461" y="328740"/>
                </a:lnTo>
                <a:close/>
                <a:lnTo>
                  <a:pt x="1164701" y="323660"/>
                </a:lnTo>
                <a:close/>
                <a:lnTo>
                  <a:pt x="1169781" y="308420"/>
                </a:lnTo>
                <a:close/>
                <a:lnTo>
                  <a:pt x="1169781" y="20320"/>
                </a:lnTo>
                <a:close/>
                <a:lnTo>
                  <a:pt x="1164701" y="5080"/>
                </a:lnTo>
                <a:close/>
                <a:lnTo>
                  <a:pt x="1149461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420"/>
                </a:lnTo>
                <a:close/>
                <a:lnTo>
                  <a:pt x="5080" y="323660"/>
                </a:lnTo>
                <a:close/>
                <a:lnTo>
                  <a:pt x="20320" y="328740"/>
                </a:lnTo>
                <a:close/>
                <a:lnTo>
                  <a:pt x="20320" y="32874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4362722" y="3507971"/>
            <a:ext cx="89802" cy="89803"/>
          </a:xfrm>
          <a:custGeom>
            <a:avLst/>
            <a:gdLst/>
            <a:ahLst/>
            <a:cxnLst/>
            <a:rect l="l" t="t" r="r" b="b"/>
            <a:pathLst>
              <a:path w="89802" h="89803">
                <a:moveTo>
                  <a:pt x="44901" y="89803"/>
                </a:moveTo>
                <a:lnTo>
                  <a:pt x="89802" y="44902"/>
                </a:lnTo>
                <a:close/>
                <a:lnTo>
                  <a:pt x="44901" y="0"/>
                </a:lnTo>
                <a:close/>
                <a:lnTo>
                  <a:pt x="0" y="44902"/>
                </a:lnTo>
                <a:close/>
                <a:lnTo>
                  <a:pt x="44901" y="8980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90503" y="3486833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 S1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06023" y="3666442"/>
            <a:ext cx="203200" cy="71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90503" y="3635962"/>
            <a:ext cx="10769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CI includes zero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44755" y="732130"/>
            <a:ext cx="4448374" cy="31180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44755" y="3501914"/>
            <a:ext cx="17928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844755" y="3126478"/>
            <a:ext cx="18229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844755" y="2751041"/>
            <a:ext cx="27739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844755" y="2375604"/>
            <a:ext cx="32828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844755" y="2000167"/>
            <a:ext cx="55854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844755" y="1624731"/>
            <a:ext cx="114810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844755" y="1249294"/>
            <a:ext cx="1084122" cy="20649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844755" y="873857"/>
            <a:ext cx="4230670" cy="206490"/>
          </a:xfrm>
          <a:prstGeom prst="rect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6844755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43770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6" name="Freeform 95"/>
          <p:cNvSpPr/>
          <p:nvPr/>
        </p:nvSpPr>
        <p:spPr>
          <a:xfrm>
            <a:off x="7393753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292768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98" name="Freeform 97"/>
          <p:cNvSpPr/>
          <p:nvPr/>
        </p:nvSpPr>
        <p:spPr>
          <a:xfrm>
            <a:off x="7942751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841766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00" name="Freeform 99"/>
          <p:cNvSpPr/>
          <p:nvPr/>
        </p:nvSpPr>
        <p:spPr>
          <a:xfrm>
            <a:off x="8491749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90764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9040747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39762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9589745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88760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10138743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37758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10687741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586756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110" name="Freeform 109"/>
          <p:cNvSpPr/>
          <p:nvPr/>
        </p:nvSpPr>
        <p:spPr>
          <a:xfrm>
            <a:off x="11236739" y="385013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135754" y="390853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61502" y="4082244"/>
            <a:ext cx="2794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First-order Sobol index S1 (90% CI)</a:t>
            </a:r>
          </a:p>
        </p:txBody>
      </p:sp>
      <p:sp>
        <p:nvSpPr>
          <p:cNvPr id="113" name="Freeform 112"/>
          <p:cNvSpPr/>
          <p:nvPr/>
        </p:nvSpPr>
        <p:spPr>
          <a:xfrm>
            <a:off x="6800305" y="36051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296115" y="3526420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E slope</a:t>
            </a:r>
          </a:p>
        </p:txBody>
      </p:sp>
      <p:sp>
        <p:nvSpPr>
          <p:cNvPr id="115" name="Freeform 114"/>
          <p:cNvSpPr/>
          <p:nvPr/>
        </p:nvSpPr>
        <p:spPr>
          <a:xfrm>
            <a:off x="6800305" y="32297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59895" y="3150983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E intercept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6800305" y="285428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898605" y="2775546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kslope (SS316)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6800305" y="24788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009095" y="2400099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Tref (SS316)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6800305" y="210341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12905" y="2024662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kref (SS316)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6800305" y="172797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164035" y="1649226"/>
            <a:ext cx="812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6800305" y="13525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32005" y="1267310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αslope</a:t>
            </a:r>
          </a:p>
        </p:txBody>
      </p:sp>
      <p:sp>
        <p:nvSpPr>
          <p:cNvPr id="127" name="Freeform 126"/>
          <p:cNvSpPr/>
          <p:nvPr/>
        </p:nvSpPr>
        <p:spPr>
          <a:xfrm>
            <a:off x="6800305" y="977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56135" y="89835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129" name="Freeform 128"/>
          <p:cNvSpPr/>
          <p:nvPr/>
        </p:nvSpPr>
        <p:spPr>
          <a:xfrm>
            <a:off x="6845497" y="3605160"/>
            <a:ext cx="34371" cy="0"/>
          </a:xfrm>
          <a:custGeom>
            <a:avLst/>
            <a:gdLst/>
            <a:ahLst/>
            <a:cxnLst/>
            <a:rect l="l" t="t" r="r" b="b"/>
            <a:pathLst>
              <a:path w="34371" h="0">
                <a:moveTo>
                  <a:pt x="0" y="0"/>
                </a:moveTo>
                <a:lnTo>
                  <a:pt x="34371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6845570" y="3229723"/>
            <a:ext cx="34828" cy="0"/>
          </a:xfrm>
          <a:custGeom>
            <a:avLst/>
            <a:gdLst/>
            <a:ahLst/>
            <a:cxnLst/>
            <a:rect l="l" t="t" r="r" b="b"/>
            <a:pathLst>
              <a:path w="34828" h="0">
                <a:moveTo>
                  <a:pt x="0" y="0"/>
                </a:moveTo>
                <a:lnTo>
                  <a:pt x="34828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6854304" y="2854286"/>
            <a:ext cx="36380" cy="0"/>
          </a:xfrm>
          <a:custGeom>
            <a:avLst/>
            <a:gdLst/>
            <a:ahLst/>
            <a:cxnLst/>
            <a:rect l="l" t="t" r="r" b="b"/>
            <a:pathLst>
              <a:path w="36380" h="0">
                <a:moveTo>
                  <a:pt x="0" y="0"/>
                </a:moveTo>
                <a:lnTo>
                  <a:pt x="36380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859941" y="2478849"/>
            <a:ext cx="35285" cy="0"/>
          </a:xfrm>
          <a:custGeom>
            <a:avLst/>
            <a:gdLst/>
            <a:ahLst/>
            <a:cxnLst/>
            <a:rect l="l" t="t" r="r" b="b"/>
            <a:pathLst>
              <a:path w="35285" h="0">
                <a:moveTo>
                  <a:pt x="0" y="0"/>
                </a:moveTo>
                <a:lnTo>
                  <a:pt x="3528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6882747" y="2103412"/>
            <a:ext cx="35725" cy="0"/>
          </a:xfrm>
          <a:custGeom>
            <a:avLst/>
            <a:gdLst/>
            <a:ahLst/>
            <a:cxnLst/>
            <a:rect l="l" t="t" r="r" b="b"/>
            <a:pathLst>
              <a:path w="35725" h="0">
                <a:moveTo>
                  <a:pt x="0" y="0"/>
                </a:moveTo>
                <a:lnTo>
                  <a:pt x="3572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6941411" y="1727976"/>
            <a:ext cx="36308" cy="0"/>
          </a:xfrm>
          <a:custGeom>
            <a:avLst/>
            <a:gdLst/>
            <a:ahLst/>
            <a:cxnLst/>
            <a:rect l="l" t="t" r="r" b="b"/>
            <a:pathLst>
              <a:path w="36308" h="0">
                <a:moveTo>
                  <a:pt x="0" y="0"/>
                </a:moveTo>
                <a:lnTo>
                  <a:pt x="36308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7914041" y="1352539"/>
            <a:ext cx="29673" cy="0"/>
          </a:xfrm>
          <a:custGeom>
            <a:avLst/>
            <a:gdLst/>
            <a:ahLst/>
            <a:cxnLst/>
            <a:rect l="l" t="t" r="r" b="b"/>
            <a:pathLst>
              <a:path w="29673" h="0">
                <a:moveTo>
                  <a:pt x="0" y="0"/>
                </a:moveTo>
                <a:lnTo>
                  <a:pt x="29673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1069547" y="977102"/>
            <a:ext cx="11755" cy="0"/>
          </a:xfrm>
          <a:custGeom>
            <a:avLst/>
            <a:gdLst/>
            <a:ahLst/>
            <a:cxnLst/>
            <a:rect l="l" t="t" r="r" b="b"/>
            <a:pathLst>
              <a:path w="11755" h="0">
                <a:moveTo>
                  <a:pt x="0" y="0"/>
                </a:moveTo>
                <a:lnTo>
                  <a:pt x="1175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6845497" y="356706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6845570" y="31916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6854304" y="281618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6859941" y="244074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6882747" y="206531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6941411" y="1689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7914041" y="131443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1069547" y="93900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6879868" y="356706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6880398" y="31916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6890684" y="281618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6895226" y="244074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6918472" y="206531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6977719" y="1689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7943714" y="1314439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1081302" y="93900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6844755" y="732130"/>
            <a:ext cx="0" cy="3118002"/>
          </a:xfrm>
          <a:custGeom>
            <a:avLst/>
            <a:gdLst/>
            <a:ahLst/>
            <a:cxnLst/>
            <a:rect l="l" t="t" r="r" b="b"/>
            <a:pathLst>
              <a:path w="0" h="3118002">
                <a:moveTo>
                  <a:pt x="0" y="3118002"/>
                </a:moveTo>
                <a:lnTo>
                  <a:pt x="0" y="0"/>
                </a:lnTo>
                <a:close/>
              </a:path>
            </a:pathLst>
          </a:custGeom>
          <a:noFill/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6844755" y="732130"/>
            <a:ext cx="0" cy="3118002"/>
          </a:xfrm>
          <a:custGeom>
            <a:avLst/>
            <a:gdLst/>
            <a:ahLst/>
            <a:cxnLst/>
            <a:rect l="l" t="t" r="r" b="b"/>
            <a:pathLst>
              <a:path w="0" h="3118002">
                <a:moveTo>
                  <a:pt x="0" y="311800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6844755" y="3850132"/>
            <a:ext cx="4448374" cy="0"/>
          </a:xfrm>
          <a:custGeom>
            <a:avLst/>
            <a:gdLst/>
            <a:ahLst/>
            <a:cxnLst/>
            <a:rect l="l" t="t" r="r" b="b"/>
            <a:pathLst>
              <a:path w="4448374" h="0">
                <a:moveTo>
                  <a:pt x="0" y="0"/>
                </a:moveTo>
                <a:lnTo>
                  <a:pt x="444837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136202" y="898940"/>
            <a:ext cx="6261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C0392B"/>
                </a:solidFill>
                <a:latin typeface="Arial"/>
              </a:rPr>
              <a:t>S1=0.771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147780" y="535280"/>
            <a:ext cx="24371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keff (coupled steady-state)</a:t>
            </a:r>
          </a:p>
        </p:txBody>
      </p:sp>
      <p:sp>
        <p:nvSpPr>
          <p:cNvPr id="158" name="Freeform 157"/>
          <p:cNvSpPr/>
          <p:nvPr/>
        </p:nvSpPr>
        <p:spPr>
          <a:xfrm>
            <a:off x="10072548" y="3619722"/>
            <a:ext cx="1169781" cy="179610"/>
          </a:xfrm>
          <a:custGeom>
            <a:avLst/>
            <a:gdLst/>
            <a:ahLst/>
            <a:cxnLst/>
            <a:rect l="l" t="t" r="r" b="b"/>
            <a:pathLst>
              <a:path w="1169781" h="179610">
                <a:moveTo>
                  <a:pt x="20320" y="179610"/>
                </a:moveTo>
                <a:lnTo>
                  <a:pt x="1149461" y="179610"/>
                </a:lnTo>
                <a:close/>
                <a:lnTo>
                  <a:pt x="1164701" y="174530"/>
                </a:lnTo>
                <a:close/>
                <a:lnTo>
                  <a:pt x="1169781" y="159290"/>
                </a:lnTo>
                <a:close/>
                <a:lnTo>
                  <a:pt x="1169781" y="20320"/>
                </a:lnTo>
                <a:close/>
                <a:lnTo>
                  <a:pt x="1164701" y="5080"/>
                </a:lnTo>
                <a:close/>
                <a:lnTo>
                  <a:pt x="1149461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90"/>
                </a:lnTo>
                <a:close/>
                <a:lnTo>
                  <a:pt x="5080" y="174530"/>
                </a:lnTo>
                <a:close/>
                <a:lnTo>
                  <a:pt x="20320" y="179610"/>
                </a:lnTo>
                <a:close/>
                <a:lnTo>
                  <a:pt x="20320" y="17961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113188" y="3666442"/>
            <a:ext cx="203200" cy="71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397668" y="3635962"/>
            <a:ext cx="10769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CI includes zero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747199" y="55507"/>
            <a:ext cx="499872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4 (v1) | Sobol first-order sensitivity indices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626231" cy="4506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2715" y="932688"/>
            <a:ext cx="5247308" cy="30966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7616" y="3683520"/>
            <a:ext cx="14000" cy="205077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616" y="3310652"/>
            <a:ext cx="110986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616" y="2937784"/>
            <a:ext cx="220716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616" y="2564916"/>
            <a:ext cx="356951" cy="205077"/>
          </a:xfrm>
          <a:prstGeom prst="rect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616" y="2192049"/>
            <a:ext cx="376999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616" y="1819181"/>
            <a:ext cx="425556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17616" y="1446313"/>
            <a:ext cx="1130200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616" y="1073446"/>
            <a:ext cx="3927142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417616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6631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4" name="Freeform 13"/>
          <p:cNvSpPr/>
          <p:nvPr/>
        </p:nvSpPr>
        <p:spPr>
          <a:xfrm>
            <a:off x="2087418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6433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6" name="Freeform 15"/>
          <p:cNvSpPr/>
          <p:nvPr/>
        </p:nvSpPr>
        <p:spPr>
          <a:xfrm>
            <a:off x="2757219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6235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8" name="Freeform 17"/>
          <p:cNvSpPr/>
          <p:nvPr/>
        </p:nvSpPr>
        <p:spPr>
          <a:xfrm>
            <a:off x="3427021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6036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20" name="Freeform 19"/>
          <p:cNvSpPr/>
          <p:nvPr/>
        </p:nvSpPr>
        <p:spPr>
          <a:xfrm>
            <a:off x="4096823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5838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2" name="Freeform 21"/>
          <p:cNvSpPr/>
          <p:nvPr/>
        </p:nvSpPr>
        <p:spPr>
          <a:xfrm>
            <a:off x="4766625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5640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24" name="Freeform 23"/>
          <p:cNvSpPr/>
          <p:nvPr/>
        </p:nvSpPr>
        <p:spPr>
          <a:xfrm>
            <a:off x="5436427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5442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6" name="Freeform 25"/>
          <p:cNvSpPr/>
          <p:nvPr/>
        </p:nvSpPr>
        <p:spPr>
          <a:xfrm>
            <a:off x="6106229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05244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8929" y="4261467"/>
            <a:ext cx="2794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First-order Sobol index S1 (90% CI)</a:t>
            </a:r>
          </a:p>
        </p:txBody>
      </p:sp>
      <p:sp>
        <p:nvSpPr>
          <p:cNvPr id="29" name="Freeform 28"/>
          <p:cNvSpPr/>
          <p:nvPr/>
        </p:nvSpPr>
        <p:spPr>
          <a:xfrm>
            <a:off x="1038265" y="37860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52" y="3719129"/>
            <a:ext cx="10147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kslope (SS316)</a:t>
            </a:r>
          </a:p>
        </p:txBody>
      </p:sp>
      <p:sp>
        <p:nvSpPr>
          <p:cNvPr id="31" name="Freeform 30"/>
          <p:cNvSpPr/>
          <p:nvPr/>
        </p:nvSpPr>
        <p:spPr>
          <a:xfrm>
            <a:off x="1038265" y="34131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069" y="3346253"/>
            <a:ext cx="8851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Tref (SS316)</a:t>
            </a:r>
          </a:p>
        </p:txBody>
      </p:sp>
      <p:sp>
        <p:nvSpPr>
          <p:cNvPr id="33" name="Freeform 32"/>
          <p:cNvSpPr/>
          <p:nvPr/>
        </p:nvSpPr>
        <p:spPr>
          <a:xfrm>
            <a:off x="1038265" y="30403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542" y="2967878"/>
            <a:ext cx="49657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αslope</a:t>
            </a:r>
          </a:p>
        </p:txBody>
      </p:sp>
      <p:sp>
        <p:nvSpPr>
          <p:cNvPr id="35" name="Freeform 34"/>
          <p:cNvSpPr/>
          <p:nvPr/>
        </p:nvSpPr>
        <p:spPr>
          <a:xfrm>
            <a:off x="1038265" y="26674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2307" y="2600518"/>
            <a:ext cx="8851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kref (SS316)</a:t>
            </a:r>
          </a:p>
        </p:txBody>
      </p:sp>
      <p:sp>
        <p:nvSpPr>
          <p:cNvPr id="37" name="Freeform 36"/>
          <p:cNvSpPr/>
          <p:nvPr/>
        </p:nvSpPr>
        <p:spPr>
          <a:xfrm>
            <a:off x="1038265" y="229458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036" y="2227658"/>
            <a:ext cx="56134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E slope</a:t>
            </a:r>
          </a:p>
        </p:txBody>
      </p:sp>
      <p:sp>
        <p:nvSpPr>
          <p:cNvPr id="39" name="Freeform 38"/>
          <p:cNvSpPr/>
          <p:nvPr/>
        </p:nvSpPr>
        <p:spPr>
          <a:xfrm>
            <a:off x="1038265" y="19217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768" y="1854782"/>
            <a:ext cx="69088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41" name="Freeform 40"/>
          <p:cNvSpPr/>
          <p:nvPr/>
        </p:nvSpPr>
        <p:spPr>
          <a:xfrm>
            <a:off x="1038265" y="15488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9053" y="1481914"/>
            <a:ext cx="4318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43" name="Freeform 42"/>
          <p:cNvSpPr/>
          <p:nvPr/>
        </p:nvSpPr>
        <p:spPr>
          <a:xfrm>
            <a:off x="1038265" y="117598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249" y="1109055"/>
            <a:ext cx="82042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E intercept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92690" y="2238868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Input parameter</a:t>
            </a:r>
          </a:p>
        </p:txBody>
      </p:sp>
      <p:sp>
        <p:nvSpPr>
          <p:cNvPr id="46" name="Freeform 45"/>
          <p:cNvSpPr/>
          <p:nvPr/>
        </p:nvSpPr>
        <p:spPr>
          <a:xfrm>
            <a:off x="1410260" y="3786058"/>
            <a:ext cx="42710" cy="0"/>
          </a:xfrm>
          <a:custGeom>
            <a:avLst/>
            <a:gdLst/>
            <a:ahLst/>
            <a:cxnLst/>
            <a:rect l="l" t="t" r="r" b="b"/>
            <a:pathLst>
              <a:path w="42710" h="0">
                <a:moveTo>
                  <a:pt x="0" y="0"/>
                </a:moveTo>
                <a:lnTo>
                  <a:pt x="42710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505260" y="3413190"/>
            <a:ext cx="46683" cy="0"/>
          </a:xfrm>
          <a:custGeom>
            <a:avLst/>
            <a:gdLst/>
            <a:ahLst/>
            <a:cxnLst/>
            <a:rect l="l" t="t" r="r" b="b"/>
            <a:pathLst>
              <a:path w="46683" h="0">
                <a:moveTo>
                  <a:pt x="0" y="0"/>
                </a:moveTo>
                <a:lnTo>
                  <a:pt x="46683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617413" y="3040323"/>
            <a:ext cx="41837" cy="0"/>
          </a:xfrm>
          <a:custGeom>
            <a:avLst/>
            <a:gdLst/>
            <a:ahLst/>
            <a:cxnLst/>
            <a:rect l="l" t="t" r="r" b="b"/>
            <a:pathLst>
              <a:path w="41837" h="0">
                <a:moveTo>
                  <a:pt x="0" y="0"/>
                </a:moveTo>
                <a:lnTo>
                  <a:pt x="41837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755040" y="2667455"/>
            <a:ext cx="39054" cy="0"/>
          </a:xfrm>
          <a:custGeom>
            <a:avLst/>
            <a:gdLst/>
            <a:ahLst/>
            <a:cxnLst/>
            <a:rect l="l" t="t" r="r" b="b"/>
            <a:pathLst>
              <a:path w="39054" h="0">
                <a:moveTo>
                  <a:pt x="0" y="0"/>
                </a:moveTo>
                <a:lnTo>
                  <a:pt x="39054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772099" y="2294587"/>
            <a:ext cx="45031" cy="0"/>
          </a:xfrm>
          <a:custGeom>
            <a:avLst/>
            <a:gdLst/>
            <a:ahLst/>
            <a:cxnLst/>
            <a:rect l="l" t="t" r="r" b="b"/>
            <a:pathLst>
              <a:path w="45031" h="0">
                <a:moveTo>
                  <a:pt x="0" y="0"/>
                </a:moveTo>
                <a:lnTo>
                  <a:pt x="45031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818169" y="1921720"/>
            <a:ext cx="50005" cy="0"/>
          </a:xfrm>
          <a:custGeom>
            <a:avLst/>
            <a:gdLst/>
            <a:ahLst/>
            <a:cxnLst/>
            <a:rect l="l" t="t" r="r" b="b"/>
            <a:pathLst>
              <a:path w="50005" h="0">
                <a:moveTo>
                  <a:pt x="0" y="0"/>
                </a:moveTo>
                <a:lnTo>
                  <a:pt x="5000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524922" y="1548852"/>
            <a:ext cx="45787" cy="0"/>
          </a:xfrm>
          <a:custGeom>
            <a:avLst/>
            <a:gdLst/>
            <a:ahLst/>
            <a:cxnLst/>
            <a:rect l="l" t="t" r="r" b="b"/>
            <a:pathLst>
              <a:path w="45787" h="0">
                <a:moveTo>
                  <a:pt x="0" y="0"/>
                </a:moveTo>
                <a:lnTo>
                  <a:pt x="45787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330887" y="1175984"/>
            <a:ext cx="27740" cy="0"/>
          </a:xfrm>
          <a:custGeom>
            <a:avLst/>
            <a:gdLst/>
            <a:ahLst/>
            <a:cxnLst/>
            <a:rect l="l" t="t" r="r" b="b"/>
            <a:pathLst>
              <a:path w="27740" h="0">
                <a:moveTo>
                  <a:pt x="0" y="0"/>
                </a:moveTo>
                <a:lnTo>
                  <a:pt x="27740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410260" y="374795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505260" y="337509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617413" y="30022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755040" y="262935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772099" y="225648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818169" y="188362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4922" y="151075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5330887" y="113788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452970" y="374795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551943" y="337509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59250" y="30022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794094" y="262935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817130" y="225648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868174" y="188362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570709" y="151075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5358627" y="113788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417616" y="932688"/>
            <a:ext cx="0" cy="3096666"/>
          </a:xfrm>
          <a:custGeom>
            <a:avLst/>
            <a:gdLst/>
            <a:ahLst/>
            <a:cxnLst/>
            <a:rect l="l" t="t" r="r" b="b"/>
            <a:pathLst>
              <a:path w="0" h="3096666">
                <a:moveTo>
                  <a:pt x="0" y="3096666"/>
                </a:moveTo>
                <a:lnTo>
                  <a:pt x="0" y="0"/>
                </a:lnTo>
                <a:close/>
              </a:path>
            </a:pathLst>
          </a:custGeom>
          <a:noFill/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82715" y="932688"/>
            <a:ext cx="0" cy="3096666"/>
          </a:xfrm>
          <a:custGeom>
            <a:avLst/>
            <a:gdLst/>
            <a:ahLst/>
            <a:cxnLst/>
            <a:rect l="l" t="t" r="r" b="b"/>
            <a:pathLst>
              <a:path w="0" h="3096666">
                <a:moveTo>
                  <a:pt x="0" y="309666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082715" y="4029354"/>
            <a:ext cx="5247308" cy="0"/>
          </a:xfrm>
          <a:custGeom>
            <a:avLst/>
            <a:gdLst/>
            <a:ahLst/>
            <a:cxnLst/>
            <a:rect l="l" t="t" r="r" b="b"/>
            <a:pathLst>
              <a:path w="5247308" h="0">
                <a:moveTo>
                  <a:pt x="0" y="0"/>
                </a:moveTo>
                <a:lnTo>
                  <a:pt x="5247308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94564" y="2589293"/>
            <a:ext cx="82042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C0392B"/>
                </a:solidFill>
                <a:latin typeface="Arial"/>
              </a:rPr>
              <a:t>L2 S1=0.053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22798" y="627637"/>
            <a:ext cx="15328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(A)  Max global stress</a:t>
            </a:r>
          </a:p>
        </p:txBody>
      </p:sp>
      <p:sp>
        <p:nvSpPr>
          <p:cNvPr id="75" name="Freeform 74"/>
          <p:cNvSpPr/>
          <p:nvPr/>
        </p:nvSpPr>
        <p:spPr>
          <a:xfrm>
            <a:off x="1368773" y="3729262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518679" y="3356394"/>
            <a:ext cx="113592" cy="113593"/>
          </a:xfrm>
          <a:custGeom>
            <a:avLst/>
            <a:gdLst/>
            <a:ahLst/>
            <a:cxnLst/>
            <a:rect l="l" t="t" r="r" b="b"/>
            <a:pathLst>
              <a:path w="113592" h="113593">
                <a:moveTo>
                  <a:pt x="56796" y="113593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524655" y="2983527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795509" y="2610659"/>
            <a:ext cx="113593" cy="113592"/>
          </a:xfrm>
          <a:custGeom>
            <a:avLst/>
            <a:gdLst/>
            <a:ahLst/>
            <a:cxnLst/>
            <a:rect l="l" t="t" r="r" b="b"/>
            <a:pathLst>
              <a:path w="113593" h="113592">
                <a:moveTo>
                  <a:pt x="56797" y="113592"/>
                </a:moveTo>
                <a:lnTo>
                  <a:pt x="113593" y="56796"/>
                </a:lnTo>
                <a:close/>
                <a:lnTo>
                  <a:pt x="56797" y="0"/>
                </a:lnTo>
                <a:close/>
                <a:lnTo>
                  <a:pt x="0" y="56796"/>
                </a:lnTo>
                <a:close/>
                <a:lnTo>
                  <a:pt x="56797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716347" y="2237791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701900" y="1864923"/>
            <a:ext cx="113593" cy="113593"/>
          </a:xfrm>
          <a:custGeom>
            <a:avLst/>
            <a:gdLst/>
            <a:ahLst/>
            <a:cxnLst/>
            <a:rect l="l" t="t" r="r" b="b"/>
            <a:pathLst>
              <a:path w="113593" h="113593">
                <a:moveTo>
                  <a:pt x="56797" y="113593"/>
                </a:moveTo>
                <a:lnTo>
                  <a:pt x="113593" y="56797"/>
                </a:lnTo>
                <a:close/>
                <a:lnTo>
                  <a:pt x="56797" y="0"/>
                </a:lnTo>
                <a:close/>
                <a:lnTo>
                  <a:pt x="0" y="56797"/>
                </a:lnTo>
                <a:close/>
                <a:lnTo>
                  <a:pt x="56797" y="11359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414283" y="1492056"/>
            <a:ext cx="113593" cy="113592"/>
          </a:xfrm>
          <a:custGeom>
            <a:avLst/>
            <a:gdLst/>
            <a:ahLst/>
            <a:cxnLst/>
            <a:rect l="l" t="t" r="r" b="b"/>
            <a:pathLst>
              <a:path w="113593" h="113592">
                <a:moveTo>
                  <a:pt x="56796" y="113592"/>
                </a:moveTo>
                <a:lnTo>
                  <a:pt x="113593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5469464" y="1119188"/>
            <a:ext cx="113593" cy="113592"/>
          </a:xfrm>
          <a:custGeom>
            <a:avLst/>
            <a:gdLst/>
            <a:ahLst/>
            <a:cxnLst/>
            <a:rect l="l" t="t" r="r" b="b"/>
            <a:pathLst>
              <a:path w="113593" h="113592">
                <a:moveTo>
                  <a:pt x="56797" y="113592"/>
                </a:moveTo>
                <a:lnTo>
                  <a:pt x="113593" y="56796"/>
                </a:lnTo>
                <a:close/>
                <a:lnTo>
                  <a:pt x="56797" y="0"/>
                </a:lnTo>
                <a:close/>
                <a:lnTo>
                  <a:pt x="0" y="56796"/>
                </a:lnTo>
                <a:close/>
                <a:lnTo>
                  <a:pt x="56797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4933023" y="3649593"/>
            <a:ext cx="1346200" cy="328961"/>
          </a:xfrm>
          <a:custGeom>
            <a:avLst/>
            <a:gdLst/>
            <a:ahLst/>
            <a:cxnLst/>
            <a:rect l="l" t="t" r="r" b="b"/>
            <a:pathLst>
              <a:path w="1346200" h="328961">
                <a:moveTo>
                  <a:pt x="20320" y="328961"/>
                </a:moveTo>
                <a:lnTo>
                  <a:pt x="1325880" y="328961"/>
                </a:lnTo>
                <a:close/>
                <a:lnTo>
                  <a:pt x="1341120" y="323881"/>
                </a:lnTo>
                <a:close/>
                <a:lnTo>
                  <a:pt x="1346200" y="308641"/>
                </a:lnTo>
                <a:close/>
                <a:lnTo>
                  <a:pt x="1346200" y="20320"/>
                </a:lnTo>
                <a:close/>
                <a:lnTo>
                  <a:pt x="1341120" y="5080"/>
                </a:lnTo>
                <a:close/>
                <a:lnTo>
                  <a:pt x="1325880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641"/>
                </a:lnTo>
                <a:close/>
                <a:lnTo>
                  <a:pt x="5080" y="323881"/>
                </a:lnTo>
                <a:close/>
                <a:lnTo>
                  <a:pt x="20320" y="328961"/>
                </a:lnTo>
                <a:close/>
                <a:lnTo>
                  <a:pt x="20320" y="32896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5018467" y="3683967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58143" y="3665833"/>
            <a:ext cx="10769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 (L0) S1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73663" y="3845458"/>
            <a:ext cx="203200" cy="711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58143" y="3814978"/>
            <a:ext cx="12598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Regularized (L2) S1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87483" y="932688"/>
            <a:ext cx="5247308" cy="30966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55355" y="3683520"/>
            <a:ext cx="17495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55355" y="3310652"/>
            <a:ext cx="17789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555355" y="2937784"/>
            <a:ext cx="27069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555355" y="2564916"/>
            <a:ext cx="32036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555355" y="2192049"/>
            <a:ext cx="54506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55355" y="1819181"/>
            <a:ext cx="112038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55355" y="1446313"/>
            <a:ext cx="1057948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555355" y="1073446"/>
            <a:ext cx="4128528" cy="205077"/>
          </a:xfrm>
          <a:prstGeom prst="rect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555355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54370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9" name="Freeform 98"/>
          <p:cNvSpPr/>
          <p:nvPr/>
        </p:nvSpPr>
        <p:spPr>
          <a:xfrm>
            <a:off x="8626842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25857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01" name="Freeform 100"/>
          <p:cNvSpPr/>
          <p:nvPr/>
        </p:nvSpPr>
        <p:spPr>
          <a:xfrm>
            <a:off x="9698328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597344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10769815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68830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11841302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740317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03697" y="4261467"/>
            <a:ext cx="2794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First-order Sobol index S1 (90% CI)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7243033" y="37860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807804" y="3719129"/>
            <a:ext cx="56134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E slope</a:t>
            </a:r>
          </a:p>
        </p:txBody>
      </p:sp>
      <p:sp>
        <p:nvSpPr>
          <p:cNvPr id="110" name="Freeform 109"/>
          <p:cNvSpPr/>
          <p:nvPr/>
        </p:nvSpPr>
        <p:spPr>
          <a:xfrm>
            <a:off x="7243033" y="34131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607017" y="3346261"/>
            <a:ext cx="82042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E intercept</a:t>
            </a:r>
          </a:p>
        </p:txBody>
      </p:sp>
      <p:sp>
        <p:nvSpPr>
          <p:cNvPr id="112" name="Freeform 111"/>
          <p:cNvSpPr/>
          <p:nvPr/>
        </p:nvSpPr>
        <p:spPr>
          <a:xfrm>
            <a:off x="7243033" y="30403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69921" y="2973394"/>
            <a:ext cx="10147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kslope (SS316)</a:t>
            </a:r>
          </a:p>
        </p:txBody>
      </p:sp>
      <p:sp>
        <p:nvSpPr>
          <p:cNvPr id="114" name="Freeform 113"/>
          <p:cNvSpPr/>
          <p:nvPr/>
        </p:nvSpPr>
        <p:spPr>
          <a:xfrm>
            <a:off x="7243033" y="26674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63837" y="2600518"/>
            <a:ext cx="8851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Tref (SS316)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7243033" y="229458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567076" y="2227650"/>
            <a:ext cx="8851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kref (SS316)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7243033" y="19217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695536" y="1854782"/>
            <a:ext cx="69088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7243033" y="15488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923311" y="1476407"/>
            <a:ext cx="49657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αslope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7243033" y="117598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43821" y="1109047"/>
            <a:ext cx="4318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124" name="Freeform 123"/>
          <p:cNvSpPr/>
          <p:nvPr/>
        </p:nvSpPr>
        <p:spPr>
          <a:xfrm>
            <a:off x="7556079" y="3786058"/>
            <a:ext cx="33541" cy="0"/>
          </a:xfrm>
          <a:custGeom>
            <a:avLst/>
            <a:gdLst/>
            <a:ahLst/>
            <a:cxnLst/>
            <a:rect l="l" t="t" r="r" b="b"/>
            <a:pathLst>
              <a:path w="33541" h="0">
                <a:moveTo>
                  <a:pt x="0" y="0"/>
                </a:moveTo>
                <a:lnTo>
                  <a:pt x="33541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7556151" y="3413190"/>
            <a:ext cx="33986" cy="0"/>
          </a:xfrm>
          <a:custGeom>
            <a:avLst/>
            <a:gdLst/>
            <a:ahLst/>
            <a:cxnLst/>
            <a:rect l="l" t="t" r="r" b="b"/>
            <a:pathLst>
              <a:path w="33986" h="0">
                <a:moveTo>
                  <a:pt x="0" y="0"/>
                </a:moveTo>
                <a:lnTo>
                  <a:pt x="33986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7564673" y="3040323"/>
            <a:ext cx="35502" cy="0"/>
          </a:xfrm>
          <a:custGeom>
            <a:avLst/>
            <a:gdLst/>
            <a:ahLst/>
            <a:cxnLst/>
            <a:rect l="l" t="t" r="r" b="b"/>
            <a:pathLst>
              <a:path w="35502" h="0">
                <a:moveTo>
                  <a:pt x="0" y="0"/>
                </a:moveTo>
                <a:lnTo>
                  <a:pt x="35502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7570174" y="2667455"/>
            <a:ext cx="34433" cy="0"/>
          </a:xfrm>
          <a:custGeom>
            <a:avLst/>
            <a:gdLst/>
            <a:ahLst/>
            <a:cxnLst/>
            <a:rect l="l" t="t" r="r" b="b"/>
            <a:pathLst>
              <a:path w="34433" h="0">
                <a:moveTo>
                  <a:pt x="0" y="0"/>
                </a:moveTo>
                <a:lnTo>
                  <a:pt x="34433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7592430" y="2294587"/>
            <a:ext cx="34862" cy="0"/>
          </a:xfrm>
          <a:custGeom>
            <a:avLst/>
            <a:gdLst/>
            <a:ahLst/>
            <a:cxnLst/>
            <a:rect l="l" t="t" r="r" b="b"/>
            <a:pathLst>
              <a:path w="34862" h="0">
                <a:moveTo>
                  <a:pt x="0" y="0"/>
                </a:moveTo>
                <a:lnTo>
                  <a:pt x="34862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7649677" y="1921720"/>
            <a:ext cx="35432" cy="0"/>
          </a:xfrm>
          <a:custGeom>
            <a:avLst/>
            <a:gdLst/>
            <a:ahLst/>
            <a:cxnLst/>
            <a:rect l="l" t="t" r="r" b="b"/>
            <a:pathLst>
              <a:path w="35432" h="0">
                <a:moveTo>
                  <a:pt x="0" y="0"/>
                </a:moveTo>
                <a:lnTo>
                  <a:pt x="35432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598825" y="1548852"/>
            <a:ext cx="28956" cy="0"/>
          </a:xfrm>
          <a:custGeom>
            <a:avLst/>
            <a:gdLst/>
            <a:ahLst/>
            <a:cxnLst/>
            <a:rect l="l" t="t" r="r" b="b"/>
            <a:pathLst>
              <a:path w="28956" h="0">
                <a:moveTo>
                  <a:pt x="0" y="0"/>
                </a:moveTo>
                <a:lnTo>
                  <a:pt x="28956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1678147" y="1175984"/>
            <a:ext cx="11471" cy="0"/>
          </a:xfrm>
          <a:custGeom>
            <a:avLst/>
            <a:gdLst/>
            <a:ahLst/>
            <a:cxnLst/>
            <a:rect l="l" t="t" r="r" b="b"/>
            <a:pathLst>
              <a:path w="11471" h="0">
                <a:moveTo>
                  <a:pt x="0" y="0"/>
                </a:moveTo>
                <a:lnTo>
                  <a:pt x="11471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7556079" y="374795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56151" y="337509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7564673" y="30022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7570174" y="262935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7592430" y="225648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7649677" y="188362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8598825" y="151075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1678147" y="113788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7589620" y="374795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7590137" y="337509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7600175" y="30022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7604607" y="262935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7627292" y="225648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7685109" y="188362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8627781" y="151075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1689618" y="113788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7555355" y="932688"/>
            <a:ext cx="0" cy="3096666"/>
          </a:xfrm>
          <a:custGeom>
            <a:avLst/>
            <a:gdLst/>
            <a:ahLst/>
            <a:cxnLst/>
            <a:rect l="l" t="t" r="r" b="b"/>
            <a:pathLst>
              <a:path w="0" h="3096666">
                <a:moveTo>
                  <a:pt x="0" y="3096666"/>
                </a:moveTo>
                <a:lnTo>
                  <a:pt x="0" y="0"/>
                </a:lnTo>
                <a:close/>
              </a:path>
            </a:pathLst>
          </a:custGeom>
          <a:noFill/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7287483" y="932688"/>
            <a:ext cx="0" cy="3096666"/>
          </a:xfrm>
          <a:custGeom>
            <a:avLst/>
            <a:gdLst/>
            <a:ahLst/>
            <a:cxnLst/>
            <a:rect l="l" t="t" r="r" b="b"/>
            <a:pathLst>
              <a:path w="0" h="3096666">
                <a:moveTo>
                  <a:pt x="0" y="309666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7287483" y="4029354"/>
            <a:ext cx="5247308" cy="0"/>
          </a:xfrm>
          <a:custGeom>
            <a:avLst/>
            <a:gdLst/>
            <a:ahLst/>
            <a:cxnLst/>
            <a:rect l="l" t="t" r="r" b="b"/>
            <a:pathLst>
              <a:path w="5247308" h="0">
                <a:moveTo>
                  <a:pt x="0" y="0"/>
                </a:moveTo>
                <a:lnTo>
                  <a:pt x="5247308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1769980" y="1097822"/>
            <a:ext cx="82042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C0392B"/>
                </a:solidFill>
                <a:latin typeface="Arial"/>
              </a:rPr>
              <a:t>L2 S1=0.771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03111" y="614176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(B)  keff</a:t>
            </a:r>
          </a:p>
        </p:txBody>
      </p:sp>
      <p:sp>
        <p:nvSpPr>
          <p:cNvPr id="153" name="Freeform 152"/>
          <p:cNvSpPr/>
          <p:nvPr/>
        </p:nvSpPr>
        <p:spPr>
          <a:xfrm>
            <a:off x="7513592" y="3729262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7520152" y="3356394"/>
            <a:ext cx="113592" cy="113593"/>
          </a:xfrm>
          <a:custGeom>
            <a:avLst/>
            <a:gdLst/>
            <a:ahLst/>
            <a:cxnLst/>
            <a:rect l="l" t="t" r="r" b="b"/>
            <a:pathLst>
              <a:path w="113592" h="113593">
                <a:moveTo>
                  <a:pt x="56796" y="113593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7531794" y="2983527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7531839" y="2610659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7544285" y="2237791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7581703" y="1864923"/>
            <a:ext cx="113592" cy="113593"/>
          </a:xfrm>
          <a:custGeom>
            <a:avLst/>
            <a:gdLst/>
            <a:ahLst/>
            <a:cxnLst/>
            <a:rect l="l" t="t" r="r" b="b"/>
            <a:pathLst>
              <a:path w="113592" h="113593">
                <a:moveTo>
                  <a:pt x="56796" y="113593"/>
                </a:moveTo>
                <a:lnTo>
                  <a:pt x="113592" y="56797"/>
                </a:lnTo>
                <a:close/>
                <a:lnTo>
                  <a:pt x="56796" y="0"/>
                </a:lnTo>
                <a:close/>
                <a:lnTo>
                  <a:pt x="0" y="56797"/>
                </a:lnTo>
                <a:close/>
                <a:lnTo>
                  <a:pt x="56796" y="11359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8369142" y="1492056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1835103" y="1119188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1137791" y="3649593"/>
            <a:ext cx="1346200" cy="328961"/>
          </a:xfrm>
          <a:custGeom>
            <a:avLst/>
            <a:gdLst/>
            <a:ahLst/>
            <a:cxnLst/>
            <a:rect l="l" t="t" r="r" b="b"/>
            <a:pathLst>
              <a:path w="1346200" h="328961">
                <a:moveTo>
                  <a:pt x="20320" y="328961"/>
                </a:moveTo>
                <a:lnTo>
                  <a:pt x="1325880" y="328961"/>
                </a:lnTo>
                <a:close/>
                <a:lnTo>
                  <a:pt x="1341120" y="323881"/>
                </a:lnTo>
                <a:close/>
                <a:lnTo>
                  <a:pt x="1346200" y="308641"/>
                </a:lnTo>
                <a:close/>
                <a:lnTo>
                  <a:pt x="1346200" y="20320"/>
                </a:lnTo>
                <a:close/>
                <a:lnTo>
                  <a:pt x="1341120" y="5080"/>
                </a:lnTo>
                <a:close/>
                <a:lnTo>
                  <a:pt x="1325880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641"/>
                </a:lnTo>
                <a:close/>
                <a:lnTo>
                  <a:pt x="5080" y="323881"/>
                </a:lnTo>
                <a:close/>
                <a:lnTo>
                  <a:pt x="20320" y="328961"/>
                </a:lnTo>
                <a:close/>
                <a:lnTo>
                  <a:pt x="20320" y="32896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1223235" y="3683967"/>
            <a:ext cx="113593" cy="113592"/>
          </a:xfrm>
          <a:custGeom>
            <a:avLst/>
            <a:gdLst/>
            <a:ahLst/>
            <a:cxnLst/>
            <a:rect l="l" t="t" r="r" b="b"/>
            <a:pathLst>
              <a:path w="113593" h="113592">
                <a:moveTo>
                  <a:pt x="56796" y="113592"/>
                </a:moveTo>
                <a:lnTo>
                  <a:pt x="113593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1462911" y="3665833"/>
            <a:ext cx="10769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 (L0) S1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1178431" y="3845458"/>
            <a:ext cx="203200" cy="7112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1462911" y="3814978"/>
            <a:ext cx="12598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Regularized (L2) S1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484119" y="55507"/>
            <a:ext cx="64617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4 (v2) | Effect of physics regularization on Sobol attribution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82447" cy="40838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463" y="737616"/>
            <a:ext cx="4787773" cy="27854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99501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8296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130</a:t>
            </a:r>
          </a:p>
        </p:txBody>
      </p:sp>
      <p:sp>
        <p:nvSpPr>
          <p:cNvPr id="6" name="Freeform 5"/>
          <p:cNvSpPr/>
          <p:nvPr/>
        </p:nvSpPr>
        <p:spPr>
          <a:xfrm>
            <a:off x="1316495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95289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8" name="Freeform 7"/>
          <p:cNvSpPr/>
          <p:nvPr/>
        </p:nvSpPr>
        <p:spPr>
          <a:xfrm>
            <a:off x="1933489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12283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10" name="Freeform 9"/>
          <p:cNvSpPr/>
          <p:nvPr/>
        </p:nvSpPr>
        <p:spPr>
          <a:xfrm>
            <a:off x="2550482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9277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2" name="Freeform 11"/>
          <p:cNvSpPr/>
          <p:nvPr/>
        </p:nvSpPr>
        <p:spPr>
          <a:xfrm>
            <a:off x="3167476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6270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  <p:sp>
        <p:nvSpPr>
          <p:cNvPr id="14" name="Freeform 13"/>
          <p:cNvSpPr/>
          <p:nvPr/>
        </p:nvSpPr>
        <p:spPr>
          <a:xfrm>
            <a:off x="3784470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3264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6" name="Freeform 15"/>
          <p:cNvSpPr/>
          <p:nvPr/>
        </p:nvSpPr>
        <p:spPr>
          <a:xfrm>
            <a:off x="4401463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0258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18" name="Freeform 17"/>
          <p:cNvSpPr/>
          <p:nvPr/>
        </p:nvSpPr>
        <p:spPr>
          <a:xfrm>
            <a:off x="5018457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7251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77900" y="3755221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Observed stress (MPa)</a:t>
            </a:r>
          </a:p>
        </p:txBody>
      </p:sp>
      <p:sp>
        <p:nvSpPr>
          <p:cNvPr id="21" name="Freeform 20"/>
          <p:cNvSpPr/>
          <p:nvPr/>
        </p:nvSpPr>
        <p:spPr>
          <a:xfrm>
            <a:off x="552013" y="346316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52" y="338441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130</a:t>
            </a:r>
          </a:p>
        </p:txBody>
      </p:sp>
      <p:sp>
        <p:nvSpPr>
          <p:cNvPr id="23" name="Freeform 22"/>
          <p:cNvSpPr/>
          <p:nvPr/>
        </p:nvSpPr>
        <p:spPr>
          <a:xfrm>
            <a:off x="552013" y="31041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52" y="30254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25" name="Freeform 24"/>
          <p:cNvSpPr/>
          <p:nvPr/>
        </p:nvSpPr>
        <p:spPr>
          <a:xfrm>
            <a:off x="552013" y="274523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52" y="266648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27" name="Freeform 26"/>
          <p:cNvSpPr/>
          <p:nvPr/>
        </p:nvSpPr>
        <p:spPr>
          <a:xfrm>
            <a:off x="552013" y="23862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52" y="230752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29" name="Freeform 28"/>
          <p:cNvSpPr/>
          <p:nvPr/>
        </p:nvSpPr>
        <p:spPr>
          <a:xfrm>
            <a:off x="552013" y="20273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52" y="194856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  <p:sp>
        <p:nvSpPr>
          <p:cNvPr id="31" name="Freeform 30"/>
          <p:cNvSpPr/>
          <p:nvPr/>
        </p:nvSpPr>
        <p:spPr>
          <a:xfrm>
            <a:off x="552013" y="16683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52" y="15895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33" name="Freeform 32"/>
          <p:cNvSpPr/>
          <p:nvPr/>
        </p:nvSpPr>
        <p:spPr>
          <a:xfrm>
            <a:off x="552013" y="130938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52" y="12306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35" name="Freeform 34"/>
          <p:cNvSpPr/>
          <p:nvPr/>
        </p:nvSpPr>
        <p:spPr>
          <a:xfrm>
            <a:off x="552013" y="9504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52" y="87167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92690" y="1806661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stress (MPa)</a:t>
            </a:r>
          </a:p>
        </p:txBody>
      </p:sp>
      <p:sp>
        <p:nvSpPr>
          <p:cNvPr id="38" name="Freeform 37"/>
          <p:cNvSpPr/>
          <p:nvPr/>
        </p:nvSpPr>
        <p:spPr>
          <a:xfrm>
            <a:off x="596463" y="737616"/>
            <a:ext cx="4787773" cy="2785492"/>
          </a:xfrm>
          <a:custGeom>
            <a:avLst/>
            <a:gdLst/>
            <a:ahLst/>
            <a:cxnLst/>
            <a:rect l="l" t="t" r="r" b="b"/>
            <a:pathLst>
              <a:path w="4787773" h="2785492">
                <a:moveTo>
                  <a:pt x="0" y="2785492"/>
                </a:moveTo>
                <a:lnTo>
                  <a:pt x="4787773" y="0"/>
                </a:lnTo>
                <a:close/>
              </a:path>
            </a:pathLst>
          </a:custGeom>
          <a:noFill/>
          <a:ln w="12700">
            <a:solidFill>
              <a:srgbClr val="00000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61201" y="737616"/>
            <a:ext cx="0" cy="2785492"/>
          </a:xfrm>
          <a:custGeom>
            <a:avLst/>
            <a:gdLst/>
            <a:ahLst/>
            <a:cxnLst/>
            <a:rect l="l" t="t" r="r" b="b"/>
            <a:pathLst>
              <a:path w="0" h="2785492">
                <a:moveTo>
                  <a:pt x="0" y="2785492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C0392B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96463" y="3427265"/>
            <a:ext cx="4787773" cy="0"/>
          </a:xfrm>
          <a:custGeom>
            <a:avLst/>
            <a:gdLst/>
            <a:ahLst/>
            <a:cxnLst/>
            <a:rect l="l" t="t" r="r" b="b"/>
            <a:pathLst>
              <a:path w="4787773" h="0">
                <a:moveTo>
                  <a:pt x="0" y="0"/>
                </a:moveTo>
                <a:lnTo>
                  <a:pt x="4787773" y="0"/>
                </a:lnTo>
                <a:close/>
              </a:path>
            </a:pathLst>
          </a:custGeom>
          <a:noFill/>
          <a:ln w="15240">
            <a:solidFill>
              <a:srgbClr val="C0392B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96463" y="737616"/>
            <a:ext cx="0" cy="2785492"/>
          </a:xfrm>
          <a:custGeom>
            <a:avLst/>
            <a:gdLst/>
            <a:ahLst/>
            <a:cxnLst/>
            <a:rect l="l" t="t" r="r" b="b"/>
            <a:pathLst>
              <a:path w="0" h="2785492">
                <a:moveTo>
                  <a:pt x="0" y="278549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96463" y="3523108"/>
            <a:ext cx="4787773" cy="0"/>
          </a:xfrm>
          <a:custGeom>
            <a:avLst/>
            <a:gdLst/>
            <a:ahLst/>
            <a:cxnLst/>
            <a:rect l="l" t="t" r="r" b="b"/>
            <a:pathLst>
              <a:path w="4787773" h="0">
                <a:moveTo>
                  <a:pt x="0" y="0"/>
                </a:moveTo>
                <a:lnTo>
                  <a:pt x="4787773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596463" y="2292956"/>
            <a:ext cx="4787773" cy="0"/>
          </a:xfrm>
          <a:custGeom>
            <a:avLst/>
            <a:gdLst/>
            <a:ahLst/>
            <a:cxnLst/>
            <a:rect l="l" t="t" r="r" b="b"/>
            <a:pathLst>
              <a:path w="4787773" h="0">
                <a:moveTo>
                  <a:pt x="0" y="0"/>
                </a:moveTo>
                <a:lnTo>
                  <a:pt x="4787773" y="0"/>
                </a:lnTo>
                <a:close/>
              </a:path>
            </a:pathLst>
          </a:custGeom>
          <a:noFill/>
          <a:ln w="1524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14636" y="405664"/>
            <a:ext cx="446405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Posterior vs observed stress (10 feasible-region cases)</a:t>
            </a:r>
          </a:p>
        </p:txBody>
      </p:sp>
      <p:sp>
        <p:nvSpPr>
          <p:cNvPr id="45" name="Freeform 44"/>
          <p:cNvSpPr/>
          <p:nvPr/>
        </p:nvSpPr>
        <p:spPr>
          <a:xfrm>
            <a:off x="3611687" y="1728943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1"/>
                </a:lnTo>
                <a:close/>
                <a:lnTo>
                  <a:pt x="72718" y="72718"/>
                </a:lnTo>
                <a:close/>
                <a:lnTo>
                  <a:pt x="81951" y="58898"/>
                </a:lnTo>
                <a:close/>
                <a:lnTo>
                  <a:pt x="85194" y="42597"/>
                </a:lnTo>
                <a:close/>
                <a:lnTo>
                  <a:pt x="81951" y="26296"/>
                </a:lnTo>
                <a:close/>
                <a:lnTo>
                  <a:pt x="72718" y="12476"/>
                </a:lnTo>
                <a:close/>
                <a:lnTo>
                  <a:pt x="58898" y="3242"/>
                </a:lnTo>
                <a:close/>
                <a:lnTo>
                  <a:pt x="42597" y="0"/>
                </a:lnTo>
                <a:close/>
                <a:lnTo>
                  <a:pt x="26296" y="3242"/>
                </a:lnTo>
                <a:close/>
                <a:lnTo>
                  <a:pt x="12476" y="12476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6" y="72718"/>
                </a:lnTo>
                <a:close/>
                <a:lnTo>
                  <a:pt x="26296" y="81951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155582" y="2408631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1"/>
                </a:lnTo>
                <a:close/>
                <a:lnTo>
                  <a:pt x="72718" y="72718"/>
                </a:lnTo>
                <a:close/>
                <a:lnTo>
                  <a:pt x="81951" y="58898"/>
                </a:lnTo>
                <a:close/>
                <a:lnTo>
                  <a:pt x="85194" y="42597"/>
                </a:lnTo>
                <a:close/>
                <a:lnTo>
                  <a:pt x="81951" y="26296"/>
                </a:lnTo>
                <a:close/>
                <a:lnTo>
                  <a:pt x="72718" y="12476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6" y="12476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6" y="72718"/>
                </a:lnTo>
                <a:close/>
                <a:lnTo>
                  <a:pt x="26296" y="81951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065971" y="3054748"/>
            <a:ext cx="85194" cy="85195"/>
          </a:xfrm>
          <a:custGeom>
            <a:avLst/>
            <a:gdLst/>
            <a:ahLst/>
            <a:cxnLst/>
            <a:rect l="l" t="t" r="r" b="b"/>
            <a:pathLst>
              <a:path w="85194" h="85195">
                <a:moveTo>
                  <a:pt x="42597" y="85195"/>
                </a:moveTo>
                <a:lnTo>
                  <a:pt x="58898" y="81952"/>
                </a:lnTo>
                <a:close/>
                <a:lnTo>
                  <a:pt x="72718" y="72718"/>
                </a:lnTo>
                <a:close/>
                <a:lnTo>
                  <a:pt x="81952" y="58899"/>
                </a:lnTo>
                <a:close/>
                <a:lnTo>
                  <a:pt x="85194" y="42598"/>
                </a:lnTo>
                <a:close/>
                <a:lnTo>
                  <a:pt x="81952" y="26296"/>
                </a:lnTo>
                <a:close/>
                <a:lnTo>
                  <a:pt x="72718" y="12477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6" y="12477"/>
                </a:lnTo>
                <a:close/>
                <a:lnTo>
                  <a:pt x="3243" y="26296"/>
                </a:lnTo>
                <a:close/>
                <a:lnTo>
                  <a:pt x="0" y="42598"/>
                </a:lnTo>
                <a:close/>
                <a:lnTo>
                  <a:pt x="3243" y="58899"/>
                </a:lnTo>
                <a:close/>
                <a:lnTo>
                  <a:pt x="12476" y="72718"/>
                </a:lnTo>
                <a:close/>
                <a:lnTo>
                  <a:pt x="26296" y="81952"/>
                </a:lnTo>
                <a:close/>
                <a:lnTo>
                  <a:pt x="42597" y="85195"/>
                </a:lnTo>
                <a:close/>
                <a:lnTo>
                  <a:pt x="42597" y="85195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951974" y="2495369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1"/>
                </a:lnTo>
                <a:close/>
                <a:lnTo>
                  <a:pt x="72718" y="72717"/>
                </a:lnTo>
                <a:close/>
                <a:lnTo>
                  <a:pt x="81951" y="58898"/>
                </a:lnTo>
                <a:close/>
                <a:lnTo>
                  <a:pt x="85194" y="42597"/>
                </a:lnTo>
                <a:close/>
                <a:lnTo>
                  <a:pt x="81951" y="26295"/>
                </a:lnTo>
                <a:close/>
                <a:lnTo>
                  <a:pt x="72718" y="12476"/>
                </a:lnTo>
                <a:close/>
                <a:lnTo>
                  <a:pt x="58898" y="3242"/>
                </a:lnTo>
                <a:close/>
                <a:lnTo>
                  <a:pt x="42597" y="0"/>
                </a:lnTo>
                <a:close/>
                <a:lnTo>
                  <a:pt x="26296" y="3242"/>
                </a:lnTo>
                <a:close/>
                <a:lnTo>
                  <a:pt x="12476" y="12476"/>
                </a:lnTo>
                <a:close/>
                <a:lnTo>
                  <a:pt x="3243" y="26295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6" y="72717"/>
                </a:lnTo>
                <a:close/>
                <a:lnTo>
                  <a:pt x="26296" y="81951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085715" y="3174765"/>
            <a:ext cx="85194" cy="85195"/>
          </a:xfrm>
          <a:custGeom>
            <a:avLst/>
            <a:gdLst/>
            <a:ahLst/>
            <a:cxnLst/>
            <a:rect l="l" t="t" r="r" b="b"/>
            <a:pathLst>
              <a:path w="85194" h="85195">
                <a:moveTo>
                  <a:pt x="42597" y="85195"/>
                </a:moveTo>
                <a:lnTo>
                  <a:pt x="58898" y="81952"/>
                </a:lnTo>
                <a:close/>
                <a:lnTo>
                  <a:pt x="72718" y="72718"/>
                </a:lnTo>
                <a:close/>
                <a:lnTo>
                  <a:pt x="81951" y="58899"/>
                </a:lnTo>
                <a:close/>
                <a:lnTo>
                  <a:pt x="85194" y="42597"/>
                </a:lnTo>
                <a:close/>
                <a:lnTo>
                  <a:pt x="81951" y="26296"/>
                </a:lnTo>
                <a:close/>
                <a:lnTo>
                  <a:pt x="72718" y="12477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6" y="12477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9"/>
                </a:lnTo>
                <a:close/>
                <a:lnTo>
                  <a:pt x="12476" y="72718"/>
                </a:lnTo>
                <a:close/>
                <a:lnTo>
                  <a:pt x="26296" y="81952"/>
                </a:lnTo>
                <a:close/>
                <a:lnTo>
                  <a:pt x="42597" y="85195"/>
                </a:lnTo>
                <a:close/>
                <a:lnTo>
                  <a:pt x="42597" y="85195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044816" y="1762669"/>
            <a:ext cx="85195" cy="85195"/>
          </a:xfrm>
          <a:custGeom>
            <a:avLst/>
            <a:gdLst/>
            <a:ahLst/>
            <a:cxnLst/>
            <a:rect l="l" t="t" r="r" b="b"/>
            <a:pathLst>
              <a:path w="85195" h="85195">
                <a:moveTo>
                  <a:pt x="42598" y="85195"/>
                </a:moveTo>
                <a:lnTo>
                  <a:pt x="58899" y="81952"/>
                </a:lnTo>
                <a:close/>
                <a:lnTo>
                  <a:pt x="72718" y="72718"/>
                </a:lnTo>
                <a:close/>
                <a:lnTo>
                  <a:pt x="81952" y="58899"/>
                </a:lnTo>
                <a:close/>
                <a:lnTo>
                  <a:pt x="85195" y="42598"/>
                </a:lnTo>
                <a:close/>
                <a:lnTo>
                  <a:pt x="81952" y="26296"/>
                </a:lnTo>
                <a:close/>
                <a:lnTo>
                  <a:pt x="72718" y="12477"/>
                </a:lnTo>
                <a:close/>
                <a:lnTo>
                  <a:pt x="58899" y="3243"/>
                </a:lnTo>
                <a:close/>
                <a:lnTo>
                  <a:pt x="42598" y="0"/>
                </a:lnTo>
                <a:close/>
                <a:lnTo>
                  <a:pt x="26296" y="3243"/>
                </a:lnTo>
                <a:close/>
                <a:lnTo>
                  <a:pt x="12477" y="12477"/>
                </a:lnTo>
                <a:close/>
                <a:lnTo>
                  <a:pt x="3243" y="26296"/>
                </a:lnTo>
                <a:close/>
                <a:lnTo>
                  <a:pt x="0" y="42598"/>
                </a:lnTo>
                <a:close/>
                <a:lnTo>
                  <a:pt x="3243" y="58899"/>
                </a:lnTo>
                <a:close/>
                <a:lnTo>
                  <a:pt x="12477" y="72718"/>
                </a:lnTo>
                <a:close/>
                <a:lnTo>
                  <a:pt x="26296" y="81952"/>
                </a:lnTo>
                <a:close/>
                <a:lnTo>
                  <a:pt x="42598" y="85195"/>
                </a:lnTo>
                <a:close/>
                <a:lnTo>
                  <a:pt x="42598" y="85195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62363" y="3239307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2"/>
                </a:lnTo>
                <a:close/>
                <a:lnTo>
                  <a:pt x="72718" y="72718"/>
                </a:lnTo>
                <a:close/>
                <a:lnTo>
                  <a:pt x="81952" y="58898"/>
                </a:lnTo>
                <a:close/>
                <a:lnTo>
                  <a:pt x="85194" y="42597"/>
                </a:lnTo>
                <a:close/>
                <a:lnTo>
                  <a:pt x="81952" y="26296"/>
                </a:lnTo>
                <a:close/>
                <a:lnTo>
                  <a:pt x="72718" y="12477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7" y="12477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7" y="72718"/>
                </a:lnTo>
                <a:close/>
                <a:lnTo>
                  <a:pt x="26296" y="81952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90698" y="3076162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1"/>
                </a:lnTo>
                <a:close/>
                <a:lnTo>
                  <a:pt x="72718" y="72718"/>
                </a:lnTo>
                <a:close/>
                <a:lnTo>
                  <a:pt x="81951" y="58898"/>
                </a:lnTo>
                <a:close/>
                <a:lnTo>
                  <a:pt x="85194" y="42597"/>
                </a:lnTo>
                <a:close/>
                <a:lnTo>
                  <a:pt x="81951" y="26296"/>
                </a:lnTo>
                <a:close/>
                <a:lnTo>
                  <a:pt x="72718" y="12476"/>
                </a:lnTo>
                <a:close/>
                <a:lnTo>
                  <a:pt x="58898" y="3242"/>
                </a:lnTo>
                <a:close/>
                <a:lnTo>
                  <a:pt x="42597" y="0"/>
                </a:lnTo>
                <a:close/>
                <a:lnTo>
                  <a:pt x="26296" y="3242"/>
                </a:lnTo>
                <a:close/>
                <a:lnTo>
                  <a:pt x="12476" y="12476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6" y="72718"/>
                </a:lnTo>
                <a:close/>
                <a:lnTo>
                  <a:pt x="26296" y="81951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576665" y="874500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2"/>
                </a:lnTo>
                <a:close/>
                <a:lnTo>
                  <a:pt x="72718" y="72718"/>
                </a:lnTo>
                <a:close/>
                <a:lnTo>
                  <a:pt x="81952" y="58898"/>
                </a:lnTo>
                <a:close/>
                <a:lnTo>
                  <a:pt x="85194" y="42597"/>
                </a:lnTo>
                <a:close/>
                <a:lnTo>
                  <a:pt x="81952" y="26296"/>
                </a:lnTo>
                <a:close/>
                <a:lnTo>
                  <a:pt x="72718" y="12477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6" y="12477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6" y="72718"/>
                </a:lnTo>
                <a:close/>
                <a:lnTo>
                  <a:pt x="26296" y="81952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395886" y="1478836"/>
            <a:ext cx="85194" cy="85195"/>
          </a:xfrm>
          <a:custGeom>
            <a:avLst/>
            <a:gdLst/>
            <a:ahLst/>
            <a:cxnLst/>
            <a:rect l="l" t="t" r="r" b="b"/>
            <a:pathLst>
              <a:path w="85194" h="85195">
                <a:moveTo>
                  <a:pt x="42597" y="85195"/>
                </a:moveTo>
                <a:lnTo>
                  <a:pt x="58898" y="81952"/>
                </a:lnTo>
                <a:close/>
                <a:lnTo>
                  <a:pt x="72718" y="72718"/>
                </a:lnTo>
                <a:close/>
                <a:lnTo>
                  <a:pt x="81951" y="58899"/>
                </a:lnTo>
                <a:close/>
                <a:lnTo>
                  <a:pt x="85194" y="42597"/>
                </a:lnTo>
                <a:close/>
                <a:lnTo>
                  <a:pt x="81951" y="26296"/>
                </a:lnTo>
                <a:close/>
                <a:lnTo>
                  <a:pt x="72718" y="12477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6" y="12477"/>
                </a:lnTo>
                <a:close/>
                <a:lnTo>
                  <a:pt x="3242" y="26296"/>
                </a:lnTo>
                <a:close/>
                <a:lnTo>
                  <a:pt x="0" y="42597"/>
                </a:lnTo>
                <a:close/>
                <a:lnTo>
                  <a:pt x="3242" y="58899"/>
                </a:lnTo>
                <a:close/>
                <a:lnTo>
                  <a:pt x="12476" y="72718"/>
                </a:lnTo>
                <a:close/>
                <a:lnTo>
                  <a:pt x="26296" y="81952"/>
                </a:lnTo>
                <a:close/>
                <a:lnTo>
                  <a:pt x="42597" y="85195"/>
                </a:lnTo>
                <a:close/>
                <a:lnTo>
                  <a:pt x="42597" y="85195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077649" y="788416"/>
            <a:ext cx="1825402" cy="477869"/>
          </a:xfrm>
          <a:custGeom>
            <a:avLst/>
            <a:gdLst/>
            <a:ahLst/>
            <a:cxnLst/>
            <a:rect l="l" t="t" r="r" b="b"/>
            <a:pathLst>
              <a:path w="1825402" h="477869">
                <a:moveTo>
                  <a:pt x="20320" y="477869"/>
                </a:moveTo>
                <a:lnTo>
                  <a:pt x="1805082" y="477869"/>
                </a:lnTo>
                <a:close/>
                <a:lnTo>
                  <a:pt x="1820322" y="472789"/>
                </a:lnTo>
                <a:close/>
                <a:lnTo>
                  <a:pt x="1825402" y="457549"/>
                </a:lnTo>
                <a:close/>
                <a:lnTo>
                  <a:pt x="1825402" y="20320"/>
                </a:lnTo>
                <a:close/>
                <a:lnTo>
                  <a:pt x="1820322" y="5080"/>
                </a:lnTo>
                <a:close/>
                <a:lnTo>
                  <a:pt x="1805082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457549"/>
                </a:lnTo>
                <a:close/>
                <a:lnTo>
                  <a:pt x="5080" y="472789"/>
                </a:lnTo>
                <a:close/>
                <a:lnTo>
                  <a:pt x="20320" y="477869"/>
                </a:lnTo>
                <a:close/>
                <a:lnTo>
                  <a:pt x="20320" y="47786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177291" y="836989"/>
            <a:ext cx="85195" cy="85194"/>
          </a:xfrm>
          <a:custGeom>
            <a:avLst/>
            <a:gdLst/>
            <a:ahLst/>
            <a:cxnLst/>
            <a:rect l="l" t="t" r="r" b="b"/>
            <a:pathLst>
              <a:path w="85195" h="85194">
                <a:moveTo>
                  <a:pt x="42598" y="85194"/>
                </a:moveTo>
                <a:lnTo>
                  <a:pt x="58899" y="81952"/>
                </a:lnTo>
                <a:close/>
                <a:lnTo>
                  <a:pt x="72718" y="72718"/>
                </a:lnTo>
                <a:close/>
                <a:lnTo>
                  <a:pt x="81952" y="58898"/>
                </a:lnTo>
                <a:close/>
                <a:lnTo>
                  <a:pt x="85195" y="42597"/>
                </a:lnTo>
                <a:close/>
                <a:lnTo>
                  <a:pt x="81952" y="26296"/>
                </a:lnTo>
                <a:close/>
                <a:lnTo>
                  <a:pt x="72718" y="12476"/>
                </a:lnTo>
                <a:close/>
                <a:lnTo>
                  <a:pt x="58899" y="3243"/>
                </a:lnTo>
                <a:close/>
                <a:lnTo>
                  <a:pt x="42598" y="0"/>
                </a:lnTo>
                <a:close/>
                <a:lnTo>
                  <a:pt x="26296" y="3243"/>
                </a:lnTo>
                <a:close/>
                <a:lnTo>
                  <a:pt x="12477" y="12476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7" y="72718"/>
                </a:lnTo>
                <a:close/>
                <a:lnTo>
                  <a:pt x="26296" y="81952"/>
                </a:lnTo>
                <a:close/>
                <a:lnTo>
                  <a:pt x="42598" y="85194"/>
                </a:lnTo>
                <a:close/>
                <a:lnTo>
                  <a:pt x="42598" y="85194"/>
                </a:lnTo>
                <a:close/>
              </a:path>
            </a:pathLst>
          </a:custGeom>
          <a:solidFill>
            <a:srgbClr val="57A7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02769" y="804656"/>
            <a:ext cx="13208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Post. mean (obs&lt;131)</a:t>
            </a:r>
          </a:p>
        </p:txBody>
      </p:sp>
      <p:sp>
        <p:nvSpPr>
          <p:cNvPr id="58" name="Freeform 57"/>
          <p:cNvSpPr/>
          <p:nvPr/>
        </p:nvSpPr>
        <p:spPr>
          <a:xfrm>
            <a:off x="2177291" y="986119"/>
            <a:ext cx="85195" cy="85194"/>
          </a:xfrm>
          <a:custGeom>
            <a:avLst/>
            <a:gdLst/>
            <a:ahLst/>
            <a:cxnLst/>
            <a:rect l="l" t="t" r="r" b="b"/>
            <a:pathLst>
              <a:path w="85195" h="85194">
                <a:moveTo>
                  <a:pt x="42598" y="85194"/>
                </a:moveTo>
                <a:lnTo>
                  <a:pt x="58899" y="81951"/>
                </a:lnTo>
                <a:close/>
                <a:lnTo>
                  <a:pt x="72718" y="72718"/>
                </a:lnTo>
                <a:close/>
                <a:lnTo>
                  <a:pt x="81952" y="58898"/>
                </a:lnTo>
                <a:close/>
                <a:lnTo>
                  <a:pt x="85195" y="42597"/>
                </a:lnTo>
                <a:close/>
                <a:lnTo>
                  <a:pt x="81952" y="26296"/>
                </a:lnTo>
                <a:close/>
                <a:lnTo>
                  <a:pt x="72718" y="12476"/>
                </a:lnTo>
                <a:close/>
                <a:lnTo>
                  <a:pt x="58899" y="3242"/>
                </a:lnTo>
                <a:close/>
                <a:lnTo>
                  <a:pt x="42598" y="0"/>
                </a:lnTo>
                <a:close/>
                <a:lnTo>
                  <a:pt x="26296" y="3242"/>
                </a:lnTo>
                <a:close/>
                <a:lnTo>
                  <a:pt x="12477" y="12476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7" y="72718"/>
                </a:lnTo>
                <a:close/>
                <a:lnTo>
                  <a:pt x="26296" y="81951"/>
                </a:lnTo>
                <a:close/>
                <a:lnTo>
                  <a:pt x="42598" y="85194"/>
                </a:lnTo>
                <a:close/>
                <a:lnTo>
                  <a:pt x="42598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02769" y="953786"/>
            <a:ext cx="13208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Post. mean (obs≥131)</a:t>
            </a:r>
          </a:p>
        </p:txBody>
      </p:sp>
      <p:sp>
        <p:nvSpPr>
          <p:cNvPr id="60" name="Freeform 59"/>
          <p:cNvSpPr/>
          <p:nvPr/>
        </p:nvSpPr>
        <p:spPr>
          <a:xfrm>
            <a:off x="2118289" y="1168956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524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02769" y="1102916"/>
            <a:ext cx="17475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Global prior mean (163 MPa)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03234" y="737616"/>
            <a:ext cx="4787773" cy="27854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20860" y="2059716"/>
            <a:ext cx="355308" cy="1463393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64995" y="1803370"/>
            <a:ext cx="355308" cy="1719739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09130" y="1637855"/>
            <a:ext cx="355308" cy="1885253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553265" y="1948700"/>
            <a:ext cx="355308" cy="1574409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997400" y="1213976"/>
            <a:ext cx="355308" cy="2309133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41534" y="1169569"/>
            <a:ext cx="355308" cy="2353539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85669" y="1100941"/>
            <a:ext cx="355308" cy="2422167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29804" y="1109015"/>
            <a:ext cx="355308" cy="2414093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773939" y="1100941"/>
            <a:ext cx="355308" cy="2422167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18074" y="1100941"/>
            <a:ext cx="355308" cy="2422167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398514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 rot="18900000">
            <a:off x="6273574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133</a:t>
            </a:r>
          </a:p>
        </p:txBody>
      </p:sp>
      <p:sp>
        <p:nvSpPr>
          <p:cNvPr id="75" name="Freeform 74"/>
          <p:cNvSpPr/>
          <p:nvPr/>
        </p:nvSpPr>
        <p:spPr>
          <a:xfrm>
            <a:off x="6842649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 rot="18900000">
            <a:off x="6717709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135</a:t>
            </a:r>
          </a:p>
        </p:txBody>
      </p:sp>
      <p:sp>
        <p:nvSpPr>
          <p:cNvPr id="77" name="Freeform 76"/>
          <p:cNvSpPr/>
          <p:nvPr/>
        </p:nvSpPr>
        <p:spPr>
          <a:xfrm>
            <a:off x="7286784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 rot="18900000">
            <a:off x="7161844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137</a:t>
            </a:r>
          </a:p>
        </p:txBody>
      </p:sp>
      <p:sp>
        <p:nvSpPr>
          <p:cNvPr id="79" name="Freeform 78"/>
          <p:cNvSpPr/>
          <p:nvPr/>
        </p:nvSpPr>
        <p:spPr>
          <a:xfrm>
            <a:off x="7730919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 rot="18900000">
            <a:off x="7605978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137</a:t>
            </a:r>
          </a:p>
        </p:txBody>
      </p:sp>
      <p:sp>
        <p:nvSpPr>
          <p:cNvPr id="81" name="Freeform 80"/>
          <p:cNvSpPr/>
          <p:nvPr/>
        </p:nvSpPr>
        <p:spPr>
          <a:xfrm>
            <a:off x="8175054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 rot="18900000">
            <a:off x="8050113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151</a:t>
            </a:r>
          </a:p>
        </p:txBody>
      </p:sp>
      <p:sp>
        <p:nvSpPr>
          <p:cNvPr id="83" name="Freeform 82"/>
          <p:cNvSpPr/>
          <p:nvPr/>
        </p:nvSpPr>
        <p:spPr>
          <a:xfrm>
            <a:off x="8619188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 rot="18900000">
            <a:off x="8494248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154</a:t>
            </a:r>
          </a:p>
        </p:txBody>
      </p:sp>
      <p:sp>
        <p:nvSpPr>
          <p:cNvPr id="85" name="Freeform 84"/>
          <p:cNvSpPr/>
          <p:nvPr/>
        </p:nvSpPr>
        <p:spPr>
          <a:xfrm>
            <a:off x="9063323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 rot="18900000">
            <a:off x="8938383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178</a:t>
            </a:r>
          </a:p>
        </p:txBody>
      </p:sp>
      <p:sp>
        <p:nvSpPr>
          <p:cNvPr id="87" name="Freeform 86"/>
          <p:cNvSpPr/>
          <p:nvPr/>
        </p:nvSpPr>
        <p:spPr>
          <a:xfrm>
            <a:off x="9507458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 rot="18900000">
            <a:off x="9382518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185</a:t>
            </a:r>
          </a:p>
        </p:txBody>
      </p:sp>
      <p:sp>
        <p:nvSpPr>
          <p:cNvPr id="89" name="Freeform 88"/>
          <p:cNvSpPr/>
          <p:nvPr/>
        </p:nvSpPr>
        <p:spPr>
          <a:xfrm>
            <a:off x="9951593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 rot="18900000">
            <a:off x="9826652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191</a:t>
            </a:r>
          </a:p>
        </p:txBody>
      </p:sp>
      <p:sp>
        <p:nvSpPr>
          <p:cNvPr id="91" name="Freeform 90"/>
          <p:cNvSpPr/>
          <p:nvPr/>
        </p:nvSpPr>
        <p:spPr>
          <a:xfrm>
            <a:off x="10395727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 rot="18900000">
            <a:off x="10270787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194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84671" y="3838967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Observed stress (MPa)</a:t>
            </a:r>
          </a:p>
        </p:txBody>
      </p:sp>
      <p:sp>
        <p:nvSpPr>
          <p:cNvPr id="94" name="Freeform 93"/>
          <p:cNvSpPr/>
          <p:nvPr/>
        </p:nvSpPr>
        <p:spPr>
          <a:xfrm>
            <a:off x="5958784" y="35231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12365" y="344435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6" name="Freeform 95"/>
          <p:cNvSpPr/>
          <p:nvPr/>
        </p:nvSpPr>
        <p:spPr>
          <a:xfrm>
            <a:off x="5958784" y="30386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712365" y="295992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98" name="Freeform 97"/>
          <p:cNvSpPr/>
          <p:nvPr/>
        </p:nvSpPr>
        <p:spPr>
          <a:xfrm>
            <a:off x="5958784" y="25542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12365" y="24754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00" name="Freeform 99"/>
          <p:cNvSpPr/>
          <p:nvPr/>
        </p:nvSpPr>
        <p:spPr>
          <a:xfrm>
            <a:off x="5958784" y="20698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12365" y="199105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5958784" y="15853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712365" y="150662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5958784" y="11009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712365" y="10221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06" name="TextBox 105"/>
          <p:cNvSpPr txBox="1"/>
          <p:nvPr/>
        </p:nvSpPr>
        <p:spPr>
          <a:xfrm rot="16200000">
            <a:off x="5539903" y="1860487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P(stress &gt; 131 MPa)</a:t>
            </a:r>
          </a:p>
        </p:txBody>
      </p:sp>
      <p:sp>
        <p:nvSpPr>
          <p:cNvPr id="107" name="Freeform 106"/>
          <p:cNvSpPr/>
          <p:nvPr/>
        </p:nvSpPr>
        <p:spPr>
          <a:xfrm>
            <a:off x="6003234" y="1100941"/>
            <a:ext cx="4787773" cy="0"/>
          </a:xfrm>
          <a:custGeom>
            <a:avLst/>
            <a:gdLst/>
            <a:ahLst/>
            <a:cxnLst/>
            <a:rect l="l" t="t" r="r" b="b"/>
            <a:pathLst>
              <a:path w="4787773" h="0">
                <a:moveTo>
                  <a:pt x="0" y="0"/>
                </a:moveTo>
                <a:lnTo>
                  <a:pt x="4787773" y="0"/>
                </a:lnTo>
                <a:close/>
              </a:path>
            </a:pathLst>
          </a:custGeom>
          <a:noFill/>
          <a:ln w="12700">
            <a:solidFill>
              <a:srgbClr val="333333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6003234" y="737616"/>
            <a:ext cx="0" cy="2785492"/>
          </a:xfrm>
          <a:custGeom>
            <a:avLst/>
            <a:gdLst/>
            <a:ahLst/>
            <a:cxnLst/>
            <a:rect l="l" t="t" r="r" b="b"/>
            <a:pathLst>
              <a:path w="0" h="2785492">
                <a:moveTo>
                  <a:pt x="0" y="278549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6003234" y="3523108"/>
            <a:ext cx="4787773" cy="0"/>
          </a:xfrm>
          <a:custGeom>
            <a:avLst/>
            <a:gdLst/>
            <a:ahLst/>
            <a:cxnLst/>
            <a:rect l="l" t="t" r="r" b="b"/>
            <a:pathLst>
              <a:path w="4787773" h="0">
                <a:moveTo>
                  <a:pt x="0" y="0"/>
                </a:moveTo>
                <a:lnTo>
                  <a:pt x="4787773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40636" y="405664"/>
            <a:ext cx="31610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Risk update: 10 feasible-region cases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8922583" y="788416"/>
            <a:ext cx="1817624" cy="179610"/>
          </a:xfrm>
          <a:custGeom>
            <a:avLst/>
            <a:gdLst/>
            <a:ahLst/>
            <a:cxnLst/>
            <a:rect l="l" t="t" r="r" b="b"/>
            <a:pathLst>
              <a:path w="1817624" h="179610">
                <a:moveTo>
                  <a:pt x="20320" y="179610"/>
                </a:moveTo>
                <a:lnTo>
                  <a:pt x="1797304" y="179610"/>
                </a:lnTo>
                <a:close/>
                <a:lnTo>
                  <a:pt x="1812544" y="174530"/>
                </a:lnTo>
                <a:close/>
                <a:lnTo>
                  <a:pt x="1817624" y="159290"/>
                </a:lnTo>
                <a:close/>
                <a:lnTo>
                  <a:pt x="1817624" y="20320"/>
                </a:lnTo>
                <a:close/>
                <a:lnTo>
                  <a:pt x="1812544" y="5080"/>
                </a:lnTo>
                <a:close/>
                <a:lnTo>
                  <a:pt x="1797304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90"/>
                </a:lnTo>
                <a:close/>
                <a:lnTo>
                  <a:pt x="5080" y="174530"/>
                </a:lnTo>
                <a:close/>
                <a:lnTo>
                  <a:pt x="20320" y="179610"/>
                </a:lnTo>
                <a:close/>
                <a:lnTo>
                  <a:pt x="20320" y="17961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963223" y="835136"/>
            <a:ext cx="203200" cy="71120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47703" y="804656"/>
            <a:ext cx="17475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Posterior P(stress&gt;131 MPa)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68042" y="55507"/>
            <a:ext cx="527304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5 (v1) | Observation-driven posterior 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57270" cy="4080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1380" y="737616"/>
            <a:ext cx="3817984" cy="2865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119490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285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6" name="Freeform 5"/>
          <p:cNvSpPr/>
          <p:nvPr/>
        </p:nvSpPr>
        <p:spPr>
          <a:xfrm>
            <a:off x="1696051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4845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8" name="Freeform 7"/>
          <p:cNvSpPr/>
          <p:nvPr/>
        </p:nvSpPr>
        <p:spPr>
          <a:xfrm>
            <a:off x="2272611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1406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0" name="Freeform 9"/>
          <p:cNvSpPr/>
          <p:nvPr/>
        </p:nvSpPr>
        <p:spPr>
          <a:xfrm>
            <a:off x="2849172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7966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  <p:sp>
        <p:nvSpPr>
          <p:cNvPr id="12" name="Freeform 11"/>
          <p:cNvSpPr/>
          <p:nvPr/>
        </p:nvSpPr>
        <p:spPr>
          <a:xfrm>
            <a:off x="3425732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4527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4" name="Freeform 13"/>
          <p:cNvSpPr/>
          <p:nvPr/>
        </p:nvSpPr>
        <p:spPr>
          <a:xfrm>
            <a:off x="4002293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1087" y="3661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7922" y="3835356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Observed stress (MPa)</a:t>
            </a:r>
          </a:p>
        </p:txBody>
      </p:sp>
      <p:sp>
        <p:nvSpPr>
          <p:cNvPr id="17" name="Freeform 16"/>
          <p:cNvSpPr/>
          <p:nvPr/>
        </p:nvSpPr>
        <p:spPr>
          <a:xfrm>
            <a:off x="516930" y="347865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510" y="339990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9" name="Freeform 18"/>
          <p:cNvSpPr/>
          <p:nvPr/>
        </p:nvSpPr>
        <p:spPr>
          <a:xfrm>
            <a:off x="516930" y="29802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510" y="290153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1" name="Freeform 20"/>
          <p:cNvSpPr/>
          <p:nvPr/>
        </p:nvSpPr>
        <p:spPr>
          <a:xfrm>
            <a:off x="516930" y="24819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510" y="240316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3" name="Freeform 22"/>
          <p:cNvSpPr/>
          <p:nvPr/>
        </p:nvSpPr>
        <p:spPr>
          <a:xfrm>
            <a:off x="516930" y="19835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510" y="19047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5" name="Freeform 24"/>
          <p:cNvSpPr/>
          <p:nvPr/>
        </p:nvSpPr>
        <p:spPr>
          <a:xfrm>
            <a:off x="516930" y="148517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510" y="140642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27" name="Freeform 26"/>
          <p:cNvSpPr/>
          <p:nvPr/>
        </p:nvSpPr>
        <p:spPr>
          <a:xfrm>
            <a:off x="516930" y="98680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510" y="90805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93980" y="1821180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Psafe(131MPa) | posterior</a:t>
            </a:r>
          </a:p>
        </p:txBody>
      </p:sp>
      <p:sp>
        <p:nvSpPr>
          <p:cNvPr id="30" name="Freeform 29"/>
          <p:cNvSpPr/>
          <p:nvPr/>
        </p:nvSpPr>
        <p:spPr>
          <a:xfrm>
            <a:off x="600586" y="737616"/>
            <a:ext cx="0" cy="2865628"/>
          </a:xfrm>
          <a:custGeom>
            <a:avLst/>
            <a:gdLst/>
            <a:ahLst/>
            <a:cxnLst/>
            <a:rect l="l" t="t" r="r" b="b"/>
            <a:pathLst>
              <a:path w="0" h="2865628">
                <a:moveTo>
                  <a:pt x="0" y="2865628"/>
                </a:moveTo>
                <a:lnTo>
                  <a:pt x="0" y="0"/>
                </a:lnTo>
                <a:close/>
              </a:path>
            </a:pathLst>
          </a:custGeom>
          <a:noFill/>
          <a:ln w="16510">
            <a:solidFill>
              <a:srgbClr val="C0392B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61380" y="2232726"/>
            <a:ext cx="3817984" cy="0"/>
          </a:xfrm>
          <a:custGeom>
            <a:avLst/>
            <a:gdLst/>
            <a:ahLst/>
            <a:cxnLst/>
            <a:rect l="l" t="t" r="r" b="b"/>
            <a:pathLst>
              <a:path w="3817984" h="0">
                <a:moveTo>
                  <a:pt x="0" y="0"/>
                </a:moveTo>
                <a:lnTo>
                  <a:pt x="3817984" y="0"/>
                </a:lnTo>
                <a:close/>
              </a:path>
            </a:pathLst>
          </a:custGeom>
          <a:noFill/>
          <a:ln w="10160">
            <a:solidFill>
              <a:srgbClr val="88888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61380" y="737616"/>
            <a:ext cx="0" cy="2865628"/>
          </a:xfrm>
          <a:custGeom>
            <a:avLst/>
            <a:gdLst/>
            <a:ahLst/>
            <a:cxnLst/>
            <a:rect l="l" t="t" r="r" b="b"/>
            <a:pathLst>
              <a:path w="0" h="2865628">
                <a:moveTo>
                  <a:pt x="0" y="28656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61380" y="3603244"/>
            <a:ext cx="3817984" cy="0"/>
          </a:xfrm>
          <a:custGeom>
            <a:avLst/>
            <a:gdLst/>
            <a:ahLst/>
            <a:cxnLst/>
            <a:rect l="l" t="t" r="r" b="b"/>
            <a:pathLst>
              <a:path w="3817984" h="0">
                <a:moveTo>
                  <a:pt x="0" y="0"/>
                </a:moveTo>
                <a:lnTo>
                  <a:pt x="381798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152" y="540766"/>
            <a:ext cx="366776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Posterior safety fraction vs observed stress</a:t>
            </a:r>
          </a:p>
        </p:txBody>
      </p:sp>
      <p:sp>
        <p:nvSpPr>
          <p:cNvPr id="35" name="Freeform 34"/>
          <p:cNvSpPr/>
          <p:nvPr/>
        </p:nvSpPr>
        <p:spPr>
          <a:xfrm>
            <a:off x="3254891" y="3429465"/>
            <a:ext cx="98374" cy="98373"/>
          </a:xfrm>
          <a:custGeom>
            <a:avLst/>
            <a:gdLst/>
            <a:ahLst/>
            <a:cxnLst/>
            <a:rect l="l" t="t" r="r" b="b"/>
            <a:pathLst>
              <a:path w="98374" h="98373">
                <a:moveTo>
                  <a:pt x="49187" y="98373"/>
                </a:moveTo>
                <a:lnTo>
                  <a:pt x="68010" y="94629"/>
                </a:lnTo>
                <a:close/>
                <a:lnTo>
                  <a:pt x="83968" y="83967"/>
                </a:lnTo>
                <a:close/>
                <a:lnTo>
                  <a:pt x="94630" y="68009"/>
                </a:lnTo>
                <a:close/>
                <a:lnTo>
                  <a:pt x="98374" y="49186"/>
                </a:lnTo>
                <a:close/>
                <a:lnTo>
                  <a:pt x="94630" y="30364"/>
                </a:lnTo>
                <a:close/>
                <a:lnTo>
                  <a:pt x="83968" y="14406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7" y="14406"/>
                </a:lnTo>
                <a:close/>
                <a:lnTo>
                  <a:pt x="3745" y="30364"/>
                </a:lnTo>
                <a:close/>
                <a:lnTo>
                  <a:pt x="0" y="49186"/>
                </a:lnTo>
                <a:close/>
                <a:lnTo>
                  <a:pt x="3745" y="68009"/>
                </a:lnTo>
                <a:close/>
                <a:lnTo>
                  <a:pt x="14407" y="83967"/>
                </a:lnTo>
                <a:close/>
                <a:lnTo>
                  <a:pt x="30364" y="94629"/>
                </a:lnTo>
                <a:close/>
                <a:lnTo>
                  <a:pt x="49187" y="98373"/>
                </a:lnTo>
                <a:close/>
                <a:lnTo>
                  <a:pt x="49187" y="98373"/>
                </a:lnTo>
                <a:close/>
              </a:path>
            </a:pathLst>
          </a:custGeom>
          <a:solidFill>
            <a:srgbClr val="FCAA5F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894208" y="3358862"/>
            <a:ext cx="98374" cy="98374"/>
          </a:xfrm>
          <a:custGeom>
            <a:avLst/>
            <a:gdLst/>
            <a:ahLst/>
            <a:cxnLst/>
            <a:rect l="l" t="t" r="r" b="b"/>
            <a:pathLst>
              <a:path w="98374" h="98374">
                <a:moveTo>
                  <a:pt x="49187" y="98374"/>
                </a:moveTo>
                <a:lnTo>
                  <a:pt x="68010" y="94630"/>
                </a:lnTo>
                <a:close/>
                <a:lnTo>
                  <a:pt x="83968" y="83967"/>
                </a:lnTo>
                <a:close/>
                <a:lnTo>
                  <a:pt x="94630" y="68010"/>
                </a:lnTo>
                <a:close/>
                <a:lnTo>
                  <a:pt x="98374" y="49187"/>
                </a:lnTo>
                <a:close/>
                <a:lnTo>
                  <a:pt x="94630" y="30364"/>
                </a:lnTo>
                <a:close/>
                <a:lnTo>
                  <a:pt x="83968" y="14407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7" y="14407"/>
                </a:lnTo>
                <a:close/>
                <a:lnTo>
                  <a:pt x="3745" y="30364"/>
                </a:lnTo>
                <a:close/>
                <a:lnTo>
                  <a:pt x="0" y="49187"/>
                </a:lnTo>
                <a:close/>
                <a:lnTo>
                  <a:pt x="3745" y="68010"/>
                </a:lnTo>
                <a:close/>
                <a:lnTo>
                  <a:pt x="14407" y="83967"/>
                </a:lnTo>
                <a:close/>
                <a:lnTo>
                  <a:pt x="30364" y="94630"/>
                </a:lnTo>
                <a:close/>
                <a:lnTo>
                  <a:pt x="49187" y="98374"/>
                </a:lnTo>
                <a:close/>
                <a:lnTo>
                  <a:pt x="49187" y="98374"/>
                </a:lnTo>
                <a:close/>
              </a:path>
            </a:pathLst>
          </a:custGeom>
          <a:solidFill>
            <a:srgbClr val="C9E881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876003" y="2877104"/>
            <a:ext cx="98373" cy="98374"/>
          </a:xfrm>
          <a:custGeom>
            <a:avLst/>
            <a:gdLst/>
            <a:ahLst/>
            <a:cxnLst/>
            <a:rect l="l" t="t" r="r" b="b"/>
            <a:pathLst>
              <a:path w="98373" h="98374">
                <a:moveTo>
                  <a:pt x="49186" y="98374"/>
                </a:moveTo>
                <a:lnTo>
                  <a:pt x="68009" y="94630"/>
                </a:lnTo>
                <a:close/>
                <a:lnTo>
                  <a:pt x="83967" y="83968"/>
                </a:lnTo>
                <a:close/>
                <a:lnTo>
                  <a:pt x="94629" y="68010"/>
                </a:lnTo>
                <a:close/>
                <a:lnTo>
                  <a:pt x="98373" y="49187"/>
                </a:lnTo>
                <a:close/>
                <a:lnTo>
                  <a:pt x="94629" y="30364"/>
                </a:lnTo>
                <a:close/>
                <a:lnTo>
                  <a:pt x="83967" y="14407"/>
                </a:lnTo>
                <a:close/>
                <a:lnTo>
                  <a:pt x="68009" y="3745"/>
                </a:lnTo>
                <a:close/>
                <a:lnTo>
                  <a:pt x="49186" y="0"/>
                </a:lnTo>
                <a:close/>
                <a:lnTo>
                  <a:pt x="30363" y="3745"/>
                </a:lnTo>
                <a:close/>
                <a:lnTo>
                  <a:pt x="14406" y="14407"/>
                </a:lnTo>
                <a:close/>
                <a:lnTo>
                  <a:pt x="3744" y="30364"/>
                </a:lnTo>
                <a:close/>
                <a:lnTo>
                  <a:pt x="0" y="49187"/>
                </a:lnTo>
                <a:close/>
                <a:lnTo>
                  <a:pt x="3744" y="68010"/>
                </a:lnTo>
                <a:close/>
                <a:lnTo>
                  <a:pt x="14406" y="83968"/>
                </a:lnTo>
                <a:close/>
                <a:lnTo>
                  <a:pt x="30363" y="94630"/>
                </a:lnTo>
                <a:close/>
                <a:lnTo>
                  <a:pt x="49186" y="98374"/>
                </a:lnTo>
                <a:close/>
                <a:lnTo>
                  <a:pt x="49186" y="98374"/>
                </a:lnTo>
                <a:close/>
              </a:path>
            </a:pathLst>
          </a:custGeom>
          <a:solidFill>
            <a:srgbClr val="279F53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703943" y="3313178"/>
            <a:ext cx="98374" cy="98374"/>
          </a:xfrm>
          <a:custGeom>
            <a:avLst/>
            <a:gdLst/>
            <a:ahLst/>
            <a:cxnLst/>
            <a:rect l="l" t="t" r="r" b="b"/>
            <a:pathLst>
              <a:path w="98374" h="98374">
                <a:moveTo>
                  <a:pt x="49187" y="98374"/>
                </a:moveTo>
                <a:lnTo>
                  <a:pt x="68010" y="94630"/>
                </a:lnTo>
                <a:close/>
                <a:lnTo>
                  <a:pt x="83968" y="83968"/>
                </a:lnTo>
                <a:close/>
                <a:lnTo>
                  <a:pt x="94630" y="68010"/>
                </a:lnTo>
                <a:close/>
                <a:lnTo>
                  <a:pt x="98374" y="49187"/>
                </a:lnTo>
                <a:close/>
                <a:lnTo>
                  <a:pt x="94630" y="30364"/>
                </a:lnTo>
                <a:close/>
                <a:lnTo>
                  <a:pt x="83968" y="14407"/>
                </a:lnTo>
                <a:close/>
                <a:lnTo>
                  <a:pt x="68010" y="3745"/>
                </a:lnTo>
                <a:close/>
                <a:lnTo>
                  <a:pt x="49187" y="0"/>
                </a:lnTo>
                <a:close/>
                <a:lnTo>
                  <a:pt x="30364" y="3745"/>
                </a:lnTo>
                <a:close/>
                <a:lnTo>
                  <a:pt x="14407" y="14407"/>
                </a:lnTo>
                <a:close/>
                <a:lnTo>
                  <a:pt x="3745" y="30364"/>
                </a:lnTo>
                <a:close/>
                <a:lnTo>
                  <a:pt x="0" y="49187"/>
                </a:lnTo>
                <a:close/>
                <a:lnTo>
                  <a:pt x="3745" y="68010"/>
                </a:lnTo>
                <a:close/>
                <a:lnTo>
                  <a:pt x="14407" y="83968"/>
                </a:lnTo>
                <a:close/>
                <a:lnTo>
                  <a:pt x="30364" y="94630"/>
                </a:lnTo>
                <a:close/>
                <a:lnTo>
                  <a:pt x="49187" y="98374"/>
                </a:lnTo>
                <a:close/>
                <a:lnTo>
                  <a:pt x="49187" y="98374"/>
                </a:lnTo>
                <a:close/>
              </a:path>
            </a:pathLst>
          </a:custGeom>
          <a:solidFill>
            <a:srgbClr val="B1DE71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894452" y="2557317"/>
            <a:ext cx="98374" cy="98374"/>
          </a:xfrm>
          <a:custGeom>
            <a:avLst/>
            <a:gdLst/>
            <a:ahLst/>
            <a:cxnLst/>
            <a:rect l="l" t="t" r="r" b="b"/>
            <a:pathLst>
              <a:path w="98374" h="98374">
                <a:moveTo>
                  <a:pt x="49187" y="98374"/>
                </a:moveTo>
                <a:lnTo>
                  <a:pt x="68010" y="94629"/>
                </a:lnTo>
                <a:close/>
                <a:lnTo>
                  <a:pt x="83968" y="83967"/>
                </a:lnTo>
                <a:close/>
                <a:lnTo>
                  <a:pt x="94630" y="68010"/>
                </a:lnTo>
                <a:close/>
                <a:lnTo>
                  <a:pt x="98374" y="49187"/>
                </a:lnTo>
                <a:close/>
                <a:lnTo>
                  <a:pt x="94630" y="30364"/>
                </a:lnTo>
                <a:close/>
                <a:lnTo>
                  <a:pt x="83968" y="14406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7" y="14406"/>
                </a:lnTo>
                <a:close/>
                <a:lnTo>
                  <a:pt x="3745" y="30364"/>
                </a:lnTo>
                <a:close/>
                <a:lnTo>
                  <a:pt x="0" y="49187"/>
                </a:lnTo>
                <a:close/>
                <a:lnTo>
                  <a:pt x="3745" y="68010"/>
                </a:lnTo>
                <a:close/>
                <a:lnTo>
                  <a:pt x="14407" y="83967"/>
                </a:lnTo>
                <a:close/>
                <a:lnTo>
                  <a:pt x="30364" y="94629"/>
                </a:lnTo>
                <a:close/>
                <a:lnTo>
                  <a:pt x="49187" y="98374"/>
                </a:lnTo>
                <a:close/>
                <a:lnTo>
                  <a:pt x="49187" y="98374"/>
                </a:lnTo>
                <a:close/>
              </a:path>
            </a:pathLst>
          </a:custGeom>
          <a:solidFill>
            <a:srgbClr val="2AA054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659637" y="3421158"/>
            <a:ext cx="98374" cy="98374"/>
          </a:xfrm>
          <a:custGeom>
            <a:avLst/>
            <a:gdLst/>
            <a:ahLst/>
            <a:cxnLst/>
            <a:rect l="l" t="t" r="r" b="b"/>
            <a:pathLst>
              <a:path w="98374" h="98374">
                <a:moveTo>
                  <a:pt x="49187" y="98374"/>
                </a:moveTo>
                <a:lnTo>
                  <a:pt x="68010" y="94630"/>
                </a:lnTo>
                <a:close/>
                <a:lnTo>
                  <a:pt x="83967" y="83968"/>
                </a:lnTo>
                <a:close/>
                <a:lnTo>
                  <a:pt x="94629" y="68010"/>
                </a:lnTo>
                <a:close/>
                <a:lnTo>
                  <a:pt x="98374" y="49187"/>
                </a:lnTo>
                <a:close/>
                <a:lnTo>
                  <a:pt x="94629" y="30364"/>
                </a:lnTo>
                <a:close/>
                <a:lnTo>
                  <a:pt x="83967" y="14407"/>
                </a:lnTo>
                <a:close/>
                <a:lnTo>
                  <a:pt x="68010" y="3745"/>
                </a:lnTo>
                <a:close/>
                <a:lnTo>
                  <a:pt x="49187" y="0"/>
                </a:lnTo>
                <a:close/>
                <a:lnTo>
                  <a:pt x="30364" y="3745"/>
                </a:lnTo>
                <a:close/>
                <a:lnTo>
                  <a:pt x="14406" y="14407"/>
                </a:lnTo>
                <a:close/>
                <a:lnTo>
                  <a:pt x="3744" y="30364"/>
                </a:lnTo>
                <a:close/>
                <a:lnTo>
                  <a:pt x="0" y="49187"/>
                </a:lnTo>
                <a:close/>
                <a:lnTo>
                  <a:pt x="3744" y="68010"/>
                </a:lnTo>
                <a:close/>
                <a:lnTo>
                  <a:pt x="14406" y="83968"/>
                </a:lnTo>
                <a:close/>
                <a:lnTo>
                  <a:pt x="30364" y="94630"/>
                </a:lnTo>
                <a:close/>
                <a:lnTo>
                  <a:pt x="49187" y="98374"/>
                </a:lnTo>
                <a:close/>
                <a:lnTo>
                  <a:pt x="49187" y="98374"/>
                </a:lnTo>
                <a:close/>
              </a:path>
            </a:pathLst>
          </a:custGeom>
          <a:solidFill>
            <a:srgbClr val="F26841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685738" y="2443107"/>
            <a:ext cx="98373" cy="98374"/>
          </a:xfrm>
          <a:custGeom>
            <a:avLst/>
            <a:gdLst/>
            <a:ahLst/>
            <a:cxnLst/>
            <a:rect l="l" t="t" r="r" b="b"/>
            <a:pathLst>
              <a:path w="98373" h="98374">
                <a:moveTo>
                  <a:pt x="49186" y="98374"/>
                </a:moveTo>
                <a:lnTo>
                  <a:pt x="68009" y="94630"/>
                </a:lnTo>
                <a:close/>
                <a:lnTo>
                  <a:pt x="83967" y="83967"/>
                </a:lnTo>
                <a:close/>
                <a:lnTo>
                  <a:pt x="94629" y="68010"/>
                </a:lnTo>
                <a:close/>
                <a:lnTo>
                  <a:pt x="98373" y="49187"/>
                </a:lnTo>
                <a:close/>
                <a:lnTo>
                  <a:pt x="94629" y="30364"/>
                </a:lnTo>
                <a:close/>
                <a:lnTo>
                  <a:pt x="83967" y="14407"/>
                </a:lnTo>
                <a:close/>
                <a:lnTo>
                  <a:pt x="68009" y="3744"/>
                </a:lnTo>
                <a:close/>
                <a:lnTo>
                  <a:pt x="49186" y="0"/>
                </a:lnTo>
                <a:close/>
                <a:lnTo>
                  <a:pt x="30363" y="3744"/>
                </a:lnTo>
                <a:close/>
                <a:lnTo>
                  <a:pt x="14406" y="14407"/>
                </a:lnTo>
                <a:close/>
                <a:lnTo>
                  <a:pt x="3744" y="30364"/>
                </a:lnTo>
                <a:close/>
                <a:lnTo>
                  <a:pt x="0" y="49187"/>
                </a:lnTo>
                <a:close/>
                <a:lnTo>
                  <a:pt x="3744" y="68010"/>
                </a:lnTo>
                <a:close/>
                <a:lnTo>
                  <a:pt x="14406" y="83967"/>
                </a:lnTo>
                <a:close/>
                <a:lnTo>
                  <a:pt x="30363" y="94630"/>
                </a:lnTo>
                <a:close/>
                <a:lnTo>
                  <a:pt x="49186" y="98374"/>
                </a:lnTo>
                <a:close/>
                <a:lnTo>
                  <a:pt x="49186" y="98374"/>
                </a:lnTo>
                <a:close/>
              </a:path>
            </a:pathLst>
          </a:custGeom>
          <a:solidFill>
            <a:srgbClr val="128A4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805662" y="2706828"/>
            <a:ext cx="98374" cy="98374"/>
          </a:xfrm>
          <a:custGeom>
            <a:avLst/>
            <a:gdLst/>
            <a:ahLst/>
            <a:cxnLst/>
            <a:rect l="l" t="t" r="r" b="b"/>
            <a:pathLst>
              <a:path w="98374" h="98374">
                <a:moveTo>
                  <a:pt x="49187" y="98374"/>
                </a:moveTo>
                <a:lnTo>
                  <a:pt x="68010" y="94629"/>
                </a:lnTo>
                <a:close/>
                <a:lnTo>
                  <a:pt x="83967" y="83967"/>
                </a:lnTo>
                <a:close/>
                <a:lnTo>
                  <a:pt x="94630" y="68010"/>
                </a:lnTo>
                <a:close/>
                <a:lnTo>
                  <a:pt x="98374" y="49187"/>
                </a:lnTo>
                <a:close/>
                <a:lnTo>
                  <a:pt x="94630" y="30364"/>
                </a:lnTo>
                <a:close/>
                <a:lnTo>
                  <a:pt x="83967" y="14406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7" y="14406"/>
                </a:lnTo>
                <a:close/>
                <a:lnTo>
                  <a:pt x="3744" y="30364"/>
                </a:lnTo>
                <a:close/>
                <a:lnTo>
                  <a:pt x="0" y="49187"/>
                </a:lnTo>
                <a:close/>
                <a:lnTo>
                  <a:pt x="3744" y="68010"/>
                </a:lnTo>
                <a:close/>
                <a:lnTo>
                  <a:pt x="14407" y="83967"/>
                </a:lnTo>
                <a:close/>
                <a:lnTo>
                  <a:pt x="30364" y="94629"/>
                </a:lnTo>
                <a:close/>
                <a:lnTo>
                  <a:pt x="49187" y="98374"/>
                </a:lnTo>
                <a:close/>
                <a:lnTo>
                  <a:pt x="49187" y="98374"/>
                </a:lnTo>
                <a:close/>
              </a:path>
            </a:pathLst>
          </a:custGeom>
          <a:solidFill>
            <a:srgbClr val="199750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156632" y="3429465"/>
            <a:ext cx="98374" cy="98373"/>
          </a:xfrm>
          <a:custGeom>
            <a:avLst/>
            <a:gdLst/>
            <a:ahLst/>
            <a:cxnLst/>
            <a:rect l="l" t="t" r="r" b="b"/>
            <a:pathLst>
              <a:path w="98374" h="98373">
                <a:moveTo>
                  <a:pt x="49187" y="98373"/>
                </a:moveTo>
                <a:lnTo>
                  <a:pt x="68010" y="94629"/>
                </a:lnTo>
                <a:close/>
                <a:lnTo>
                  <a:pt x="83967" y="83967"/>
                </a:lnTo>
                <a:close/>
                <a:lnTo>
                  <a:pt x="94630" y="68009"/>
                </a:lnTo>
                <a:close/>
                <a:lnTo>
                  <a:pt x="98374" y="49186"/>
                </a:lnTo>
                <a:close/>
                <a:lnTo>
                  <a:pt x="94630" y="30364"/>
                </a:lnTo>
                <a:close/>
                <a:lnTo>
                  <a:pt x="83967" y="14406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7" y="14406"/>
                </a:lnTo>
                <a:close/>
                <a:lnTo>
                  <a:pt x="3744" y="30364"/>
                </a:lnTo>
                <a:close/>
                <a:lnTo>
                  <a:pt x="0" y="49186"/>
                </a:lnTo>
                <a:close/>
                <a:lnTo>
                  <a:pt x="3744" y="68009"/>
                </a:lnTo>
                <a:close/>
                <a:lnTo>
                  <a:pt x="14407" y="83967"/>
                </a:lnTo>
                <a:close/>
                <a:lnTo>
                  <a:pt x="30364" y="94629"/>
                </a:lnTo>
                <a:close/>
                <a:lnTo>
                  <a:pt x="49187" y="98373"/>
                </a:lnTo>
                <a:close/>
                <a:lnTo>
                  <a:pt x="49187" y="98373"/>
                </a:lnTo>
                <a:close/>
              </a:path>
            </a:pathLst>
          </a:custGeom>
          <a:solidFill>
            <a:srgbClr val="C8222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3987700" y="3429465"/>
            <a:ext cx="98374" cy="98373"/>
          </a:xfrm>
          <a:custGeom>
            <a:avLst/>
            <a:gdLst/>
            <a:ahLst/>
            <a:cxnLst/>
            <a:rect l="l" t="t" r="r" b="b"/>
            <a:pathLst>
              <a:path w="98374" h="98373">
                <a:moveTo>
                  <a:pt x="49187" y="98373"/>
                </a:moveTo>
                <a:lnTo>
                  <a:pt x="68010" y="94629"/>
                </a:lnTo>
                <a:close/>
                <a:lnTo>
                  <a:pt x="83967" y="83967"/>
                </a:lnTo>
                <a:close/>
                <a:lnTo>
                  <a:pt x="94629" y="68009"/>
                </a:lnTo>
                <a:close/>
                <a:lnTo>
                  <a:pt x="98374" y="49186"/>
                </a:lnTo>
                <a:close/>
                <a:lnTo>
                  <a:pt x="94629" y="30364"/>
                </a:lnTo>
                <a:close/>
                <a:lnTo>
                  <a:pt x="83967" y="14406"/>
                </a:lnTo>
                <a:close/>
                <a:lnTo>
                  <a:pt x="68010" y="3744"/>
                </a:lnTo>
                <a:close/>
                <a:lnTo>
                  <a:pt x="49187" y="0"/>
                </a:lnTo>
                <a:close/>
                <a:lnTo>
                  <a:pt x="30364" y="3744"/>
                </a:lnTo>
                <a:close/>
                <a:lnTo>
                  <a:pt x="14406" y="14406"/>
                </a:lnTo>
                <a:close/>
                <a:lnTo>
                  <a:pt x="3744" y="30364"/>
                </a:lnTo>
                <a:close/>
                <a:lnTo>
                  <a:pt x="0" y="49186"/>
                </a:lnTo>
                <a:close/>
                <a:lnTo>
                  <a:pt x="3744" y="68009"/>
                </a:lnTo>
                <a:close/>
                <a:lnTo>
                  <a:pt x="14406" y="83967"/>
                </a:lnTo>
                <a:close/>
                <a:lnTo>
                  <a:pt x="30364" y="94629"/>
                </a:lnTo>
                <a:close/>
                <a:lnTo>
                  <a:pt x="49187" y="98373"/>
                </a:lnTo>
                <a:close/>
                <a:lnTo>
                  <a:pt x="49187" y="98373"/>
                </a:lnTo>
                <a:close/>
              </a:path>
            </a:pathLst>
          </a:custGeom>
          <a:solidFill>
            <a:srgbClr val="DA362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019257" y="788416"/>
            <a:ext cx="1309307" cy="179610"/>
          </a:xfrm>
          <a:custGeom>
            <a:avLst/>
            <a:gdLst/>
            <a:ahLst/>
            <a:cxnLst/>
            <a:rect l="l" t="t" r="r" b="b"/>
            <a:pathLst>
              <a:path w="1309307" h="179610">
                <a:moveTo>
                  <a:pt x="20320" y="179610"/>
                </a:moveTo>
                <a:lnTo>
                  <a:pt x="1288987" y="179610"/>
                </a:lnTo>
                <a:close/>
                <a:lnTo>
                  <a:pt x="1304227" y="174530"/>
                </a:lnTo>
                <a:close/>
                <a:lnTo>
                  <a:pt x="1309307" y="159290"/>
                </a:lnTo>
                <a:close/>
                <a:lnTo>
                  <a:pt x="1309307" y="20320"/>
                </a:lnTo>
                <a:close/>
                <a:lnTo>
                  <a:pt x="1304227" y="5080"/>
                </a:lnTo>
                <a:close/>
                <a:lnTo>
                  <a:pt x="1288987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90"/>
                </a:lnTo>
                <a:close/>
                <a:lnTo>
                  <a:pt x="5080" y="174530"/>
                </a:lnTo>
                <a:close/>
                <a:lnTo>
                  <a:pt x="20320" y="179610"/>
                </a:lnTo>
                <a:close/>
                <a:lnTo>
                  <a:pt x="20320" y="17961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059897" y="870696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6510">
            <a:solidFill>
              <a:srgbClr val="C0392B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4377" y="804656"/>
            <a:ext cx="11379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93350" y="737616"/>
            <a:ext cx="4772480" cy="2865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0281" y="874074"/>
            <a:ext cx="410410" cy="2729170"/>
          </a:xfrm>
          <a:prstGeom prst="rect">
            <a:avLst/>
          </a:prstGeom>
          <a:solidFill>
            <a:srgbClr val="C0392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382880" y="3603244"/>
            <a:ext cx="410410" cy="0"/>
          </a:xfrm>
          <a:custGeom>
            <a:avLst/>
            <a:gdLst/>
            <a:ahLst/>
            <a:cxnLst/>
            <a:rect l="l" t="t" r="r" b="b"/>
            <a:pathLst>
              <a:path w="410410" h="0">
                <a:moveTo>
                  <a:pt x="0" y="0"/>
                </a:moveTo>
                <a:lnTo>
                  <a:pt x="410410" y="0"/>
                </a:lnTo>
                <a:close/>
                <a:lnTo>
                  <a:pt x="4104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C0392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555480" y="3603244"/>
            <a:ext cx="410409" cy="0"/>
          </a:xfrm>
          <a:custGeom>
            <a:avLst/>
            <a:gdLst/>
            <a:ahLst/>
            <a:cxnLst/>
            <a:rect l="l" t="t" r="r" b="b"/>
            <a:pathLst>
              <a:path w="410409" h="0">
                <a:moveTo>
                  <a:pt x="0" y="0"/>
                </a:moveTo>
                <a:lnTo>
                  <a:pt x="410409" y="0"/>
                </a:lnTo>
                <a:close/>
                <a:lnTo>
                  <a:pt x="41040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C0392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728079" y="3603244"/>
            <a:ext cx="410410" cy="0"/>
          </a:xfrm>
          <a:custGeom>
            <a:avLst/>
            <a:gdLst/>
            <a:ahLst/>
            <a:cxnLst/>
            <a:rect l="l" t="t" r="r" b="b"/>
            <a:pathLst>
              <a:path w="410410" h="0">
                <a:moveTo>
                  <a:pt x="0" y="0"/>
                </a:moveTo>
                <a:lnTo>
                  <a:pt x="410410" y="0"/>
                </a:lnTo>
                <a:close/>
                <a:lnTo>
                  <a:pt x="4104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C0392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20690" y="1331553"/>
            <a:ext cx="410410" cy="2271691"/>
          </a:xfrm>
          <a:prstGeom prst="rect">
            <a:avLst/>
          </a:prstGeom>
          <a:solidFill>
            <a:srgbClr val="57A77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793290" y="3603244"/>
            <a:ext cx="410410" cy="0"/>
          </a:xfrm>
          <a:custGeom>
            <a:avLst/>
            <a:gdLst/>
            <a:ahLst/>
            <a:cxnLst/>
            <a:rect l="l" t="t" r="r" b="b"/>
            <a:pathLst>
              <a:path w="410410" h="0">
                <a:moveTo>
                  <a:pt x="0" y="0"/>
                </a:moveTo>
                <a:lnTo>
                  <a:pt x="410410" y="0"/>
                </a:lnTo>
                <a:close/>
                <a:lnTo>
                  <a:pt x="4104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57A77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965889" y="3603244"/>
            <a:ext cx="410410" cy="0"/>
          </a:xfrm>
          <a:custGeom>
            <a:avLst/>
            <a:gdLst/>
            <a:ahLst/>
            <a:cxnLst/>
            <a:rect l="l" t="t" r="r" b="b"/>
            <a:pathLst>
              <a:path w="410410" h="0">
                <a:moveTo>
                  <a:pt x="0" y="0"/>
                </a:moveTo>
                <a:lnTo>
                  <a:pt x="410410" y="0"/>
                </a:lnTo>
                <a:close/>
                <a:lnTo>
                  <a:pt x="4104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57A77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138489" y="3603244"/>
            <a:ext cx="410410" cy="0"/>
          </a:xfrm>
          <a:custGeom>
            <a:avLst/>
            <a:gdLst/>
            <a:ahLst/>
            <a:cxnLst/>
            <a:rect l="l" t="t" r="r" b="b"/>
            <a:pathLst>
              <a:path w="410410" h="0">
                <a:moveTo>
                  <a:pt x="0" y="0"/>
                </a:moveTo>
                <a:lnTo>
                  <a:pt x="410410" y="0"/>
                </a:lnTo>
                <a:close/>
                <a:lnTo>
                  <a:pt x="4104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57A77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6620690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0393" y="3664694"/>
            <a:ext cx="3886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Eint</a:t>
            </a:r>
          </a:p>
        </p:txBody>
      </p:sp>
      <p:sp>
        <p:nvSpPr>
          <p:cNvPr id="59" name="Freeform 58"/>
          <p:cNvSpPr/>
          <p:nvPr/>
        </p:nvSpPr>
        <p:spPr>
          <a:xfrm>
            <a:off x="7793290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58416" y="3664694"/>
            <a:ext cx="4572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61" name="Freeform 60"/>
          <p:cNvSpPr/>
          <p:nvPr/>
        </p:nvSpPr>
        <p:spPr>
          <a:xfrm>
            <a:off x="8965889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94452" y="3664694"/>
            <a:ext cx="32004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αsl</a:t>
            </a:r>
          </a:p>
        </p:txBody>
      </p:sp>
      <p:sp>
        <p:nvSpPr>
          <p:cNvPr id="63" name="Freeform 62"/>
          <p:cNvSpPr/>
          <p:nvPr/>
        </p:nvSpPr>
        <p:spPr>
          <a:xfrm>
            <a:off x="10138489" y="36032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06485" y="3664694"/>
            <a:ext cx="1828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ν</a:t>
            </a:r>
          </a:p>
        </p:txBody>
      </p:sp>
      <p:sp>
        <p:nvSpPr>
          <p:cNvPr id="65" name="Freeform 64"/>
          <p:cNvSpPr/>
          <p:nvPr/>
        </p:nvSpPr>
        <p:spPr>
          <a:xfrm>
            <a:off x="5948900" y="36032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02480" y="352449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67" name="Freeform 66"/>
          <p:cNvSpPr/>
          <p:nvPr/>
        </p:nvSpPr>
        <p:spPr>
          <a:xfrm>
            <a:off x="5948900" y="31528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02480" y="307412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69" name="Freeform 68"/>
          <p:cNvSpPr/>
          <p:nvPr/>
        </p:nvSpPr>
        <p:spPr>
          <a:xfrm>
            <a:off x="5948900" y="27025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02480" y="262375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71" name="Freeform 70"/>
          <p:cNvSpPr/>
          <p:nvPr/>
        </p:nvSpPr>
        <p:spPr>
          <a:xfrm>
            <a:off x="5948900" y="22521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02480" y="217338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73" name="Freeform 72"/>
          <p:cNvSpPr/>
          <p:nvPr/>
        </p:nvSpPr>
        <p:spPr>
          <a:xfrm>
            <a:off x="5948900" y="18017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02480" y="172301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75" name="Freeform 74"/>
          <p:cNvSpPr/>
          <p:nvPr/>
        </p:nvSpPr>
        <p:spPr>
          <a:xfrm>
            <a:off x="5948900" y="135139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02480" y="127264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77" name="Freeform 76"/>
          <p:cNvSpPr/>
          <p:nvPr/>
        </p:nvSpPr>
        <p:spPr>
          <a:xfrm>
            <a:off x="5948900" y="9010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02480" y="82227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79" name="TextBox 78"/>
          <p:cNvSpPr txBox="1"/>
          <p:nvPr/>
        </p:nvSpPr>
        <p:spPr>
          <a:xfrm rot="16200000">
            <a:off x="5530018" y="1747054"/>
            <a:ext cx="2336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Posterior std (natural units)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93350" y="5725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1e10</a:t>
            </a:r>
          </a:p>
        </p:txBody>
      </p:sp>
      <p:sp>
        <p:nvSpPr>
          <p:cNvPr id="81" name="Freeform 80"/>
          <p:cNvSpPr/>
          <p:nvPr/>
        </p:nvSpPr>
        <p:spPr>
          <a:xfrm>
            <a:off x="5993350" y="737616"/>
            <a:ext cx="0" cy="2865628"/>
          </a:xfrm>
          <a:custGeom>
            <a:avLst/>
            <a:gdLst/>
            <a:ahLst/>
            <a:cxnLst/>
            <a:rect l="l" t="t" r="r" b="b"/>
            <a:pathLst>
              <a:path w="0" h="2865628">
                <a:moveTo>
                  <a:pt x="0" y="28656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5993350" y="3603244"/>
            <a:ext cx="4772480" cy="0"/>
          </a:xfrm>
          <a:custGeom>
            <a:avLst/>
            <a:gdLst/>
            <a:ahLst/>
            <a:cxnLst/>
            <a:rect l="l" t="t" r="r" b="b"/>
            <a:pathLst>
              <a:path w="4772480" h="0">
                <a:moveTo>
                  <a:pt x="0" y="0"/>
                </a:moveTo>
                <a:lnTo>
                  <a:pt x="477248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99902" y="405664"/>
            <a:ext cx="25095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Posterior standard deviation</a:t>
            </a:r>
          </a:p>
        </p:txBody>
      </p:sp>
      <p:sp>
        <p:nvSpPr>
          <p:cNvPr id="84" name="Freeform 83"/>
          <p:cNvSpPr/>
          <p:nvPr/>
        </p:nvSpPr>
        <p:spPr>
          <a:xfrm>
            <a:off x="9512625" y="788416"/>
            <a:ext cx="1202405" cy="328740"/>
          </a:xfrm>
          <a:custGeom>
            <a:avLst/>
            <a:gdLst/>
            <a:ahLst/>
            <a:cxnLst/>
            <a:rect l="l" t="t" r="r" b="b"/>
            <a:pathLst>
              <a:path w="1202405" h="328740">
                <a:moveTo>
                  <a:pt x="20320" y="328740"/>
                </a:moveTo>
                <a:lnTo>
                  <a:pt x="1182085" y="328740"/>
                </a:lnTo>
                <a:close/>
                <a:lnTo>
                  <a:pt x="1197325" y="323660"/>
                </a:lnTo>
                <a:close/>
                <a:lnTo>
                  <a:pt x="1202405" y="308420"/>
                </a:lnTo>
                <a:close/>
                <a:lnTo>
                  <a:pt x="1202405" y="20320"/>
                </a:lnTo>
                <a:close/>
                <a:lnTo>
                  <a:pt x="1197325" y="5080"/>
                </a:lnTo>
                <a:close/>
                <a:lnTo>
                  <a:pt x="1182085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420"/>
                </a:lnTo>
                <a:close/>
                <a:lnTo>
                  <a:pt x="5080" y="323660"/>
                </a:lnTo>
                <a:close/>
                <a:lnTo>
                  <a:pt x="20320" y="328740"/>
                </a:lnTo>
                <a:close/>
                <a:lnTo>
                  <a:pt x="20320" y="32874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553265" y="835136"/>
            <a:ext cx="203200" cy="71120"/>
          </a:xfrm>
          <a:prstGeom prst="rect">
            <a:avLst/>
          </a:prstGeom>
          <a:solidFill>
            <a:srgbClr val="C0392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37745" y="804656"/>
            <a:ext cx="10769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High-stress case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53265" y="984266"/>
            <a:ext cx="203200" cy="71120"/>
          </a:xfrm>
          <a:prstGeom prst="rect">
            <a:avLst/>
          </a:prstGeom>
          <a:solidFill>
            <a:srgbClr val="57A77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837745" y="953786"/>
            <a:ext cx="10160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Low-stress case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17988" y="952538"/>
            <a:ext cx="121789" cy="2435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739777" y="33303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828677" y="325162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130</a:t>
            </a:r>
          </a:p>
        </p:txBody>
      </p:sp>
      <p:sp>
        <p:nvSpPr>
          <p:cNvPr id="92" name="Freeform 91"/>
          <p:cNvSpPr/>
          <p:nvPr/>
        </p:nvSpPr>
        <p:spPr>
          <a:xfrm>
            <a:off x="4739777" y="29833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28677" y="29046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94" name="Freeform 93"/>
          <p:cNvSpPr/>
          <p:nvPr/>
        </p:nvSpPr>
        <p:spPr>
          <a:xfrm>
            <a:off x="4739777" y="263642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28677" y="255767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96" name="Freeform 95"/>
          <p:cNvSpPr/>
          <p:nvPr/>
        </p:nvSpPr>
        <p:spPr>
          <a:xfrm>
            <a:off x="4739777" y="228944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828677" y="221069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98" name="Freeform 97"/>
          <p:cNvSpPr/>
          <p:nvPr/>
        </p:nvSpPr>
        <p:spPr>
          <a:xfrm>
            <a:off x="4739777" y="19424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28677" y="186371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  <p:sp>
        <p:nvSpPr>
          <p:cNvPr id="100" name="Freeform 99"/>
          <p:cNvSpPr/>
          <p:nvPr/>
        </p:nvSpPr>
        <p:spPr>
          <a:xfrm>
            <a:off x="4739777" y="15954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828677" y="151673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4739777" y="12485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28677" y="116976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104" name="TextBox 103"/>
          <p:cNvSpPr txBox="1"/>
          <p:nvPr/>
        </p:nvSpPr>
        <p:spPr>
          <a:xfrm rot="16200000">
            <a:off x="5123138" y="1892280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Observed stress (MPa)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4617988" y="952538"/>
            <a:ext cx="121789" cy="2435784"/>
          </a:xfrm>
          <a:custGeom>
            <a:avLst/>
            <a:gdLst/>
            <a:ahLst/>
            <a:cxnLst/>
            <a:rect l="l" t="t" r="r" b="b"/>
            <a:pathLst>
              <a:path w="121789" h="2435784">
                <a:moveTo>
                  <a:pt x="0" y="2435784"/>
                </a:moveTo>
                <a:lnTo>
                  <a:pt x="60894" y="2435784"/>
                </a:lnTo>
                <a:close/>
                <a:lnTo>
                  <a:pt x="121789" y="2435784"/>
                </a:lnTo>
                <a:close/>
                <a:lnTo>
                  <a:pt x="121789" y="0"/>
                </a:lnTo>
                <a:close/>
                <a:lnTo>
                  <a:pt x="60894" y="0"/>
                </a:lnTo>
                <a:close/>
                <a:lnTo>
                  <a:pt x="0" y="0"/>
                </a:lnTo>
                <a:close/>
                <a:lnTo>
                  <a:pt x="0" y="2435784"/>
                </a:lnTo>
                <a:close/>
                <a:lnTo>
                  <a:pt x="0" y="2435784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51614" y="55507"/>
            <a:ext cx="582168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5 (v2) | Posterior risk curve and parameter contraction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612999" cy="40516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3641" y="739140"/>
            <a:ext cx="2646414" cy="28482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59883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8898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1.7</a:t>
            </a:r>
          </a:p>
        </p:txBody>
      </p:sp>
      <p:sp>
        <p:nvSpPr>
          <p:cNvPr id="6" name="Freeform 5"/>
          <p:cNvSpPr/>
          <p:nvPr/>
        </p:nvSpPr>
        <p:spPr>
          <a:xfrm>
            <a:off x="1451721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0736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8" name="Freeform 7"/>
          <p:cNvSpPr/>
          <p:nvPr/>
        </p:nvSpPr>
        <p:spPr>
          <a:xfrm>
            <a:off x="1943558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2574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1.9</a:t>
            </a:r>
          </a:p>
        </p:txBody>
      </p:sp>
      <p:sp>
        <p:nvSpPr>
          <p:cNvPr id="10" name="Freeform 9"/>
          <p:cNvSpPr/>
          <p:nvPr/>
        </p:nvSpPr>
        <p:spPr>
          <a:xfrm>
            <a:off x="2435396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4411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2" name="Freeform 11"/>
          <p:cNvSpPr/>
          <p:nvPr/>
        </p:nvSpPr>
        <p:spPr>
          <a:xfrm>
            <a:off x="2927234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6249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4936" y="3825623"/>
            <a:ext cx="10160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Eintercept (Pa)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9499" y="380680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16" name="Freeform 15"/>
          <p:cNvSpPr/>
          <p:nvPr/>
        </p:nvSpPr>
        <p:spPr>
          <a:xfrm>
            <a:off x="579191" y="325876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968" y="318001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0.94</a:t>
            </a:r>
          </a:p>
        </p:txBody>
      </p:sp>
      <p:sp>
        <p:nvSpPr>
          <p:cNvPr id="18" name="Freeform 17"/>
          <p:cNvSpPr/>
          <p:nvPr/>
        </p:nvSpPr>
        <p:spPr>
          <a:xfrm>
            <a:off x="579191" y="27362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968" y="26574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0.96</a:t>
            </a:r>
          </a:p>
        </p:txBody>
      </p:sp>
      <p:sp>
        <p:nvSpPr>
          <p:cNvPr id="20" name="Freeform 19"/>
          <p:cNvSpPr/>
          <p:nvPr/>
        </p:nvSpPr>
        <p:spPr>
          <a:xfrm>
            <a:off x="579191" y="221372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968" y="213497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0.98</a:t>
            </a:r>
          </a:p>
        </p:txBody>
      </p:sp>
      <p:sp>
        <p:nvSpPr>
          <p:cNvPr id="22" name="Freeform 21"/>
          <p:cNvSpPr/>
          <p:nvPr/>
        </p:nvSpPr>
        <p:spPr>
          <a:xfrm>
            <a:off x="579191" y="169120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968" y="161245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24" name="Freeform 23"/>
          <p:cNvSpPr/>
          <p:nvPr/>
        </p:nvSpPr>
        <p:spPr>
          <a:xfrm>
            <a:off x="579191" y="11686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968" y="108993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1.02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103838" y="1938731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αbase (K−1)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41" y="57404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28" name="Freeform 27"/>
          <p:cNvSpPr/>
          <p:nvPr/>
        </p:nvSpPr>
        <p:spPr>
          <a:xfrm>
            <a:off x="623641" y="739140"/>
            <a:ext cx="0" cy="2848254"/>
          </a:xfrm>
          <a:custGeom>
            <a:avLst/>
            <a:gdLst/>
            <a:ahLst/>
            <a:cxnLst/>
            <a:rect l="l" t="t" r="r" b="b"/>
            <a:pathLst>
              <a:path w="0" h="2848254">
                <a:moveTo>
                  <a:pt x="0" y="2848254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623641" y="3587394"/>
            <a:ext cx="2646414" cy="0"/>
          </a:xfrm>
          <a:custGeom>
            <a:avLst/>
            <a:gdLst/>
            <a:ahLst/>
            <a:cxnLst/>
            <a:rect l="l" t="t" r="r" b="b"/>
            <a:pathLst>
              <a:path w="2646414" h="0">
                <a:moveTo>
                  <a:pt x="0" y="0"/>
                </a:moveTo>
                <a:lnTo>
                  <a:pt x="264641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2208" y="548640"/>
            <a:ext cx="18973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Posterior mean: E vs alpha</a:t>
            </a:r>
          </a:p>
        </p:txBody>
      </p:sp>
      <p:sp>
        <p:nvSpPr>
          <p:cNvPr id="31" name="Freeform 30"/>
          <p:cNvSpPr/>
          <p:nvPr/>
        </p:nvSpPr>
        <p:spPr>
          <a:xfrm>
            <a:off x="1233120" y="3255031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16914D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730951" y="2716183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51B35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91492" y="3112499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17934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90805" y="340480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4703B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613867" y="2532662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30A35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300958" y="2808186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0683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915019" y="245729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1D0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820185" y="2703324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3D1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20134" y="2517253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7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7" y="0"/>
                </a:lnTo>
                <a:close/>
                <a:lnTo>
                  <a:pt x="32796" y="4045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2"/>
                </a:lnTo>
                <a:close/>
                <a:lnTo>
                  <a:pt x="53127" y="106256"/>
                </a:lnTo>
                <a:close/>
                <a:lnTo>
                  <a:pt x="53127" y="106256"/>
                </a:lnTo>
                <a:close/>
              </a:path>
            </a:pathLst>
          </a:custGeom>
          <a:solidFill>
            <a:srgbClr val="8CCD6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351156" y="317912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75C465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676548" y="245080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BD4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575194" y="293921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DD5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741849" y="1252667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CAA5F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08957" y="172457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67C4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096636" y="81547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BB15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903944" y="107919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ECA7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810747" y="2495079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E3F39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778527" y="1596203"/>
            <a:ext cx="106256" cy="106255"/>
          </a:xfrm>
          <a:custGeom>
            <a:avLst/>
            <a:gdLst/>
            <a:ahLst/>
            <a:cxnLst/>
            <a:rect l="l" t="t" r="r" b="b"/>
            <a:pathLst>
              <a:path w="106256" h="106255">
                <a:moveTo>
                  <a:pt x="53128" y="106255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7"/>
                </a:lnTo>
                <a:close/>
                <a:lnTo>
                  <a:pt x="102211" y="32796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4" y="32796"/>
                </a:lnTo>
                <a:close/>
                <a:lnTo>
                  <a:pt x="0" y="53127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5"/>
                </a:lnTo>
                <a:close/>
                <a:lnTo>
                  <a:pt x="53128" y="106255"/>
                </a:lnTo>
                <a:close/>
              </a:path>
            </a:pathLst>
          </a:custGeom>
          <a:solidFill>
            <a:srgbClr val="A500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53656" y="739140"/>
            <a:ext cx="2646414" cy="28482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189898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88913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1.7</a:t>
            </a:r>
          </a:p>
        </p:txBody>
      </p:sp>
      <p:sp>
        <p:nvSpPr>
          <p:cNvPr id="52" name="Freeform 51"/>
          <p:cNvSpPr/>
          <p:nvPr/>
        </p:nvSpPr>
        <p:spPr>
          <a:xfrm>
            <a:off x="5681735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80750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54" name="Freeform 53"/>
          <p:cNvSpPr/>
          <p:nvPr/>
        </p:nvSpPr>
        <p:spPr>
          <a:xfrm>
            <a:off x="6173573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72588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1.9</a:t>
            </a:r>
          </a:p>
        </p:txBody>
      </p:sp>
      <p:sp>
        <p:nvSpPr>
          <p:cNvPr id="56" name="Freeform 55"/>
          <p:cNvSpPr/>
          <p:nvPr/>
        </p:nvSpPr>
        <p:spPr>
          <a:xfrm>
            <a:off x="6665410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64426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58" name="Freeform 57"/>
          <p:cNvSpPr/>
          <p:nvPr/>
        </p:nvSpPr>
        <p:spPr>
          <a:xfrm>
            <a:off x="7157248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6263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2.1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64951" y="3825623"/>
            <a:ext cx="10160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Eintercept (Pa)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9514" y="380680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62" name="Freeform 61"/>
          <p:cNvSpPr/>
          <p:nvPr/>
        </p:nvSpPr>
        <p:spPr>
          <a:xfrm>
            <a:off x="4809206" y="33012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81982" y="322249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4.80</a:t>
            </a:r>
          </a:p>
        </p:txBody>
      </p:sp>
      <p:sp>
        <p:nvSpPr>
          <p:cNvPr id="64" name="Freeform 63"/>
          <p:cNvSpPr/>
          <p:nvPr/>
        </p:nvSpPr>
        <p:spPr>
          <a:xfrm>
            <a:off x="4809206" y="286604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1982" y="278729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4.85</a:t>
            </a:r>
          </a:p>
        </p:txBody>
      </p:sp>
      <p:sp>
        <p:nvSpPr>
          <p:cNvPr id="66" name="Freeform 65"/>
          <p:cNvSpPr/>
          <p:nvPr/>
        </p:nvSpPr>
        <p:spPr>
          <a:xfrm>
            <a:off x="4809206" y="24308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81982" y="23521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4.90</a:t>
            </a:r>
          </a:p>
        </p:txBody>
      </p:sp>
      <p:sp>
        <p:nvSpPr>
          <p:cNvPr id="68" name="Freeform 67"/>
          <p:cNvSpPr/>
          <p:nvPr/>
        </p:nvSpPr>
        <p:spPr>
          <a:xfrm>
            <a:off x="4809206" y="19956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81982" y="191690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4.95</a:t>
            </a:r>
          </a:p>
        </p:txBody>
      </p:sp>
      <p:sp>
        <p:nvSpPr>
          <p:cNvPr id="70" name="Freeform 69"/>
          <p:cNvSpPr/>
          <p:nvPr/>
        </p:nvSpPr>
        <p:spPr>
          <a:xfrm>
            <a:off x="4809206" y="156045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1982" y="148170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5.00</a:t>
            </a:r>
          </a:p>
        </p:txBody>
      </p:sp>
      <p:sp>
        <p:nvSpPr>
          <p:cNvPr id="72" name="Freeform 71"/>
          <p:cNvSpPr/>
          <p:nvPr/>
        </p:nvSpPr>
        <p:spPr>
          <a:xfrm>
            <a:off x="4809206" y="11252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81982" y="104651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5.05</a:t>
            </a:r>
          </a:p>
        </p:txBody>
      </p:sp>
      <p:sp>
        <p:nvSpPr>
          <p:cNvPr id="74" name="TextBox 73"/>
          <p:cNvSpPr txBox="1"/>
          <p:nvPr/>
        </p:nvSpPr>
        <p:spPr>
          <a:xfrm rot="16200000">
            <a:off x="4323486" y="1918411"/>
            <a:ext cx="8331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αslope (K−2)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53656" y="57404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76" name="Freeform 75"/>
          <p:cNvSpPr/>
          <p:nvPr/>
        </p:nvSpPr>
        <p:spPr>
          <a:xfrm>
            <a:off x="4853656" y="739140"/>
            <a:ext cx="0" cy="2848254"/>
          </a:xfrm>
          <a:custGeom>
            <a:avLst/>
            <a:gdLst/>
            <a:ahLst/>
            <a:cxnLst/>
            <a:rect l="l" t="t" r="r" b="b"/>
            <a:pathLst>
              <a:path w="0" h="2848254">
                <a:moveTo>
                  <a:pt x="0" y="2848254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4853656" y="3587394"/>
            <a:ext cx="2646414" cy="0"/>
          </a:xfrm>
          <a:custGeom>
            <a:avLst/>
            <a:gdLst/>
            <a:ahLst/>
            <a:cxnLst/>
            <a:rect l="l" t="t" r="r" b="b"/>
            <a:pathLst>
              <a:path w="2646414" h="0">
                <a:moveTo>
                  <a:pt x="0" y="0"/>
                </a:moveTo>
                <a:lnTo>
                  <a:pt x="264641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12223" y="548640"/>
            <a:ext cx="18973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Posterior mean: E vs alpha</a:t>
            </a:r>
          </a:p>
        </p:txBody>
      </p:sp>
      <p:sp>
        <p:nvSpPr>
          <p:cNvPr id="79" name="Freeform 78"/>
          <p:cNvSpPr/>
          <p:nvPr/>
        </p:nvSpPr>
        <p:spPr>
          <a:xfrm>
            <a:off x="5463135" y="2610595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7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7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1"/>
                </a:lnTo>
                <a:close/>
                <a:lnTo>
                  <a:pt x="53127" y="106256"/>
                </a:lnTo>
                <a:close/>
                <a:lnTo>
                  <a:pt x="53127" y="106256"/>
                </a:lnTo>
                <a:close/>
              </a:path>
            </a:pathLst>
          </a:custGeom>
          <a:solidFill>
            <a:srgbClr val="16914D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960966" y="2427384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51B35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5321507" y="2776899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17934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4920819" y="340480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4703B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5843881" y="253231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30A35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5530973" y="295137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0683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6145034" y="2206967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6" y="4045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1D0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050200" y="2559135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3D1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5150148" y="2963266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8CCD6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5581171" y="241109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75C465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5906563" y="2092652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BD4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5805208" y="292908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DD5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6971863" y="172795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CAA5F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6638971" y="1690797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67C4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7326650" y="81547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BB15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133959" y="1055544"/>
            <a:ext cx="106256" cy="106255"/>
          </a:xfrm>
          <a:custGeom>
            <a:avLst/>
            <a:gdLst/>
            <a:ahLst/>
            <a:cxnLst/>
            <a:rect l="l" t="t" r="r" b="b"/>
            <a:pathLst>
              <a:path w="106256" h="106255">
                <a:moveTo>
                  <a:pt x="53128" y="106255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6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4" y="32796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5"/>
                </a:lnTo>
                <a:close/>
                <a:lnTo>
                  <a:pt x="53128" y="106255"/>
                </a:lnTo>
                <a:close/>
              </a:path>
            </a:pathLst>
          </a:custGeom>
          <a:solidFill>
            <a:srgbClr val="FECA7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6040762" y="2019194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E3F39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7008541" y="1197617"/>
            <a:ext cx="106256" cy="106255"/>
          </a:xfrm>
          <a:custGeom>
            <a:avLst/>
            <a:gdLst/>
            <a:ahLst/>
            <a:cxnLst/>
            <a:rect l="l" t="t" r="r" b="b"/>
            <a:pathLst>
              <a:path w="106256" h="106255">
                <a:moveTo>
                  <a:pt x="53128" y="106255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6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5" y="32796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5"/>
                </a:lnTo>
                <a:close/>
                <a:lnTo>
                  <a:pt x="53128" y="106255"/>
                </a:lnTo>
                <a:close/>
              </a:path>
            </a:pathLst>
          </a:custGeom>
          <a:solidFill>
            <a:srgbClr val="A500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83670" y="739140"/>
            <a:ext cx="2646414" cy="28482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9389012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47625" y="36457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0.94</a:t>
            </a:r>
          </a:p>
        </p:txBody>
      </p:sp>
      <p:sp>
        <p:nvSpPr>
          <p:cNvPr id="100" name="Freeform 99"/>
          <p:cNvSpPr/>
          <p:nvPr/>
        </p:nvSpPr>
        <p:spPr>
          <a:xfrm>
            <a:off x="9874503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33116" y="36457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0.96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10359994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18607" y="36457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0.98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10845485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704098" y="36457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11330976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189590" y="36457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43733" y="3837005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αbase (K−1)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83910" y="380680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110" name="Freeform 109"/>
          <p:cNvSpPr/>
          <p:nvPr/>
        </p:nvSpPr>
        <p:spPr>
          <a:xfrm>
            <a:off x="9039220" y="33012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711997" y="322249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4.80</a:t>
            </a:r>
          </a:p>
        </p:txBody>
      </p:sp>
      <p:sp>
        <p:nvSpPr>
          <p:cNvPr id="112" name="Freeform 111"/>
          <p:cNvSpPr/>
          <p:nvPr/>
        </p:nvSpPr>
        <p:spPr>
          <a:xfrm>
            <a:off x="9039220" y="286604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711997" y="278729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4.85</a:t>
            </a:r>
          </a:p>
        </p:txBody>
      </p:sp>
      <p:sp>
        <p:nvSpPr>
          <p:cNvPr id="114" name="Freeform 113"/>
          <p:cNvSpPr/>
          <p:nvPr/>
        </p:nvSpPr>
        <p:spPr>
          <a:xfrm>
            <a:off x="9039220" y="24308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711997" y="23521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4.90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9039220" y="19956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711997" y="191690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4.95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9039220" y="156045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711997" y="148170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5.00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9039220" y="11252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711997" y="104651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5.05</a:t>
            </a:r>
          </a:p>
        </p:txBody>
      </p:sp>
      <p:sp>
        <p:nvSpPr>
          <p:cNvPr id="122" name="TextBox 121"/>
          <p:cNvSpPr txBox="1"/>
          <p:nvPr/>
        </p:nvSpPr>
        <p:spPr>
          <a:xfrm rot="16200000">
            <a:off x="8553501" y="1918411"/>
            <a:ext cx="8331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αslope (K−2)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83670" y="57404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124" name="Freeform 123"/>
          <p:cNvSpPr/>
          <p:nvPr/>
        </p:nvSpPr>
        <p:spPr>
          <a:xfrm>
            <a:off x="9083670" y="739140"/>
            <a:ext cx="0" cy="2848254"/>
          </a:xfrm>
          <a:custGeom>
            <a:avLst/>
            <a:gdLst/>
            <a:ahLst/>
            <a:cxnLst/>
            <a:rect l="l" t="t" r="r" b="b"/>
            <a:pathLst>
              <a:path w="0" h="2848254">
                <a:moveTo>
                  <a:pt x="0" y="2848254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9083670" y="3587394"/>
            <a:ext cx="2646414" cy="0"/>
          </a:xfrm>
          <a:custGeom>
            <a:avLst/>
            <a:gdLst/>
            <a:ahLst/>
            <a:cxnLst/>
            <a:rect l="l" t="t" r="r" b="b"/>
            <a:pathLst>
              <a:path w="2646414" h="0">
                <a:moveTo>
                  <a:pt x="0" y="0"/>
                </a:moveTo>
                <a:lnTo>
                  <a:pt x="264641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19927" y="548640"/>
            <a:ext cx="21717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Posterior mean: alpha vs alpha</a:t>
            </a:r>
          </a:p>
        </p:txBody>
      </p:sp>
      <p:sp>
        <p:nvSpPr>
          <p:cNvPr id="127" name="Freeform 126"/>
          <p:cNvSpPr/>
          <p:nvPr/>
        </p:nvSpPr>
        <p:spPr>
          <a:xfrm>
            <a:off x="9289990" y="261059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16914D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9790653" y="2427384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7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7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2"/>
                </a:lnTo>
                <a:close/>
                <a:lnTo>
                  <a:pt x="53127" y="106256"/>
                </a:lnTo>
                <a:close/>
                <a:lnTo>
                  <a:pt x="53127" y="106256"/>
                </a:lnTo>
                <a:close/>
              </a:path>
            </a:pathLst>
          </a:custGeom>
          <a:solidFill>
            <a:srgbClr val="51B35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9422421" y="2776899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17934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9150834" y="340480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4703B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9961169" y="253231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30A35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9705169" y="295137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0683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0031192" y="2206967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1D0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9802600" y="255913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3D1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9975485" y="2963266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8CCD6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9360522" y="2411098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6" y="4045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75C465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0037229" y="2092652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BD4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9583431" y="2929080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7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7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1"/>
                </a:lnTo>
                <a:close/>
                <a:lnTo>
                  <a:pt x="53127" y="106256"/>
                </a:lnTo>
                <a:close/>
                <a:lnTo>
                  <a:pt x="53127" y="106256"/>
                </a:lnTo>
                <a:close/>
              </a:path>
            </a:pathLst>
          </a:custGeom>
          <a:solidFill>
            <a:srgbClr val="9DD5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1150457" y="172795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CAA5F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0711995" y="1690797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67C4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1556665" y="815478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6" y="4045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BB15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1311636" y="1055544"/>
            <a:ext cx="106256" cy="106255"/>
          </a:xfrm>
          <a:custGeom>
            <a:avLst/>
            <a:gdLst/>
            <a:ahLst/>
            <a:cxnLst/>
            <a:rect l="l" t="t" r="r" b="b"/>
            <a:pathLst>
              <a:path w="106256" h="106255">
                <a:moveTo>
                  <a:pt x="53128" y="106255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6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5" y="32796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5"/>
                </a:lnTo>
                <a:close/>
                <a:lnTo>
                  <a:pt x="53128" y="106255"/>
                </a:lnTo>
                <a:close/>
              </a:path>
            </a:pathLst>
          </a:custGeom>
          <a:solidFill>
            <a:srgbClr val="FECA7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9996088" y="2019194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E3F39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0831266" y="1197617"/>
            <a:ext cx="106256" cy="106255"/>
          </a:xfrm>
          <a:custGeom>
            <a:avLst/>
            <a:gdLst/>
            <a:ahLst/>
            <a:cxnLst/>
            <a:rect l="l" t="t" r="r" b="b"/>
            <a:pathLst>
              <a:path w="106256" h="106255">
                <a:moveTo>
                  <a:pt x="53128" y="106255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6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4" y="32796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5"/>
                </a:lnTo>
                <a:close/>
                <a:lnTo>
                  <a:pt x="53128" y="106255"/>
                </a:lnTo>
                <a:close/>
              </a:path>
            </a:pathLst>
          </a:custGeom>
          <a:solidFill>
            <a:srgbClr val="A500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435456" y="952759"/>
            <a:ext cx="121051" cy="2421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3556507" y="291812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645407" y="283937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148" name="Freeform 147"/>
          <p:cNvSpPr/>
          <p:nvPr/>
        </p:nvSpPr>
        <p:spPr>
          <a:xfrm>
            <a:off x="3556507" y="24118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645407" y="23330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150" name="Freeform 149"/>
          <p:cNvSpPr/>
          <p:nvPr/>
        </p:nvSpPr>
        <p:spPr>
          <a:xfrm>
            <a:off x="3556507" y="190557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645407" y="182682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52" name="Freeform 151"/>
          <p:cNvSpPr/>
          <p:nvPr/>
        </p:nvSpPr>
        <p:spPr>
          <a:xfrm>
            <a:off x="3556507" y="139929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645407" y="13205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54" name="TextBox 153"/>
          <p:cNvSpPr txBox="1"/>
          <p:nvPr/>
        </p:nvSpPr>
        <p:spPr>
          <a:xfrm rot="16200000">
            <a:off x="3939868" y="1875553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Obs. stress (MPa)</a:t>
            </a:r>
          </a:p>
        </p:txBody>
      </p:sp>
      <p:sp>
        <p:nvSpPr>
          <p:cNvPr id="155" name="Freeform 154"/>
          <p:cNvSpPr/>
          <p:nvPr/>
        </p:nvSpPr>
        <p:spPr>
          <a:xfrm>
            <a:off x="3435456" y="952759"/>
            <a:ext cx="121051" cy="2421016"/>
          </a:xfrm>
          <a:custGeom>
            <a:avLst/>
            <a:gdLst/>
            <a:ahLst/>
            <a:cxnLst/>
            <a:rect l="l" t="t" r="r" b="b"/>
            <a:pathLst>
              <a:path w="121051" h="2421016">
                <a:moveTo>
                  <a:pt x="0" y="2421016"/>
                </a:moveTo>
                <a:lnTo>
                  <a:pt x="60526" y="2421016"/>
                </a:lnTo>
                <a:close/>
                <a:lnTo>
                  <a:pt x="121051" y="2421016"/>
                </a:lnTo>
                <a:close/>
                <a:lnTo>
                  <a:pt x="121051" y="0"/>
                </a:lnTo>
                <a:close/>
                <a:lnTo>
                  <a:pt x="60526" y="0"/>
                </a:lnTo>
                <a:close/>
                <a:lnTo>
                  <a:pt x="0" y="0"/>
                </a:lnTo>
                <a:close/>
                <a:lnTo>
                  <a:pt x="0" y="2421016"/>
                </a:lnTo>
                <a:close/>
                <a:lnTo>
                  <a:pt x="0" y="2421016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665471" y="952759"/>
            <a:ext cx="121051" cy="2421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7786521" y="291812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875421" y="283937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159" name="Freeform 158"/>
          <p:cNvSpPr/>
          <p:nvPr/>
        </p:nvSpPr>
        <p:spPr>
          <a:xfrm>
            <a:off x="7786521" y="24118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875421" y="23330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161" name="Freeform 160"/>
          <p:cNvSpPr/>
          <p:nvPr/>
        </p:nvSpPr>
        <p:spPr>
          <a:xfrm>
            <a:off x="7786521" y="190557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875421" y="182682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63" name="Freeform 162"/>
          <p:cNvSpPr/>
          <p:nvPr/>
        </p:nvSpPr>
        <p:spPr>
          <a:xfrm>
            <a:off x="7786521" y="139929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875421" y="13205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65" name="TextBox 164"/>
          <p:cNvSpPr txBox="1"/>
          <p:nvPr/>
        </p:nvSpPr>
        <p:spPr>
          <a:xfrm rot="16200000">
            <a:off x="8169883" y="1875553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Obs. stress (MPa)</a:t>
            </a:r>
          </a:p>
        </p:txBody>
      </p:sp>
      <p:sp>
        <p:nvSpPr>
          <p:cNvPr id="166" name="Freeform 165"/>
          <p:cNvSpPr/>
          <p:nvPr/>
        </p:nvSpPr>
        <p:spPr>
          <a:xfrm>
            <a:off x="7665471" y="952759"/>
            <a:ext cx="121050" cy="2421016"/>
          </a:xfrm>
          <a:custGeom>
            <a:avLst/>
            <a:gdLst/>
            <a:ahLst/>
            <a:cxnLst/>
            <a:rect l="l" t="t" r="r" b="b"/>
            <a:pathLst>
              <a:path w="121050" h="2421016">
                <a:moveTo>
                  <a:pt x="0" y="2421016"/>
                </a:moveTo>
                <a:lnTo>
                  <a:pt x="60525" y="2421016"/>
                </a:lnTo>
                <a:close/>
                <a:lnTo>
                  <a:pt x="121050" y="2421016"/>
                </a:lnTo>
                <a:close/>
                <a:lnTo>
                  <a:pt x="121050" y="0"/>
                </a:lnTo>
                <a:close/>
                <a:lnTo>
                  <a:pt x="60525" y="0"/>
                </a:lnTo>
                <a:close/>
                <a:lnTo>
                  <a:pt x="0" y="0"/>
                </a:lnTo>
                <a:close/>
                <a:lnTo>
                  <a:pt x="0" y="2421016"/>
                </a:lnTo>
                <a:close/>
                <a:lnTo>
                  <a:pt x="0" y="2421016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1895485" y="952759"/>
            <a:ext cx="121051" cy="2421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2016536" y="291812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2105436" y="283937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170" name="Freeform 169"/>
          <p:cNvSpPr/>
          <p:nvPr/>
        </p:nvSpPr>
        <p:spPr>
          <a:xfrm>
            <a:off x="12016536" y="24118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105436" y="23330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172" name="Freeform 171"/>
          <p:cNvSpPr/>
          <p:nvPr/>
        </p:nvSpPr>
        <p:spPr>
          <a:xfrm>
            <a:off x="12016536" y="190557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2105436" y="182682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74" name="Freeform 173"/>
          <p:cNvSpPr/>
          <p:nvPr/>
        </p:nvSpPr>
        <p:spPr>
          <a:xfrm>
            <a:off x="12016536" y="139929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2105436" y="13205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76" name="TextBox 175"/>
          <p:cNvSpPr txBox="1"/>
          <p:nvPr/>
        </p:nvSpPr>
        <p:spPr>
          <a:xfrm rot="16200000">
            <a:off x="12399897" y="1875553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Obs. stress (MPa)</a:t>
            </a:r>
          </a:p>
        </p:txBody>
      </p:sp>
      <p:sp>
        <p:nvSpPr>
          <p:cNvPr id="177" name="Freeform 176"/>
          <p:cNvSpPr/>
          <p:nvPr/>
        </p:nvSpPr>
        <p:spPr>
          <a:xfrm>
            <a:off x="11895485" y="952759"/>
            <a:ext cx="121051" cy="2421016"/>
          </a:xfrm>
          <a:custGeom>
            <a:avLst/>
            <a:gdLst/>
            <a:ahLst/>
            <a:cxnLst/>
            <a:rect l="l" t="t" r="r" b="b"/>
            <a:pathLst>
              <a:path w="121051" h="2421016">
                <a:moveTo>
                  <a:pt x="0" y="2421016"/>
                </a:moveTo>
                <a:lnTo>
                  <a:pt x="60525" y="2421016"/>
                </a:lnTo>
                <a:close/>
                <a:lnTo>
                  <a:pt x="121051" y="2421016"/>
                </a:lnTo>
                <a:close/>
                <a:lnTo>
                  <a:pt x="121051" y="0"/>
                </a:lnTo>
                <a:close/>
                <a:lnTo>
                  <a:pt x="60525" y="0"/>
                </a:lnTo>
                <a:close/>
                <a:lnTo>
                  <a:pt x="0" y="0"/>
                </a:lnTo>
                <a:close/>
                <a:lnTo>
                  <a:pt x="0" y="2421016"/>
                </a:lnTo>
                <a:close/>
                <a:lnTo>
                  <a:pt x="0" y="2421016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908315" y="55507"/>
            <a:ext cx="536448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5 (v3) | Joint posterior density — parameter pairs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59260" cy="70844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66" y="1042416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10566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2284" y="2134094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" name="Freeform 5"/>
          <p:cNvSpPr/>
          <p:nvPr/>
        </p:nvSpPr>
        <p:spPr>
          <a:xfrm>
            <a:off x="908481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637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8" name="Freeform 7"/>
          <p:cNvSpPr/>
          <p:nvPr/>
        </p:nvSpPr>
        <p:spPr>
          <a:xfrm>
            <a:off x="1206396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1552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10" name="Freeform 9"/>
          <p:cNvSpPr/>
          <p:nvPr/>
        </p:nvSpPr>
        <p:spPr>
          <a:xfrm>
            <a:off x="1504311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9467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12" name="Freeform 11"/>
          <p:cNvSpPr/>
          <p:nvPr/>
        </p:nvSpPr>
        <p:spPr>
          <a:xfrm>
            <a:off x="1802227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7383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14" name="Freeform 13"/>
          <p:cNvSpPr/>
          <p:nvPr/>
        </p:nvSpPr>
        <p:spPr>
          <a:xfrm>
            <a:off x="2100142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7017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16" name="Freeform 15"/>
          <p:cNvSpPr/>
          <p:nvPr/>
        </p:nvSpPr>
        <p:spPr>
          <a:xfrm>
            <a:off x="2398057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4932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18" name="Freeform 17"/>
          <p:cNvSpPr/>
          <p:nvPr/>
        </p:nvSpPr>
        <p:spPr>
          <a:xfrm>
            <a:off x="476816" y="204739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987" y="199226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20" name="Freeform 19"/>
          <p:cNvSpPr/>
          <p:nvPr/>
        </p:nvSpPr>
        <p:spPr>
          <a:xfrm>
            <a:off x="476816" y="18026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987" y="174749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22" name="Freeform 21"/>
          <p:cNvSpPr/>
          <p:nvPr/>
        </p:nvSpPr>
        <p:spPr>
          <a:xfrm>
            <a:off x="476816" y="155785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987" y="150272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24" name="Freeform 23"/>
          <p:cNvSpPr/>
          <p:nvPr/>
        </p:nvSpPr>
        <p:spPr>
          <a:xfrm>
            <a:off x="476816" y="131308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987" y="125795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1.7</a:t>
            </a:r>
          </a:p>
        </p:txBody>
      </p:sp>
      <p:sp>
        <p:nvSpPr>
          <p:cNvPr id="26" name="Freeform 25"/>
          <p:cNvSpPr/>
          <p:nvPr/>
        </p:nvSpPr>
        <p:spPr>
          <a:xfrm>
            <a:off x="476816" y="10683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987" y="101318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39222" y="1275398"/>
            <a:ext cx="9525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1">
                <a:solidFill>
                  <a:srgbClr val="000000"/>
                </a:solidFill>
                <a:latin typeface="Arial"/>
              </a:rPr>
              <a:t>Eintercept (Pa)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66" y="8773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30" name="Freeform 29"/>
          <p:cNvSpPr/>
          <p:nvPr/>
        </p:nvSpPr>
        <p:spPr>
          <a:xfrm>
            <a:off x="610566" y="1088967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593937"/>
                </a:moveTo>
                <a:lnTo>
                  <a:pt x="1489" y="564061"/>
                </a:lnTo>
                <a:close/>
                <a:lnTo>
                  <a:pt x="2979" y="712630"/>
                </a:lnTo>
                <a:close/>
                <a:lnTo>
                  <a:pt x="8937" y="396984"/>
                </a:lnTo>
                <a:close/>
                <a:lnTo>
                  <a:pt x="10427" y="396984"/>
                </a:lnTo>
                <a:close/>
                <a:lnTo>
                  <a:pt x="11916" y="586887"/>
                </a:lnTo>
                <a:close/>
                <a:lnTo>
                  <a:pt x="16385" y="368863"/>
                </a:lnTo>
                <a:close/>
                <a:lnTo>
                  <a:pt x="17875" y="414513"/>
                </a:lnTo>
                <a:close/>
                <a:lnTo>
                  <a:pt x="20854" y="156870"/>
                </a:lnTo>
                <a:close/>
                <a:lnTo>
                  <a:pt x="23833" y="91446"/>
                </a:lnTo>
                <a:close/>
                <a:lnTo>
                  <a:pt x="25322" y="103689"/>
                </a:lnTo>
                <a:close/>
                <a:lnTo>
                  <a:pt x="32770" y="683085"/>
                </a:lnTo>
                <a:close/>
                <a:lnTo>
                  <a:pt x="34260" y="636524"/>
                </a:lnTo>
                <a:close/>
                <a:lnTo>
                  <a:pt x="37239" y="483519"/>
                </a:lnTo>
                <a:close/>
                <a:lnTo>
                  <a:pt x="38729" y="546831"/>
                </a:lnTo>
                <a:close/>
                <a:lnTo>
                  <a:pt x="41708" y="343583"/>
                </a:lnTo>
                <a:close/>
                <a:lnTo>
                  <a:pt x="43197" y="379965"/>
                </a:lnTo>
                <a:close/>
                <a:lnTo>
                  <a:pt x="47666" y="653109"/>
                </a:lnTo>
                <a:close/>
                <a:lnTo>
                  <a:pt x="49156" y="443044"/>
                </a:lnTo>
                <a:close/>
                <a:lnTo>
                  <a:pt x="50645" y="433320"/>
                </a:lnTo>
                <a:close/>
                <a:lnTo>
                  <a:pt x="52135" y="345439"/>
                </a:lnTo>
                <a:close/>
                <a:lnTo>
                  <a:pt x="53624" y="439895"/>
                </a:lnTo>
                <a:close/>
                <a:lnTo>
                  <a:pt x="55114" y="419354"/>
                </a:lnTo>
                <a:close/>
                <a:lnTo>
                  <a:pt x="56604" y="571080"/>
                </a:lnTo>
                <a:close/>
                <a:lnTo>
                  <a:pt x="58093" y="577532"/>
                </a:lnTo>
                <a:close/>
                <a:lnTo>
                  <a:pt x="62562" y="483226"/>
                </a:lnTo>
                <a:close/>
                <a:lnTo>
                  <a:pt x="64051" y="491877"/>
                </a:lnTo>
                <a:close/>
                <a:lnTo>
                  <a:pt x="65541" y="226975"/>
                </a:lnTo>
                <a:close/>
                <a:lnTo>
                  <a:pt x="68520" y="406310"/>
                </a:lnTo>
                <a:close/>
                <a:lnTo>
                  <a:pt x="70010" y="288156"/>
                </a:lnTo>
                <a:close/>
                <a:lnTo>
                  <a:pt x="71499" y="438695"/>
                </a:lnTo>
                <a:close/>
                <a:lnTo>
                  <a:pt x="74478" y="357411"/>
                </a:lnTo>
                <a:close/>
                <a:lnTo>
                  <a:pt x="75968" y="586550"/>
                </a:lnTo>
                <a:close/>
                <a:lnTo>
                  <a:pt x="78947" y="498471"/>
                </a:lnTo>
                <a:close/>
                <a:lnTo>
                  <a:pt x="80437" y="519743"/>
                </a:lnTo>
                <a:close/>
                <a:lnTo>
                  <a:pt x="83416" y="411273"/>
                </a:lnTo>
                <a:close/>
                <a:lnTo>
                  <a:pt x="86395" y="469311"/>
                </a:lnTo>
                <a:close/>
                <a:lnTo>
                  <a:pt x="89374" y="665359"/>
                </a:lnTo>
                <a:close/>
                <a:lnTo>
                  <a:pt x="90864" y="603938"/>
                </a:lnTo>
                <a:close/>
                <a:lnTo>
                  <a:pt x="92353" y="397653"/>
                </a:lnTo>
                <a:close/>
                <a:lnTo>
                  <a:pt x="93843" y="404491"/>
                </a:lnTo>
                <a:close/>
                <a:lnTo>
                  <a:pt x="96822" y="576864"/>
                </a:lnTo>
                <a:close/>
                <a:lnTo>
                  <a:pt x="98312" y="598064"/>
                </a:lnTo>
                <a:close/>
                <a:lnTo>
                  <a:pt x="99801" y="508825"/>
                </a:lnTo>
                <a:close/>
                <a:lnTo>
                  <a:pt x="101291" y="512617"/>
                </a:lnTo>
                <a:close/>
                <a:lnTo>
                  <a:pt x="104270" y="552730"/>
                </a:lnTo>
                <a:close/>
                <a:lnTo>
                  <a:pt x="105760" y="544526"/>
                </a:lnTo>
                <a:close/>
                <a:lnTo>
                  <a:pt x="108739" y="624085"/>
                </a:lnTo>
                <a:close/>
                <a:lnTo>
                  <a:pt x="110228" y="617514"/>
                </a:lnTo>
                <a:close/>
                <a:lnTo>
                  <a:pt x="113207" y="385683"/>
                </a:lnTo>
                <a:close/>
                <a:lnTo>
                  <a:pt x="114697" y="394530"/>
                </a:lnTo>
                <a:close/>
                <a:lnTo>
                  <a:pt x="117676" y="286282"/>
                </a:lnTo>
                <a:close/>
                <a:lnTo>
                  <a:pt x="119166" y="462892"/>
                </a:lnTo>
                <a:close/>
                <a:lnTo>
                  <a:pt x="120655" y="430646"/>
                </a:lnTo>
                <a:close/>
                <a:lnTo>
                  <a:pt x="123634" y="781146"/>
                </a:lnTo>
                <a:close/>
                <a:lnTo>
                  <a:pt x="128103" y="488490"/>
                </a:lnTo>
                <a:close/>
                <a:lnTo>
                  <a:pt x="131082" y="708834"/>
                </a:lnTo>
                <a:close/>
                <a:lnTo>
                  <a:pt x="132572" y="736677"/>
                </a:lnTo>
                <a:close/>
                <a:lnTo>
                  <a:pt x="135551" y="593642"/>
                </a:lnTo>
                <a:close/>
                <a:lnTo>
                  <a:pt x="137041" y="560722"/>
                </a:lnTo>
                <a:close/>
                <a:lnTo>
                  <a:pt x="140020" y="484716"/>
                </a:lnTo>
                <a:close/>
                <a:lnTo>
                  <a:pt x="142999" y="538242"/>
                </a:lnTo>
                <a:close/>
                <a:lnTo>
                  <a:pt x="145978" y="363390"/>
                </a:lnTo>
                <a:close/>
                <a:lnTo>
                  <a:pt x="147468" y="434206"/>
                </a:lnTo>
                <a:close/>
                <a:lnTo>
                  <a:pt x="148957" y="323912"/>
                </a:lnTo>
                <a:close/>
                <a:lnTo>
                  <a:pt x="150447" y="386133"/>
                </a:lnTo>
                <a:close/>
                <a:lnTo>
                  <a:pt x="151936" y="282384"/>
                </a:lnTo>
                <a:close/>
                <a:lnTo>
                  <a:pt x="154916" y="311682"/>
                </a:lnTo>
                <a:close/>
                <a:lnTo>
                  <a:pt x="156405" y="418688"/>
                </a:lnTo>
                <a:close/>
                <a:lnTo>
                  <a:pt x="157895" y="402303"/>
                </a:lnTo>
                <a:close/>
                <a:lnTo>
                  <a:pt x="160874" y="572047"/>
                </a:lnTo>
                <a:close/>
                <a:lnTo>
                  <a:pt x="163853" y="310076"/>
                </a:lnTo>
                <a:close/>
                <a:lnTo>
                  <a:pt x="166832" y="439600"/>
                </a:lnTo>
                <a:close/>
                <a:lnTo>
                  <a:pt x="168322" y="352659"/>
                </a:lnTo>
                <a:close/>
                <a:lnTo>
                  <a:pt x="169811" y="405722"/>
                </a:lnTo>
                <a:close/>
                <a:lnTo>
                  <a:pt x="171301" y="405722"/>
                </a:lnTo>
                <a:close/>
                <a:lnTo>
                  <a:pt x="172790" y="451262"/>
                </a:lnTo>
                <a:close/>
                <a:lnTo>
                  <a:pt x="177259" y="344337"/>
                </a:lnTo>
                <a:close/>
                <a:lnTo>
                  <a:pt x="178749" y="460835"/>
                </a:lnTo>
                <a:close/>
                <a:lnTo>
                  <a:pt x="180238" y="282111"/>
                </a:lnTo>
                <a:close/>
                <a:lnTo>
                  <a:pt x="181728" y="350689"/>
                </a:lnTo>
                <a:close/>
                <a:lnTo>
                  <a:pt x="183218" y="170133"/>
                </a:lnTo>
                <a:close/>
                <a:lnTo>
                  <a:pt x="187686" y="579074"/>
                </a:lnTo>
                <a:close/>
                <a:lnTo>
                  <a:pt x="190665" y="281641"/>
                </a:lnTo>
                <a:close/>
                <a:lnTo>
                  <a:pt x="192155" y="411957"/>
                </a:lnTo>
                <a:close/>
                <a:lnTo>
                  <a:pt x="193645" y="343568"/>
                </a:lnTo>
                <a:close/>
                <a:lnTo>
                  <a:pt x="195134" y="519386"/>
                </a:lnTo>
                <a:close/>
                <a:lnTo>
                  <a:pt x="196624" y="373700"/>
                </a:lnTo>
                <a:close/>
                <a:lnTo>
                  <a:pt x="198113" y="513285"/>
                </a:lnTo>
                <a:close/>
                <a:lnTo>
                  <a:pt x="199603" y="507394"/>
                </a:lnTo>
                <a:close/>
                <a:lnTo>
                  <a:pt x="201092" y="483099"/>
                </a:lnTo>
                <a:close/>
                <a:lnTo>
                  <a:pt x="211519" y="93196"/>
                </a:lnTo>
                <a:close/>
                <a:lnTo>
                  <a:pt x="213009" y="135927"/>
                </a:lnTo>
                <a:close/>
                <a:lnTo>
                  <a:pt x="214499" y="355513"/>
                </a:lnTo>
                <a:close/>
                <a:lnTo>
                  <a:pt x="215988" y="353311"/>
                </a:lnTo>
                <a:close/>
                <a:lnTo>
                  <a:pt x="217478" y="419816"/>
                </a:lnTo>
                <a:close/>
                <a:lnTo>
                  <a:pt x="218967" y="409579"/>
                </a:lnTo>
                <a:close/>
                <a:lnTo>
                  <a:pt x="220457" y="382845"/>
                </a:lnTo>
                <a:close/>
                <a:lnTo>
                  <a:pt x="224926" y="570325"/>
                </a:lnTo>
                <a:close/>
                <a:lnTo>
                  <a:pt x="227905" y="314013"/>
                </a:lnTo>
                <a:close/>
                <a:lnTo>
                  <a:pt x="229394" y="378516"/>
                </a:lnTo>
                <a:close/>
                <a:lnTo>
                  <a:pt x="230884" y="299076"/>
                </a:lnTo>
                <a:close/>
                <a:lnTo>
                  <a:pt x="233863" y="448740"/>
                </a:lnTo>
                <a:close/>
                <a:lnTo>
                  <a:pt x="235353" y="276474"/>
                </a:lnTo>
                <a:close/>
                <a:lnTo>
                  <a:pt x="236842" y="349171"/>
                </a:lnTo>
                <a:close/>
                <a:lnTo>
                  <a:pt x="239821" y="588059"/>
                </a:lnTo>
                <a:close/>
                <a:lnTo>
                  <a:pt x="241311" y="487667"/>
                </a:lnTo>
                <a:close/>
                <a:lnTo>
                  <a:pt x="242801" y="501456"/>
                </a:lnTo>
                <a:close/>
                <a:lnTo>
                  <a:pt x="245780" y="132556"/>
                </a:lnTo>
                <a:close/>
                <a:lnTo>
                  <a:pt x="250248" y="457042"/>
                </a:lnTo>
                <a:close/>
                <a:lnTo>
                  <a:pt x="251738" y="239521"/>
                </a:lnTo>
                <a:close/>
                <a:lnTo>
                  <a:pt x="254717" y="457784"/>
                </a:lnTo>
                <a:close/>
                <a:lnTo>
                  <a:pt x="256207" y="400319"/>
                </a:lnTo>
                <a:close/>
                <a:lnTo>
                  <a:pt x="257696" y="603594"/>
                </a:lnTo>
                <a:close/>
                <a:lnTo>
                  <a:pt x="260675" y="328865"/>
                </a:lnTo>
                <a:close/>
                <a:lnTo>
                  <a:pt x="263655" y="535775"/>
                </a:lnTo>
                <a:close/>
                <a:lnTo>
                  <a:pt x="265144" y="406572"/>
                </a:lnTo>
                <a:close/>
                <a:lnTo>
                  <a:pt x="266634" y="565914"/>
                </a:lnTo>
                <a:close/>
                <a:lnTo>
                  <a:pt x="268123" y="571767"/>
                </a:lnTo>
                <a:close/>
                <a:lnTo>
                  <a:pt x="271102" y="304608"/>
                </a:lnTo>
                <a:close/>
                <a:lnTo>
                  <a:pt x="274082" y="416131"/>
                </a:lnTo>
                <a:close/>
                <a:lnTo>
                  <a:pt x="275571" y="377316"/>
                </a:lnTo>
                <a:close/>
                <a:lnTo>
                  <a:pt x="278550" y="665602"/>
                </a:lnTo>
                <a:close/>
                <a:lnTo>
                  <a:pt x="280040" y="605614"/>
                </a:lnTo>
                <a:close/>
                <a:lnTo>
                  <a:pt x="281530" y="669153"/>
                </a:lnTo>
                <a:close/>
                <a:lnTo>
                  <a:pt x="284509" y="562448"/>
                </a:lnTo>
                <a:close/>
                <a:lnTo>
                  <a:pt x="285998" y="595831"/>
                </a:lnTo>
                <a:close/>
                <a:lnTo>
                  <a:pt x="287488" y="517976"/>
                </a:lnTo>
                <a:close/>
                <a:lnTo>
                  <a:pt x="288977" y="701140"/>
                </a:lnTo>
                <a:close/>
                <a:lnTo>
                  <a:pt x="291957" y="537476"/>
                </a:lnTo>
                <a:close/>
                <a:lnTo>
                  <a:pt x="294936" y="711606"/>
                </a:lnTo>
                <a:close/>
                <a:lnTo>
                  <a:pt x="297915" y="400998"/>
                </a:lnTo>
                <a:close/>
                <a:lnTo>
                  <a:pt x="299404" y="403325"/>
                </a:lnTo>
                <a:close/>
                <a:lnTo>
                  <a:pt x="300894" y="415487"/>
                </a:lnTo>
                <a:close/>
                <a:lnTo>
                  <a:pt x="302384" y="386904"/>
                </a:lnTo>
                <a:close/>
                <a:lnTo>
                  <a:pt x="305363" y="566728"/>
                </a:lnTo>
                <a:close/>
                <a:lnTo>
                  <a:pt x="308342" y="260269"/>
                </a:lnTo>
                <a:close/>
                <a:lnTo>
                  <a:pt x="309831" y="264688"/>
                </a:lnTo>
                <a:close/>
                <a:lnTo>
                  <a:pt x="311321" y="212324"/>
                </a:lnTo>
                <a:close/>
                <a:lnTo>
                  <a:pt x="314300" y="372777"/>
                </a:lnTo>
                <a:close/>
                <a:lnTo>
                  <a:pt x="315790" y="399886"/>
                </a:lnTo>
                <a:close/>
                <a:lnTo>
                  <a:pt x="317279" y="478014"/>
                </a:lnTo>
                <a:close/>
                <a:lnTo>
                  <a:pt x="318769" y="460119"/>
                </a:lnTo>
                <a:close/>
                <a:lnTo>
                  <a:pt x="320259" y="306189"/>
                </a:lnTo>
                <a:close/>
                <a:lnTo>
                  <a:pt x="323238" y="410226"/>
                </a:lnTo>
                <a:close/>
                <a:lnTo>
                  <a:pt x="324727" y="409908"/>
                </a:lnTo>
                <a:close/>
                <a:lnTo>
                  <a:pt x="326217" y="385166"/>
                </a:lnTo>
                <a:close/>
                <a:lnTo>
                  <a:pt x="329196" y="543333"/>
                </a:lnTo>
                <a:close/>
                <a:lnTo>
                  <a:pt x="330686" y="288981"/>
                </a:lnTo>
                <a:close/>
                <a:lnTo>
                  <a:pt x="332175" y="344591"/>
                </a:lnTo>
                <a:close/>
                <a:lnTo>
                  <a:pt x="333665" y="573479"/>
                </a:lnTo>
                <a:close/>
                <a:lnTo>
                  <a:pt x="335154" y="488320"/>
                </a:lnTo>
                <a:close/>
                <a:lnTo>
                  <a:pt x="336644" y="596176"/>
                </a:lnTo>
                <a:close/>
                <a:lnTo>
                  <a:pt x="338133" y="601158"/>
                </a:lnTo>
                <a:close/>
                <a:lnTo>
                  <a:pt x="339623" y="579044"/>
                </a:lnTo>
                <a:close/>
                <a:lnTo>
                  <a:pt x="342602" y="324556"/>
                </a:lnTo>
                <a:close/>
                <a:lnTo>
                  <a:pt x="345581" y="627737"/>
                </a:lnTo>
                <a:close/>
                <a:lnTo>
                  <a:pt x="347071" y="549671"/>
                </a:lnTo>
                <a:close/>
                <a:lnTo>
                  <a:pt x="348560" y="560519"/>
                </a:lnTo>
                <a:close/>
                <a:lnTo>
                  <a:pt x="350050" y="520789"/>
                </a:lnTo>
                <a:close/>
                <a:lnTo>
                  <a:pt x="351540" y="555071"/>
                </a:lnTo>
                <a:close/>
                <a:lnTo>
                  <a:pt x="353029" y="683144"/>
                </a:lnTo>
                <a:close/>
                <a:lnTo>
                  <a:pt x="354519" y="425504"/>
                </a:lnTo>
                <a:close/>
                <a:lnTo>
                  <a:pt x="356008" y="430007"/>
                </a:lnTo>
                <a:close/>
                <a:lnTo>
                  <a:pt x="357498" y="550997"/>
                </a:lnTo>
                <a:close/>
                <a:lnTo>
                  <a:pt x="358987" y="379362"/>
                </a:lnTo>
                <a:close/>
                <a:lnTo>
                  <a:pt x="361967" y="615125"/>
                </a:lnTo>
                <a:close/>
                <a:lnTo>
                  <a:pt x="363456" y="353264"/>
                </a:lnTo>
                <a:close/>
                <a:lnTo>
                  <a:pt x="366435" y="405390"/>
                </a:lnTo>
                <a:close/>
                <a:lnTo>
                  <a:pt x="369415" y="292167"/>
                </a:lnTo>
                <a:close/>
                <a:lnTo>
                  <a:pt x="370904" y="313008"/>
                </a:lnTo>
                <a:close/>
                <a:lnTo>
                  <a:pt x="373883" y="268740"/>
                </a:lnTo>
                <a:close/>
                <a:lnTo>
                  <a:pt x="375373" y="146476"/>
                </a:lnTo>
                <a:close/>
                <a:lnTo>
                  <a:pt x="376862" y="146316"/>
                </a:lnTo>
                <a:close/>
                <a:lnTo>
                  <a:pt x="378352" y="27769"/>
                </a:lnTo>
                <a:close/>
                <a:lnTo>
                  <a:pt x="379842" y="36487"/>
                </a:lnTo>
                <a:close/>
                <a:lnTo>
                  <a:pt x="381331" y="0"/>
                </a:lnTo>
                <a:close/>
                <a:lnTo>
                  <a:pt x="382821" y="87588"/>
                </a:lnTo>
                <a:close/>
                <a:lnTo>
                  <a:pt x="384310" y="85881"/>
                </a:lnTo>
                <a:close/>
                <a:lnTo>
                  <a:pt x="385800" y="135217"/>
                </a:lnTo>
                <a:close/>
                <a:lnTo>
                  <a:pt x="387289" y="330972"/>
                </a:lnTo>
                <a:close/>
                <a:lnTo>
                  <a:pt x="388779" y="214079"/>
                </a:lnTo>
                <a:close/>
                <a:lnTo>
                  <a:pt x="391758" y="624241"/>
                </a:lnTo>
                <a:close/>
                <a:lnTo>
                  <a:pt x="394737" y="477975"/>
                </a:lnTo>
                <a:close/>
                <a:lnTo>
                  <a:pt x="396227" y="474465"/>
                </a:lnTo>
                <a:close/>
                <a:lnTo>
                  <a:pt x="397716" y="409525"/>
                </a:lnTo>
                <a:close/>
                <a:lnTo>
                  <a:pt x="399206" y="437185"/>
                </a:lnTo>
                <a:close/>
                <a:lnTo>
                  <a:pt x="400696" y="369396"/>
                </a:lnTo>
                <a:close/>
                <a:lnTo>
                  <a:pt x="402185" y="512428"/>
                </a:lnTo>
                <a:close/>
                <a:lnTo>
                  <a:pt x="403675" y="254007"/>
                </a:lnTo>
                <a:close/>
                <a:lnTo>
                  <a:pt x="405164" y="306836"/>
                </a:lnTo>
                <a:close/>
                <a:lnTo>
                  <a:pt x="408144" y="227372"/>
                </a:lnTo>
                <a:close/>
                <a:lnTo>
                  <a:pt x="412612" y="406424"/>
                </a:lnTo>
                <a:close/>
                <a:lnTo>
                  <a:pt x="415591" y="689073"/>
                </a:lnTo>
                <a:close/>
                <a:lnTo>
                  <a:pt x="417081" y="647047"/>
                </a:lnTo>
                <a:close/>
                <a:lnTo>
                  <a:pt x="420060" y="502013"/>
                </a:lnTo>
                <a:close/>
                <a:lnTo>
                  <a:pt x="421550" y="607313"/>
                </a:lnTo>
                <a:close/>
                <a:lnTo>
                  <a:pt x="423039" y="553928"/>
                </a:lnTo>
                <a:close/>
                <a:lnTo>
                  <a:pt x="426018" y="648832"/>
                </a:lnTo>
                <a:close/>
                <a:lnTo>
                  <a:pt x="427508" y="678724"/>
                </a:lnTo>
                <a:close/>
                <a:lnTo>
                  <a:pt x="430487" y="318394"/>
                </a:lnTo>
                <a:close/>
                <a:lnTo>
                  <a:pt x="431977" y="214043"/>
                </a:lnTo>
                <a:close/>
                <a:lnTo>
                  <a:pt x="434956" y="288832"/>
                </a:lnTo>
                <a:close/>
                <a:lnTo>
                  <a:pt x="436445" y="542148"/>
                </a:lnTo>
                <a:close/>
                <a:lnTo>
                  <a:pt x="437935" y="511374"/>
                </a:lnTo>
                <a:close/>
                <a:lnTo>
                  <a:pt x="440914" y="548093"/>
                </a:lnTo>
                <a:close/>
                <a:lnTo>
                  <a:pt x="442404" y="539423"/>
                </a:lnTo>
                <a:close/>
                <a:lnTo>
                  <a:pt x="443893" y="585459"/>
                </a:lnTo>
                <a:close/>
                <a:lnTo>
                  <a:pt x="446872" y="341322"/>
                </a:lnTo>
                <a:close/>
                <a:lnTo>
                  <a:pt x="448362" y="496527"/>
                </a:lnTo>
                <a:close/>
                <a:lnTo>
                  <a:pt x="449852" y="470063"/>
                </a:lnTo>
                <a:close/>
                <a:lnTo>
                  <a:pt x="451341" y="358593"/>
                </a:lnTo>
                <a:close/>
                <a:lnTo>
                  <a:pt x="454320" y="552567"/>
                </a:lnTo>
                <a:close/>
                <a:lnTo>
                  <a:pt x="455810" y="239875"/>
                </a:lnTo>
                <a:close/>
                <a:lnTo>
                  <a:pt x="460279" y="399313"/>
                </a:lnTo>
                <a:close/>
                <a:lnTo>
                  <a:pt x="463258" y="189152"/>
                </a:lnTo>
                <a:close/>
                <a:lnTo>
                  <a:pt x="464747" y="127262"/>
                </a:lnTo>
                <a:close/>
                <a:lnTo>
                  <a:pt x="469216" y="324819"/>
                </a:lnTo>
                <a:close/>
                <a:lnTo>
                  <a:pt x="472195" y="293826"/>
                </a:lnTo>
                <a:close/>
                <a:lnTo>
                  <a:pt x="473685" y="330460"/>
                </a:lnTo>
                <a:close/>
                <a:lnTo>
                  <a:pt x="476664" y="194786"/>
                </a:lnTo>
                <a:close/>
                <a:lnTo>
                  <a:pt x="479643" y="299501"/>
                </a:lnTo>
                <a:close/>
                <a:lnTo>
                  <a:pt x="481133" y="326736"/>
                </a:lnTo>
                <a:close/>
                <a:lnTo>
                  <a:pt x="482622" y="228677"/>
                </a:lnTo>
                <a:close/>
                <a:lnTo>
                  <a:pt x="484112" y="228091"/>
                </a:lnTo>
                <a:close/>
                <a:lnTo>
                  <a:pt x="488581" y="370754"/>
                </a:lnTo>
                <a:close/>
                <a:lnTo>
                  <a:pt x="490070" y="252362"/>
                </a:lnTo>
                <a:close/>
                <a:lnTo>
                  <a:pt x="493049" y="361260"/>
                </a:lnTo>
                <a:close/>
                <a:lnTo>
                  <a:pt x="494539" y="563847"/>
                </a:lnTo>
                <a:close/>
                <a:lnTo>
                  <a:pt x="497518" y="305473"/>
                </a:lnTo>
                <a:close/>
                <a:lnTo>
                  <a:pt x="499008" y="369988"/>
                </a:lnTo>
                <a:close/>
                <a:lnTo>
                  <a:pt x="500497" y="498918"/>
                </a:lnTo>
                <a:close/>
                <a:lnTo>
                  <a:pt x="501987" y="477479"/>
                </a:lnTo>
                <a:close/>
                <a:lnTo>
                  <a:pt x="504966" y="244751"/>
                </a:lnTo>
                <a:close/>
                <a:lnTo>
                  <a:pt x="506456" y="315233"/>
                </a:lnTo>
                <a:close/>
                <a:lnTo>
                  <a:pt x="507945" y="480114"/>
                </a:lnTo>
                <a:close/>
                <a:lnTo>
                  <a:pt x="510924" y="495013"/>
                </a:lnTo>
                <a:close/>
                <a:lnTo>
                  <a:pt x="512414" y="215284"/>
                </a:lnTo>
                <a:close/>
                <a:lnTo>
                  <a:pt x="513903" y="270401"/>
                </a:lnTo>
                <a:close/>
                <a:lnTo>
                  <a:pt x="515393" y="269308"/>
                </a:lnTo>
                <a:close/>
                <a:lnTo>
                  <a:pt x="516883" y="359203"/>
                </a:lnTo>
                <a:close/>
                <a:lnTo>
                  <a:pt x="518372" y="279347"/>
                </a:lnTo>
                <a:close/>
                <a:lnTo>
                  <a:pt x="519862" y="290026"/>
                </a:lnTo>
                <a:close/>
                <a:lnTo>
                  <a:pt x="521351" y="566262"/>
                </a:lnTo>
                <a:close/>
                <a:lnTo>
                  <a:pt x="522841" y="566262"/>
                </a:lnTo>
                <a:close/>
                <a:lnTo>
                  <a:pt x="524330" y="353330"/>
                </a:lnTo>
                <a:close/>
                <a:lnTo>
                  <a:pt x="525820" y="485583"/>
                </a:lnTo>
                <a:close/>
                <a:lnTo>
                  <a:pt x="527310" y="308756"/>
                </a:lnTo>
                <a:close/>
                <a:lnTo>
                  <a:pt x="528799" y="381707"/>
                </a:lnTo>
                <a:close/>
                <a:lnTo>
                  <a:pt x="530289" y="381707"/>
                </a:lnTo>
                <a:close/>
                <a:lnTo>
                  <a:pt x="531778" y="311282"/>
                </a:lnTo>
                <a:close/>
                <a:lnTo>
                  <a:pt x="533268" y="345737"/>
                </a:lnTo>
                <a:close/>
                <a:lnTo>
                  <a:pt x="534757" y="442713"/>
                </a:lnTo>
                <a:close/>
                <a:lnTo>
                  <a:pt x="536247" y="262684"/>
                </a:lnTo>
                <a:close/>
                <a:lnTo>
                  <a:pt x="537737" y="525115"/>
                </a:lnTo>
                <a:close/>
                <a:lnTo>
                  <a:pt x="539226" y="321150"/>
                </a:lnTo>
                <a:close/>
                <a:lnTo>
                  <a:pt x="542205" y="513433"/>
                </a:lnTo>
                <a:close/>
                <a:lnTo>
                  <a:pt x="543695" y="417750"/>
                </a:lnTo>
                <a:close/>
                <a:lnTo>
                  <a:pt x="545185" y="473692"/>
                </a:lnTo>
                <a:close/>
                <a:lnTo>
                  <a:pt x="548164" y="319435"/>
                </a:lnTo>
                <a:close/>
                <a:lnTo>
                  <a:pt x="549653" y="240468"/>
                </a:lnTo>
                <a:close/>
                <a:lnTo>
                  <a:pt x="551143" y="346574"/>
                </a:lnTo>
                <a:close/>
                <a:lnTo>
                  <a:pt x="552632" y="334455"/>
                </a:lnTo>
                <a:close/>
                <a:lnTo>
                  <a:pt x="554122" y="421400"/>
                </a:lnTo>
                <a:close/>
                <a:lnTo>
                  <a:pt x="555612" y="125051"/>
                </a:lnTo>
                <a:close/>
                <a:lnTo>
                  <a:pt x="557101" y="140517"/>
                </a:lnTo>
                <a:close/>
                <a:lnTo>
                  <a:pt x="558591" y="287203"/>
                </a:lnTo>
                <a:close/>
                <a:lnTo>
                  <a:pt x="560080" y="287749"/>
                </a:lnTo>
                <a:close/>
                <a:lnTo>
                  <a:pt x="561570" y="194737"/>
                </a:lnTo>
                <a:close/>
                <a:lnTo>
                  <a:pt x="563059" y="630493"/>
                </a:lnTo>
                <a:close/>
                <a:lnTo>
                  <a:pt x="567528" y="383897"/>
                </a:lnTo>
                <a:close/>
                <a:lnTo>
                  <a:pt x="569018" y="569842"/>
                </a:lnTo>
                <a:close/>
                <a:lnTo>
                  <a:pt x="570507" y="460922"/>
                </a:lnTo>
                <a:close/>
                <a:lnTo>
                  <a:pt x="573486" y="499934"/>
                </a:lnTo>
                <a:close/>
                <a:lnTo>
                  <a:pt x="574976" y="262854"/>
                </a:lnTo>
                <a:close/>
                <a:lnTo>
                  <a:pt x="576466" y="493215"/>
                </a:lnTo>
                <a:close/>
                <a:lnTo>
                  <a:pt x="577955" y="452698"/>
                </a:lnTo>
                <a:close/>
                <a:lnTo>
                  <a:pt x="580934" y="559142"/>
                </a:lnTo>
                <a:close/>
                <a:lnTo>
                  <a:pt x="582424" y="477836"/>
                </a:lnTo>
                <a:close/>
                <a:lnTo>
                  <a:pt x="583913" y="484751"/>
                </a:lnTo>
                <a:close/>
                <a:lnTo>
                  <a:pt x="585403" y="267249"/>
                </a:lnTo>
                <a:close/>
                <a:lnTo>
                  <a:pt x="586893" y="524625"/>
                </a:lnTo>
                <a:close/>
                <a:lnTo>
                  <a:pt x="588382" y="491302"/>
                </a:lnTo>
                <a:close/>
                <a:lnTo>
                  <a:pt x="592851" y="301495"/>
                </a:lnTo>
                <a:close/>
                <a:lnTo>
                  <a:pt x="595830" y="351171"/>
                </a:lnTo>
                <a:close/>
                <a:lnTo>
                  <a:pt x="597320" y="531634"/>
                </a:lnTo>
                <a:close/>
                <a:lnTo>
                  <a:pt x="598809" y="388382"/>
                </a:lnTo>
                <a:close/>
                <a:lnTo>
                  <a:pt x="600299" y="396223"/>
                </a:lnTo>
                <a:close/>
                <a:lnTo>
                  <a:pt x="601788" y="451478"/>
                </a:lnTo>
                <a:close/>
                <a:lnTo>
                  <a:pt x="604768" y="290780"/>
                </a:lnTo>
                <a:close/>
                <a:lnTo>
                  <a:pt x="606257" y="465868"/>
                </a:lnTo>
                <a:close/>
                <a:lnTo>
                  <a:pt x="609236" y="367916"/>
                </a:lnTo>
                <a:close/>
                <a:lnTo>
                  <a:pt x="613705" y="570513"/>
                </a:lnTo>
                <a:close/>
                <a:lnTo>
                  <a:pt x="615195" y="450466"/>
                </a:lnTo>
                <a:close/>
                <a:lnTo>
                  <a:pt x="616684" y="480756"/>
                </a:lnTo>
                <a:close/>
                <a:lnTo>
                  <a:pt x="618174" y="636770"/>
                </a:lnTo>
                <a:close/>
                <a:lnTo>
                  <a:pt x="619663" y="570079"/>
                </a:lnTo>
                <a:close/>
                <a:lnTo>
                  <a:pt x="621153" y="670439"/>
                </a:lnTo>
                <a:close/>
                <a:lnTo>
                  <a:pt x="624132" y="378143"/>
                </a:lnTo>
                <a:close/>
                <a:lnTo>
                  <a:pt x="625622" y="569851"/>
                </a:lnTo>
                <a:close/>
                <a:lnTo>
                  <a:pt x="627111" y="497171"/>
                </a:lnTo>
                <a:close/>
                <a:lnTo>
                  <a:pt x="630090" y="696637"/>
                </a:lnTo>
                <a:close/>
                <a:lnTo>
                  <a:pt x="631580" y="616833"/>
                </a:lnTo>
                <a:close/>
                <a:lnTo>
                  <a:pt x="633069" y="632748"/>
                </a:lnTo>
                <a:close/>
                <a:lnTo>
                  <a:pt x="636049" y="370235"/>
                </a:lnTo>
                <a:close/>
                <a:lnTo>
                  <a:pt x="639028" y="528098"/>
                </a:lnTo>
                <a:close/>
                <a:lnTo>
                  <a:pt x="642007" y="662348"/>
                </a:lnTo>
                <a:close/>
                <a:lnTo>
                  <a:pt x="646476" y="444545"/>
                </a:lnTo>
                <a:close/>
                <a:lnTo>
                  <a:pt x="647965" y="449976"/>
                </a:lnTo>
                <a:close/>
                <a:lnTo>
                  <a:pt x="649455" y="212706"/>
                </a:lnTo>
                <a:close/>
                <a:lnTo>
                  <a:pt x="650944" y="303378"/>
                </a:lnTo>
                <a:close/>
                <a:lnTo>
                  <a:pt x="652434" y="255376"/>
                </a:lnTo>
                <a:close/>
                <a:lnTo>
                  <a:pt x="653924" y="321170"/>
                </a:lnTo>
                <a:close/>
                <a:lnTo>
                  <a:pt x="655413" y="318413"/>
                </a:lnTo>
                <a:close/>
                <a:lnTo>
                  <a:pt x="656903" y="330233"/>
                </a:lnTo>
                <a:close/>
                <a:lnTo>
                  <a:pt x="658392" y="664462"/>
                </a:lnTo>
                <a:close/>
                <a:lnTo>
                  <a:pt x="659882" y="643561"/>
                </a:lnTo>
                <a:close/>
                <a:lnTo>
                  <a:pt x="661371" y="575849"/>
                </a:lnTo>
                <a:close/>
                <a:lnTo>
                  <a:pt x="662861" y="589612"/>
                </a:lnTo>
                <a:close/>
                <a:lnTo>
                  <a:pt x="664351" y="541774"/>
                </a:lnTo>
                <a:close/>
                <a:lnTo>
                  <a:pt x="665840" y="556179"/>
                </a:lnTo>
                <a:close/>
                <a:lnTo>
                  <a:pt x="667330" y="547222"/>
                </a:lnTo>
                <a:close/>
                <a:lnTo>
                  <a:pt x="670309" y="361293"/>
                </a:lnTo>
                <a:close/>
                <a:lnTo>
                  <a:pt x="671798" y="375028"/>
                </a:lnTo>
                <a:close/>
                <a:lnTo>
                  <a:pt x="673288" y="406458"/>
                </a:lnTo>
                <a:close/>
                <a:lnTo>
                  <a:pt x="676267" y="560994"/>
                </a:lnTo>
                <a:close/>
                <a:lnTo>
                  <a:pt x="677757" y="394139"/>
                </a:lnTo>
                <a:close/>
                <a:lnTo>
                  <a:pt x="680736" y="427410"/>
                </a:lnTo>
                <a:close/>
                <a:lnTo>
                  <a:pt x="682226" y="386820"/>
                </a:lnTo>
                <a:close/>
                <a:lnTo>
                  <a:pt x="686694" y="712232"/>
                </a:lnTo>
                <a:close/>
                <a:lnTo>
                  <a:pt x="689673" y="805067"/>
                </a:lnTo>
                <a:close/>
                <a:lnTo>
                  <a:pt x="692653" y="553353"/>
                </a:lnTo>
                <a:close/>
                <a:lnTo>
                  <a:pt x="697121" y="726828"/>
                </a:lnTo>
                <a:close/>
                <a:lnTo>
                  <a:pt x="700100" y="918304"/>
                </a:lnTo>
                <a:close/>
                <a:lnTo>
                  <a:pt x="704569" y="632016"/>
                </a:lnTo>
                <a:close/>
                <a:lnTo>
                  <a:pt x="707548" y="491045"/>
                </a:lnTo>
                <a:close/>
                <a:lnTo>
                  <a:pt x="709038" y="466518"/>
                </a:lnTo>
                <a:close/>
                <a:lnTo>
                  <a:pt x="712017" y="557780"/>
                </a:lnTo>
                <a:close/>
                <a:lnTo>
                  <a:pt x="713507" y="539960"/>
                </a:lnTo>
                <a:close/>
                <a:lnTo>
                  <a:pt x="716486" y="597573"/>
                </a:lnTo>
                <a:close/>
                <a:lnTo>
                  <a:pt x="719465" y="291390"/>
                </a:lnTo>
                <a:close/>
                <a:lnTo>
                  <a:pt x="720954" y="219617"/>
                </a:lnTo>
                <a:close/>
                <a:lnTo>
                  <a:pt x="725423" y="593473"/>
                </a:lnTo>
                <a:close/>
                <a:lnTo>
                  <a:pt x="726913" y="688779"/>
                </a:lnTo>
                <a:close/>
                <a:lnTo>
                  <a:pt x="728402" y="676075"/>
                </a:lnTo>
                <a:close/>
                <a:lnTo>
                  <a:pt x="734361" y="466104"/>
                </a:lnTo>
                <a:close/>
                <a:lnTo>
                  <a:pt x="737340" y="450506"/>
                </a:lnTo>
                <a:close/>
                <a:lnTo>
                  <a:pt x="738829" y="365267"/>
                </a:lnTo>
                <a:close/>
                <a:lnTo>
                  <a:pt x="740319" y="442543"/>
                </a:lnTo>
                <a:close/>
                <a:lnTo>
                  <a:pt x="741809" y="416973"/>
                </a:lnTo>
                <a:close/>
                <a:lnTo>
                  <a:pt x="743298" y="475636"/>
                </a:lnTo>
                <a:close/>
                <a:lnTo>
                  <a:pt x="744788" y="633322"/>
                </a:lnTo>
                <a:close/>
                <a:lnTo>
                  <a:pt x="747767" y="334521"/>
                </a:lnTo>
                <a:close/>
                <a:lnTo>
                  <a:pt x="749256" y="394588"/>
                </a:lnTo>
                <a:close/>
                <a:lnTo>
                  <a:pt x="750746" y="723925"/>
                </a:lnTo>
                <a:close/>
                <a:lnTo>
                  <a:pt x="756704" y="350008"/>
                </a:lnTo>
                <a:close/>
                <a:lnTo>
                  <a:pt x="758194" y="394794"/>
                </a:lnTo>
                <a:close/>
                <a:lnTo>
                  <a:pt x="759683" y="333447"/>
                </a:lnTo>
                <a:close/>
                <a:lnTo>
                  <a:pt x="761173" y="361890"/>
                </a:lnTo>
                <a:close/>
                <a:lnTo>
                  <a:pt x="762663" y="168026"/>
                </a:lnTo>
                <a:close/>
                <a:lnTo>
                  <a:pt x="764152" y="159738"/>
                </a:lnTo>
                <a:close/>
                <a:lnTo>
                  <a:pt x="765642" y="413651"/>
                </a:lnTo>
                <a:close/>
                <a:lnTo>
                  <a:pt x="767131" y="415617"/>
                </a:lnTo>
                <a:close/>
                <a:lnTo>
                  <a:pt x="768621" y="305270"/>
                </a:lnTo>
                <a:close/>
                <a:lnTo>
                  <a:pt x="770110" y="78619"/>
                </a:lnTo>
                <a:close/>
                <a:lnTo>
                  <a:pt x="773090" y="356994"/>
                </a:lnTo>
                <a:close/>
                <a:lnTo>
                  <a:pt x="774579" y="283824"/>
                </a:lnTo>
                <a:close/>
                <a:lnTo>
                  <a:pt x="776069" y="291093"/>
                </a:lnTo>
                <a:close/>
                <a:lnTo>
                  <a:pt x="777558" y="387144"/>
                </a:lnTo>
                <a:close/>
                <a:lnTo>
                  <a:pt x="779048" y="371547"/>
                </a:lnTo>
                <a:close/>
                <a:lnTo>
                  <a:pt x="780538" y="439628"/>
                </a:lnTo>
                <a:close/>
                <a:lnTo>
                  <a:pt x="783517" y="604586"/>
                </a:lnTo>
                <a:close/>
                <a:lnTo>
                  <a:pt x="785006" y="642110"/>
                </a:lnTo>
                <a:close/>
                <a:lnTo>
                  <a:pt x="787985" y="238961"/>
                </a:lnTo>
                <a:close/>
                <a:lnTo>
                  <a:pt x="792454" y="574377"/>
                </a:lnTo>
                <a:close/>
                <a:lnTo>
                  <a:pt x="793944" y="401265"/>
                </a:lnTo>
                <a:close/>
                <a:lnTo>
                  <a:pt x="795433" y="676421"/>
                </a:lnTo>
                <a:close/>
                <a:lnTo>
                  <a:pt x="796923" y="446100"/>
                </a:lnTo>
                <a:close/>
                <a:lnTo>
                  <a:pt x="798412" y="620764"/>
                </a:lnTo>
                <a:close/>
                <a:lnTo>
                  <a:pt x="801392" y="457413"/>
                </a:lnTo>
                <a:close/>
                <a:lnTo>
                  <a:pt x="802881" y="449377"/>
                </a:lnTo>
                <a:close/>
                <a:lnTo>
                  <a:pt x="804371" y="474010"/>
                </a:lnTo>
                <a:close/>
                <a:lnTo>
                  <a:pt x="807350" y="601555"/>
                </a:lnTo>
                <a:close/>
                <a:lnTo>
                  <a:pt x="810329" y="363783"/>
                </a:lnTo>
                <a:close/>
                <a:lnTo>
                  <a:pt x="811819" y="501657"/>
                </a:lnTo>
                <a:close/>
                <a:lnTo>
                  <a:pt x="813308" y="411575"/>
                </a:lnTo>
                <a:close/>
                <a:lnTo>
                  <a:pt x="814798" y="539870"/>
                </a:lnTo>
                <a:close/>
                <a:lnTo>
                  <a:pt x="816287" y="330145"/>
                </a:lnTo>
                <a:close/>
                <a:lnTo>
                  <a:pt x="817777" y="356017"/>
                </a:lnTo>
                <a:close/>
                <a:lnTo>
                  <a:pt x="819267" y="322079"/>
                </a:lnTo>
                <a:close/>
                <a:lnTo>
                  <a:pt x="820756" y="322336"/>
                </a:lnTo>
                <a:close/>
                <a:lnTo>
                  <a:pt x="822246" y="371056"/>
                </a:lnTo>
                <a:close/>
                <a:lnTo>
                  <a:pt x="823735" y="547339"/>
                </a:lnTo>
                <a:close/>
                <a:lnTo>
                  <a:pt x="825225" y="309266"/>
                </a:lnTo>
                <a:close/>
                <a:lnTo>
                  <a:pt x="826714" y="495548"/>
                </a:lnTo>
                <a:close/>
                <a:lnTo>
                  <a:pt x="828204" y="300830"/>
                </a:lnTo>
                <a:close/>
                <a:lnTo>
                  <a:pt x="829694" y="399603"/>
                </a:lnTo>
                <a:close/>
                <a:lnTo>
                  <a:pt x="831183" y="340342"/>
                </a:lnTo>
                <a:close/>
                <a:lnTo>
                  <a:pt x="835652" y="528801"/>
                </a:lnTo>
                <a:close/>
                <a:lnTo>
                  <a:pt x="838631" y="414032"/>
                </a:lnTo>
                <a:close/>
                <a:lnTo>
                  <a:pt x="843100" y="753435"/>
                </a:lnTo>
                <a:close/>
                <a:lnTo>
                  <a:pt x="844589" y="744643"/>
                </a:lnTo>
                <a:close/>
                <a:lnTo>
                  <a:pt x="846079" y="561463"/>
                </a:lnTo>
                <a:close/>
                <a:lnTo>
                  <a:pt x="847568" y="689343"/>
                </a:lnTo>
                <a:close/>
                <a:lnTo>
                  <a:pt x="850548" y="457826"/>
                </a:lnTo>
                <a:close/>
                <a:lnTo>
                  <a:pt x="852037" y="608948"/>
                </a:lnTo>
                <a:close/>
                <a:lnTo>
                  <a:pt x="853527" y="600292"/>
                </a:lnTo>
                <a:close/>
                <a:lnTo>
                  <a:pt x="855016" y="490205"/>
                </a:lnTo>
                <a:close/>
                <a:lnTo>
                  <a:pt x="856506" y="571469"/>
                </a:lnTo>
                <a:close/>
                <a:lnTo>
                  <a:pt x="857996" y="469644"/>
                </a:lnTo>
                <a:close/>
                <a:lnTo>
                  <a:pt x="859485" y="483893"/>
                </a:lnTo>
                <a:close/>
                <a:lnTo>
                  <a:pt x="860975" y="428925"/>
                </a:lnTo>
                <a:close/>
                <a:lnTo>
                  <a:pt x="862464" y="591492"/>
                </a:lnTo>
                <a:close/>
                <a:lnTo>
                  <a:pt x="863954" y="497687"/>
                </a:lnTo>
                <a:close/>
                <a:lnTo>
                  <a:pt x="865443" y="601602"/>
                </a:lnTo>
                <a:close/>
                <a:lnTo>
                  <a:pt x="866933" y="568603"/>
                </a:lnTo>
                <a:close/>
                <a:lnTo>
                  <a:pt x="869912" y="628599"/>
                </a:lnTo>
                <a:close/>
                <a:lnTo>
                  <a:pt x="871402" y="564289"/>
                </a:lnTo>
                <a:close/>
                <a:lnTo>
                  <a:pt x="872891" y="575919"/>
                </a:lnTo>
                <a:close/>
                <a:lnTo>
                  <a:pt x="874381" y="453700"/>
                </a:lnTo>
                <a:close/>
                <a:lnTo>
                  <a:pt x="875870" y="127345"/>
                </a:lnTo>
                <a:close/>
                <a:lnTo>
                  <a:pt x="880339" y="434324"/>
                </a:lnTo>
                <a:close/>
                <a:lnTo>
                  <a:pt x="883318" y="265045"/>
                </a:lnTo>
                <a:close/>
                <a:lnTo>
                  <a:pt x="884808" y="228473"/>
                </a:lnTo>
                <a:close/>
                <a:lnTo>
                  <a:pt x="886297" y="289161"/>
                </a:lnTo>
                <a:close/>
                <a:lnTo>
                  <a:pt x="887787" y="408346"/>
                </a:lnTo>
                <a:close/>
                <a:lnTo>
                  <a:pt x="889277" y="396416"/>
                </a:lnTo>
                <a:close/>
                <a:lnTo>
                  <a:pt x="890766" y="321681"/>
                </a:lnTo>
                <a:close/>
                <a:lnTo>
                  <a:pt x="892256" y="428850"/>
                </a:lnTo>
                <a:close/>
                <a:lnTo>
                  <a:pt x="893745" y="658842"/>
                </a:lnTo>
                <a:close/>
                <a:lnTo>
                  <a:pt x="895235" y="571460"/>
                </a:lnTo>
                <a:close/>
                <a:lnTo>
                  <a:pt x="896724" y="601601"/>
                </a:lnTo>
                <a:close/>
                <a:lnTo>
                  <a:pt x="899704" y="384470"/>
                </a:lnTo>
                <a:close/>
                <a:lnTo>
                  <a:pt x="901193" y="410794"/>
                </a:lnTo>
                <a:close/>
                <a:lnTo>
                  <a:pt x="904172" y="513270"/>
                </a:lnTo>
                <a:close/>
                <a:lnTo>
                  <a:pt x="905662" y="539765"/>
                </a:lnTo>
                <a:close/>
                <a:lnTo>
                  <a:pt x="907152" y="453534"/>
                </a:lnTo>
                <a:close/>
                <a:lnTo>
                  <a:pt x="908641" y="523537"/>
                </a:lnTo>
                <a:close/>
                <a:lnTo>
                  <a:pt x="910131" y="518540"/>
                </a:lnTo>
                <a:close/>
                <a:lnTo>
                  <a:pt x="911620" y="482900"/>
                </a:lnTo>
                <a:close/>
                <a:lnTo>
                  <a:pt x="913110" y="349173"/>
                </a:lnTo>
                <a:close/>
                <a:lnTo>
                  <a:pt x="914599" y="353073"/>
                </a:lnTo>
                <a:close/>
                <a:lnTo>
                  <a:pt x="916089" y="380658"/>
                </a:lnTo>
                <a:close/>
                <a:lnTo>
                  <a:pt x="917579" y="645772"/>
                </a:lnTo>
                <a:close/>
                <a:lnTo>
                  <a:pt x="920558" y="405246"/>
                </a:lnTo>
                <a:close/>
                <a:lnTo>
                  <a:pt x="926516" y="669466"/>
                </a:lnTo>
                <a:close/>
                <a:lnTo>
                  <a:pt x="928006" y="618103"/>
                </a:lnTo>
                <a:close/>
                <a:lnTo>
                  <a:pt x="929495" y="771204"/>
                </a:lnTo>
                <a:close/>
                <a:lnTo>
                  <a:pt x="930985" y="626005"/>
                </a:lnTo>
                <a:close/>
                <a:lnTo>
                  <a:pt x="932474" y="624902"/>
                </a:lnTo>
                <a:close/>
                <a:lnTo>
                  <a:pt x="935453" y="450749"/>
                </a:lnTo>
                <a:close/>
                <a:lnTo>
                  <a:pt x="938433" y="654017"/>
                </a:lnTo>
                <a:close/>
                <a:lnTo>
                  <a:pt x="942901" y="408666"/>
                </a:lnTo>
                <a:close/>
                <a:lnTo>
                  <a:pt x="944391" y="468751"/>
                </a:lnTo>
                <a:close/>
                <a:lnTo>
                  <a:pt x="945880" y="468787"/>
                </a:lnTo>
                <a:close/>
                <a:lnTo>
                  <a:pt x="947370" y="602405"/>
                </a:lnTo>
                <a:close/>
                <a:lnTo>
                  <a:pt x="950349" y="528547"/>
                </a:lnTo>
                <a:close/>
                <a:lnTo>
                  <a:pt x="951839" y="579924"/>
                </a:lnTo>
                <a:close/>
                <a:lnTo>
                  <a:pt x="953328" y="556592"/>
                </a:lnTo>
                <a:close/>
                <a:lnTo>
                  <a:pt x="954818" y="563555"/>
                </a:lnTo>
                <a:close/>
                <a:lnTo>
                  <a:pt x="962266" y="414816"/>
                </a:lnTo>
                <a:close/>
                <a:lnTo>
                  <a:pt x="963755" y="319703"/>
                </a:lnTo>
                <a:close/>
                <a:lnTo>
                  <a:pt x="965245" y="324426"/>
                </a:lnTo>
                <a:close/>
                <a:lnTo>
                  <a:pt x="966735" y="290660"/>
                </a:lnTo>
                <a:close/>
                <a:lnTo>
                  <a:pt x="969714" y="538575"/>
                </a:lnTo>
                <a:close/>
                <a:lnTo>
                  <a:pt x="971203" y="578547"/>
                </a:lnTo>
                <a:close/>
                <a:lnTo>
                  <a:pt x="974182" y="300415"/>
                </a:lnTo>
                <a:close/>
                <a:lnTo>
                  <a:pt x="980141" y="588655"/>
                </a:lnTo>
                <a:close/>
                <a:lnTo>
                  <a:pt x="981630" y="534242"/>
                </a:lnTo>
                <a:close/>
                <a:lnTo>
                  <a:pt x="984609" y="310923"/>
                </a:lnTo>
                <a:close/>
                <a:lnTo>
                  <a:pt x="986099" y="403717"/>
                </a:lnTo>
                <a:close/>
                <a:lnTo>
                  <a:pt x="987589" y="291694"/>
                </a:lnTo>
                <a:close/>
                <a:lnTo>
                  <a:pt x="989078" y="311261"/>
                </a:lnTo>
                <a:close/>
                <a:lnTo>
                  <a:pt x="990568" y="304283"/>
                </a:lnTo>
                <a:close/>
                <a:lnTo>
                  <a:pt x="992057" y="361277"/>
                </a:lnTo>
                <a:close/>
                <a:lnTo>
                  <a:pt x="993547" y="276947"/>
                </a:lnTo>
                <a:close/>
                <a:lnTo>
                  <a:pt x="995037" y="416328"/>
                </a:lnTo>
                <a:close/>
                <a:lnTo>
                  <a:pt x="998016" y="333774"/>
                </a:lnTo>
                <a:close/>
                <a:lnTo>
                  <a:pt x="999505" y="382208"/>
                </a:lnTo>
                <a:close/>
                <a:lnTo>
                  <a:pt x="1000995" y="384546"/>
                </a:lnTo>
                <a:close/>
                <a:lnTo>
                  <a:pt x="1003974" y="634459"/>
                </a:lnTo>
                <a:close/>
                <a:lnTo>
                  <a:pt x="1011422" y="206533"/>
                </a:lnTo>
                <a:close/>
                <a:lnTo>
                  <a:pt x="1012911" y="152367"/>
                </a:lnTo>
                <a:close/>
                <a:lnTo>
                  <a:pt x="1015891" y="329875"/>
                </a:lnTo>
                <a:close/>
                <a:lnTo>
                  <a:pt x="1017380" y="368576"/>
                </a:lnTo>
                <a:close/>
                <a:lnTo>
                  <a:pt x="1018870" y="314779"/>
                </a:lnTo>
                <a:close/>
                <a:lnTo>
                  <a:pt x="1023338" y="708098"/>
                </a:lnTo>
                <a:close/>
                <a:lnTo>
                  <a:pt x="1024828" y="710491"/>
                </a:lnTo>
                <a:close/>
                <a:lnTo>
                  <a:pt x="1026318" y="716864"/>
                </a:lnTo>
                <a:close/>
                <a:lnTo>
                  <a:pt x="1027807" y="740009"/>
                </a:lnTo>
                <a:close/>
                <a:lnTo>
                  <a:pt x="1030786" y="478362"/>
                </a:lnTo>
                <a:close/>
                <a:lnTo>
                  <a:pt x="1032276" y="435571"/>
                </a:lnTo>
                <a:close/>
                <a:lnTo>
                  <a:pt x="1033765" y="445963"/>
                </a:lnTo>
                <a:close/>
                <a:lnTo>
                  <a:pt x="1035255" y="445963"/>
                </a:lnTo>
                <a:close/>
                <a:lnTo>
                  <a:pt x="1038234" y="614607"/>
                </a:lnTo>
                <a:close/>
                <a:lnTo>
                  <a:pt x="1042703" y="234567"/>
                </a:lnTo>
                <a:close/>
                <a:lnTo>
                  <a:pt x="1044193" y="226981"/>
                </a:lnTo>
                <a:close/>
                <a:lnTo>
                  <a:pt x="1047172" y="462300"/>
                </a:lnTo>
                <a:close/>
                <a:lnTo>
                  <a:pt x="1050151" y="311239"/>
                </a:lnTo>
                <a:close/>
                <a:lnTo>
                  <a:pt x="1053130" y="426677"/>
                </a:lnTo>
                <a:close/>
                <a:lnTo>
                  <a:pt x="1054620" y="349750"/>
                </a:lnTo>
                <a:close/>
                <a:lnTo>
                  <a:pt x="1056109" y="401638"/>
                </a:lnTo>
                <a:close/>
                <a:lnTo>
                  <a:pt x="1057599" y="388404"/>
                </a:lnTo>
                <a:close/>
                <a:lnTo>
                  <a:pt x="1059088" y="362382"/>
                </a:lnTo>
                <a:close/>
                <a:lnTo>
                  <a:pt x="1062067" y="490136"/>
                </a:lnTo>
                <a:close/>
                <a:lnTo>
                  <a:pt x="1063557" y="440450"/>
                </a:lnTo>
                <a:close/>
                <a:lnTo>
                  <a:pt x="1065047" y="563532"/>
                </a:lnTo>
                <a:close/>
                <a:lnTo>
                  <a:pt x="1066536" y="314225"/>
                </a:lnTo>
                <a:close/>
                <a:lnTo>
                  <a:pt x="1069515" y="457282"/>
                </a:lnTo>
                <a:close/>
                <a:lnTo>
                  <a:pt x="1071005" y="332671"/>
                </a:lnTo>
                <a:close/>
                <a:lnTo>
                  <a:pt x="1073984" y="429913"/>
                </a:lnTo>
                <a:close/>
                <a:lnTo>
                  <a:pt x="1075474" y="232592"/>
                </a:lnTo>
                <a:close/>
                <a:lnTo>
                  <a:pt x="1076963" y="252388"/>
                </a:lnTo>
                <a:close/>
                <a:lnTo>
                  <a:pt x="1082921" y="617129"/>
                </a:lnTo>
                <a:close/>
                <a:lnTo>
                  <a:pt x="1084411" y="614076"/>
                </a:lnTo>
                <a:close/>
                <a:lnTo>
                  <a:pt x="1085901" y="560302"/>
                </a:lnTo>
                <a:close/>
                <a:lnTo>
                  <a:pt x="1088880" y="668693"/>
                </a:lnTo>
                <a:close/>
                <a:lnTo>
                  <a:pt x="1091859" y="500155"/>
                </a:lnTo>
                <a:close/>
                <a:lnTo>
                  <a:pt x="1093349" y="593168"/>
                </a:lnTo>
                <a:close/>
                <a:lnTo>
                  <a:pt x="1094838" y="525041"/>
                </a:lnTo>
                <a:close/>
                <a:lnTo>
                  <a:pt x="1096328" y="543363"/>
                </a:lnTo>
                <a:close/>
                <a:lnTo>
                  <a:pt x="1097817" y="543363"/>
                </a:lnTo>
                <a:close/>
                <a:lnTo>
                  <a:pt x="1099307" y="569774"/>
                </a:lnTo>
                <a:close/>
                <a:lnTo>
                  <a:pt x="1102286" y="649665"/>
                </a:lnTo>
                <a:close/>
                <a:lnTo>
                  <a:pt x="1105265" y="606120"/>
                </a:lnTo>
                <a:close/>
                <a:lnTo>
                  <a:pt x="1106755" y="594705"/>
                </a:lnTo>
                <a:close/>
                <a:lnTo>
                  <a:pt x="1108244" y="508868"/>
                </a:lnTo>
                <a:close/>
                <a:lnTo>
                  <a:pt x="1109734" y="602133"/>
                </a:lnTo>
                <a:close/>
                <a:lnTo>
                  <a:pt x="1112713" y="484994"/>
                </a:lnTo>
                <a:close/>
                <a:lnTo>
                  <a:pt x="1114203" y="499549"/>
                </a:lnTo>
                <a:close/>
                <a:lnTo>
                  <a:pt x="1117182" y="258341"/>
                </a:lnTo>
                <a:close/>
                <a:lnTo>
                  <a:pt x="1118671" y="258341"/>
                </a:lnTo>
                <a:close/>
                <a:lnTo>
                  <a:pt x="1121650" y="477042"/>
                </a:lnTo>
                <a:close/>
                <a:lnTo>
                  <a:pt x="1124630" y="402680"/>
                </a:lnTo>
                <a:close/>
                <a:lnTo>
                  <a:pt x="1127609" y="494390"/>
                </a:lnTo>
                <a:close/>
                <a:lnTo>
                  <a:pt x="1129098" y="471497"/>
                </a:lnTo>
                <a:close/>
                <a:lnTo>
                  <a:pt x="1130588" y="358520"/>
                </a:lnTo>
                <a:close/>
                <a:lnTo>
                  <a:pt x="1132078" y="587980"/>
                </a:lnTo>
                <a:close/>
                <a:lnTo>
                  <a:pt x="1135057" y="494907"/>
                </a:lnTo>
                <a:close/>
                <a:lnTo>
                  <a:pt x="1136546" y="419985"/>
                </a:lnTo>
                <a:close/>
                <a:lnTo>
                  <a:pt x="1138036" y="485442"/>
                </a:lnTo>
                <a:close/>
                <a:lnTo>
                  <a:pt x="1139525" y="296879"/>
                </a:lnTo>
                <a:close/>
                <a:lnTo>
                  <a:pt x="1143994" y="783020"/>
                </a:lnTo>
                <a:close/>
                <a:lnTo>
                  <a:pt x="1145484" y="775074"/>
                </a:lnTo>
                <a:close/>
                <a:lnTo>
                  <a:pt x="1146973" y="825198"/>
                </a:lnTo>
                <a:close/>
                <a:lnTo>
                  <a:pt x="1148463" y="738436"/>
                </a:lnTo>
                <a:close/>
                <a:lnTo>
                  <a:pt x="1149952" y="546837"/>
                </a:lnTo>
                <a:close/>
                <a:lnTo>
                  <a:pt x="1151442" y="690187"/>
                </a:lnTo>
                <a:close/>
                <a:lnTo>
                  <a:pt x="1152932" y="524703"/>
                </a:lnTo>
                <a:close/>
                <a:lnTo>
                  <a:pt x="1155911" y="547949"/>
                </a:lnTo>
                <a:close/>
                <a:lnTo>
                  <a:pt x="1157400" y="458075"/>
                </a:lnTo>
                <a:close/>
                <a:lnTo>
                  <a:pt x="1158890" y="601711"/>
                </a:lnTo>
                <a:close/>
                <a:lnTo>
                  <a:pt x="1160379" y="596771"/>
                </a:lnTo>
                <a:close/>
                <a:lnTo>
                  <a:pt x="1163359" y="366991"/>
                </a:lnTo>
                <a:close/>
                <a:lnTo>
                  <a:pt x="1166338" y="621065"/>
                </a:lnTo>
                <a:close/>
                <a:lnTo>
                  <a:pt x="1167827" y="601896"/>
                </a:lnTo>
                <a:close/>
                <a:lnTo>
                  <a:pt x="1169317" y="643504"/>
                </a:lnTo>
                <a:close/>
                <a:lnTo>
                  <a:pt x="1170806" y="792827"/>
                </a:lnTo>
                <a:close/>
                <a:lnTo>
                  <a:pt x="1173786" y="541817"/>
                </a:lnTo>
                <a:close/>
                <a:lnTo>
                  <a:pt x="1175275" y="425131"/>
                </a:lnTo>
                <a:close/>
                <a:lnTo>
                  <a:pt x="1176765" y="523186"/>
                </a:lnTo>
                <a:close/>
                <a:lnTo>
                  <a:pt x="1178254" y="462424"/>
                </a:lnTo>
                <a:close/>
                <a:lnTo>
                  <a:pt x="1181234" y="240475"/>
                </a:lnTo>
                <a:close/>
                <a:lnTo>
                  <a:pt x="1185702" y="600046"/>
                </a:lnTo>
                <a:close/>
                <a:lnTo>
                  <a:pt x="1187192" y="357255"/>
                </a:lnTo>
                <a:close/>
                <a:lnTo>
                  <a:pt x="1188681" y="519128"/>
                </a:lnTo>
                <a:close/>
                <a:lnTo>
                  <a:pt x="1194640" y="268616"/>
                </a:lnTo>
                <a:close/>
                <a:lnTo>
                  <a:pt x="1196129" y="347620"/>
                </a:lnTo>
                <a:close/>
                <a:lnTo>
                  <a:pt x="1202088" y="24018"/>
                </a:lnTo>
                <a:close/>
                <a:lnTo>
                  <a:pt x="1203577" y="33368"/>
                </a:lnTo>
                <a:close/>
                <a:lnTo>
                  <a:pt x="1206556" y="373094"/>
                </a:lnTo>
                <a:close/>
                <a:lnTo>
                  <a:pt x="1209535" y="503034"/>
                </a:lnTo>
                <a:close/>
                <a:lnTo>
                  <a:pt x="1211025" y="503034"/>
                </a:lnTo>
                <a:close/>
                <a:lnTo>
                  <a:pt x="1212515" y="543184"/>
                </a:lnTo>
                <a:close/>
                <a:lnTo>
                  <a:pt x="1214004" y="461206"/>
                </a:lnTo>
                <a:close/>
                <a:lnTo>
                  <a:pt x="1215494" y="496967"/>
                </a:lnTo>
                <a:close/>
                <a:lnTo>
                  <a:pt x="1216983" y="579443"/>
                </a:lnTo>
                <a:close/>
                <a:lnTo>
                  <a:pt x="1218473" y="512161"/>
                </a:lnTo>
                <a:close/>
                <a:lnTo>
                  <a:pt x="1219962" y="193626"/>
                </a:lnTo>
                <a:close/>
                <a:lnTo>
                  <a:pt x="1224431" y="352129"/>
                </a:lnTo>
                <a:close/>
                <a:lnTo>
                  <a:pt x="1227410" y="520409"/>
                </a:lnTo>
                <a:close/>
                <a:lnTo>
                  <a:pt x="1230390" y="226355"/>
                </a:lnTo>
                <a:close/>
                <a:lnTo>
                  <a:pt x="1233369" y="352198"/>
                </a:lnTo>
                <a:close/>
                <a:lnTo>
                  <a:pt x="1234858" y="335970"/>
                </a:lnTo>
                <a:close/>
                <a:lnTo>
                  <a:pt x="1236348" y="360071"/>
                </a:lnTo>
                <a:close/>
                <a:lnTo>
                  <a:pt x="1237837" y="541286"/>
                </a:lnTo>
                <a:close/>
                <a:lnTo>
                  <a:pt x="1240817" y="304865"/>
                </a:lnTo>
                <a:close/>
                <a:lnTo>
                  <a:pt x="1242306" y="304865"/>
                </a:lnTo>
                <a:close/>
                <a:lnTo>
                  <a:pt x="1243796" y="462022"/>
                </a:lnTo>
                <a:close/>
                <a:lnTo>
                  <a:pt x="1245285" y="324511"/>
                </a:lnTo>
                <a:close/>
                <a:lnTo>
                  <a:pt x="1248264" y="487413"/>
                </a:lnTo>
                <a:close/>
                <a:lnTo>
                  <a:pt x="1249754" y="339665"/>
                </a:lnTo>
                <a:close/>
                <a:lnTo>
                  <a:pt x="1251244" y="381976"/>
                </a:lnTo>
                <a:close/>
                <a:lnTo>
                  <a:pt x="1252733" y="357404"/>
                </a:lnTo>
                <a:close/>
                <a:lnTo>
                  <a:pt x="1254223" y="388138"/>
                </a:lnTo>
                <a:close/>
                <a:lnTo>
                  <a:pt x="1257202" y="303909"/>
                </a:lnTo>
                <a:close/>
                <a:lnTo>
                  <a:pt x="1258691" y="368123"/>
                </a:lnTo>
                <a:close/>
                <a:lnTo>
                  <a:pt x="1261671" y="327933"/>
                </a:lnTo>
                <a:close/>
                <a:lnTo>
                  <a:pt x="1263160" y="376054"/>
                </a:lnTo>
                <a:close/>
                <a:lnTo>
                  <a:pt x="1264650" y="306698"/>
                </a:lnTo>
                <a:close/>
                <a:lnTo>
                  <a:pt x="1266139" y="470468"/>
                </a:lnTo>
                <a:close/>
                <a:lnTo>
                  <a:pt x="1267629" y="466329"/>
                </a:lnTo>
                <a:close/>
                <a:lnTo>
                  <a:pt x="1269119" y="475588"/>
                </a:lnTo>
                <a:close/>
                <a:lnTo>
                  <a:pt x="1270608" y="541995"/>
                </a:lnTo>
                <a:close/>
                <a:lnTo>
                  <a:pt x="1273587" y="367258"/>
                </a:lnTo>
                <a:close/>
                <a:lnTo>
                  <a:pt x="1276566" y="235165"/>
                </a:lnTo>
                <a:close/>
                <a:lnTo>
                  <a:pt x="1282525" y="393853"/>
                </a:lnTo>
                <a:close/>
                <a:lnTo>
                  <a:pt x="1284014" y="549227"/>
                </a:lnTo>
                <a:close/>
                <a:lnTo>
                  <a:pt x="1285504" y="380583"/>
                </a:lnTo>
                <a:close/>
                <a:lnTo>
                  <a:pt x="1286993" y="511175"/>
                </a:lnTo>
                <a:close/>
                <a:lnTo>
                  <a:pt x="1288483" y="472237"/>
                </a:lnTo>
                <a:close/>
                <a:lnTo>
                  <a:pt x="1291462" y="624188"/>
                </a:lnTo>
                <a:close/>
                <a:lnTo>
                  <a:pt x="1292952" y="680060"/>
                </a:lnTo>
                <a:close/>
                <a:lnTo>
                  <a:pt x="1294441" y="573760"/>
                </a:lnTo>
                <a:close/>
                <a:lnTo>
                  <a:pt x="1295931" y="569014"/>
                </a:lnTo>
                <a:close/>
                <a:lnTo>
                  <a:pt x="1298910" y="505843"/>
                </a:lnTo>
                <a:close/>
                <a:lnTo>
                  <a:pt x="1301889" y="192919"/>
                </a:lnTo>
                <a:close/>
                <a:lnTo>
                  <a:pt x="1304868" y="421590"/>
                </a:lnTo>
                <a:close/>
                <a:lnTo>
                  <a:pt x="1306358" y="449122"/>
                </a:lnTo>
                <a:close/>
                <a:lnTo>
                  <a:pt x="1309337" y="615746"/>
                </a:lnTo>
                <a:close/>
                <a:lnTo>
                  <a:pt x="1310827" y="457515"/>
                </a:lnTo>
                <a:close/>
                <a:lnTo>
                  <a:pt x="1313806" y="534545"/>
                </a:lnTo>
                <a:close/>
                <a:lnTo>
                  <a:pt x="1316785" y="295873"/>
                </a:lnTo>
                <a:close/>
                <a:lnTo>
                  <a:pt x="1318275" y="225701"/>
                </a:lnTo>
                <a:close/>
                <a:lnTo>
                  <a:pt x="1319764" y="432896"/>
                </a:lnTo>
                <a:close/>
                <a:lnTo>
                  <a:pt x="1322743" y="399960"/>
                </a:lnTo>
                <a:close/>
                <a:lnTo>
                  <a:pt x="1324233" y="503175"/>
                </a:lnTo>
                <a:close/>
                <a:lnTo>
                  <a:pt x="1327212" y="453495"/>
                </a:lnTo>
                <a:close/>
                <a:lnTo>
                  <a:pt x="1328702" y="584468"/>
                </a:lnTo>
                <a:close/>
                <a:lnTo>
                  <a:pt x="1330191" y="458853"/>
                </a:lnTo>
                <a:close/>
                <a:lnTo>
                  <a:pt x="1331681" y="515891"/>
                </a:lnTo>
                <a:close/>
                <a:lnTo>
                  <a:pt x="1334660" y="790501"/>
                </a:lnTo>
                <a:close/>
                <a:lnTo>
                  <a:pt x="1336149" y="645944"/>
                </a:lnTo>
                <a:close/>
                <a:lnTo>
                  <a:pt x="1337639" y="647567"/>
                </a:lnTo>
                <a:close/>
                <a:lnTo>
                  <a:pt x="1339129" y="824438"/>
                </a:lnTo>
                <a:close/>
                <a:lnTo>
                  <a:pt x="1342108" y="784198"/>
                </a:lnTo>
                <a:close/>
                <a:lnTo>
                  <a:pt x="1343597" y="765308"/>
                </a:lnTo>
                <a:close/>
                <a:lnTo>
                  <a:pt x="1349556" y="491716"/>
                </a:lnTo>
                <a:close/>
                <a:lnTo>
                  <a:pt x="1351045" y="515762"/>
                </a:lnTo>
                <a:close/>
                <a:lnTo>
                  <a:pt x="1352535" y="499958"/>
                </a:lnTo>
                <a:close/>
                <a:lnTo>
                  <a:pt x="1355514" y="638218"/>
                </a:lnTo>
                <a:close/>
                <a:lnTo>
                  <a:pt x="1357004" y="716144"/>
                </a:lnTo>
                <a:close/>
                <a:lnTo>
                  <a:pt x="1359983" y="357767"/>
                </a:lnTo>
                <a:close/>
                <a:lnTo>
                  <a:pt x="1362962" y="487097"/>
                </a:lnTo>
                <a:close/>
                <a:lnTo>
                  <a:pt x="1365941" y="253814"/>
                </a:lnTo>
                <a:close/>
                <a:lnTo>
                  <a:pt x="1368920" y="560214"/>
                </a:lnTo>
                <a:close/>
                <a:lnTo>
                  <a:pt x="1370410" y="714958"/>
                </a:lnTo>
                <a:close/>
                <a:lnTo>
                  <a:pt x="1373389" y="662551"/>
                </a:lnTo>
                <a:close/>
                <a:lnTo>
                  <a:pt x="1374878" y="663867"/>
                </a:lnTo>
                <a:close/>
                <a:lnTo>
                  <a:pt x="1376368" y="611309"/>
                </a:lnTo>
                <a:close/>
                <a:lnTo>
                  <a:pt x="1379347" y="303603"/>
                </a:lnTo>
                <a:close/>
                <a:lnTo>
                  <a:pt x="1380837" y="308631"/>
                </a:lnTo>
                <a:close/>
                <a:lnTo>
                  <a:pt x="1382326" y="422442"/>
                </a:lnTo>
                <a:close/>
                <a:lnTo>
                  <a:pt x="1383816" y="316461"/>
                </a:lnTo>
                <a:close/>
                <a:lnTo>
                  <a:pt x="1385305" y="396822"/>
                </a:lnTo>
                <a:close/>
                <a:lnTo>
                  <a:pt x="1386795" y="315156"/>
                </a:lnTo>
                <a:close/>
                <a:lnTo>
                  <a:pt x="1391264" y="573088"/>
                </a:lnTo>
                <a:close/>
                <a:lnTo>
                  <a:pt x="1392753" y="603176"/>
                </a:lnTo>
                <a:close/>
                <a:lnTo>
                  <a:pt x="1394243" y="532512"/>
                </a:lnTo>
                <a:close/>
                <a:lnTo>
                  <a:pt x="1395732" y="551669"/>
                </a:lnTo>
                <a:close/>
                <a:lnTo>
                  <a:pt x="1397222" y="474363"/>
                </a:lnTo>
                <a:close/>
                <a:lnTo>
                  <a:pt x="1400201" y="742805"/>
                </a:lnTo>
                <a:close/>
                <a:lnTo>
                  <a:pt x="1401691" y="769340"/>
                </a:lnTo>
                <a:close/>
                <a:lnTo>
                  <a:pt x="1403180" y="563194"/>
                </a:lnTo>
                <a:close/>
                <a:lnTo>
                  <a:pt x="1404670" y="574114"/>
                </a:lnTo>
                <a:close/>
                <a:lnTo>
                  <a:pt x="1406160" y="458086"/>
                </a:lnTo>
                <a:close/>
                <a:lnTo>
                  <a:pt x="1407649" y="663217"/>
                </a:lnTo>
                <a:close/>
                <a:lnTo>
                  <a:pt x="1409139" y="615720"/>
                </a:lnTo>
                <a:close/>
                <a:lnTo>
                  <a:pt x="1410628" y="673461"/>
                </a:lnTo>
                <a:close/>
                <a:lnTo>
                  <a:pt x="1413607" y="406852"/>
                </a:lnTo>
                <a:close/>
                <a:lnTo>
                  <a:pt x="1415097" y="423497"/>
                </a:lnTo>
                <a:close/>
                <a:lnTo>
                  <a:pt x="1416587" y="335401"/>
                </a:lnTo>
                <a:close/>
                <a:lnTo>
                  <a:pt x="1419566" y="540704"/>
                </a:lnTo>
                <a:close/>
                <a:lnTo>
                  <a:pt x="1421055" y="538016"/>
                </a:lnTo>
                <a:close/>
                <a:lnTo>
                  <a:pt x="1424034" y="594944"/>
                </a:lnTo>
                <a:close/>
                <a:lnTo>
                  <a:pt x="1425524" y="537733"/>
                </a:lnTo>
                <a:close/>
                <a:lnTo>
                  <a:pt x="1428503" y="341115"/>
                </a:lnTo>
                <a:close/>
                <a:lnTo>
                  <a:pt x="1429993" y="391577"/>
                </a:lnTo>
                <a:close/>
                <a:lnTo>
                  <a:pt x="1431482" y="277223"/>
                </a:lnTo>
                <a:close/>
                <a:lnTo>
                  <a:pt x="1432972" y="363652"/>
                </a:lnTo>
                <a:close/>
                <a:lnTo>
                  <a:pt x="1435951" y="771982"/>
                </a:lnTo>
                <a:close/>
                <a:lnTo>
                  <a:pt x="1437441" y="877178"/>
                </a:lnTo>
                <a:close/>
                <a:lnTo>
                  <a:pt x="1438930" y="730973"/>
                </a:lnTo>
                <a:close/>
                <a:lnTo>
                  <a:pt x="1440420" y="734193"/>
                </a:lnTo>
                <a:close/>
                <a:lnTo>
                  <a:pt x="1441909" y="757967"/>
                </a:lnTo>
                <a:close/>
                <a:lnTo>
                  <a:pt x="1443399" y="738643"/>
                </a:lnTo>
                <a:close/>
                <a:lnTo>
                  <a:pt x="1444888" y="797346"/>
                </a:lnTo>
                <a:close/>
                <a:lnTo>
                  <a:pt x="1446378" y="721523"/>
                </a:lnTo>
                <a:close/>
                <a:lnTo>
                  <a:pt x="1447868" y="818487"/>
                </a:lnTo>
                <a:close/>
                <a:lnTo>
                  <a:pt x="1449357" y="627704"/>
                </a:lnTo>
                <a:close/>
                <a:lnTo>
                  <a:pt x="1450847" y="691879"/>
                </a:lnTo>
                <a:close/>
                <a:lnTo>
                  <a:pt x="1453826" y="489848"/>
                </a:lnTo>
                <a:close/>
                <a:lnTo>
                  <a:pt x="1456805" y="571616"/>
                </a:lnTo>
                <a:close/>
                <a:lnTo>
                  <a:pt x="1458295" y="485193"/>
                </a:lnTo>
                <a:close/>
                <a:lnTo>
                  <a:pt x="1459784" y="520041"/>
                </a:lnTo>
                <a:close/>
                <a:lnTo>
                  <a:pt x="1464253" y="853277"/>
                </a:lnTo>
                <a:close/>
                <a:lnTo>
                  <a:pt x="1467232" y="535178"/>
                </a:lnTo>
                <a:close/>
                <a:lnTo>
                  <a:pt x="1470211" y="735700"/>
                </a:lnTo>
                <a:close/>
                <a:lnTo>
                  <a:pt x="1471701" y="701265"/>
                </a:lnTo>
                <a:close/>
                <a:lnTo>
                  <a:pt x="1477659" y="391198"/>
                </a:lnTo>
                <a:close/>
                <a:lnTo>
                  <a:pt x="1479149" y="402583"/>
                </a:lnTo>
                <a:close/>
                <a:lnTo>
                  <a:pt x="1480638" y="322478"/>
                </a:lnTo>
                <a:close/>
                <a:lnTo>
                  <a:pt x="1482128" y="620276"/>
                </a:lnTo>
                <a:close/>
                <a:lnTo>
                  <a:pt x="1483617" y="439687"/>
                </a:lnTo>
                <a:close/>
                <a:lnTo>
                  <a:pt x="1485107" y="503032"/>
                </a:lnTo>
                <a:close/>
                <a:lnTo>
                  <a:pt x="1488086" y="642168"/>
                </a:lnTo>
                <a:close/>
                <a:lnTo>
                  <a:pt x="1492555" y="361424"/>
                </a:lnTo>
                <a:close/>
                <a:lnTo>
                  <a:pt x="1494045" y="403010"/>
                </a:lnTo>
                <a:close/>
                <a:lnTo>
                  <a:pt x="1495534" y="487931"/>
                </a:lnTo>
                <a:close/>
                <a:lnTo>
                  <a:pt x="1498513" y="903869"/>
                </a:lnTo>
                <a:close/>
                <a:lnTo>
                  <a:pt x="1500003" y="889690"/>
                </a:lnTo>
                <a:close/>
                <a:lnTo>
                  <a:pt x="1501492" y="931026"/>
                </a:lnTo>
                <a:close/>
                <a:lnTo>
                  <a:pt x="1504472" y="688662"/>
                </a:lnTo>
                <a:close/>
                <a:lnTo>
                  <a:pt x="1505961" y="791237"/>
                </a:lnTo>
                <a:close/>
                <a:lnTo>
                  <a:pt x="1510430" y="404223"/>
                </a:lnTo>
                <a:close/>
                <a:lnTo>
                  <a:pt x="1511919" y="703935"/>
                </a:lnTo>
                <a:close/>
                <a:lnTo>
                  <a:pt x="1513409" y="685226"/>
                </a:lnTo>
                <a:close/>
                <a:lnTo>
                  <a:pt x="1514899" y="612863"/>
                </a:lnTo>
                <a:close/>
                <a:lnTo>
                  <a:pt x="1517878" y="612807"/>
                </a:lnTo>
                <a:close/>
                <a:lnTo>
                  <a:pt x="1519367" y="425962"/>
                </a:lnTo>
                <a:close/>
                <a:lnTo>
                  <a:pt x="1520857" y="418701"/>
                </a:lnTo>
                <a:close/>
                <a:lnTo>
                  <a:pt x="1523836" y="494657"/>
                </a:lnTo>
                <a:close/>
                <a:lnTo>
                  <a:pt x="1526815" y="576009"/>
                </a:lnTo>
                <a:close/>
                <a:lnTo>
                  <a:pt x="1528305" y="514617"/>
                </a:lnTo>
                <a:close/>
                <a:lnTo>
                  <a:pt x="1529794" y="355369"/>
                </a:lnTo>
                <a:close/>
                <a:lnTo>
                  <a:pt x="1532773" y="556735"/>
                </a:lnTo>
                <a:close/>
                <a:lnTo>
                  <a:pt x="1534263" y="514251"/>
                </a:lnTo>
                <a:close/>
                <a:lnTo>
                  <a:pt x="1537242" y="322435"/>
                </a:lnTo>
                <a:close/>
                <a:lnTo>
                  <a:pt x="1538732" y="480548"/>
                </a:lnTo>
                <a:close/>
                <a:lnTo>
                  <a:pt x="1540221" y="169277"/>
                </a:lnTo>
                <a:close/>
                <a:lnTo>
                  <a:pt x="1541711" y="194942"/>
                </a:lnTo>
                <a:close/>
                <a:lnTo>
                  <a:pt x="1543201" y="342056"/>
                </a:lnTo>
                <a:close/>
                <a:lnTo>
                  <a:pt x="1544690" y="303573"/>
                </a:lnTo>
                <a:close/>
                <a:lnTo>
                  <a:pt x="1546180" y="359740"/>
                </a:lnTo>
                <a:close/>
                <a:lnTo>
                  <a:pt x="1547669" y="556602"/>
                </a:lnTo>
                <a:close/>
                <a:lnTo>
                  <a:pt x="1550648" y="410824"/>
                </a:lnTo>
                <a:close/>
                <a:lnTo>
                  <a:pt x="1552138" y="483144"/>
                </a:lnTo>
                <a:close/>
                <a:lnTo>
                  <a:pt x="1553628" y="455114"/>
                </a:lnTo>
                <a:close/>
                <a:lnTo>
                  <a:pt x="1555117" y="479794"/>
                </a:lnTo>
                <a:close/>
                <a:lnTo>
                  <a:pt x="1558096" y="264519"/>
                </a:lnTo>
                <a:close/>
                <a:lnTo>
                  <a:pt x="1559586" y="253060"/>
                </a:lnTo>
                <a:close/>
                <a:lnTo>
                  <a:pt x="1565544" y="704589"/>
                </a:lnTo>
                <a:close/>
                <a:lnTo>
                  <a:pt x="1567034" y="667585"/>
                </a:lnTo>
                <a:close/>
                <a:lnTo>
                  <a:pt x="1570013" y="470086"/>
                </a:lnTo>
                <a:close/>
                <a:lnTo>
                  <a:pt x="1571502" y="507300"/>
                </a:lnTo>
                <a:close/>
                <a:lnTo>
                  <a:pt x="1574482" y="443318"/>
                </a:lnTo>
                <a:close/>
                <a:lnTo>
                  <a:pt x="1575971" y="595024"/>
                </a:lnTo>
                <a:close/>
                <a:lnTo>
                  <a:pt x="1578950" y="504417"/>
                </a:lnTo>
                <a:close/>
                <a:lnTo>
                  <a:pt x="1581930" y="673188"/>
                </a:lnTo>
                <a:close/>
                <a:lnTo>
                  <a:pt x="1583419" y="600918"/>
                </a:lnTo>
                <a:close/>
                <a:lnTo>
                  <a:pt x="1584909" y="450606"/>
                </a:lnTo>
                <a:close/>
                <a:lnTo>
                  <a:pt x="1586398" y="530724"/>
                </a:lnTo>
                <a:close/>
                <a:lnTo>
                  <a:pt x="1587888" y="516341"/>
                </a:lnTo>
                <a:close/>
                <a:lnTo>
                  <a:pt x="1590867" y="314342"/>
                </a:lnTo>
                <a:close/>
                <a:lnTo>
                  <a:pt x="1592357" y="71096"/>
                </a:lnTo>
                <a:close/>
                <a:lnTo>
                  <a:pt x="1598315" y="447518"/>
                </a:lnTo>
                <a:close/>
                <a:lnTo>
                  <a:pt x="1599804" y="366244"/>
                </a:lnTo>
                <a:close/>
                <a:lnTo>
                  <a:pt x="1601294" y="423936"/>
                </a:lnTo>
                <a:close/>
                <a:lnTo>
                  <a:pt x="1602784" y="538271"/>
                </a:lnTo>
                <a:close/>
                <a:lnTo>
                  <a:pt x="1605763" y="520414"/>
                </a:lnTo>
                <a:close/>
                <a:lnTo>
                  <a:pt x="1608742" y="452461"/>
                </a:lnTo>
                <a:close/>
                <a:lnTo>
                  <a:pt x="1610231" y="446287"/>
                </a:lnTo>
                <a:close/>
                <a:lnTo>
                  <a:pt x="1611721" y="336233"/>
                </a:lnTo>
                <a:close/>
                <a:lnTo>
                  <a:pt x="1613211" y="467798"/>
                </a:lnTo>
                <a:close/>
                <a:lnTo>
                  <a:pt x="1616190" y="280313"/>
                </a:lnTo>
                <a:close/>
                <a:lnTo>
                  <a:pt x="1617679" y="309555"/>
                </a:lnTo>
                <a:close/>
                <a:lnTo>
                  <a:pt x="1619169" y="467424"/>
                </a:lnTo>
                <a:close/>
                <a:lnTo>
                  <a:pt x="1620658" y="356050"/>
                </a:lnTo>
                <a:close/>
                <a:lnTo>
                  <a:pt x="1622148" y="587349"/>
                </a:lnTo>
                <a:close/>
                <a:lnTo>
                  <a:pt x="1623638" y="449163"/>
                </a:lnTo>
                <a:close/>
                <a:lnTo>
                  <a:pt x="1625127" y="705184"/>
                </a:lnTo>
                <a:close/>
                <a:lnTo>
                  <a:pt x="1629596" y="172969"/>
                </a:lnTo>
                <a:close/>
                <a:lnTo>
                  <a:pt x="1631086" y="326279"/>
                </a:lnTo>
                <a:close/>
                <a:lnTo>
                  <a:pt x="1635554" y="101296"/>
                </a:lnTo>
                <a:close/>
                <a:lnTo>
                  <a:pt x="1637044" y="307122"/>
                </a:lnTo>
                <a:close/>
                <a:lnTo>
                  <a:pt x="1638533" y="272600"/>
                </a:lnTo>
                <a:close/>
                <a:lnTo>
                  <a:pt x="1640023" y="147530"/>
                </a:lnTo>
                <a:close/>
                <a:lnTo>
                  <a:pt x="1643002" y="462366"/>
                </a:lnTo>
                <a:close/>
                <a:lnTo>
                  <a:pt x="1644492" y="445642"/>
                </a:lnTo>
                <a:close/>
                <a:lnTo>
                  <a:pt x="1647471" y="343011"/>
                </a:lnTo>
                <a:close/>
                <a:lnTo>
                  <a:pt x="1648960" y="349398"/>
                </a:lnTo>
                <a:close/>
                <a:lnTo>
                  <a:pt x="1650450" y="399119"/>
                </a:lnTo>
                <a:close/>
                <a:lnTo>
                  <a:pt x="1651940" y="232954"/>
                </a:lnTo>
                <a:close/>
                <a:lnTo>
                  <a:pt x="1653429" y="289484"/>
                </a:lnTo>
                <a:close/>
                <a:lnTo>
                  <a:pt x="1654919" y="243268"/>
                </a:lnTo>
                <a:close/>
                <a:lnTo>
                  <a:pt x="1657898" y="449338"/>
                </a:lnTo>
                <a:close/>
                <a:lnTo>
                  <a:pt x="1659387" y="422007"/>
                </a:lnTo>
                <a:close/>
                <a:lnTo>
                  <a:pt x="1660877" y="320224"/>
                </a:lnTo>
                <a:close/>
                <a:lnTo>
                  <a:pt x="1662367" y="385033"/>
                </a:lnTo>
                <a:close/>
                <a:lnTo>
                  <a:pt x="1663856" y="351966"/>
                </a:lnTo>
                <a:close/>
                <a:lnTo>
                  <a:pt x="1666835" y="189959"/>
                </a:lnTo>
                <a:close/>
                <a:lnTo>
                  <a:pt x="1668325" y="280763"/>
                </a:lnTo>
                <a:close/>
                <a:lnTo>
                  <a:pt x="1669814" y="243556"/>
                </a:lnTo>
                <a:close/>
                <a:lnTo>
                  <a:pt x="1671304" y="61786"/>
                </a:lnTo>
                <a:close/>
                <a:lnTo>
                  <a:pt x="1672794" y="121418"/>
                </a:lnTo>
                <a:close/>
                <a:lnTo>
                  <a:pt x="1675773" y="299386"/>
                </a:lnTo>
                <a:close/>
                <a:lnTo>
                  <a:pt x="1677262" y="299386"/>
                </a:lnTo>
                <a:close/>
                <a:lnTo>
                  <a:pt x="1678752" y="327667"/>
                </a:lnTo>
                <a:close/>
                <a:lnTo>
                  <a:pt x="1681731" y="217597"/>
                </a:lnTo>
                <a:close/>
                <a:lnTo>
                  <a:pt x="1684710" y="496928"/>
                </a:lnTo>
                <a:close/>
                <a:lnTo>
                  <a:pt x="1686200" y="452531"/>
                </a:lnTo>
                <a:close/>
                <a:lnTo>
                  <a:pt x="1689179" y="354561"/>
                </a:lnTo>
                <a:close/>
                <a:lnTo>
                  <a:pt x="1690669" y="572645"/>
                </a:lnTo>
                <a:close/>
                <a:lnTo>
                  <a:pt x="1692158" y="410568"/>
                </a:lnTo>
                <a:close/>
                <a:lnTo>
                  <a:pt x="1693648" y="540913"/>
                </a:lnTo>
                <a:close/>
                <a:lnTo>
                  <a:pt x="1696627" y="271924"/>
                </a:lnTo>
                <a:close/>
                <a:lnTo>
                  <a:pt x="1698116" y="221564"/>
                </a:lnTo>
                <a:close/>
                <a:lnTo>
                  <a:pt x="1699606" y="314266"/>
                </a:lnTo>
                <a:close/>
                <a:lnTo>
                  <a:pt x="1701096" y="214564"/>
                </a:lnTo>
                <a:close/>
                <a:lnTo>
                  <a:pt x="1704075" y="288427"/>
                </a:lnTo>
                <a:close/>
                <a:lnTo>
                  <a:pt x="1705564" y="393374"/>
                </a:lnTo>
                <a:close/>
                <a:lnTo>
                  <a:pt x="1707054" y="381866"/>
                </a:lnTo>
                <a:close/>
                <a:lnTo>
                  <a:pt x="1708543" y="275564"/>
                </a:lnTo>
                <a:close/>
                <a:lnTo>
                  <a:pt x="1711523" y="509881"/>
                </a:lnTo>
                <a:close/>
                <a:lnTo>
                  <a:pt x="1713012" y="333740"/>
                </a:lnTo>
                <a:close/>
                <a:lnTo>
                  <a:pt x="1715991" y="470789"/>
                </a:lnTo>
                <a:close/>
                <a:lnTo>
                  <a:pt x="1717481" y="380168"/>
                </a:lnTo>
                <a:close/>
                <a:lnTo>
                  <a:pt x="1718971" y="389098"/>
                </a:lnTo>
                <a:close/>
                <a:lnTo>
                  <a:pt x="1723439" y="709633"/>
                </a:lnTo>
                <a:close/>
                <a:lnTo>
                  <a:pt x="1726418" y="420663"/>
                </a:lnTo>
                <a:close/>
                <a:lnTo>
                  <a:pt x="1727908" y="438090"/>
                </a:lnTo>
                <a:close/>
                <a:lnTo>
                  <a:pt x="1730887" y="229876"/>
                </a:lnTo>
                <a:close/>
                <a:lnTo>
                  <a:pt x="1732377" y="221249"/>
                </a:lnTo>
                <a:close/>
                <a:lnTo>
                  <a:pt x="1735356" y="321486"/>
                </a:lnTo>
                <a:close/>
                <a:lnTo>
                  <a:pt x="1736845" y="375656"/>
                </a:lnTo>
                <a:close/>
                <a:lnTo>
                  <a:pt x="1739825" y="706551"/>
                </a:lnTo>
                <a:close/>
                <a:lnTo>
                  <a:pt x="1742804" y="542209"/>
                </a:lnTo>
                <a:close/>
                <a:lnTo>
                  <a:pt x="1744293" y="564959"/>
                </a:lnTo>
                <a:close/>
                <a:lnTo>
                  <a:pt x="1745783" y="773535"/>
                </a:lnTo>
                <a:close/>
                <a:lnTo>
                  <a:pt x="1747272" y="637067"/>
                </a:lnTo>
                <a:close/>
                <a:lnTo>
                  <a:pt x="1748762" y="647810"/>
                </a:lnTo>
                <a:close/>
                <a:lnTo>
                  <a:pt x="1751741" y="518252"/>
                </a:lnTo>
                <a:close/>
                <a:lnTo>
                  <a:pt x="1753231" y="479560"/>
                </a:lnTo>
                <a:close/>
                <a:lnTo>
                  <a:pt x="1754720" y="591439"/>
                </a:lnTo>
                <a:close/>
                <a:lnTo>
                  <a:pt x="1756210" y="545914"/>
                </a:lnTo>
                <a:close/>
                <a:lnTo>
                  <a:pt x="1757699" y="418696"/>
                </a:lnTo>
                <a:close/>
                <a:lnTo>
                  <a:pt x="1760679" y="634626"/>
                </a:lnTo>
                <a:close/>
                <a:lnTo>
                  <a:pt x="1762168" y="786743"/>
                </a:lnTo>
                <a:close/>
                <a:lnTo>
                  <a:pt x="1763658" y="773106"/>
                </a:lnTo>
                <a:close/>
                <a:lnTo>
                  <a:pt x="1765147" y="574560"/>
                </a:lnTo>
                <a:close/>
                <a:lnTo>
                  <a:pt x="1766637" y="587133"/>
                </a:lnTo>
                <a:close/>
                <a:lnTo>
                  <a:pt x="1768127" y="695625"/>
                </a:lnTo>
                <a:close/>
                <a:lnTo>
                  <a:pt x="1769616" y="699318"/>
                </a:lnTo>
                <a:close/>
                <a:lnTo>
                  <a:pt x="1772595" y="601742"/>
                </a:lnTo>
                <a:close/>
                <a:lnTo>
                  <a:pt x="1774085" y="574078"/>
                </a:lnTo>
                <a:close/>
                <a:lnTo>
                  <a:pt x="1778554" y="401632"/>
                </a:lnTo>
                <a:close/>
                <a:lnTo>
                  <a:pt x="1781533" y="437395"/>
                </a:lnTo>
                <a:close/>
                <a:lnTo>
                  <a:pt x="1784512" y="565665"/>
                </a:lnTo>
                <a:close/>
                <a:lnTo>
                  <a:pt x="1786001" y="530016"/>
                </a:lnTo>
                <a:close/>
                <a:lnTo>
                  <a:pt x="1786001" y="530016"/>
                </a:lnTo>
                <a:close/>
              </a:path>
            </a:pathLst>
          </a:custGeom>
          <a:noFill/>
          <a:ln w="7620">
            <a:solidFill>
              <a:srgbClr val="2E86A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21266" y="1042416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21266" y="2066544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4130" y="737386"/>
            <a:ext cx="10147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Near-threshold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66" y="2578608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10566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2284" y="367028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7" name="Freeform 36"/>
          <p:cNvSpPr/>
          <p:nvPr/>
        </p:nvSpPr>
        <p:spPr>
          <a:xfrm>
            <a:off x="908481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637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9" name="Freeform 38"/>
          <p:cNvSpPr/>
          <p:nvPr/>
        </p:nvSpPr>
        <p:spPr>
          <a:xfrm>
            <a:off x="1206396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1552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41" name="Freeform 40"/>
          <p:cNvSpPr/>
          <p:nvPr/>
        </p:nvSpPr>
        <p:spPr>
          <a:xfrm>
            <a:off x="1504311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9467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43" name="Freeform 42"/>
          <p:cNvSpPr/>
          <p:nvPr/>
        </p:nvSpPr>
        <p:spPr>
          <a:xfrm>
            <a:off x="1802227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17383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45" name="Freeform 44"/>
          <p:cNvSpPr/>
          <p:nvPr/>
        </p:nvSpPr>
        <p:spPr>
          <a:xfrm>
            <a:off x="2100142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87017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47" name="Freeform 46"/>
          <p:cNvSpPr/>
          <p:nvPr/>
        </p:nvSpPr>
        <p:spPr>
          <a:xfrm>
            <a:off x="2398057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4932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49" name="Freeform 48"/>
          <p:cNvSpPr/>
          <p:nvPr/>
        </p:nvSpPr>
        <p:spPr>
          <a:xfrm>
            <a:off x="476816" y="33674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0987" y="331237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51" name="Freeform 50"/>
          <p:cNvSpPr/>
          <p:nvPr/>
        </p:nvSpPr>
        <p:spPr>
          <a:xfrm>
            <a:off x="476816" y="305690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0987" y="3001781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1.1</a:t>
            </a:r>
          </a:p>
        </p:txBody>
      </p:sp>
      <p:sp>
        <p:nvSpPr>
          <p:cNvPr id="53" name="Freeform 52"/>
          <p:cNvSpPr/>
          <p:nvPr/>
        </p:nvSpPr>
        <p:spPr>
          <a:xfrm>
            <a:off x="476816" y="27463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987" y="269118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148940" y="2880170"/>
            <a:ext cx="7239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1">
                <a:solidFill>
                  <a:srgbClr val="000000"/>
                </a:solidFill>
                <a:latin typeface="Arial"/>
              </a:rPr>
              <a:t>αbase (K−1)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66" y="24135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57" name="Freeform 56"/>
          <p:cNvSpPr/>
          <p:nvPr/>
        </p:nvSpPr>
        <p:spPr>
          <a:xfrm>
            <a:off x="610566" y="2625159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572310"/>
                </a:moveTo>
                <a:lnTo>
                  <a:pt x="1489" y="592668"/>
                </a:lnTo>
                <a:close/>
                <a:lnTo>
                  <a:pt x="2979" y="588555"/>
                </a:lnTo>
                <a:close/>
                <a:lnTo>
                  <a:pt x="4468" y="499161"/>
                </a:lnTo>
                <a:close/>
                <a:lnTo>
                  <a:pt x="5958" y="512809"/>
                </a:lnTo>
                <a:close/>
                <a:lnTo>
                  <a:pt x="7448" y="542324"/>
                </a:lnTo>
                <a:close/>
                <a:lnTo>
                  <a:pt x="10427" y="538086"/>
                </a:lnTo>
                <a:close/>
                <a:lnTo>
                  <a:pt x="11916" y="511047"/>
                </a:lnTo>
                <a:close/>
                <a:lnTo>
                  <a:pt x="13406" y="546858"/>
                </a:lnTo>
                <a:close/>
                <a:lnTo>
                  <a:pt x="14895" y="540757"/>
                </a:lnTo>
                <a:close/>
                <a:lnTo>
                  <a:pt x="16385" y="559666"/>
                </a:lnTo>
                <a:close/>
                <a:lnTo>
                  <a:pt x="19364" y="526722"/>
                </a:lnTo>
                <a:close/>
                <a:lnTo>
                  <a:pt x="20854" y="409240"/>
                </a:lnTo>
                <a:close/>
                <a:lnTo>
                  <a:pt x="22343" y="414514"/>
                </a:lnTo>
                <a:close/>
                <a:lnTo>
                  <a:pt x="23833" y="389111"/>
                </a:lnTo>
                <a:close/>
                <a:lnTo>
                  <a:pt x="25322" y="464119"/>
                </a:lnTo>
                <a:close/>
                <a:lnTo>
                  <a:pt x="26812" y="389430"/>
                </a:lnTo>
                <a:close/>
                <a:lnTo>
                  <a:pt x="29791" y="585100"/>
                </a:lnTo>
                <a:close/>
                <a:lnTo>
                  <a:pt x="31281" y="589770"/>
                </a:lnTo>
                <a:close/>
                <a:lnTo>
                  <a:pt x="32770" y="575656"/>
                </a:lnTo>
                <a:close/>
                <a:lnTo>
                  <a:pt x="34260" y="537580"/>
                </a:lnTo>
                <a:close/>
                <a:lnTo>
                  <a:pt x="35749" y="559692"/>
                </a:lnTo>
                <a:close/>
                <a:lnTo>
                  <a:pt x="37239" y="506174"/>
                </a:lnTo>
                <a:close/>
                <a:lnTo>
                  <a:pt x="38729" y="507218"/>
                </a:lnTo>
                <a:close/>
                <a:lnTo>
                  <a:pt x="41708" y="607905"/>
                </a:lnTo>
                <a:close/>
                <a:lnTo>
                  <a:pt x="43197" y="571323"/>
                </a:lnTo>
                <a:close/>
                <a:lnTo>
                  <a:pt x="46177" y="656267"/>
                </a:lnTo>
                <a:close/>
                <a:lnTo>
                  <a:pt x="47666" y="623766"/>
                </a:lnTo>
                <a:close/>
                <a:lnTo>
                  <a:pt x="49156" y="626601"/>
                </a:lnTo>
                <a:close/>
                <a:lnTo>
                  <a:pt x="50645" y="539253"/>
                </a:lnTo>
                <a:close/>
                <a:lnTo>
                  <a:pt x="52135" y="586452"/>
                </a:lnTo>
                <a:close/>
                <a:lnTo>
                  <a:pt x="53624" y="540859"/>
                </a:lnTo>
                <a:close/>
                <a:lnTo>
                  <a:pt x="55114" y="541091"/>
                </a:lnTo>
                <a:close/>
                <a:lnTo>
                  <a:pt x="58093" y="364193"/>
                </a:lnTo>
                <a:close/>
                <a:lnTo>
                  <a:pt x="59583" y="402964"/>
                </a:lnTo>
                <a:close/>
                <a:lnTo>
                  <a:pt x="64051" y="607050"/>
                </a:lnTo>
                <a:close/>
                <a:lnTo>
                  <a:pt x="65541" y="593943"/>
                </a:lnTo>
                <a:close/>
                <a:lnTo>
                  <a:pt x="68520" y="516921"/>
                </a:lnTo>
                <a:close/>
                <a:lnTo>
                  <a:pt x="71499" y="620176"/>
                </a:lnTo>
                <a:close/>
                <a:lnTo>
                  <a:pt x="72989" y="477420"/>
                </a:lnTo>
                <a:close/>
                <a:lnTo>
                  <a:pt x="74478" y="485655"/>
                </a:lnTo>
                <a:close/>
                <a:lnTo>
                  <a:pt x="78947" y="320556"/>
                </a:lnTo>
                <a:close/>
                <a:lnTo>
                  <a:pt x="81926" y="497571"/>
                </a:lnTo>
                <a:close/>
                <a:lnTo>
                  <a:pt x="86395" y="306149"/>
                </a:lnTo>
                <a:close/>
                <a:lnTo>
                  <a:pt x="87885" y="318286"/>
                </a:lnTo>
                <a:close/>
                <a:lnTo>
                  <a:pt x="89374" y="412493"/>
                </a:lnTo>
                <a:close/>
                <a:lnTo>
                  <a:pt x="90864" y="356886"/>
                </a:lnTo>
                <a:close/>
                <a:lnTo>
                  <a:pt x="93843" y="389470"/>
                </a:lnTo>
                <a:close/>
                <a:lnTo>
                  <a:pt x="98312" y="566515"/>
                </a:lnTo>
                <a:close/>
                <a:lnTo>
                  <a:pt x="99801" y="557225"/>
                </a:lnTo>
                <a:close/>
                <a:lnTo>
                  <a:pt x="101291" y="589766"/>
                </a:lnTo>
                <a:close/>
                <a:lnTo>
                  <a:pt x="102780" y="585731"/>
                </a:lnTo>
                <a:close/>
                <a:lnTo>
                  <a:pt x="104270" y="605766"/>
                </a:lnTo>
                <a:close/>
                <a:lnTo>
                  <a:pt x="105760" y="465777"/>
                </a:lnTo>
                <a:close/>
                <a:lnTo>
                  <a:pt x="107249" y="460760"/>
                </a:lnTo>
                <a:close/>
                <a:lnTo>
                  <a:pt x="108739" y="489583"/>
                </a:lnTo>
                <a:close/>
                <a:lnTo>
                  <a:pt x="110228" y="463522"/>
                </a:lnTo>
                <a:close/>
                <a:lnTo>
                  <a:pt x="111718" y="294009"/>
                </a:lnTo>
                <a:close/>
                <a:lnTo>
                  <a:pt x="116187" y="501619"/>
                </a:lnTo>
                <a:close/>
                <a:lnTo>
                  <a:pt x="117676" y="511485"/>
                </a:lnTo>
                <a:close/>
                <a:lnTo>
                  <a:pt x="119166" y="582121"/>
                </a:lnTo>
                <a:close/>
                <a:lnTo>
                  <a:pt x="120655" y="486368"/>
                </a:lnTo>
                <a:close/>
                <a:lnTo>
                  <a:pt x="123634" y="561720"/>
                </a:lnTo>
                <a:close/>
                <a:lnTo>
                  <a:pt x="125124" y="546009"/>
                </a:lnTo>
                <a:close/>
                <a:lnTo>
                  <a:pt x="128103" y="429591"/>
                </a:lnTo>
                <a:close/>
                <a:lnTo>
                  <a:pt x="129593" y="464019"/>
                </a:lnTo>
                <a:close/>
                <a:lnTo>
                  <a:pt x="132572" y="447483"/>
                </a:lnTo>
                <a:close/>
                <a:lnTo>
                  <a:pt x="135551" y="315815"/>
                </a:lnTo>
                <a:close/>
                <a:lnTo>
                  <a:pt x="138530" y="369329"/>
                </a:lnTo>
                <a:close/>
                <a:lnTo>
                  <a:pt x="140020" y="382389"/>
                </a:lnTo>
                <a:close/>
                <a:lnTo>
                  <a:pt x="141509" y="378315"/>
                </a:lnTo>
                <a:close/>
                <a:lnTo>
                  <a:pt x="142999" y="424869"/>
                </a:lnTo>
                <a:close/>
                <a:lnTo>
                  <a:pt x="144489" y="349224"/>
                </a:lnTo>
                <a:close/>
                <a:lnTo>
                  <a:pt x="145978" y="460386"/>
                </a:lnTo>
                <a:close/>
                <a:lnTo>
                  <a:pt x="150447" y="426812"/>
                </a:lnTo>
                <a:close/>
                <a:lnTo>
                  <a:pt x="153426" y="346771"/>
                </a:lnTo>
                <a:close/>
                <a:lnTo>
                  <a:pt x="156405" y="276291"/>
                </a:lnTo>
                <a:close/>
                <a:lnTo>
                  <a:pt x="157895" y="191368"/>
                </a:lnTo>
                <a:close/>
                <a:lnTo>
                  <a:pt x="159384" y="224236"/>
                </a:lnTo>
                <a:close/>
                <a:lnTo>
                  <a:pt x="160874" y="126957"/>
                </a:lnTo>
                <a:close/>
                <a:lnTo>
                  <a:pt x="162363" y="176147"/>
                </a:lnTo>
                <a:close/>
                <a:lnTo>
                  <a:pt x="166832" y="112449"/>
                </a:lnTo>
                <a:close/>
                <a:lnTo>
                  <a:pt x="168322" y="172138"/>
                </a:lnTo>
                <a:close/>
                <a:lnTo>
                  <a:pt x="169811" y="158935"/>
                </a:lnTo>
                <a:close/>
                <a:lnTo>
                  <a:pt x="171301" y="158935"/>
                </a:lnTo>
                <a:close/>
                <a:lnTo>
                  <a:pt x="172790" y="193671"/>
                </a:lnTo>
                <a:close/>
                <a:lnTo>
                  <a:pt x="174280" y="171822"/>
                </a:lnTo>
                <a:close/>
                <a:lnTo>
                  <a:pt x="175770" y="325807"/>
                </a:lnTo>
                <a:close/>
                <a:lnTo>
                  <a:pt x="177259" y="294636"/>
                </a:lnTo>
                <a:close/>
                <a:lnTo>
                  <a:pt x="178749" y="397599"/>
                </a:lnTo>
                <a:close/>
                <a:lnTo>
                  <a:pt x="180238" y="301710"/>
                </a:lnTo>
                <a:close/>
                <a:lnTo>
                  <a:pt x="183218" y="422363"/>
                </a:lnTo>
                <a:close/>
                <a:lnTo>
                  <a:pt x="184707" y="390768"/>
                </a:lnTo>
                <a:close/>
                <a:lnTo>
                  <a:pt x="186197" y="484393"/>
                </a:lnTo>
                <a:close/>
                <a:lnTo>
                  <a:pt x="187686" y="477567"/>
                </a:lnTo>
                <a:close/>
                <a:lnTo>
                  <a:pt x="189176" y="509966"/>
                </a:lnTo>
                <a:close/>
                <a:lnTo>
                  <a:pt x="190665" y="603764"/>
                </a:lnTo>
                <a:close/>
                <a:lnTo>
                  <a:pt x="193645" y="487616"/>
                </a:lnTo>
                <a:close/>
                <a:lnTo>
                  <a:pt x="195134" y="491437"/>
                </a:lnTo>
                <a:close/>
                <a:lnTo>
                  <a:pt x="196624" y="426521"/>
                </a:lnTo>
                <a:close/>
                <a:lnTo>
                  <a:pt x="199603" y="520876"/>
                </a:lnTo>
                <a:close/>
                <a:lnTo>
                  <a:pt x="201092" y="428894"/>
                </a:lnTo>
                <a:close/>
                <a:lnTo>
                  <a:pt x="204072" y="607395"/>
                </a:lnTo>
                <a:close/>
                <a:lnTo>
                  <a:pt x="208540" y="350357"/>
                </a:lnTo>
                <a:close/>
                <a:lnTo>
                  <a:pt x="210030" y="293716"/>
                </a:lnTo>
                <a:close/>
                <a:lnTo>
                  <a:pt x="213009" y="292771"/>
                </a:lnTo>
                <a:close/>
                <a:lnTo>
                  <a:pt x="215988" y="258669"/>
                </a:lnTo>
                <a:close/>
                <a:lnTo>
                  <a:pt x="217478" y="296065"/>
                </a:lnTo>
                <a:close/>
                <a:lnTo>
                  <a:pt x="221946" y="164984"/>
                </a:lnTo>
                <a:close/>
                <a:lnTo>
                  <a:pt x="223436" y="204938"/>
                </a:lnTo>
                <a:close/>
                <a:lnTo>
                  <a:pt x="224926" y="166955"/>
                </a:lnTo>
                <a:close/>
                <a:lnTo>
                  <a:pt x="226415" y="207234"/>
                </a:lnTo>
                <a:close/>
                <a:lnTo>
                  <a:pt x="229394" y="123459"/>
                </a:lnTo>
                <a:close/>
                <a:lnTo>
                  <a:pt x="232374" y="12262"/>
                </a:lnTo>
                <a:close/>
                <a:lnTo>
                  <a:pt x="235353" y="125045"/>
                </a:lnTo>
                <a:close/>
                <a:lnTo>
                  <a:pt x="236842" y="210288"/>
                </a:lnTo>
                <a:close/>
                <a:lnTo>
                  <a:pt x="239821" y="53647"/>
                </a:lnTo>
                <a:close/>
                <a:lnTo>
                  <a:pt x="241311" y="144089"/>
                </a:lnTo>
                <a:close/>
                <a:lnTo>
                  <a:pt x="242801" y="100251"/>
                </a:lnTo>
                <a:close/>
                <a:lnTo>
                  <a:pt x="244290" y="203058"/>
                </a:lnTo>
                <a:close/>
                <a:lnTo>
                  <a:pt x="245780" y="175203"/>
                </a:lnTo>
                <a:close/>
                <a:lnTo>
                  <a:pt x="247269" y="199725"/>
                </a:lnTo>
                <a:close/>
                <a:lnTo>
                  <a:pt x="248759" y="155800"/>
                </a:lnTo>
                <a:close/>
                <a:lnTo>
                  <a:pt x="250248" y="167552"/>
                </a:lnTo>
                <a:close/>
                <a:lnTo>
                  <a:pt x="254717" y="387293"/>
                </a:lnTo>
                <a:close/>
                <a:lnTo>
                  <a:pt x="256207" y="352548"/>
                </a:lnTo>
                <a:close/>
                <a:lnTo>
                  <a:pt x="257696" y="408570"/>
                </a:lnTo>
                <a:close/>
                <a:lnTo>
                  <a:pt x="259186" y="317258"/>
                </a:lnTo>
                <a:close/>
                <a:lnTo>
                  <a:pt x="262165" y="331974"/>
                </a:lnTo>
                <a:close/>
                <a:lnTo>
                  <a:pt x="263655" y="281305"/>
                </a:lnTo>
                <a:close/>
                <a:lnTo>
                  <a:pt x="265144" y="289648"/>
                </a:lnTo>
                <a:close/>
                <a:lnTo>
                  <a:pt x="266634" y="317326"/>
                </a:lnTo>
                <a:close/>
                <a:lnTo>
                  <a:pt x="269613" y="187523"/>
                </a:lnTo>
                <a:close/>
                <a:lnTo>
                  <a:pt x="271102" y="209282"/>
                </a:lnTo>
                <a:close/>
                <a:lnTo>
                  <a:pt x="277061" y="443434"/>
                </a:lnTo>
                <a:close/>
                <a:lnTo>
                  <a:pt x="283019" y="206861"/>
                </a:lnTo>
                <a:close/>
                <a:lnTo>
                  <a:pt x="284509" y="268326"/>
                </a:lnTo>
                <a:close/>
                <a:lnTo>
                  <a:pt x="285998" y="262332"/>
                </a:lnTo>
                <a:close/>
                <a:lnTo>
                  <a:pt x="287488" y="185586"/>
                </a:lnTo>
                <a:close/>
                <a:lnTo>
                  <a:pt x="290467" y="371993"/>
                </a:lnTo>
                <a:close/>
                <a:lnTo>
                  <a:pt x="293446" y="322399"/>
                </a:lnTo>
                <a:close/>
                <a:lnTo>
                  <a:pt x="296425" y="219131"/>
                </a:lnTo>
                <a:close/>
                <a:lnTo>
                  <a:pt x="299404" y="381551"/>
                </a:lnTo>
                <a:close/>
                <a:lnTo>
                  <a:pt x="300894" y="364288"/>
                </a:lnTo>
                <a:close/>
                <a:lnTo>
                  <a:pt x="302384" y="393222"/>
                </a:lnTo>
                <a:close/>
                <a:lnTo>
                  <a:pt x="305363" y="249545"/>
                </a:lnTo>
                <a:close/>
                <a:lnTo>
                  <a:pt x="308342" y="368927"/>
                </a:lnTo>
                <a:close/>
                <a:lnTo>
                  <a:pt x="311321" y="238920"/>
                </a:lnTo>
                <a:close/>
                <a:lnTo>
                  <a:pt x="315790" y="357314"/>
                </a:lnTo>
                <a:close/>
                <a:lnTo>
                  <a:pt x="318769" y="325598"/>
                </a:lnTo>
                <a:close/>
                <a:lnTo>
                  <a:pt x="320259" y="201565"/>
                </a:lnTo>
                <a:close/>
                <a:lnTo>
                  <a:pt x="321748" y="221781"/>
                </a:lnTo>
                <a:close/>
                <a:lnTo>
                  <a:pt x="324727" y="324639"/>
                </a:lnTo>
                <a:close/>
                <a:lnTo>
                  <a:pt x="326217" y="340554"/>
                </a:lnTo>
                <a:close/>
                <a:lnTo>
                  <a:pt x="327706" y="263023"/>
                </a:lnTo>
                <a:close/>
                <a:lnTo>
                  <a:pt x="329196" y="271356"/>
                </a:lnTo>
                <a:close/>
                <a:lnTo>
                  <a:pt x="330686" y="331584"/>
                </a:lnTo>
                <a:close/>
                <a:lnTo>
                  <a:pt x="332175" y="278563"/>
                </a:lnTo>
                <a:close/>
                <a:lnTo>
                  <a:pt x="335154" y="375893"/>
                </a:lnTo>
                <a:close/>
                <a:lnTo>
                  <a:pt x="336644" y="327272"/>
                </a:lnTo>
                <a:close/>
                <a:lnTo>
                  <a:pt x="339623" y="499824"/>
                </a:lnTo>
                <a:close/>
                <a:lnTo>
                  <a:pt x="341113" y="469905"/>
                </a:lnTo>
                <a:close/>
                <a:lnTo>
                  <a:pt x="344092" y="550065"/>
                </a:lnTo>
                <a:close/>
                <a:lnTo>
                  <a:pt x="345581" y="480495"/>
                </a:lnTo>
                <a:close/>
                <a:lnTo>
                  <a:pt x="350050" y="661320"/>
                </a:lnTo>
                <a:close/>
                <a:lnTo>
                  <a:pt x="351540" y="622581"/>
                </a:lnTo>
                <a:close/>
                <a:lnTo>
                  <a:pt x="354519" y="433266"/>
                </a:lnTo>
                <a:close/>
                <a:lnTo>
                  <a:pt x="356008" y="482299"/>
                </a:lnTo>
                <a:close/>
                <a:lnTo>
                  <a:pt x="357498" y="464392"/>
                </a:lnTo>
                <a:close/>
                <a:lnTo>
                  <a:pt x="358987" y="415903"/>
                </a:lnTo>
                <a:close/>
                <a:lnTo>
                  <a:pt x="360477" y="436555"/>
                </a:lnTo>
                <a:close/>
                <a:lnTo>
                  <a:pt x="363456" y="286955"/>
                </a:lnTo>
                <a:close/>
                <a:lnTo>
                  <a:pt x="366435" y="396376"/>
                </a:lnTo>
                <a:close/>
                <a:lnTo>
                  <a:pt x="367925" y="359557"/>
                </a:lnTo>
                <a:close/>
                <a:lnTo>
                  <a:pt x="369415" y="364462"/>
                </a:lnTo>
                <a:close/>
                <a:lnTo>
                  <a:pt x="372394" y="276098"/>
                </a:lnTo>
                <a:close/>
                <a:lnTo>
                  <a:pt x="375373" y="490081"/>
                </a:lnTo>
                <a:close/>
                <a:lnTo>
                  <a:pt x="378352" y="367804"/>
                </a:lnTo>
                <a:close/>
                <a:lnTo>
                  <a:pt x="379842" y="392148"/>
                </a:lnTo>
                <a:close/>
                <a:lnTo>
                  <a:pt x="381331" y="423011"/>
                </a:lnTo>
                <a:close/>
                <a:lnTo>
                  <a:pt x="382821" y="391914"/>
                </a:lnTo>
                <a:close/>
                <a:lnTo>
                  <a:pt x="384310" y="453409"/>
                </a:lnTo>
                <a:close/>
                <a:lnTo>
                  <a:pt x="385800" y="375720"/>
                </a:lnTo>
                <a:close/>
                <a:lnTo>
                  <a:pt x="387289" y="385285"/>
                </a:lnTo>
                <a:close/>
                <a:lnTo>
                  <a:pt x="388779" y="384384"/>
                </a:lnTo>
                <a:close/>
                <a:lnTo>
                  <a:pt x="390269" y="524051"/>
                </a:lnTo>
                <a:close/>
                <a:lnTo>
                  <a:pt x="391758" y="433007"/>
                </a:lnTo>
                <a:close/>
                <a:lnTo>
                  <a:pt x="393248" y="475614"/>
                </a:lnTo>
                <a:close/>
                <a:lnTo>
                  <a:pt x="396227" y="421158"/>
                </a:lnTo>
                <a:close/>
                <a:lnTo>
                  <a:pt x="397716" y="430050"/>
                </a:lnTo>
                <a:close/>
                <a:lnTo>
                  <a:pt x="399206" y="384366"/>
                </a:lnTo>
                <a:close/>
                <a:lnTo>
                  <a:pt x="400696" y="527622"/>
                </a:lnTo>
                <a:close/>
                <a:lnTo>
                  <a:pt x="402185" y="419969"/>
                </a:lnTo>
                <a:close/>
                <a:lnTo>
                  <a:pt x="403675" y="510565"/>
                </a:lnTo>
                <a:close/>
                <a:lnTo>
                  <a:pt x="405164" y="313615"/>
                </a:lnTo>
                <a:close/>
                <a:lnTo>
                  <a:pt x="406654" y="313841"/>
                </a:lnTo>
                <a:close/>
                <a:lnTo>
                  <a:pt x="409633" y="408715"/>
                </a:lnTo>
                <a:close/>
                <a:lnTo>
                  <a:pt x="411123" y="400001"/>
                </a:lnTo>
                <a:close/>
                <a:lnTo>
                  <a:pt x="412612" y="340407"/>
                </a:lnTo>
                <a:close/>
                <a:lnTo>
                  <a:pt x="415591" y="380424"/>
                </a:lnTo>
                <a:close/>
                <a:lnTo>
                  <a:pt x="417081" y="353803"/>
                </a:lnTo>
                <a:close/>
                <a:lnTo>
                  <a:pt x="418571" y="459206"/>
                </a:lnTo>
                <a:close/>
                <a:lnTo>
                  <a:pt x="424529" y="268936"/>
                </a:lnTo>
                <a:close/>
                <a:lnTo>
                  <a:pt x="426018" y="245566"/>
                </a:lnTo>
                <a:close/>
                <a:lnTo>
                  <a:pt x="427508" y="259050"/>
                </a:lnTo>
                <a:close/>
                <a:lnTo>
                  <a:pt x="428998" y="212935"/>
                </a:lnTo>
                <a:close/>
                <a:lnTo>
                  <a:pt x="430487" y="227477"/>
                </a:lnTo>
                <a:close/>
                <a:lnTo>
                  <a:pt x="431977" y="370162"/>
                </a:lnTo>
                <a:close/>
                <a:lnTo>
                  <a:pt x="433466" y="336462"/>
                </a:lnTo>
                <a:close/>
                <a:lnTo>
                  <a:pt x="434956" y="362388"/>
                </a:lnTo>
                <a:close/>
                <a:lnTo>
                  <a:pt x="436445" y="357949"/>
                </a:lnTo>
                <a:close/>
                <a:lnTo>
                  <a:pt x="437935" y="324357"/>
                </a:lnTo>
                <a:close/>
                <a:lnTo>
                  <a:pt x="439425" y="255089"/>
                </a:lnTo>
                <a:close/>
                <a:lnTo>
                  <a:pt x="440914" y="252862"/>
                </a:lnTo>
                <a:close/>
                <a:lnTo>
                  <a:pt x="442404" y="247781"/>
                </a:lnTo>
                <a:close/>
                <a:lnTo>
                  <a:pt x="443893" y="321763"/>
                </a:lnTo>
                <a:close/>
                <a:lnTo>
                  <a:pt x="445383" y="270911"/>
                </a:lnTo>
                <a:close/>
                <a:lnTo>
                  <a:pt x="446872" y="301932"/>
                </a:lnTo>
                <a:close/>
                <a:lnTo>
                  <a:pt x="448362" y="375672"/>
                </a:lnTo>
                <a:close/>
                <a:lnTo>
                  <a:pt x="451341" y="171371"/>
                </a:lnTo>
                <a:close/>
                <a:lnTo>
                  <a:pt x="452831" y="120151"/>
                </a:lnTo>
                <a:close/>
                <a:lnTo>
                  <a:pt x="454320" y="122860"/>
                </a:lnTo>
                <a:close/>
                <a:lnTo>
                  <a:pt x="455810" y="178566"/>
                </a:lnTo>
                <a:close/>
                <a:lnTo>
                  <a:pt x="457300" y="147391"/>
                </a:lnTo>
                <a:close/>
                <a:lnTo>
                  <a:pt x="458789" y="72908"/>
                </a:lnTo>
                <a:close/>
                <a:lnTo>
                  <a:pt x="460279" y="170438"/>
                </a:lnTo>
                <a:close/>
                <a:lnTo>
                  <a:pt x="461768" y="141836"/>
                </a:lnTo>
                <a:close/>
                <a:lnTo>
                  <a:pt x="463258" y="148084"/>
                </a:lnTo>
                <a:close/>
                <a:lnTo>
                  <a:pt x="464747" y="112846"/>
                </a:lnTo>
                <a:close/>
                <a:lnTo>
                  <a:pt x="466237" y="131681"/>
                </a:lnTo>
                <a:close/>
                <a:lnTo>
                  <a:pt x="467727" y="67357"/>
                </a:lnTo>
                <a:close/>
                <a:lnTo>
                  <a:pt x="470706" y="151759"/>
                </a:lnTo>
                <a:close/>
                <a:lnTo>
                  <a:pt x="472195" y="21307"/>
                </a:lnTo>
                <a:close/>
                <a:lnTo>
                  <a:pt x="473685" y="89038"/>
                </a:lnTo>
                <a:close/>
                <a:lnTo>
                  <a:pt x="475174" y="66999"/>
                </a:lnTo>
                <a:close/>
                <a:lnTo>
                  <a:pt x="479643" y="259533"/>
                </a:lnTo>
                <a:close/>
                <a:lnTo>
                  <a:pt x="482622" y="275830"/>
                </a:lnTo>
                <a:close/>
                <a:lnTo>
                  <a:pt x="485601" y="339339"/>
                </a:lnTo>
                <a:close/>
                <a:lnTo>
                  <a:pt x="487091" y="344839"/>
                </a:lnTo>
                <a:close/>
                <a:lnTo>
                  <a:pt x="488581" y="382280"/>
                </a:lnTo>
                <a:close/>
                <a:lnTo>
                  <a:pt x="490070" y="286454"/>
                </a:lnTo>
                <a:close/>
                <a:lnTo>
                  <a:pt x="493049" y="383331"/>
                </a:lnTo>
                <a:close/>
                <a:lnTo>
                  <a:pt x="494539" y="446437"/>
                </a:lnTo>
                <a:close/>
                <a:lnTo>
                  <a:pt x="496028" y="355456"/>
                </a:lnTo>
                <a:close/>
                <a:lnTo>
                  <a:pt x="499008" y="423754"/>
                </a:lnTo>
                <a:close/>
                <a:lnTo>
                  <a:pt x="500497" y="413887"/>
                </a:lnTo>
                <a:close/>
                <a:lnTo>
                  <a:pt x="501987" y="430021"/>
                </a:lnTo>
                <a:close/>
                <a:lnTo>
                  <a:pt x="503476" y="514467"/>
                </a:lnTo>
                <a:close/>
                <a:lnTo>
                  <a:pt x="506456" y="387793"/>
                </a:lnTo>
                <a:close/>
                <a:lnTo>
                  <a:pt x="510924" y="513695"/>
                </a:lnTo>
                <a:close/>
                <a:lnTo>
                  <a:pt x="513903" y="654409"/>
                </a:lnTo>
                <a:close/>
                <a:lnTo>
                  <a:pt x="516883" y="711191"/>
                </a:lnTo>
                <a:close/>
                <a:lnTo>
                  <a:pt x="518372" y="568638"/>
                </a:lnTo>
                <a:close/>
                <a:lnTo>
                  <a:pt x="519862" y="609753"/>
                </a:lnTo>
                <a:close/>
                <a:lnTo>
                  <a:pt x="521351" y="522405"/>
                </a:lnTo>
                <a:close/>
                <a:lnTo>
                  <a:pt x="522841" y="522405"/>
                </a:lnTo>
                <a:close/>
                <a:lnTo>
                  <a:pt x="524330" y="497827"/>
                </a:lnTo>
                <a:close/>
                <a:lnTo>
                  <a:pt x="525820" y="515260"/>
                </a:lnTo>
                <a:close/>
                <a:lnTo>
                  <a:pt x="527310" y="457316"/>
                </a:lnTo>
                <a:close/>
                <a:lnTo>
                  <a:pt x="528799" y="342238"/>
                </a:lnTo>
                <a:close/>
                <a:lnTo>
                  <a:pt x="531778" y="342487"/>
                </a:lnTo>
                <a:close/>
                <a:lnTo>
                  <a:pt x="533268" y="444339"/>
                </a:lnTo>
                <a:close/>
                <a:lnTo>
                  <a:pt x="534757" y="305372"/>
                </a:lnTo>
                <a:close/>
                <a:lnTo>
                  <a:pt x="536247" y="350274"/>
                </a:lnTo>
                <a:close/>
                <a:lnTo>
                  <a:pt x="537737" y="324122"/>
                </a:lnTo>
                <a:close/>
                <a:lnTo>
                  <a:pt x="539226" y="381120"/>
                </a:lnTo>
                <a:close/>
                <a:lnTo>
                  <a:pt x="543695" y="246570"/>
                </a:lnTo>
                <a:close/>
                <a:lnTo>
                  <a:pt x="545185" y="230251"/>
                </a:lnTo>
                <a:close/>
                <a:lnTo>
                  <a:pt x="548164" y="337114"/>
                </a:lnTo>
                <a:close/>
                <a:lnTo>
                  <a:pt x="549653" y="331019"/>
                </a:lnTo>
                <a:close/>
                <a:lnTo>
                  <a:pt x="551143" y="242196"/>
                </a:lnTo>
                <a:close/>
                <a:lnTo>
                  <a:pt x="552632" y="253157"/>
                </a:lnTo>
                <a:close/>
                <a:lnTo>
                  <a:pt x="554122" y="210320"/>
                </a:lnTo>
                <a:close/>
                <a:lnTo>
                  <a:pt x="558591" y="454184"/>
                </a:lnTo>
                <a:close/>
                <a:lnTo>
                  <a:pt x="560080" y="412893"/>
                </a:lnTo>
                <a:close/>
                <a:lnTo>
                  <a:pt x="563059" y="552915"/>
                </a:lnTo>
                <a:close/>
                <a:lnTo>
                  <a:pt x="566039" y="597378"/>
                </a:lnTo>
                <a:close/>
                <a:lnTo>
                  <a:pt x="567528" y="513945"/>
                </a:lnTo>
                <a:close/>
                <a:lnTo>
                  <a:pt x="569018" y="551428"/>
                </a:lnTo>
                <a:close/>
                <a:lnTo>
                  <a:pt x="570507" y="545719"/>
                </a:lnTo>
                <a:close/>
                <a:lnTo>
                  <a:pt x="573486" y="488735"/>
                </a:lnTo>
                <a:close/>
                <a:lnTo>
                  <a:pt x="574976" y="581448"/>
                </a:lnTo>
                <a:close/>
                <a:lnTo>
                  <a:pt x="576466" y="506909"/>
                </a:lnTo>
                <a:close/>
                <a:lnTo>
                  <a:pt x="577955" y="535792"/>
                </a:lnTo>
                <a:close/>
                <a:lnTo>
                  <a:pt x="579445" y="452028"/>
                </a:lnTo>
                <a:close/>
                <a:lnTo>
                  <a:pt x="582424" y="499684"/>
                </a:lnTo>
                <a:close/>
                <a:lnTo>
                  <a:pt x="585403" y="669605"/>
                </a:lnTo>
                <a:close/>
                <a:lnTo>
                  <a:pt x="591361" y="418995"/>
                </a:lnTo>
                <a:close/>
                <a:lnTo>
                  <a:pt x="592851" y="505559"/>
                </a:lnTo>
                <a:close/>
                <a:lnTo>
                  <a:pt x="594341" y="430421"/>
                </a:lnTo>
                <a:close/>
                <a:lnTo>
                  <a:pt x="595830" y="512284"/>
                </a:lnTo>
                <a:close/>
                <a:lnTo>
                  <a:pt x="597320" y="424432"/>
                </a:lnTo>
                <a:close/>
                <a:lnTo>
                  <a:pt x="600299" y="497755"/>
                </a:lnTo>
                <a:close/>
                <a:lnTo>
                  <a:pt x="601788" y="518456"/>
                </a:lnTo>
                <a:close/>
                <a:lnTo>
                  <a:pt x="603278" y="612264"/>
                </a:lnTo>
                <a:close/>
                <a:lnTo>
                  <a:pt x="606257" y="520043"/>
                </a:lnTo>
                <a:close/>
                <a:lnTo>
                  <a:pt x="610726" y="660552"/>
                </a:lnTo>
                <a:close/>
                <a:lnTo>
                  <a:pt x="612215" y="647600"/>
                </a:lnTo>
                <a:close/>
                <a:lnTo>
                  <a:pt x="613705" y="647600"/>
                </a:lnTo>
                <a:close/>
                <a:lnTo>
                  <a:pt x="615195" y="562834"/>
                </a:lnTo>
                <a:close/>
                <a:lnTo>
                  <a:pt x="616684" y="723760"/>
                </a:lnTo>
                <a:close/>
                <a:lnTo>
                  <a:pt x="619663" y="629235"/>
                </a:lnTo>
                <a:close/>
                <a:lnTo>
                  <a:pt x="621153" y="647469"/>
                </a:lnTo>
                <a:close/>
                <a:lnTo>
                  <a:pt x="622642" y="624289"/>
                </a:lnTo>
                <a:close/>
                <a:lnTo>
                  <a:pt x="624132" y="757256"/>
                </a:lnTo>
                <a:close/>
                <a:lnTo>
                  <a:pt x="625622" y="727673"/>
                </a:lnTo>
                <a:close/>
                <a:lnTo>
                  <a:pt x="627111" y="766219"/>
                </a:lnTo>
                <a:close/>
                <a:lnTo>
                  <a:pt x="628601" y="730476"/>
                </a:lnTo>
                <a:close/>
                <a:lnTo>
                  <a:pt x="630090" y="758168"/>
                </a:lnTo>
                <a:close/>
                <a:lnTo>
                  <a:pt x="631580" y="669111"/>
                </a:lnTo>
                <a:close/>
                <a:lnTo>
                  <a:pt x="636049" y="847812"/>
                </a:lnTo>
                <a:close/>
                <a:lnTo>
                  <a:pt x="637538" y="807151"/>
                </a:lnTo>
                <a:close/>
                <a:lnTo>
                  <a:pt x="639028" y="920063"/>
                </a:lnTo>
                <a:close/>
                <a:lnTo>
                  <a:pt x="643497" y="646320"/>
                </a:lnTo>
                <a:close/>
                <a:lnTo>
                  <a:pt x="644986" y="682756"/>
                </a:lnTo>
                <a:close/>
                <a:lnTo>
                  <a:pt x="646476" y="678405"/>
                </a:lnTo>
                <a:close/>
                <a:lnTo>
                  <a:pt x="647965" y="652793"/>
                </a:lnTo>
                <a:close/>
                <a:lnTo>
                  <a:pt x="649455" y="593012"/>
                </a:lnTo>
                <a:close/>
                <a:lnTo>
                  <a:pt x="650944" y="659107"/>
                </a:lnTo>
                <a:close/>
                <a:lnTo>
                  <a:pt x="652434" y="515415"/>
                </a:lnTo>
                <a:close/>
                <a:lnTo>
                  <a:pt x="653924" y="601669"/>
                </a:lnTo>
                <a:close/>
                <a:lnTo>
                  <a:pt x="656903" y="485236"/>
                </a:lnTo>
                <a:close/>
                <a:lnTo>
                  <a:pt x="658392" y="476610"/>
                </a:lnTo>
                <a:close/>
                <a:lnTo>
                  <a:pt x="661371" y="541442"/>
                </a:lnTo>
                <a:close/>
                <a:lnTo>
                  <a:pt x="662861" y="523098"/>
                </a:lnTo>
                <a:close/>
                <a:lnTo>
                  <a:pt x="664351" y="546259"/>
                </a:lnTo>
                <a:close/>
                <a:lnTo>
                  <a:pt x="671798" y="417657"/>
                </a:lnTo>
                <a:close/>
                <a:lnTo>
                  <a:pt x="674778" y="468965"/>
                </a:lnTo>
                <a:close/>
                <a:lnTo>
                  <a:pt x="676267" y="443717"/>
                </a:lnTo>
                <a:close/>
                <a:lnTo>
                  <a:pt x="677757" y="355181"/>
                </a:lnTo>
                <a:close/>
                <a:lnTo>
                  <a:pt x="680736" y="454083"/>
                </a:lnTo>
                <a:close/>
                <a:lnTo>
                  <a:pt x="682226" y="421511"/>
                </a:lnTo>
                <a:close/>
                <a:lnTo>
                  <a:pt x="683715" y="538532"/>
                </a:lnTo>
                <a:close/>
                <a:lnTo>
                  <a:pt x="685205" y="528984"/>
                </a:lnTo>
                <a:close/>
                <a:lnTo>
                  <a:pt x="686694" y="528984"/>
                </a:lnTo>
                <a:close/>
                <a:lnTo>
                  <a:pt x="688184" y="522224"/>
                </a:lnTo>
                <a:close/>
                <a:lnTo>
                  <a:pt x="689673" y="561100"/>
                </a:lnTo>
                <a:close/>
                <a:lnTo>
                  <a:pt x="692653" y="404872"/>
                </a:lnTo>
                <a:close/>
                <a:lnTo>
                  <a:pt x="694142" y="539099"/>
                </a:lnTo>
                <a:close/>
                <a:lnTo>
                  <a:pt x="695632" y="535697"/>
                </a:lnTo>
                <a:close/>
                <a:lnTo>
                  <a:pt x="697121" y="580654"/>
                </a:lnTo>
                <a:close/>
                <a:lnTo>
                  <a:pt x="700100" y="369177"/>
                </a:lnTo>
                <a:close/>
                <a:lnTo>
                  <a:pt x="701590" y="339026"/>
                </a:lnTo>
                <a:close/>
                <a:lnTo>
                  <a:pt x="703080" y="262573"/>
                </a:lnTo>
                <a:close/>
                <a:lnTo>
                  <a:pt x="706059" y="314406"/>
                </a:lnTo>
                <a:close/>
                <a:lnTo>
                  <a:pt x="710527" y="448953"/>
                </a:lnTo>
                <a:close/>
                <a:lnTo>
                  <a:pt x="712017" y="406923"/>
                </a:lnTo>
                <a:close/>
                <a:lnTo>
                  <a:pt x="713507" y="446015"/>
                </a:lnTo>
                <a:close/>
                <a:lnTo>
                  <a:pt x="716486" y="366384"/>
                </a:lnTo>
                <a:close/>
                <a:lnTo>
                  <a:pt x="720954" y="488594"/>
                </a:lnTo>
                <a:close/>
                <a:lnTo>
                  <a:pt x="722444" y="434153"/>
                </a:lnTo>
                <a:close/>
                <a:lnTo>
                  <a:pt x="723934" y="459881"/>
                </a:lnTo>
                <a:close/>
                <a:lnTo>
                  <a:pt x="725423" y="411762"/>
                </a:lnTo>
                <a:close/>
                <a:lnTo>
                  <a:pt x="728402" y="496530"/>
                </a:lnTo>
                <a:close/>
                <a:lnTo>
                  <a:pt x="731382" y="336374"/>
                </a:lnTo>
                <a:close/>
                <a:lnTo>
                  <a:pt x="732871" y="426911"/>
                </a:lnTo>
                <a:close/>
                <a:lnTo>
                  <a:pt x="734361" y="420586"/>
                </a:lnTo>
                <a:close/>
                <a:lnTo>
                  <a:pt x="735850" y="376390"/>
                </a:lnTo>
                <a:close/>
                <a:lnTo>
                  <a:pt x="738829" y="404639"/>
                </a:lnTo>
                <a:close/>
                <a:lnTo>
                  <a:pt x="743298" y="315661"/>
                </a:lnTo>
                <a:close/>
                <a:lnTo>
                  <a:pt x="744788" y="331713"/>
                </a:lnTo>
                <a:close/>
                <a:lnTo>
                  <a:pt x="746277" y="306486"/>
                </a:lnTo>
                <a:close/>
                <a:lnTo>
                  <a:pt x="749256" y="407572"/>
                </a:lnTo>
                <a:close/>
                <a:lnTo>
                  <a:pt x="750746" y="414852"/>
                </a:lnTo>
                <a:close/>
                <a:lnTo>
                  <a:pt x="752236" y="401103"/>
                </a:lnTo>
                <a:close/>
                <a:lnTo>
                  <a:pt x="755215" y="356047"/>
                </a:lnTo>
                <a:close/>
                <a:lnTo>
                  <a:pt x="756704" y="355871"/>
                </a:lnTo>
                <a:close/>
                <a:lnTo>
                  <a:pt x="758194" y="385862"/>
                </a:lnTo>
                <a:close/>
                <a:lnTo>
                  <a:pt x="759683" y="381020"/>
                </a:lnTo>
                <a:close/>
                <a:lnTo>
                  <a:pt x="761173" y="348797"/>
                </a:lnTo>
                <a:close/>
                <a:lnTo>
                  <a:pt x="764152" y="369982"/>
                </a:lnTo>
                <a:close/>
                <a:lnTo>
                  <a:pt x="765642" y="333390"/>
                </a:lnTo>
                <a:close/>
                <a:lnTo>
                  <a:pt x="767131" y="386068"/>
                </a:lnTo>
                <a:close/>
                <a:lnTo>
                  <a:pt x="768621" y="346120"/>
                </a:lnTo>
                <a:close/>
                <a:lnTo>
                  <a:pt x="770110" y="353188"/>
                </a:lnTo>
                <a:close/>
                <a:lnTo>
                  <a:pt x="771600" y="414064"/>
                </a:lnTo>
                <a:close/>
                <a:lnTo>
                  <a:pt x="773090" y="393953"/>
                </a:lnTo>
                <a:close/>
                <a:lnTo>
                  <a:pt x="776069" y="445539"/>
                </a:lnTo>
                <a:close/>
                <a:lnTo>
                  <a:pt x="777558" y="447995"/>
                </a:lnTo>
                <a:close/>
                <a:lnTo>
                  <a:pt x="779048" y="377557"/>
                </a:lnTo>
                <a:close/>
                <a:lnTo>
                  <a:pt x="780538" y="377177"/>
                </a:lnTo>
                <a:close/>
                <a:lnTo>
                  <a:pt x="782027" y="416480"/>
                </a:lnTo>
                <a:close/>
                <a:lnTo>
                  <a:pt x="785006" y="327076"/>
                </a:lnTo>
                <a:close/>
                <a:lnTo>
                  <a:pt x="787985" y="276935"/>
                </a:lnTo>
                <a:close/>
                <a:lnTo>
                  <a:pt x="790965" y="185829"/>
                </a:lnTo>
                <a:close/>
                <a:lnTo>
                  <a:pt x="793944" y="214625"/>
                </a:lnTo>
                <a:close/>
                <a:lnTo>
                  <a:pt x="795433" y="219083"/>
                </a:lnTo>
                <a:close/>
                <a:lnTo>
                  <a:pt x="796923" y="292642"/>
                </a:lnTo>
                <a:close/>
                <a:lnTo>
                  <a:pt x="798412" y="247149"/>
                </a:lnTo>
                <a:close/>
                <a:lnTo>
                  <a:pt x="799902" y="284277"/>
                </a:lnTo>
                <a:close/>
                <a:lnTo>
                  <a:pt x="802881" y="393890"/>
                </a:lnTo>
                <a:close/>
                <a:lnTo>
                  <a:pt x="804371" y="425757"/>
                </a:lnTo>
                <a:close/>
                <a:lnTo>
                  <a:pt x="805860" y="392126"/>
                </a:lnTo>
                <a:close/>
                <a:lnTo>
                  <a:pt x="807350" y="323165"/>
                </a:lnTo>
                <a:close/>
                <a:lnTo>
                  <a:pt x="808839" y="400896"/>
                </a:lnTo>
                <a:close/>
                <a:lnTo>
                  <a:pt x="810329" y="291538"/>
                </a:lnTo>
                <a:close/>
                <a:lnTo>
                  <a:pt x="814798" y="476619"/>
                </a:lnTo>
                <a:close/>
                <a:lnTo>
                  <a:pt x="816287" y="438696"/>
                </a:lnTo>
                <a:close/>
                <a:lnTo>
                  <a:pt x="817777" y="339817"/>
                </a:lnTo>
                <a:close/>
                <a:lnTo>
                  <a:pt x="819267" y="413116"/>
                </a:lnTo>
                <a:close/>
                <a:lnTo>
                  <a:pt x="820756" y="334313"/>
                </a:lnTo>
                <a:close/>
                <a:lnTo>
                  <a:pt x="823735" y="481905"/>
                </a:lnTo>
                <a:close/>
                <a:lnTo>
                  <a:pt x="828204" y="212319"/>
                </a:lnTo>
                <a:close/>
                <a:lnTo>
                  <a:pt x="829694" y="178605"/>
                </a:lnTo>
                <a:close/>
                <a:lnTo>
                  <a:pt x="831183" y="177458"/>
                </a:lnTo>
                <a:close/>
                <a:lnTo>
                  <a:pt x="832673" y="234259"/>
                </a:lnTo>
                <a:close/>
                <a:lnTo>
                  <a:pt x="834162" y="190310"/>
                </a:lnTo>
                <a:close/>
                <a:lnTo>
                  <a:pt x="837141" y="273716"/>
                </a:lnTo>
                <a:close/>
                <a:lnTo>
                  <a:pt x="838631" y="329094"/>
                </a:lnTo>
                <a:close/>
                <a:lnTo>
                  <a:pt x="840121" y="311574"/>
                </a:lnTo>
                <a:close/>
                <a:lnTo>
                  <a:pt x="841610" y="396573"/>
                </a:lnTo>
                <a:close/>
                <a:lnTo>
                  <a:pt x="843100" y="242843"/>
                </a:lnTo>
                <a:close/>
                <a:lnTo>
                  <a:pt x="846079" y="308541"/>
                </a:lnTo>
                <a:close/>
                <a:lnTo>
                  <a:pt x="847568" y="452711"/>
                </a:lnTo>
                <a:close/>
                <a:lnTo>
                  <a:pt x="849058" y="383839"/>
                </a:lnTo>
                <a:close/>
                <a:lnTo>
                  <a:pt x="850548" y="455831"/>
                </a:lnTo>
                <a:close/>
                <a:lnTo>
                  <a:pt x="852037" y="415729"/>
                </a:lnTo>
                <a:close/>
                <a:lnTo>
                  <a:pt x="853527" y="509199"/>
                </a:lnTo>
                <a:close/>
                <a:lnTo>
                  <a:pt x="856506" y="373864"/>
                </a:lnTo>
                <a:close/>
                <a:lnTo>
                  <a:pt x="857996" y="433887"/>
                </a:lnTo>
                <a:close/>
                <a:lnTo>
                  <a:pt x="860975" y="331814"/>
                </a:lnTo>
                <a:close/>
                <a:lnTo>
                  <a:pt x="862464" y="462827"/>
                </a:lnTo>
                <a:close/>
                <a:lnTo>
                  <a:pt x="863954" y="401499"/>
                </a:lnTo>
                <a:close/>
                <a:lnTo>
                  <a:pt x="865443" y="452908"/>
                </a:lnTo>
                <a:close/>
                <a:lnTo>
                  <a:pt x="866933" y="292427"/>
                </a:lnTo>
                <a:close/>
                <a:lnTo>
                  <a:pt x="868423" y="347215"/>
                </a:lnTo>
                <a:close/>
                <a:lnTo>
                  <a:pt x="869912" y="346308"/>
                </a:lnTo>
                <a:close/>
                <a:lnTo>
                  <a:pt x="871402" y="333759"/>
                </a:lnTo>
                <a:close/>
                <a:lnTo>
                  <a:pt x="872891" y="391221"/>
                </a:lnTo>
                <a:close/>
                <a:lnTo>
                  <a:pt x="874381" y="297031"/>
                </a:lnTo>
                <a:close/>
                <a:lnTo>
                  <a:pt x="875870" y="292615"/>
                </a:lnTo>
                <a:close/>
                <a:lnTo>
                  <a:pt x="877360" y="278921"/>
                </a:lnTo>
                <a:close/>
                <a:lnTo>
                  <a:pt x="878850" y="287233"/>
                </a:lnTo>
                <a:close/>
                <a:lnTo>
                  <a:pt x="880339" y="230146"/>
                </a:lnTo>
                <a:close/>
                <a:lnTo>
                  <a:pt x="881829" y="286977"/>
                </a:lnTo>
                <a:close/>
                <a:lnTo>
                  <a:pt x="883318" y="247260"/>
                </a:lnTo>
                <a:close/>
                <a:lnTo>
                  <a:pt x="884808" y="298775"/>
                </a:lnTo>
                <a:close/>
                <a:lnTo>
                  <a:pt x="886297" y="244799"/>
                </a:lnTo>
                <a:close/>
                <a:lnTo>
                  <a:pt x="887787" y="335069"/>
                </a:lnTo>
                <a:close/>
                <a:lnTo>
                  <a:pt x="889277" y="275364"/>
                </a:lnTo>
                <a:close/>
                <a:lnTo>
                  <a:pt x="892256" y="377647"/>
                </a:lnTo>
                <a:close/>
                <a:lnTo>
                  <a:pt x="893745" y="393794"/>
                </a:lnTo>
                <a:close/>
                <a:lnTo>
                  <a:pt x="895235" y="373048"/>
                </a:lnTo>
                <a:close/>
                <a:lnTo>
                  <a:pt x="896724" y="467890"/>
                </a:lnTo>
                <a:close/>
                <a:lnTo>
                  <a:pt x="898214" y="469863"/>
                </a:lnTo>
                <a:close/>
                <a:lnTo>
                  <a:pt x="901193" y="507994"/>
                </a:lnTo>
                <a:close/>
                <a:lnTo>
                  <a:pt x="902683" y="607792"/>
                </a:lnTo>
                <a:close/>
                <a:lnTo>
                  <a:pt x="907152" y="503489"/>
                </a:lnTo>
                <a:close/>
                <a:lnTo>
                  <a:pt x="910131" y="533186"/>
                </a:lnTo>
                <a:close/>
                <a:lnTo>
                  <a:pt x="911620" y="620285"/>
                </a:lnTo>
                <a:close/>
                <a:lnTo>
                  <a:pt x="913110" y="537833"/>
                </a:lnTo>
                <a:close/>
                <a:lnTo>
                  <a:pt x="914599" y="537821"/>
                </a:lnTo>
                <a:close/>
                <a:lnTo>
                  <a:pt x="917579" y="418481"/>
                </a:lnTo>
                <a:close/>
                <a:lnTo>
                  <a:pt x="919068" y="493540"/>
                </a:lnTo>
                <a:close/>
                <a:lnTo>
                  <a:pt x="920558" y="478802"/>
                </a:lnTo>
                <a:close/>
                <a:lnTo>
                  <a:pt x="922047" y="526382"/>
                </a:lnTo>
                <a:close/>
                <a:lnTo>
                  <a:pt x="923537" y="640817"/>
                </a:lnTo>
                <a:close/>
                <a:lnTo>
                  <a:pt x="925026" y="573697"/>
                </a:lnTo>
                <a:close/>
                <a:lnTo>
                  <a:pt x="926516" y="573512"/>
                </a:lnTo>
                <a:close/>
                <a:lnTo>
                  <a:pt x="928006" y="599654"/>
                </a:lnTo>
                <a:close/>
                <a:lnTo>
                  <a:pt x="930985" y="732878"/>
                </a:lnTo>
                <a:close/>
                <a:lnTo>
                  <a:pt x="932474" y="713013"/>
                </a:lnTo>
                <a:close/>
                <a:lnTo>
                  <a:pt x="935453" y="624773"/>
                </a:lnTo>
                <a:close/>
                <a:lnTo>
                  <a:pt x="936943" y="721587"/>
                </a:lnTo>
                <a:close/>
                <a:lnTo>
                  <a:pt x="939922" y="588988"/>
                </a:lnTo>
                <a:close/>
                <a:lnTo>
                  <a:pt x="942901" y="732802"/>
                </a:lnTo>
                <a:close/>
                <a:lnTo>
                  <a:pt x="944391" y="628200"/>
                </a:lnTo>
                <a:close/>
                <a:lnTo>
                  <a:pt x="947370" y="672009"/>
                </a:lnTo>
                <a:close/>
                <a:lnTo>
                  <a:pt x="948860" y="662984"/>
                </a:lnTo>
                <a:close/>
                <a:lnTo>
                  <a:pt x="950349" y="849438"/>
                </a:lnTo>
                <a:close/>
                <a:lnTo>
                  <a:pt x="953328" y="781841"/>
                </a:lnTo>
                <a:close/>
                <a:lnTo>
                  <a:pt x="954818" y="819127"/>
                </a:lnTo>
                <a:close/>
                <a:lnTo>
                  <a:pt x="956308" y="795764"/>
                </a:lnTo>
                <a:close/>
                <a:lnTo>
                  <a:pt x="959287" y="734948"/>
                </a:lnTo>
                <a:close/>
                <a:lnTo>
                  <a:pt x="960776" y="776459"/>
                </a:lnTo>
                <a:close/>
                <a:lnTo>
                  <a:pt x="962266" y="669599"/>
                </a:lnTo>
                <a:close/>
                <a:lnTo>
                  <a:pt x="963755" y="717842"/>
                </a:lnTo>
                <a:close/>
                <a:lnTo>
                  <a:pt x="965245" y="626210"/>
                </a:lnTo>
                <a:close/>
                <a:lnTo>
                  <a:pt x="966735" y="666559"/>
                </a:lnTo>
                <a:close/>
                <a:lnTo>
                  <a:pt x="972693" y="494943"/>
                </a:lnTo>
                <a:close/>
                <a:lnTo>
                  <a:pt x="974182" y="485094"/>
                </a:lnTo>
                <a:close/>
                <a:lnTo>
                  <a:pt x="980141" y="597254"/>
                </a:lnTo>
                <a:close/>
                <a:lnTo>
                  <a:pt x="983120" y="518933"/>
                </a:lnTo>
                <a:close/>
                <a:lnTo>
                  <a:pt x="984609" y="471101"/>
                </a:lnTo>
                <a:close/>
                <a:lnTo>
                  <a:pt x="990568" y="588185"/>
                </a:lnTo>
                <a:close/>
                <a:lnTo>
                  <a:pt x="992057" y="587567"/>
                </a:lnTo>
                <a:close/>
                <a:lnTo>
                  <a:pt x="995037" y="435577"/>
                </a:lnTo>
                <a:close/>
                <a:lnTo>
                  <a:pt x="996526" y="442704"/>
                </a:lnTo>
                <a:close/>
                <a:lnTo>
                  <a:pt x="998016" y="380266"/>
                </a:lnTo>
                <a:close/>
                <a:lnTo>
                  <a:pt x="999505" y="482277"/>
                </a:lnTo>
                <a:close/>
                <a:lnTo>
                  <a:pt x="1000995" y="475082"/>
                </a:lnTo>
                <a:close/>
                <a:lnTo>
                  <a:pt x="1002484" y="491152"/>
                </a:lnTo>
                <a:close/>
                <a:lnTo>
                  <a:pt x="1005464" y="370796"/>
                </a:lnTo>
                <a:close/>
                <a:lnTo>
                  <a:pt x="1008443" y="414964"/>
                </a:lnTo>
                <a:close/>
                <a:lnTo>
                  <a:pt x="1009932" y="429237"/>
                </a:lnTo>
                <a:close/>
                <a:lnTo>
                  <a:pt x="1011422" y="389673"/>
                </a:lnTo>
                <a:close/>
                <a:lnTo>
                  <a:pt x="1012911" y="302823"/>
                </a:lnTo>
                <a:close/>
                <a:lnTo>
                  <a:pt x="1014401" y="316512"/>
                </a:lnTo>
                <a:close/>
                <a:lnTo>
                  <a:pt x="1015891" y="412817"/>
                </a:lnTo>
                <a:close/>
                <a:lnTo>
                  <a:pt x="1017380" y="404722"/>
                </a:lnTo>
                <a:close/>
                <a:lnTo>
                  <a:pt x="1018870" y="562074"/>
                </a:lnTo>
                <a:close/>
                <a:lnTo>
                  <a:pt x="1021849" y="460352"/>
                </a:lnTo>
                <a:close/>
                <a:lnTo>
                  <a:pt x="1023338" y="426468"/>
                </a:lnTo>
                <a:close/>
                <a:lnTo>
                  <a:pt x="1024828" y="432687"/>
                </a:lnTo>
                <a:close/>
                <a:lnTo>
                  <a:pt x="1026318" y="459605"/>
                </a:lnTo>
                <a:close/>
                <a:lnTo>
                  <a:pt x="1027807" y="442330"/>
                </a:lnTo>
                <a:close/>
                <a:lnTo>
                  <a:pt x="1029297" y="443024"/>
                </a:lnTo>
                <a:close/>
                <a:lnTo>
                  <a:pt x="1030786" y="459519"/>
                </a:lnTo>
                <a:close/>
                <a:lnTo>
                  <a:pt x="1032276" y="407877"/>
                </a:lnTo>
                <a:close/>
                <a:lnTo>
                  <a:pt x="1033765" y="599144"/>
                </a:lnTo>
                <a:close/>
                <a:lnTo>
                  <a:pt x="1035255" y="599144"/>
                </a:lnTo>
                <a:close/>
                <a:lnTo>
                  <a:pt x="1038234" y="558579"/>
                </a:lnTo>
                <a:close/>
                <a:lnTo>
                  <a:pt x="1039724" y="449876"/>
                </a:lnTo>
                <a:close/>
                <a:lnTo>
                  <a:pt x="1041213" y="467113"/>
                </a:lnTo>
                <a:close/>
                <a:lnTo>
                  <a:pt x="1044193" y="573434"/>
                </a:lnTo>
                <a:close/>
                <a:lnTo>
                  <a:pt x="1047172" y="504897"/>
                </a:lnTo>
                <a:close/>
                <a:lnTo>
                  <a:pt x="1051640" y="387087"/>
                </a:lnTo>
                <a:close/>
                <a:lnTo>
                  <a:pt x="1053130" y="405015"/>
                </a:lnTo>
                <a:close/>
                <a:lnTo>
                  <a:pt x="1056109" y="369732"/>
                </a:lnTo>
                <a:close/>
                <a:lnTo>
                  <a:pt x="1057599" y="377145"/>
                </a:lnTo>
                <a:close/>
                <a:lnTo>
                  <a:pt x="1059088" y="372668"/>
                </a:lnTo>
                <a:close/>
                <a:lnTo>
                  <a:pt x="1060578" y="423659"/>
                </a:lnTo>
                <a:close/>
                <a:lnTo>
                  <a:pt x="1065047" y="314036"/>
                </a:lnTo>
                <a:close/>
                <a:lnTo>
                  <a:pt x="1066536" y="340499"/>
                </a:lnTo>
                <a:close/>
                <a:lnTo>
                  <a:pt x="1071005" y="294360"/>
                </a:lnTo>
                <a:close/>
                <a:lnTo>
                  <a:pt x="1072494" y="165417"/>
                </a:lnTo>
                <a:close/>
                <a:lnTo>
                  <a:pt x="1073984" y="217020"/>
                </a:lnTo>
                <a:close/>
                <a:lnTo>
                  <a:pt x="1075474" y="170553"/>
                </a:lnTo>
                <a:close/>
                <a:lnTo>
                  <a:pt x="1076963" y="188230"/>
                </a:lnTo>
                <a:close/>
                <a:lnTo>
                  <a:pt x="1078453" y="166819"/>
                </a:lnTo>
                <a:close/>
                <a:lnTo>
                  <a:pt x="1081432" y="216707"/>
                </a:lnTo>
                <a:close/>
                <a:lnTo>
                  <a:pt x="1082921" y="266410"/>
                </a:lnTo>
                <a:close/>
                <a:lnTo>
                  <a:pt x="1084411" y="158113"/>
                </a:lnTo>
                <a:close/>
                <a:lnTo>
                  <a:pt x="1087390" y="360324"/>
                </a:lnTo>
                <a:close/>
                <a:lnTo>
                  <a:pt x="1088880" y="364119"/>
                </a:lnTo>
                <a:close/>
                <a:lnTo>
                  <a:pt x="1090369" y="337622"/>
                </a:lnTo>
                <a:close/>
                <a:lnTo>
                  <a:pt x="1093349" y="458311"/>
                </a:lnTo>
                <a:close/>
                <a:lnTo>
                  <a:pt x="1094838" y="391544"/>
                </a:lnTo>
                <a:close/>
                <a:lnTo>
                  <a:pt x="1096328" y="450396"/>
                </a:lnTo>
                <a:close/>
                <a:lnTo>
                  <a:pt x="1097817" y="450396"/>
                </a:lnTo>
                <a:close/>
                <a:lnTo>
                  <a:pt x="1102286" y="392804"/>
                </a:lnTo>
                <a:close/>
                <a:lnTo>
                  <a:pt x="1103776" y="459254"/>
                </a:lnTo>
                <a:close/>
                <a:lnTo>
                  <a:pt x="1105265" y="444235"/>
                </a:lnTo>
                <a:close/>
                <a:lnTo>
                  <a:pt x="1109734" y="559344"/>
                </a:lnTo>
                <a:close/>
                <a:lnTo>
                  <a:pt x="1114203" y="489936"/>
                </a:lnTo>
                <a:close/>
                <a:lnTo>
                  <a:pt x="1118671" y="564956"/>
                </a:lnTo>
                <a:close/>
                <a:lnTo>
                  <a:pt x="1120161" y="491998"/>
                </a:lnTo>
                <a:close/>
                <a:lnTo>
                  <a:pt x="1121650" y="499333"/>
                </a:lnTo>
                <a:close/>
                <a:lnTo>
                  <a:pt x="1123140" y="568258"/>
                </a:lnTo>
                <a:close/>
                <a:lnTo>
                  <a:pt x="1124630" y="547614"/>
                </a:lnTo>
                <a:close/>
                <a:lnTo>
                  <a:pt x="1127609" y="420929"/>
                </a:lnTo>
                <a:close/>
                <a:lnTo>
                  <a:pt x="1130588" y="484323"/>
                </a:lnTo>
                <a:close/>
                <a:lnTo>
                  <a:pt x="1132078" y="472032"/>
                </a:lnTo>
                <a:close/>
                <a:lnTo>
                  <a:pt x="1133567" y="503915"/>
                </a:lnTo>
                <a:close/>
                <a:lnTo>
                  <a:pt x="1138036" y="399554"/>
                </a:lnTo>
                <a:close/>
                <a:lnTo>
                  <a:pt x="1139525" y="413986"/>
                </a:lnTo>
                <a:close/>
                <a:lnTo>
                  <a:pt x="1141015" y="335016"/>
                </a:lnTo>
                <a:close/>
                <a:lnTo>
                  <a:pt x="1142505" y="421550"/>
                </a:lnTo>
                <a:close/>
                <a:lnTo>
                  <a:pt x="1143994" y="396694"/>
                </a:lnTo>
                <a:close/>
                <a:lnTo>
                  <a:pt x="1145484" y="408629"/>
                </a:lnTo>
                <a:close/>
                <a:lnTo>
                  <a:pt x="1146973" y="404711"/>
                </a:lnTo>
                <a:close/>
                <a:lnTo>
                  <a:pt x="1148463" y="362886"/>
                </a:lnTo>
                <a:close/>
                <a:lnTo>
                  <a:pt x="1149952" y="429831"/>
                </a:lnTo>
                <a:close/>
                <a:lnTo>
                  <a:pt x="1151442" y="381106"/>
                </a:lnTo>
                <a:close/>
                <a:lnTo>
                  <a:pt x="1152932" y="425784"/>
                </a:lnTo>
                <a:close/>
                <a:lnTo>
                  <a:pt x="1154421" y="415577"/>
                </a:lnTo>
                <a:close/>
                <a:lnTo>
                  <a:pt x="1155911" y="346171"/>
                </a:lnTo>
                <a:close/>
                <a:lnTo>
                  <a:pt x="1158890" y="440925"/>
                </a:lnTo>
                <a:close/>
                <a:lnTo>
                  <a:pt x="1160379" y="354768"/>
                </a:lnTo>
                <a:close/>
                <a:lnTo>
                  <a:pt x="1161869" y="443027"/>
                </a:lnTo>
                <a:close/>
                <a:lnTo>
                  <a:pt x="1163359" y="347442"/>
                </a:lnTo>
                <a:close/>
                <a:lnTo>
                  <a:pt x="1164848" y="431812"/>
                </a:lnTo>
                <a:close/>
                <a:lnTo>
                  <a:pt x="1167827" y="344125"/>
                </a:lnTo>
                <a:close/>
                <a:lnTo>
                  <a:pt x="1172296" y="367077"/>
                </a:lnTo>
                <a:close/>
                <a:lnTo>
                  <a:pt x="1173786" y="395950"/>
                </a:lnTo>
                <a:close/>
                <a:lnTo>
                  <a:pt x="1175275" y="374186"/>
                </a:lnTo>
                <a:close/>
                <a:lnTo>
                  <a:pt x="1176765" y="470008"/>
                </a:lnTo>
                <a:close/>
                <a:lnTo>
                  <a:pt x="1182723" y="296717"/>
                </a:lnTo>
                <a:close/>
                <a:lnTo>
                  <a:pt x="1184213" y="371305"/>
                </a:lnTo>
                <a:close/>
                <a:lnTo>
                  <a:pt x="1187192" y="193899"/>
                </a:lnTo>
                <a:close/>
                <a:lnTo>
                  <a:pt x="1188681" y="216215"/>
                </a:lnTo>
                <a:close/>
                <a:lnTo>
                  <a:pt x="1190171" y="307800"/>
                </a:lnTo>
                <a:close/>
                <a:lnTo>
                  <a:pt x="1191661" y="280887"/>
                </a:lnTo>
                <a:close/>
                <a:lnTo>
                  <a:pt x="1193150" y="362152"/>
                </a:lnTo>
                <a:close/>
                <a:lnTo>
                  <a:pt x="1194640" y="312641"/>
                </a:lnTo>
                <a:close/>
                <a:lnTo>
                  <a:pt x="1196129" y="412901"/>
                </a:lnTo>
                <a:close/>
                <a:lnTo>
                  <a:pt x="1197619" y="387729"/>
                </a:lnTo>
                <a:close/>
                <a:lnTo>
                  <a:pt x="1199108" y="409143"/>
                </a:lnTo>
                <a:close/>
                <a:lnTo>
                  <a:pt x="1203577" y="264776"/>
                </a:lnTo>
                <a:close/>
                <a:lnTo>
                  <a:pt x="1205067" y="289055"/>
                </a:lnTo>
                <a:close/>
                <a:lnTo>
                  <a:pt x="1212515" y="144231"/>
                </a:lnTo>
                <a:close/>
                <a:lnTo>
                  <a:pt x="1215494" y="174769"/>
                </a:lnTo>
                <a:close/>
                <a:lnTo>
                  <a:pt x="1216983" y="231336"/>
                </a:lnTo>
                <a:close/>
                <a:lnTo>
                  <a:pt x="1218473" y="104734"/>
                </a:lnTo>
                <a:close/>
                <a:lnTo>
                  <a:pt x="1219962" y="173461"/>
                </a:lnTo>
                <a:close/>
                <a:lnTo>
                  <a:pt x="1221452" y="173567"/>
                </a:lnTo>
                <a:close/>
                <a:lnTo>
                  <a:pt x="1222942" y="129508"/>
                </a:lnTo>
                <a:close/>
                <a:lnTo>
                  <a:pt x="1224431" y="229180"/>
                </a:lnTo>
                <a:close/>
                <a:lnTo>
                  <a:pt x="1225921" y="201869"/>
                </a:lnTo>
                <a:close/>
                <a:lnTo>
                  <a:pt x="1227410" y="235453"/>
                </a:lnTo>
                <a:close/>
                <a:lnTo>
                  <a:pt x="1228900" y="184206"/>
                </a:lnTo>
                <a:close/>
                <a:lnTo>
                  <a:pt x="1230390" y="268004"/>
                </a:lnTo>
                <a:close/>
                <a:lnTo>
                  <a:pt x="1233369" y="167196"/>
                </a:lnTo>
                <a:close/>
                <a:lnTo>
                  <a:pt x="1234858" y="269236"/>
                </a:lnTo>
                <a:close/>
                <a:lnTo>
                  <a:pt x="1239327" y="57758"/>
                </a:lnTo>
                <a:close/>
                <a:lnTo>
                  <a:pt x="1240817" y="94016"/>
                </a:lnTo>
                <a:close/>
                <a:lnTo>
                  <a:pt x="1242306" y="94016"/>
                </a:lnTo>
                <a:close/>
                <a:lnTo>
                  <a:pt x="1243796" y="71782"/>
                </a:lnTo>
                <a:close/>
                <a:lnTo>
                  <a:pt x="1245285" y="99125"/>
                </a:lnTo>
                <a:close/>
                <a:lnTo>
                  <a:pt x="1246775" y="80609"/>
                </a:lnTo>
                <a:close/>
                <a:lnTo>
                  <a:pt x="1249754" y="262528"/>
                </a:lnTo>
                <a:close/>
                <a:lnTo>
                  <a:pt x="1251244" y="237088"/>
                </a:lnTo>
                <a:close/>
                <a:lnTo>
                  <a:pt x="1252733" y="307135"/>
                </a:lnTo>
                <a:close/>
                <a:lnTo>
                  <a:pt x="1254223" y="227644"/>
                </a:lnTo>
                <a:close/>
                <a:lnTo>
                  <a:pt x="1255712" y="260863"/>
                </a:lnTo>
                <a:close/>
                <a:lnTo>
                  <a:pt x="1257202" y="348693"/>
                </a:lnTo>
                <a:close/>
                <a:lnTo>
                  <a:pt x="1258691" y="176578"/>
                </a:lnTo>
                <a:close/>
                <a:lnTo>
                  <a:pt x="1261671" y="302577"/>
                </a:lnTo>
                <a:close/>
                <a:lnTo>
                  <a:pt x="1263160" y="221398"/>
                </a:lnTo>
                <a:close/>
                <a:lnTo>
                  <a:pt x="1264650" y="255929"/>
                </a:lnTo>
                <a:close/>
                <a:lnTo>
                  <a:pt x="1267629" y="160914"/>
                </a:lnTo>
                <a:close/>
                <a:lnTo>
                  <a:pt x="1269119" y="124109"/>
                </a:lnTo>
                <a:close/>
                <a:lnTo>
                  <a:pt x="1272098" y="158236"/>
                </a:lnTo>
                <a:close/>
                <a:lnTo>
                  <a:pt x="1273587" y="109183"/>
                </a:lnTo>
                <a:close/>
                <a:lnTo>
                  <a:pt x="1278056" y="183167"/>
                </a:lnTo>
                <a:close/>
                <a:lnTo>
                  <a:pt x="1279546" y="173923"/>
                </a:lnTo>
                <a:close/>
                <a:lnTo>
                  <a:pt x="1281035" y="199988"/>
                </a:lnTo>
                <a:close/>
                <a:lnTo>
                  <a:pt x="1282525" y="348079"/>
                </a:lnTo>
                <a:close/>
                <a:lnTo>
                  <a:pt x="1285504" y="249264"/>
                </a:lnTo>
                <a:close/>
                <a:lnTo>
                  <a:pt x="1286993" y="246032"/>
                </a:lnTo>
                <a:close/>
                <a:lnTo>
                  <a:pt x="1289973" y="380809"/>
                </a:lnTo>
                <a:close/>
                <a:lnTo>
                  <a:pt x="1292952" y="289557"/>
                </a:lnTo>
                <a:close/>
                <a:lnTo>
                  <a:pt x="1294441" y="364728"/>
                </a:lnTo>
                <a:close/>
                <a:lnTo>
                  <a:pt x="1295931" y="292838"/>
                </a:lnTo>
                <a:close/>
                <a:lnTo>
                  <a:pt x="1297420" y="358161"/>
                </a:lnTo>
                <a:close/>
                <a:lnTo>
                  <a:pt x="1298910" y="352475"/>
                </a:lnTo>
                <a:close/>
                <a:lnTo>
                  <a:pt x="1300400" y="400703"/>
                </a:lnTo>
                <a:close/>
                <a:lnTo>
                  <a:pt x="1301889" y="511053"/>
                </a:lnTo>
                <a:close/>
                <a:lnTo>
                  <a:pt x="1303379" y="514727"/>
                </a:lnTo>
                <a:close/>
                <a:lnTo>
                  <a:pt x="1304868" y="512942"/>
                </a:lnTo>
                <a:close/>
                <a:lnTo>
                  <a:pt x="1306358" y="417767"/>
                </a:lnTo>
                <a:close/>
                <a:lnTo>
                  <a:pt x="1307847" y="546729"/>
                </a:lnTo>
                <a:close/>
                <a:lnTo>
                  <a:pt x="1309337" y="514908"/>
                </a:lnTo>
                <a:close/>
                <a:lnTo>
                  <a:pt x="1310827" y="516486"/>
                </a:lnTo>
                <a:close/>
                <a:lnTo>
                  <a:pt x="1312316" y="510136"/>
                </a:lnTo>
                <a:close/>
                <a:lnTo>
                  <a:pt x="1313806" y="525676"/>
                </a:lnTo>
                <a:close/>
                <a:lnTo>
                  <a:pt x="1315295" y="667484"/>
                </a:lnTo>
                <a:close/>
                <a:lnTo>
                  <a:pt x="1316785" y="553746"/>
                </a:lnTo>
                <a:close/>
                <a:lnTo>
                  <a:pt x="1321254" y="656102"/>
                </a:lnTo>
                <a:close/>
                <a:lnTo>
                  <a:pt x="1322743" y="507958"/>
                </a:lnTo>
                <a:close/>
                <a:lnTo>
                  <a:pt x="1324233" y="510619"/>
                </a:lnTo>
                <a:close/>
                <a:lnTo>
                  <a:pt x="1325722" y="631838"/>
                </a:lnTo>
                <a:close/>
                <a:lnTo>
                  <a:pt x="1327212" y="613145"/>
                </a:lnTo>
                <a:close/>
                <a:lnTo>
                  <a:pt x="1328702" y="575397"/>
                </a:lnTo>
                <a:close/>
                <a:lnTo>
                  <a:pt x="1330191" y="373437"/>
                </a:lnTo>
                <a:close/>
                <a:lnTo>
                  <a:pt x="1331681" y="396613"/>
                </a:lnTo>
                <a:close/>
                <a:lnTo>
                  <a:pt x="1333170" y="314986"/>
                </a:lnTo>
                <a:close/>
                <a:lnTo>
                  <a:pt x="1334660" y="328962"/>
                </a:lnTo>
                <a:close/>
                <a:lnTo>
                  <a:pt x="1337639" y="416647"/>
                </a:lnTo>
                <a:close/>
                <a:lnTo>
                  <a:pt x="1339129" y="405272"/>
                </a:lnTo>
                <a:close/>
                <a:lnTo>
                  <a:pt x="1343597" y="605837"/>
                </a:lnTo>
                <a:close/>
                <a:lnTo>
                  <a:pt x="1345087" y="469218"/>
                </a:lnTo>
                <a:close/>
                <a:lnTo>
                  <a:pt x="1346576" y="494837"/>
                </a:lnTo>
                <a:close/>
                <a:lnTo>
                  <a:pt x="1349556" y="363308"/>
                </a:lnTo>
                <a:close/>
                <a:lnTo>
                  <a:pt x="1352535" y="426250"/>
                </a:lnTo>
                <a:close/>
                <a:lnTo>
                  <a:pt x="1355514" y="552590"/>
                </a:lnTo>
                <a:close/>
                <a:lnTo>
                  <a:pt x="1357004" y="527099"/>
                </a:lnTo>
                <a:close/>
                <a:lnTo>
                  <a:pt x="1358493" y="528637"/>
                </a:lnTo>
                <a:close/>
                <a:lnTo>
                  <a:pt x="1359983" y="613651"/>
                </a:lnTo>
                <a:close/>
                <a:lnTo>
                  <a:pt x="1361472" y="590246"/>
                </a:lnTo>
                <a:close/>
                <a:lnTo>
                  <a:pt x="1362962" y="474086"/>
                </a:lnTo>
                <a:close/>
                <a:lnTo>
                  <a:pt x="1364451" y="573975"/>
                </a:lnTo>
                <a:close/>
                <a:lnTo>
                  <a:pt x="1365941" y="550398"/>
                </a:lnTo>
                <a:close/>
                <a:lnTo>
                  <a:pt x="1367431" y="572195"/>
                </a:lnTo>
                <a:close/>
                <a:lnTo>
                  <a:pt x="1370410" y="408487"/>
                </a:lnTo>
                <a:close/>
                <a:lnTo>
                  <a:pt x="1371899" y="463762"/>
                </a:lnTo>
                <a:close/>
                <a:lnTo>
                  <a:pt x="1373389" y="410741"/>
                </a:lnTo>
                <a:close/>
                <a:lnTo>
                  <a:pt x="1374878" y="466438"/>
                </a:lnTo>
                <a:close/>
                <a:lnTo>
                  <a:pt x="1376368" y="452724"/>
                </a:lnTo>
                <a:close/>
                <a:lnTo>
                  <a:pt x="1377858" y="510582"/>
                </a:lnTo>
                <a:close/>
                <a:lnTo>
                  <a:pt x="1380837" y="371742"/>
                </a:lnTo>
                <a:close/>
                <a:lnTo>
                  <a:pt x="1382326" y="375010"/>
                </a:lnTo>
                <a:close/>
                <a:lnTo>
                  <a:pt x="1386795" y="422262"/>
                </a:lnTo>
                <a:close/>
                <a:lnTo>
                  <a:pt x="1388285" y="388240"/>
                </a:lnTo>
                <a:close/>
                <a:lnTo>
                  <a:pt x="1389774" y="420016"/>
                </a:lnTo>
                <a:close/>
                <a:lnTo>
                  <a:pt x="1391264" y="482480"/>
                </a:lnTo>
                <a:close/>
                <a:lnTo>
                  <a:pt x="1392753" y="411035"/>
                </a:lnTo>
                <a:close/>
                <a:lnTo>
                  <a:pt x="1394243" y="515055"/>
                </a:lnTo>
                <a:close/>
                <a:lnTo>
                  <a:pt x="1395732" y="439257"/>
                </a:lnTo>
                <a:close/>
                <a:lnTo>
                  <a:pt x="1397222" y="531024"/>
                </a:lnTo>
                <a:close/>
                <a:lnTo>
                  <a:pt x="1398712" y="502396"/>
                </a:lnTo>
                <a:close/>
                <a:lnTo>
                  <a:pt x="1401691" y="357616"/>
                </a:lnTo>
                <a:close/>
                <a:lnTo>
                  <a:pt x="1403180" y="355739"/>
                </a:lnTo>
                <a:close/>
                <a:lnTo>
                  <a:pt x="1406160" y="422631"/>
                </a:lnTo>
                <a:close/>
                <a:lnTo>
                  <a:pt x="1412118" y="286995"/>
                </a:lnTo>
                <a:close/>
                <a:lnTo>
                  <a:pt x="1415097" y="412224"/>
                </a:lnTo>
                <a:close/>
                <a:lnTo>
                  <a:pt x="1416587" y="402787"/>
                </a:lnTo>
                <a:close/>
                <a:lnTo>
                  <a:pt x="1418076" y="348503"/>
                </a:lnTo>
                <a:close/>
                <a:lnTo>
                  <a:pt x="1419566" y="457453"/>
                </a:lnTo>
                <a:close/>
                <a:lnTo>
                  <a:pt x="1421055" y="376864"/>
                </a:lnTo>
                <a:close/>
                <a:lnTo>
                  <a:pt x="1424034" y="397023"/>
                </a:lnTo>
                <a:close/>
                <a:lnTo>
                  <a:pt x="1427014" y="498022"/>
                </a:lnTo>
                <a:close/>
                <a:lnTo>
                  <a:pt x="1428503" y="490912"/>
                </a:lnTo>
                <a:close/>
                <a:lnTo>
                  <a:pt x="1429993" y="331925"/>
                </a:lnTo>
                <a:close/>
                <a:lnTo>
                  <a:pt x="1434461" y="525556"/>
                </a:lnTo>
                <a:close/>
                <a:lnTo>
                  <a:pt x="1437441" y="393078"/>
                </a:lnTo>
                <a:close/>
                <a:lnTo>
                  <a:pt x="1438930" y="500764"/>
                </a:lnTo>
                <a:close/>
                <a:lnTo>
                  <a:pt x="1440420" y="447480"/>
                </a:lnTo>
                <a:close/>
                <a:lnTo>
                  <a:pt x="1441909" y="448346"/>
                </a:lnTo>
                <a:close/>
                <a:lnTo>
                  <a:pt x="1443399" y="493742"/>
                </a:lnTo>
                <a:close/>
                <a:lnTo>
                  <a:pt x="1444888" y="474435"/>
                </a:lnTo>
                <a:close/>
                <a:lnTo>
                  <a:pt x="1446378" y="417267"/>
                </a:lnTo>
                <a:close/>
                <a:lnTo>
                  <a:pt x="1447868" y="420829"/>
                </a:lnTo>
                <a:close/>
                <a:lnTo>
                  <a:pt x="1449357" y="405747"/>
                </a:lnTo>
                <a:close/>
                <a:lnTo>
                  <a:pt x="1452336" y="488947"/>
                </a:lnTo>
                <a:close/>
                <a:lnTo>
                  <a:pt x="1453826" y="497361"/>
                </a:lnTo>
                <a:close/>
                <a:lnTo>
                  <a:pt x="1455316" y="493081"/>
                </a:lnTo>
                <a:close/>
                <a:lnTo>
                  <a:pt x="1456805" y="432696"/>
                </a:lnTo>
                <a:close/>
                <a:lnTo>
                  <a:pt x="1458295" y="462262"/>
                </a:lnTo>
                <a:close/>
                <a:lnTo>
                  <a:pt x="1461274" y="358091"/>
                </a:lnTo>
                <a:close/>
                <a:lnTo>
                  <a:pt x="1462763" y="410514"/>
                </a:lnTo>
                <a:close/>
                <a:lnTo>
                  <a:pt x="1464253" y="319165"/>
                </a:lnTo>
                <a:close/>
                <a:lnTo>
                  <a:pt x="1465743" y="332469"/>
                </a:lnTo>
                <a:close/>
                <a:lnTo>
                  <a:pt x="1468722" y="404967"/>
                </a:lnTo>
                <a:close/>
                <a:lnTo>
                  <a:pt x="1470211" y="360822"/>
                </a:lnTo>
                <a:close/>
                <a:lnTo>
                  <a:pt x="1474680" y="602214"/>
                </a:lnTo>
                <a:close/>
                <a:lnTo>
                  <a:pt x="1476170" y="522182"/>
                </a:lnTo>
                <a:close/>
                <a:lnTo>
                  <a:pt x="1479149" y="596027"/>
                </a:lnTo>
                <a:close/>
                <a:lnTo>
                  <a:pt x="1480638" y="533420"/>
                </a:lnTo>
                <a:close/>
                <a:lnTo>
                  <a:pt x="1482128" y="534482"/>
                </a:lnTo>
                <a:close/>
                <a:lnTo>
                  <a:pt x="1483617" y="564381"/>
                </a:lnTo>
                <a:close/>
                <a:lnTo>
                  <a:pt x="1485107" y="467371"/>
                </a:lnTo>
                <a:close/>
                <a:lnTo>
                  <a:pt x="1488086" y="560768"/>
                </a:lnTo>
                <a:close/>
                <a:lnTo>
                  <a:pt x="1489576" y="556374"/>
                </a:lnTo>
                <a:close/>
                <a:lnTo>
                  <a:pt x="1491065" y="500141"/>
                </a:lnTo>
                <a:close/>
                <a:lnTo>
                  <a:pt x="1492555" y="500673"/>
                </a:lnTo>
                <a:close/>
                <a:lnTo>
                  <a:pt x="1494045" y="490712"/>
                </a:lnTo>
                <a:close/>
                <a:lnTo>
                  <a:pt x="1495534" y="444581"/>
                </a:lnTo>
                <a:close/>
                <a:lnTo>
                  <a:pt x="1498513" y="496343"/>
                </a:lnTo>
                <a:close/>
                <a:lnTo>
                  <a:pt x="1500003" y="502136"/>
                </a:lnTo>
                <a:close/>
                <a:lnTo>
                  <a:pt x="1501492" y="433228"/>
                </a:lnTo>
                <a:close/>
                <a:lnTo>
                  <a:pt x="1502982" y="449210"/>
                </a:lnTo>
                <a:close/>
                <a:lnTo>
                  <a:pt x="1507451" y="576462"/>
                </a:lnTo>
                <a:close/>
                <a:lnTo>
                  <a:pt x="1510430" y="503672"/>
                </a:lnTo>
                <a:close/>
                <a:lnTo>
                  <a:pt x="1511919" y="520832"/>
                </a:lnTo>
                <a:close/>
                <a:lnTo>
                  <a:pt x="1514899" y="384039"/>
                </a:lnTo>
                <a:close/>
                <a:lnTo>
                  <a:pt x="1516388" y="426677"/>
                </a:lnTo>
                <a:close/>
                <a:lnTo>
                  <a:pt x="1519367" y="581550"/>
                </a:lnTo>
                <a:close/>
                <a:lnTo>
                  <a:pt x="1520857" y="471405"/>
                </a:lnTo>
                <a:close/>
                <a:lnTo>
                  <a:pt x="1522346" y="522875"/>
                </a:lnTo>
                <a:close/>
                <a:lnTo>
                  <a:pt x="1523836" y="508227"/>
                </a:lnTo>
                <a:close/>
                <a:lnTo>
                  <a:pt x="1525326" y="464304"/>
                </a:lnTo>
                <a:close/>
                <a:lnTo>
                  <a:pt x="1528305" y="536157"/>
                </a:lnTo>
                <a:close/>
                <a:lnTo>
                  <a:pt x="1529794" y="454115"/>
                </a:lnTo>
                <a:close/>
                <a:lnTo>
                  <a:pt x="1531284" y="486851"/>
                </a:lnTo>
                <a:close/>
                <a:lnTo>
                  <a:pt x="1532773" y="441454"/>
                </a:lnTo>
                <a:close/>
                <a:lnTo>
                  <a:pt x="1535753" y="544366"/>
                </a:lnTo>
                <a:close/>
                <a:lnTo>
                  <a:pt x="1537242" y="517335"/>
                </a:lnTo>
                <a:close/>
                <a:lnTo>
                  <a:pt x="1540221" y="651596"/>
                </a:lnTo>
                <a:close/>
                <a:lnTo>
                  <a:pt x="1543201" y="544915"/>
                </a:lnTo>
                <a:close/>
                <a:lnTo>
                  <a:pt x="1544690" y="650715"/>
                </a:lnTo>
                <a:close/>
                <a:lnTo>
                  <a:pt x="1546180" y="606574"/>
                </a:lnTo>
                <a:close/>
                <a:lnTo>
                  <a:pt x="1547669" y="652323"/>
                </a:lnTo>
                <a:close/>
                <a:lnTo>
                  <a:pt x="1552138" y="415269"/>
                </a:lnTo>
                <a:close/>
                <a:lnTo>
                  <a:pt x="1553628" y="428082"/>
                </a:lnTo>
                <a:close/>
                <a:lnTo>
                  <a:pt x="1555117" y="371520"/>
                </a:lnTo>
                <a:close/>
                <a:lnTo>
                  <a:pt x="1556607" y="418288"/>
                </a:lnTo>
                <a:close/>
                <a:lnTo>
                  <a:pt x="1558096" y="540331"/>
                </a:lnTo>
                <a:close/>
                <a:lnTo>
                  <a:pt x="1559586" y="444201"/>
                </a:lnTo>
                <a:close/>
                <a:lnTo>
                  <a:pt x="1561075" y="439224"/>
                </a:lnTo>
                <a:close/>
                <a:lnTo>
                  <a:pt x="1562565" y="476837"/>
                </a:lnTo>
                <a:close/>
                <a:lnTo>
                  <a:pt x="1564055" y="446185"/>
                </a:lnTo>
                <a:close/>
                <a:lnTo>
                  <a:pt x="1565544" y="550213"/>
                </a:lnTo>
                <a:close/>
                <a:lnTo>
                  <a:pt x="1567034" y="538568"/>
                </a:lnTo>
                <a:close/>
                <a:lnTo>
                  <a:pt x="1570013" y="385533"/>
                </a:lnTo>
                <a:close/>
                <a:lnTo>
                  <a:pt x="1571502" y="406978"/>
                </a:lnTo>
                <a:close/>
                <a:lnTo>
                  <a:pt x="1574482" y="486768"/>
                </a:lnTo>
                <a:close/>
                <a:lnTo>
                  <a:pt x="1577461" y="433012"/>
                </a:lnTo>
                <a:close/>
                <a:lnTo>
                  <a:pt x="1580440" y="487156"/>
                </a:lnTo>
                <a:close/>
                <a:lnTo>
                  <a:pt x="1581930" y="486964"/>
                </a:lnTo>
                <a:close/>
                <a:lnTo>
                  <a:pt x="1583419" y="567183"/>
                </a:lnTo>
                <a:close/>
                <a:lnTo>
                  <a:pt x="1584909" y="501068"/>
                </a:lnTo>
                <a:close/>
                <a:lnTo>
                  <a:pt x="1586398" y="585064"/>
                </a:lnTo>
                <a:close/>
                <a:lnTo>
                  <a:pt x="1587888" y="569500"/>
                </a:lnTo>
                <a:close/>
                <a:lnTo>
                  <a:pt x="1589377" y="625926"/>
                </a:lnTo>
                <a:close/>
                <a:lnTo>
                  <a:pt x="1590867" y="601857"/>
                </a:lnTo>
                <a:close/>
                <a:lnTo>
                  <a:pt x="1592357" y="717552"/>
                </a:lnTo>
                <a:close/>
                <a:lnTo>
                  <a:pt x="1593846" y="688956"/>
                </a:lnTo>
                <a:close/>
                <a:lnTo>
                  <a:pt x="1595336" y="611972"/>
                </a:lnTo>
                <a:close/>
                <a:lnTo>
                  <a:pt x="1596825" y="628218"/>
                </a:lnTo>
                <a:close/>
                <a:lnTo>
                  <a:pt x="1599804" y="463451"/>
                </a:lnTo>
                <a:close/>
                <a:lnTo>
                  <a:pt x="1602784" y="456933"/>
                </a:lnTo>
                <a:close/>
                <a:lnTo>
                  <a:pt x="1604273" y="427571"/>
                </a:lnTo>
                <a:close/>
                <a:lnTo>
                  <a:pt x="1605763" y="432874"/>
                </a:lnTo>
                <a:close/>
                <a:lnTo>
                  <a:pt x="1607252" y="396122"/>
                </a:lnTo>
                <a:close/>
                <a:lnTo>
                  <a:pt x="1608742" y="398424"/>
                </a:lnTo>
                <a:close/>
                <a:lnTo>
                  <a:pt x="1613211" y="581588"/>
                </a:lnTo>
                <a:close/>
                <a:lnTo>
                  <a:pt x="1616190" y="489475"/>
                </a:lnTo>
                <a:close/>
                <a:lnTo>
                  <a:pt x="1617679" y="553391"/>
                </a:lnTo>
                <a:close/>
                <a:lnTo>
                  <a:pt x="1620658" y="463190"/>
                </a:lnTo>
                <a:close/>
                <a:lnTo>
                  <a:pt x="1622148" y="465075"/>
                </a:lnTo>
                <a:close/>
                <a:lnTo>
                  <a:pt x="1623638" y="477029"/>
                </a:lnTo>
                <a:close/>
                <a:lnTo>
                  <a:pt x="1625127" y="426516"/>
                </a:lnTo>
                <a:close/>
                <a:lnTo>
                  <a:pt x="1628106" y="543311"/>
                </a:lnTo>
                <a:close/>
                <a:lnTo>
                  <a:pt x="1632575" y="399774"/>
                </a:lnTo>
                <a:close/>
                <a:lnTo>
                  <a:pt x="1634065" y="399498"/>
                </a:lnTo>
                <a:close/>
                <a:lnTo>
                  <a:pt x="1638533" y="275979"/>
                </a:lnTo>
                <a:close/>
                <a:lnTo>
                  <a:pt x="1640023" y="281135"/>
                </a:lnTo>
                <a:close/>
                <a:lnTo>
                  <a:pt x="1641513" y="307672"/>
                </a:lnTo>
                <a:close/>
                <a:lnTo>
                  <a:pt x="1644492" y="234573"/>
                </a:lnTo>
                <a:close/>
                <a:lnTo>
                  <a:pt x="1645981" y="235252"/>
                </a:lnTo>
                <a:close/>
                <a:lnTo>
                  <a:pt x="1647471" y="277944"/>
                </a:lnTo>
                <a:close/>
                <a:lnTo>
                  <a:pt x="1648960" y="253158"/>
                </a:lnTo>
                <a:close/>
                <a:lnTo>
                  <a:pt x="1650450" y="186613"/>
                </a:lnTo>
                <a:close/>
                <a:lnTo>
                  <a:pt x="1651940" y="215027"/>
                </a:lnTo>
                <a:close/>
                <a:lnTo>
                  <a:pt x="1653429" y="90448"/>
                </a:lnTo>
                <a:close/>
                <a:lnTo>
                  <a:pt x="1654919" y="185053"/>
                </a:lnTo>
                <a:close/>
                <a:lnTo>
                  <a:pt x="1656408" y="149883"/>
                </a:lnTo>
                <a:close/>
                <a:lnTo>
                  <a:pt x="1657898" y="249627"/>
                </a:lnTo>
                <a:close/>
                <a:lnTo>
                  <a:pt x="1659387" y="182122"/>
                </a:lnTo>
                <a:close/>
                <a:lnTo>
                  <a:pt x="1662367" y="223295"/>
                </a:lnTo>
                <a:close/>
                <a:lnTo>
                  <a:pt x="1663856" y="145050"/>
                </a:lnTo>
                <a:close/>
                <a:lnTo>
                  <a:pt x="1665346" y="185260"/>
                </a:lnTo>
                <a:close/>
                <a:lnTo>
                  <a:pt x="1666835" y="84226"/>
                </a:lnTo>
                <a:close/>
                <a:lnTo>
                  <a:pt x="1668325" y="140955"/>
                </a:lnTo>
                <a:close/>
                <a:lnTo>
                  <a:pt x="1669814" y="125297"/>
                </a:lnTo>
                <a:close/>
                <a:lnTo>
                  <a:pt x="1672794" y="0"/>
                </a:lnTo>
                <a:close/>
                <a:lnTo>
                  <a:pt x="1674283" y="59672"/>
                </a:lnTo>
                <a:close/>
                <a:lnTo>
                  <a:pt x="1675773" y="53181"/>
                </a:lnTo>
                <a:close/>
                <a:lnTo>
                  <a:pt x="1677262" y="53181"/>
                </a:lnTo>
                <a:close/>
                <a:lnTo>
                  <a:pt x="1678752" y="27337"/>
                </a:lnTo>
                <a:close/>
                <a:lnTo>
                  <a:pt x="1681731" y="154085"/>
                </a:lnTo>
                <a:close/>
                <a:lnTo>
                  <a:pt x="1683221" y="102666"/>
                </a:lnTo>
                <a:close/>
                <a:lnTo>
                  <a:pt x="1684710" y="152179"/>
                </a:lnTo>
                <a:close/>
                <a:lnTo>
                  <a:pt x="1686200" y="152132"/>
                </a:lnTo>
                <a:close/>
                <a:lnTo>
                  <a:pt x="1687689" y="82976"/>
                </a:lnTo>
                <a:close/>
                <a:lnTo>
                  <a:pt x="1689179" y="175774"/>
                </a:lnTo>
                <a:close/>
                <a:lnTo>
                  <a:pt x="1693648" y="69983"/>
                </a:lnTo>
                <a:close/>
                <a:lnTo>
                  <a:pt x="1696627" y="296316"/>
                </a:lnTo>
                <a:close/>
                <a:lnTo>
                  <a:pt x="1698116" y="213623"/>
                </a:lnTo>
                <a:close/>
                <a:lnTo>
                  <a:pt x="1701096" y="369625"/>
                </a:lnTo>
                <a:close/>
                <a:lnTo>
                  <a:pt x="1702585" y="290615"/>
                </a:lnTo>
                <a:close/>
                <a:lnTo>
                  <a:pt x="1704075" y="303685"/>
                </a:lnTo>
                <a:close/>
                <a:lnTo>
                  <a:pt x="1707054" y="374667"/>
                </a:lnTo>
                <a:close/>
                <a:lnTo>
                  <a:pt x="1710033" y="509406"/>
                </a:lnTo>
                <a:close/>
                <a:lnTo>
                  <a:pt x="1711523" y="422153"/>
                </a:lnTo>
                <a:close/>
                <a:lnTo>
                  <a:pt x="1713012" y="509920"/>
                </a:lnTo>
                <a:close/>
                <a:lnTo>
                  <a:pt x="1714502" y="512682"/>
                </a:lnTo>
                <a:close/>
                <a:lnTo>
                  <a:pt x="1717481" y="489077"/>
                </a:lnTo>
                <a:close/>
                <a:lnTo>
                  <a:pt x="1718971" y="330415"/>
                </a:lnTo>
                <a:close/>
                <a:lnTo>
                  <a:pt x="1721950" y="517979"/>
                </a:lnTo>
                <a:close/>
                <a:lnTo>
                  <a:pt x="1723439" y="484064"/>
                </a:lnTo>
                <a:close/>
                <a:lnTo>
                  <a:pt x="1724929" y="518563"/>
                </a:lnTo>
                <a:close/>
                <a:lnTo>
                  <a:pt x="1726418" y="519636"/>
                </a:lnTo>
                <a:close/>
                <a:lnTo>
                  <a:pt x="1727908" y="414492"/>
                </a:lnTo>
                <a:close/>
                <a:lnTo>
                  <a:pt x="1729398" y="699245"/>
                </a:lnTo>
                <a:close/>
                <a:lnTo>
                  <a:pt x="1732377" y="600164"/>
                </a:lnTo>
                <a:close/>
                <a:lnTo>
                  <a:pt x="1736845" y="697159"/>
                </a:lnTo>
                <a:close/>
                <a:lnTo>
                  <a:pt x="1738335" y="661320"/>
                </a:lnTo>
                <a:close/>
                <a:lnTo>
                  <a:pt x="1739825" y="723508"/>
                </a:lnTo>
                <a:close/>
                <a:lnTo>
                  <a:pt x="1741314" y="716275"/>
                </a:lnTo>
                <a:close/>
                <a:lnTo>
                  <a:pt x="1747272" y="931026"/>
                </a:lnTo>
                <a:close/>
                <a:lnTo>
                  <a:pt x="1748762" y="868507"/>
                </a:lnTo>
                <a:close/>
                <a:lnTo>
                  <a:pt x="1750252" y="875601"/>
                </a:lnTo>
                <a:close/>
                <a:lnTo>
                  <a:pt x="1751741" y="792921"/>
                </a:lnTo>
                <a:close/>
                <a:lnTo>
                  <a:pt x="1753231" y="809941"/>
                </a:lnTo>
                <a:close/>
                <a:lnTo>
                  <a:pt x="1754720" y="745966"/>
                </a:lnTo>
                <a:close/>
                <a:lnTo>
                  <a:pt x="1756210" y="756099"/>
                </a:lnTo>
                <a:close/>
                <a:lnTo>
                  <a:pt x="1757699" y="724973"/>
                </a:lnTo>
                <a:close/>
                <a:lnTo>
                  <a:pt x="1760679" y="875099"/>
                </a:lnTo>
                <a:close/>
                <a:lnTo>
                  <a:pt x="1762168" y="847293"/>
                </a:lnTo>
                <a:close/>
                <a:lnTo>
                  <a:pt x="1763658" y="769407"/>
                </a:lnTo>
                <a:close/>
                <a:lnTo>
                  <a:pt x="1765147" y="882799"/>
                </a:lnTo>
                <a:close/>
                <a:lnTo>
                  <a:pt x="1766637" y="826295"/>
                </a:lnTo>
                <a:close/>
                <a:lnTo>
                  <a:pt x="1769616" y="851798"/>
                </a:lnTo>
                <a:close/>
                <a:lnTo>
                  <a:pt x="1771106" y="802805"/>
                </a:lnTo>
                <a:close/>
                <a:lnTo>
                  <a:pt x="1772595" y="816344"/>
                </a:lnTo>
                <a:close/>
                <a:lnTo>
                  <a:pt x="1774085" y="862281"/>
                </a:lnTo>
                <a:close/>
                <a:lnTo>
                  <a:pt x="1777064" y="721464"/>
                </a:lnTo>
                <a:close/>
                <a:lnTo>
                  <a:pt x="1778554" y="704263"/>
                </a:lnTo>
                <a:close/>
                <a:lnTo>
                  <a:pt x="1784512" y="890969"/>
                </a:lnTo>
                <a:close/>
                <a:lnTo>
                  <a:pt x="1786001" y="857499"/>
                </a:lnTo>
                <a:close/>
                <a:lnTo>
                  <a:pt x="1786001" y="857499"/>
                </a:lnTo>
                <a:close/>
              </a:path>
            </a:pathLst>
          </a:custGeom>
          <a:noFill/>
          <a:ln w="7620">
            <a:solidFill>
              <a:srgbClr val="2E86A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21266" y="2578608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521266" y="3602736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266" y="4114800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610566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2284" y="520647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3" name="Freeform 62"/>
          <p:cNvSpPr/>
          <p:nvPr/>
        </p:nvSpPr>
        <p:spPr>
          <a:xfrm>
            <a:off x="908481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3637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65" name="Freeform 64"/>
          <p:cNvSpPr/>
          <p:nvPr/>
        </p:nvSpPr>
        <p:spPr>
          <a:xfrm>
            <a:off x="1206396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1552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67" name="Freeform 66"/>
          <p:cNvSpPr/>
          <p:nvPr/>
        </p:nvSpPr>
        <p:spPr>
          <a:xfrm>
            <a:off x="1504311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19467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69" name="Freeform 68"/>
          <p:cNvSpPr/>
          <p:nvPr/>
        </p:nvSpPr>
        <p:spPr>
          <a:xfrm>
            <a:off x="1802227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17383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71" name="Freeform 70"/>
          <p:cNvSpPr/>
          <p:nvPr/>
        </p:nvSpPr>
        <p:spPr>
          <a:xfrm>
            <a:off x="2100142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87017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73" name="Freeform 72"/>
          <p:cNvSpPr/>
          <p:nvPr/>
        </p:nvSpPr>
        <p:spPr>
          <a:xfrm>
            <a:off x="2398057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84932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75" name="Freeform 74"/>
          <p:cNvSpPr/>
          <p:nvPr/>
        </p:nvSpPr>
        <p:spPr>
          <a:xfrm>
            <a:off x="476816" y="50359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5803" y="4980794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7" name="Freeform 76"/>
          <p:cNvSpPr/>
          <p:nvPr/>
        </p:nvSpPr>
        <p:spPr>
          <a:xfrm>
            <a:off x="476816" y="467007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5803" y="461494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79" name="Freeform 78"/>
          <p:cNvSpPr/>
          <p:nvPr/>
        </p:nvSpPr>
        <p:spPr>
          <a:xfrm>
            <a:off x="476816" y="430422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75803" y="4249102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 rot="16200000">
            <a:off x="224038" y="4397312"/>
            <a:ext cx="7810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1">
                <a:solidFill>
                  <a:srgbClr val="000000"/>
                </a:solidFill>
                <a:latin typeface="Arial"/>
              </a:rPr>
              <a:t>αslope (K−2)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1266" y="39497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83" name="Freeform 82"/>
          <p:cNvSpPr/>
          <p:nvPr/>
        </p:nvSpPr>
        <p:spPr>
          <a:xfrm>
            <a:off x="610566" y="4161351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391206"/>
                </a:moveTo>
                <a:lnTo>
                  <a:pt x="1489" y="436658"/>
                </a:lnTo>
                <a:close/>
                <a:lnTo>
                  <a:pt x="4468" y="377665"/>
                </a:lnTo>
                <a:close/>
                <a:lnTo>
                  <a:pt x="5958" y="392409"/>
                </a:lnTo>
                <a:close/>
                <a:lnTo>
                  <a:pt x="7448" y="392531"/>
                </a:lnTo>
                <a:close/>
                <a:lnTo>
                  <a:pt x="8937" y="445254"/>
                </a:lnTo>
                <a:close/>
                <a:lnTo>
                  <a:pt x="10427" y="445254"/>
                </a:lnTo>
                <a:close/>
                <a:lnTo>
                  <a:pt x="14895" y="308290"/>
                </a:lnTo>
                <a:close/>
                <a:lnTo>
                  <a:pt x="16385" y="389180"/>
                </a:lnTo>
                <a:close/>
                <a:lnTo>
                  <a:pt x="17875" y="372085"/>
                </a:lnTo>
                <a:close/>
                <a:lnTo>
                  <a:pt x="19364" y="395172"/>
                </a:lnTo>
                <a:close/>
                <a:lnTo>
                  <a:pt x="22343" y="326480"/>
                </a:lnTo>
                <a:close/>
                <a:lnTo>
                  <a:pt x="23833" y="370320"/>
                </a:lnTo>
                <a:close/>
                <a:lnTo>
                  <a:pt x="25322" y="324392"/>
                </a:lnTo>
                <a:close/>
                <a:lnTo>
                  <a:pt x="26812" y="399510"/>
                </a:lnTo>
                <a:close/>
                <a:lnTo>
                  <a:pt x="29791" y="251316"/>
                </a:lnTo>
                <a:close/>
                <a:lnTo>
                  <a:pt x="31281" y="274791"/>
                </a:lnTo>
                <a:close/>
                <a:lnTo>
                  <a:pt x="32770" y="258501"/>
                </a:lnTo>
                <a:close/>
                <a:lnTo>
                  <a:pt x="35749" y="272784"/>
                </a:lnTo>
                <a:close/>
                <a:lnTo>
                  <a:pt x="37239" y="239812"/>
                </a:lnTo>
                <a:close/>
                <a:lnTo>
                  <a:pt x="40218" y="384160"/>
                </a:lnTo>
                <a:close/>
                <a:lnTo>
                  <a:pt x="43197" y="335587"/>
                </a:lnTo>
                <a:close/>
                <a:lnTo>
                  <a:pt x="44687" y="363592"/>
                </a:lnTo>
                <a:close/>
                <a:lnTo>
                  <a:pt x="46177" y="257294"/>
                </a:lnTo>
                <a:close/>
                <a:lnTo>
                  <a:pt x="49156" y="326376"/>
                </a:lnTo>
                <a:close/>
                <a:lnTo>
                  <a:pt x="50645" y="311691"/>
                </a:lnTo>
                <a:close/>
                <a:lnTo>
                  <a:pt x="53624" y="255638"/>
                </a:lnTo>
                <a:close/>
                <a:lnTo>
                  <a:pt x="56604" y="383084"/>
                </a:lnTo>
                <a:close/>
                <a:lnTo>
                  <a:pt x="58093" y="350253"/>
                </a:lnTo>
                <a:close/>
                <a:lnTo>
                  <a:pt x="59583" y="380982"/>
                </a:lnTo>
                <a:close/>
                <a:lnTo>
                  <a:pt x="64051" y="250306"/>
                </a:lnTo>
                <a:close/>
                <a:lnTo>
                  <a:pt x="68520" y="328719"/>
                </a:lnTo>
                <a:close/>
                <a:lnTo>
                  <a:pt x="70010" y="240100"/>
                </a:lnTo>
                <a:close/>
                <a:lnTo>
                  <a:pt x="78947" y="573688"/>
                </a:lnTo>
                <a:close/>
                <a:lnTo>
                  <a:pt x="80437" y="567114"/>
                </a:lnTo>
                <a:close/>
                <a:lnTo>
                  <a:pt x="84905" y="520817"/>
                </a:lnTo>
                <a:close/>
                <a:lnTo>
                  <a:pt x="87885" y="556837"/>
                </a:lnTo>
                <a:close/>
                <a:lnTo>
                  <a:pt x="89374" y="550553"/>
                </a:lnTo>
                <a:close/>
                <a:lnTo>
                  <a:pt x="90864" y="578386"/>
                </a:lnTo>
                <a:close/>
                <a:lnTo>
                  <a:pt x="95333" y="481028"/>
                </a:lnTo>
                <a:close/>
                <a:lnTo>
                  <a:pt x="96822" y="393584"/>
                </a:lnTo>
                <a:close/>
                <a:lnTo>
                  <a:pt x="98312" y="397798"/>
                </a:lnTo>
                <a:close/>
                <a:lnTo>
                  <a:pt x="99801" y="433199"/>
                </a:lnTo>
                <a:close/>
                <a:lnTo>
                  <a:pt x="102780" y="376517"/>
                </a:lnTo>
                <a:close/>
                <a:lnTo>
                  <a:pt x="104270" y="354592"/>
                </a:lnTo>
                <a:close/>
                <a:lnTo>
                  <a:pt x="107249" y="540997"/>
                </a:lnTo>
                <a:close/>
                <a:lnTo>
                  <a:pt x="108739" y="525948"/>
                </a:lnTo>
                <a:close/>
                <a:lnTo>
                  <a:pt x="111718" y="585459"/>
                </a:lnTo>
                <a:close/>
                <a:lnTo>
                  <a:pt x="113207" y="586473"/>
                </a:lnTo>
                <a:close/>
                <a:lnTo>
                  <a:pt x="114697" y="619539"/>
                </a:lnTo>
                <a:close/>
                <a:lnTo>
                  <a:pt x="117676" y="535557"/>
                </a:lnTo>
                <a:close/>
                <a:lnTo>
                  <a:pt x="119166" y="553409"/>
                </a:lnTo>
                <a:close/>
                <a:lnTo>
                  <a:pt x="120655" y="550486"/>
                </a:lnTo>
                <a:close/>
                <a:lnTo>
                  <a:pt x="122145" y="506931"/>
                </a:lnTo>
                <a:close/>
                <a:lnTo>
                  <a:pt x="125124" y="572434"/>
                </a:lnTo>
                <a:close/>
                <a:lnTo>
                  <a:pt x="126614" y="615251"/>
                </a:lnTo>
                <a:close/>
                <a:lnTo>
                  <a:pt x="128103" y="595334"/>
                </a:lnTo>
                <a:close/>
                <a:lnTo>
                  <a:pt x="129593" y="597759"/>
                </a:lnTo>
                <a:close/>
                <a:lnTo>
                  <a:pt x="132572" y="704141"/>
                </a:lnTo>
                <a:close/>
                <a:lnTo>
                  <a:pt x="135551" y="677565"/>
                </a:lnTo>
                <a:close/>
                <a:lnTo>
                  <a:pt x="138530" y="698804"/>
                </a:lnTo>
                <a:close/>
                <a:lnTo>
                  <a:pt x="140020" y="682397"/>
                </a:lnTo>
                <a:close/>
                <a:lnTo>
                  <a:pt x="141509" y="690070"/>
                </a:lnTo>
                <a:close/>
                <a:lnTo>
                  <a:pt x="144489" y="727863"/>
                </a:lnTo>
                <a:close/>
                <a:lnTo>
                  <a:pt x="147468" y="580287"/>
                </a:lnTo>
                <a:close/>
                <a:lnTo>
                  <a:pt x="148957" y="612815"/>
                </a:lnTo>
                <a:close/>
                <a:lnTo>
                  <a:pt x="150447" y="587443"/>
                </a:lnTo>
                <a:close/>
                <a:lnTo>
                  <a:pt x="153426" y="584403"/>
                </a:lnTo>
                <a:close/>
                <a:lnTo>
                  <a:pt x="154916" y="588203"/>
                </a:lnTo>
                <a:close/>
                <a:lnTo>
                  <a:pt x="156405" y="635342"/>
                </a:lnTo>
                <a:close/>
                <a:lnTo>
                  <a:pt x="157895" y="754584"/>
                </a:lnTo>
                <a:close/>
                <a:lnTo>
                  <a:pt x="159384" y="712523"/>
                </a:lnTo>
                <a:close/>
                <a:lnTo>
                  <a:pt x="160874" y="798893"/>
                </a:lnTo>
                <a:close/>
                <a:lnTo>
                  <a:pt x="162363" y="790874"/>
                </a:lnTo>
                <a:close/>
                <a:lnTo>
                  <a:pt x="165343" y="723002"/>
                </a:lnTo>
                <a:close/>
                <a:lnTo>
                  <a:pt x="166832" y="748042"/>
                </a:lnTo>
                <a:close/>
                <a:lnTo>
                  <a:pt x="168322" y="746420"/>
                </a:lnTo>
                <a:close/>
                <a:lnTo>
                  <a:pt x="169811" y="671768"/>
                </a:lnTo>
                <a:close/>
                <a:lnTo>
                  <a:pt x="171301" y="671768"/>
                </a:lnTo>
                <a:close/>
                <a:lnTo>
                  <a:pt x="174280" y="627214"/>
                </a:lnTo>
                <a:close/>
                <a:lnTo>
                  <a:pt x="177259" y="507438"/>
                </a:lnTo>
                <a:close/>
                <a:lnTo>
                  <a:pt x="178749" y="501546"/>
                </a:lnTo>
                <a:close/>
                <a:lnTo>
                  <a:pt x="183218" y="540916"/>
                </a:lnTo>
                <a:close/>
                <a:lnTo>
                  <a:pt x="187686" y="399626"/>
                </a:lnTo>
                <a:close/>
                <a:lnTo>
                  <a:pt x="189176" y="416673"/>
                </a:lnTo>
                <a:close/>
                <a:lnTo>
                  <a:pt x="192155" y="370984"/>
                </a:lnTo>
                <a:close/>
                <a:lnTo>
                  <a:pt x="193645" y="357860"/>
                </a:lnTo>
                <a:close/>
                <a:lnTo>
                  <a:pt x="195134" y="425499"/>
                </a:lnTo>
                <a:close/>
                <a:lnTo>
                  <a:pt x="196624" y="352643"/>
                </a:lnTo>
                <a:close/>
                <a:lnTo>
                  <a:pt x="198113" y="384645"/>
                </a:lnTo>
                <a:close/>
                <a:lnTo>
                  <a:pt x="199603" y="374750"/>
                </a:lnTo>
                <a:close/>
                <a:lnTo>
                  <a:pt x="201092" y="388199"/>
                </a:lnTo>
                <a:close/>
                <a:lnTo>
                  <a:pt x="202582" y="446158"/>
                </a:lnTo>
                <a:close/>
                <a:lnTo>
                  <a:pt x="204072" y="427079"/>
                </a:lnTo>
                <a:close/>
                <a:lnTo>
                  <a:pt x="207051" y="531366"/>
                </a:lnTo>
                <a:close/>
                <a:lnTo>
                  <a:pt x="208540" y="524292"/>
                </a:lnTo>
                <a:close/>
                <a:lnTo>
                  <a:pt x="210030" y="504078"/>
                </a:lnTo>
                <a:close/>
                <a:lnTo>
                  <a:pt x="211519" y="504078"/>
                </a:lnTo>
                <a:close/>
                <a:lnTo>
                  <a:pt x="213009" y="493715"/>
                </a:lnTo>
                <a:close/>
                <a:lnTo>
                  <a:pt x="214499" y="593205"/>
                </a:lnTo>
                <a:close/>
                <a:lnTo>
                  <a:pt x="215988" y="573047"/>
                </a:lnTo>
                <a:close/>
                <a:lnTo>
                  <a:pt x="218967" y="462489"/>
                </a:lnTo>
                <a:close/>
                <a:lnTo>
                  <a:pt x="221946" y="441860"/>
                </a:lnTo>
                <a:close/>
                <a:lnTo>
                  <a:pt x="227905" y="667682"/>
                </a:lnTo>
                <a:close/>
                <a:lnTo>
                  <a:pt x="229394" y="656654"/>
                </a:lnTo>
                <a:close/>
                <a:lnTo>
                  <a:pt x="233863" y="697219"/>
                </a:lnTo>
                <a:close/>
                <a:lnTo>
                  <a:pt x="235353" y="684147"/>
                </a:lnTo>
                <a:close/>
                <a:lnTo>
                  <a:pt x="236842" y="655796"/>
                </a:lnTo>
                <a:close/>
                <a:lnTo>
                  <a:pt x="238332" y="658688"/>
                </a:lnTo>
                <a:close/>
                <a:lnTo>
                  <a:pt x="239821" y="657125"/>
                </a:lnTo>
                <a:close/>
                <a:lnTo>
                  <a:pt x="242801" y="674654"/>
                </a:lnTo>
                <a:close/>
                <a:lnTo>
                  <a:pt x="245780" y="780038"/>
                </a:lnTo>
                <a:close/>
                <a:lnTo>
                  <a:pt x="247269" y="772420"/>
                </a:lnTo>
                <a:close/>
                <a:lnTo>
                  <a:pt x="248759" y="739093"/>
                </a:lnTo>
                <a:close/>
                <a:lnTo>
                  <a:pt x="250248" y="753125"/>
                </a:lnTo>
                <a:close/>
                <a:lnTo>
                  <a:pt x="251738" y="696678"/>
                </a:lnTo>
                <a:close/>
                <a:lnTo>
                  <a:pt x="253228" y="696665"/>
                </a:lnTo>
                <a:close/>
                <a:lnTo>
                  <a:pt x="254717" y="687220"/>
                </a:lnTo>
                <a:close/>
                <a:lnTo>
                  <a:pt x="260675" y="557309"/>
                </a:lnTo>
                <a:close/>
                <a:lnTo>
                  <a:pt x="263655" y="607335"/>
                </a:lnTo>
                <a:close/>
                <a:lnTo>
                  <a:pt x="265144" y="573044"/>
                </a:lnTo>
                <a:close/>
                <a:lnTo>
                  <a:pt x="272592" y="762335"/>
                </a:lnTo>
                <a:close/>
                <a:lnTo>
                  <a:pt x="277061" y="649252"/>
                </a:lnTo>
                <a:close/>
                <a:lnTo>
                  <a:pt x="280040" y="624050"/>
                </a:lnTo>
                <a:close/>
                <a:lnTo>
                  <a:pt x="281530" y="623191"/>
                </a:lnTo>
                <a:close/>
                <a:lnTo>
                  <a:pt x="283019" y="643146"/>
                </a:lnTo>
                <a:close/>
                <a:lnTo>
                  <a:pt x="287488" y="593881"/>
                </a:lnTo>
                <a:close/>
                <a:lnTo>
                  <a:pt x="288977" y="608694"/>
                </a:lnTo>
                <a:close/>
                <a:lnTo>
                  <a:pt x="290467" y="579173"/>
                </a:lnTo>
                <a:close/>
                <a:lnTo>
                  <a:pt x="291957" y="667930"/>
                </a:lnTo>
                <a:close/>
                <a:lnTo>
                  <a:pt x="294936" y="594453"/>
                </a:lnTo>
                <a:close/>
                <a:lnTo>
                  <a:pt x="296425" y="602255"/>
                </a:lnTo>
                <a:close/>
                <a:lnTo>
                  <a:pt x="297915" y="631124"/>
                </a:lnTo>
                <a:close/>
                <a:lnTo>
                  <a:pt x="300894" y="534511"/>
                </a:lnTo>
                <a:close/>
                <a:lnTo>
                  <a:pt x="302384" y="558000"/>
                </a:lnTo>
                <a:close/>
                <a:lnTo>
                  <a:pt x="303873" y="510151"/>
                </a:lnTo>
                <a:close/>
                <a:lnTo>
                  <a:pt x="305363" y="609013"/>
                </a:lnTo>
                <a:close/>
                <a:lnTo>
                  <a:pt x="306852" y="609537"/>
                </a:lnTo>
                <a:close/>
                <a:lnTo>
                  <a:pt x="309831" y="675711"/>
                </a:lnTo>
                <a:close/>
                <a:lnTo>
                  <a:pt x="311321" y="718511"/>
                </a:lnTo>
                <a:close/>
                <a:lnTo>
                  <a:pt x="317279" y="640934"/>
                </a:lnTo>
                <a:close/>
                <a:lnTo>
                  <a:pt x="318769" y="562760"/>
                </a:lnTo>
                <a:close/>
                <a:lnTo>
                  <a:pt x="320259" y="595434"/>
                </a:lnTo>
                <a:close/>
                <a:lnTo>
                  <a:pt x="321748" y="567269"/>
                </a:lnTo>
                <a:close/>
                <a:lnTo>
                  <a:pt x="323238" y="653109"/>
                </a:lnTo>
                <a:close/>
                <a:lnTo>
                  <a:pt x="326217" y="627305"/>
                </a:lnTo>
                <a:close/>
                <a:lnTo>
                  <a:pt x="327706" y="669764"/>
                </a:lnTo>
                <a:close/>
                <a:lnTo>
                  <a:pt x="329196" y="617474"/>
                </a:lnTo>
                <a:close/>
                <a:lnTo>
                  <a:pt x="330686" y="654114"/>
                </a:lnTo>
                <a:close/>
                <a:lnTo>
                  <a:pt x="336644" y="502795"/>
                </a:lnTo>
                <a:close/>
                <a:lnTo>
                  <a:pt x="338133" y="458389"/>
                </a:lnTo>
                <a:close/>
                <a:lnTo>
                  <a:pt x="339623" y="474878"/>
                </a:lnTo>
                <a:close/>
                <a:lnTo>
                  <a:pt x="342602" y="414670"/>
                </a:lnTo>
                <a:close/>
                <a:lnTo>
                  <a:pt x="344092" y="412120"/>
                </a:lnTo>
                <a:close/>
                <a:lnTo>
                  <a:pt x="345581" y="420467"/>
                </a:lnTo>
                <a:close/>
                <a:lnTo>
                  <a:pt x="347071" y="388553"/>
                </a:lnTo>
                <a:close/>
                <a:lnTo>
                  <a:pt x="350050" y="408773"/>
                </a:lnTo>
                <a:close/>
                <a:lnTo>
                  <a:pt x="351540" y="350397"/>
                </a:lnTo>
                <a:close/>
                <a:lnTo>
                  <a:pt x="353029" y="405500"/>
                </a:lnTo>
                <a:close/>
                <a:lnTo>
                  <a:pt x="354519" y="405521"/>
                </a:lnTo>
                <a:close/>
                <a:lnTo>
                  <a:pt x="356008" y="391514"/>
                </a:lnTo>
                <a:close/>
                <a:lnTo>
                  <a:pt x="357498" y="407274"/>
                </a:lnTo>
                <a:close/>
                <a:lnTo>
                  <a:pt x="358987" y="395786"/>
                </a:lnTo>
                <a:close/>
                <a:lnTo>
                  <a:pt x="361967" y="473700"/>
                </a:lnTo>
                <a:close/>
                <a:lnTo>
                  <a:pt x="363456" y="450114"/>
                </a:lnTo>
                <a:close/>
                <a:lnTo>
                  <a:pt x="366435" y="520723"/>
                </a:lnTo>
                <a:close/>
                <a:lnTo>
                  <a:pt x="367925" y="537664"/>
                </a:lnTo>
                <a:close/>
                <a:lnTo>
                  <a:pt x="370904" y="463293"/>
                </a:lnTo>
                <a:close/>
                <a:lnTo>
                  <a:pt x="372394" y="499462"/>
                </a:lnTo>
                <a:close/>
                <a:lnTo>
                  <a:pt x="373883" y="397533"/>
                </a:lnTo>
                <a:close/>
                <a:lnTo>
                  <a:pt x="375373" y="396144"/>
                </a:lnTo>
                <a:close/>
                <a:lnTo>
                  <a:pt x="376862" y="420935"/>
                </a:lnTo>
                <a:close/>
                <a:lnTo>
                  <a:pt x="378352" y="472436"/>
                </a:lnTo>
                <a:close/>
                <a:lnTo>
                  <a:pt x="381331" y="428011"/>
                </a:lnTo>
                <a:close/>
                <a:lnTo>
                  <a:pt x="384310" y="506966"/>
                </a:lnTo>
                <a:close/>
                <a:lnTo>
                  <a:pt x="388779" y="408987"/>
                </a:lnTo>
                <a:close/>
                <a:lnTo>
                  <a:pt x="390269" y="424616"/>
                </a:lnTo>
                <a:close/>
                <a:lnTo>
                  <a:pt x="391758" y="299741"/>
                </a:lnTo>
                <a:close/>
                <a:lnTo>
                  <a:pt x="394737" y="339281"/>
                </a:lnTo>
                <a:close/>
                <a:lnTo>
                  <a:pt x="396227" y="411670"/>
                </a:lnTo>
                <a:close/>
                <a:lnTo>
                  <a:pt x="397716" y="373137"/>
                </a:lnTo>
                <a:close/>
                <a:lnTo>
                  <a:pt x="399206" y="405092"/>
                </a:lnTo>
                <a:close/>
                <a:lnTo>
                  <a:pt x="400696" y="402316"/>
                </a:lnTo>
                <a:close/>
                <a:lnTo>
                  <a:pt x="403675" y="381656"/>
                </a:lnTo>
                <a:close/>
                <a:lnTo>
                  <a:pt x="406654" y="500213"/>
                </a:lnTo>
                <a:close/>
                <a:lnTo>
                  <a:pt x="408144" y="449614"/>
                </a:lnTo>
                <a:close/>
                <a:lnTo>
                  <a:pt x="411123" y="537470"/>
                </a:lnTo>
                <a:close/>
                <a:lnTo>
                  <a:pt x="414102" y="382334"/>
                </a:lnTo>
                <a:close/>
                <a:lnTo>
                  <a:pt x="417081" y="461252"/>
                </a:lnTo>
                <a:close/>
                <a:lnTo>
                  <a:pt x="421550" y="394560"/>
                </a:lnTo>
                <a:close/>
                <a:lnTo>
                  <a:pt x="423039" y="395243"/>
                </a:lnTo>
                <a:close/>
                <a:lnTo>
                  <a:pt x="424529" y="440180"/>
                </a:lnTo>
                <a:close/>
                <a:lnTo>
                  <a:pt x="426018" y="382736"/>
                </a:lnTo>
                <a:close/>
                <a:lnTo>
                  <a:pt x="428998" y="399238"/>
                </a:lnTo>
                <a:close/>
                <a:lnTo>
                  <a:pt x="431977" y="466443"/>
                </a:lnTo>
                <a:close/>
                <a:lnTo>
                  <a:pt x="433466" y="482381"/>
                </a:lnTo>
                <a:close/>
                <a:lnTo>
                  <a:pt x="436445" y="401939"/>
                </a:lnTo>
                <a:close/>
                <a:lnTo>
                  <a:pt x="437935" y="437222"/>
                </a:lnTo>
                <a:close/>
                <a:lnTo>
                  <a:pt x="439425" y="393280"/>
                </a:lnTo>
                <a:close/>
                <a:lnTo>
                  <a:pt x="440914" y="394027"/>
                </a:lnTo>
                <a:close/>
                <a:lnTo>
                  <a:pt x="442404" y="363212"/>
                </a:lnTo>
                <a:close/>
                <a:lnTo>
                  <a:pt x="443893" y="389605"/>
                </a:lnTo>
                <a:close/>
                <a:lnTo>
                  <a:pt x="448362" y="316500"/>
                </a:lnTo>
                <a:close/>
                <a:lnTo>
                  <a:pt x="451341" y="424048"/>
                </a:lnTo>
                <a:close/>
                <a:lnTo>
                  <a:pt x="454320" y="640740"/>
                </a:lnTo>
                <a:close/>
                <a:lnTo>
                  <a:pt x="455810" y="651460"/>
                </a:lnTo>
                <a:close/>
                <a:lnTo>
                  <a:pt x="457300" y="604451"/>
                </a:lnTo>
                <a:close/>
                <a:lnTo>
                  <a:pt x="458789" y="620022"/>
                </a:lnTo>
                <a:close/>
                <a:lnTo>
                  <a:pt x="460279" y="683580"/>
                </a:lnTo>
                <a:close/>
                <a:lnTo>
                  <a:pt x="461768" y="636238"/>
                </a:lnTo>
                <a:close/>
                <a:lnTo>
                  <a:pt x="463258" y="635589"/>
                </a:lnTo>
                <a:close/>
                <a:lnTo>
                  <a:pt x="464747" y="599927"/>
                </a:lnTo>
                <a:close/>
                <a:lnTo>
                  <a:pt x="466237" y="608791"/>
                </a:lnTo>
                <a:close/>
                <a:lnTo>
                  <a:pt x="469216" y="534481"/>
                </a:lnTo>
                <a:close/>
                <a:lnTo>
                  <a:pt x="472195" y="646924"/>
                </a:lnTo>
                <a:close/>
                <a:lnTo>
                  <a:pt x="473685" y="644607"/>
                </a:lnTo>
                <a:close/>
                <a:lnTo>
                  <a:pt x="475174" y="633465"/>
                </a:lnTo>
                <a:close/>
                <a:lnTo>
                  <a:pt x="476664" y="687570"/>
                </a:lnTo>
                <a:close/>
                <a:lnTo>
                  <a:pt x="479643" y="509404"/>
                </a:lnTo>
                <a:close/>
                <a:lnTo>
                  <a:pt x="481133" y="554410"/>
                </a:lnTo>
                <a:close/>
                <a:lnTo>
                  <a:pt x="484112" y="461672"/>
                </a:lnTo>
                <a:close/>
                <a:lnTo>
                  <a:pt x="487091" y="412433"/>
                </a:lnTo>
                <a:close/>
                <a:lnTo>
                  <a:pt x="490070" y="510122"/>
                </a:lnTo>
                <a:close/>
                <a:lnTo>
                  <a:pt x="491560" y="440879"/>
                </a:lnTo>
                <a:close/>
                <a:lnTo>
                  <a:pt x="493049" y="475272"/>
                </a:lnTo>
                <a:close/>
                <a:lnTo>
                  <a:pt x="497518" y="337552"/>
                </a:lnTo>
                <a:close/>
                <a:lnTo>
                  <a:pt x="499008" y="316233"/>
                </a:lnTo>
                <a:close/>
                <a:lnTo>
                  <a:pt x="500497" y="326935"/>
                </a:lnTo>
                <a:close/>
                <a:lnTo>
                  <a:pt x="501987" y="350740"/>
                </a:lnTo>
                <a:close/>
                <a:lnTo>
                  <a:pt x="503476" y="414176"/>
                </a:lnTo>
                <a:close/>
                <a:lnTo>
                  <a:pt x="513903" y="228816"/>
                </a:lnTo>
                <a:close/>
                <a:lnTo>
                  <a:pt x="515393" y="226998"/>
                </a:lnTo>
                <a:close/>
                <a:lnTo>
                  <a:pt x="516883" y="246986"/>
                </a:lnTo>
                <a:close/>
                <a:lnTo>
                  <a:pt x="521351" y="436212"/>
                </a:lnTo>
                <a:close/>
                <a:lnTo>
                  <a:pt x="522841" y="436212"/>
                </a:lnTo>
                <a:close/>
                <a:lnTo>
                  <a:pt x="525820" y="393348"/>
                </a:lnTo>
                <a:close/>
                <a:lnTo>
                  <a:pt x="530289" y="526778"/>
                </a:lnTo>
                <a:close/>
                <a:lnTo>
                  <a:pt x="531778" y="521750"/>
                </a:lnTo>
                <a:close/>
                <a:lnTo>
                  <a:pt x="534757" y="562777"/>
                </a:lnTo>
                <a:close/>
                <a:lnTo>
                  <a:pt x="536247" y="539520"/>
                </a:lnTo>
                <a:close/>
                <a:lnTo>
                  <a:pt x="539226" y="570394"/>
                </a:lnTo>
                <a:close/>
                <a:lnTo>
                  <a:pt x="542205" y="653355"/>
                </a:lnTo>
                <a:close/>
                <a:lnTo>
                  <a:pt x="543695" y="607093"/>
                </a:lnTo>
                <a:close/>
                <a:lnTo>
                  <a:pt x="546674" y="688824"/>
                </a:lnTo>
                <a:close/>
                <a:lnTo>
                  <a:pt x="548164" y="694829"/>
                </a:lnTo>
                <a:close/>
                <a:lnTo>
                  <a:pt x="549653" y="683245"/>
                </a:lnTo>
                <a:close/>
                <a:lnTo>
                  <a:pt x="551143" y="729440"/>
                </a:lnTo>
                <a:close/>
                <a:lnTo>
                  <a:pt x="554122" y="644406"/>
                </a:lnTo>
                <a:close/>
                <a:lnTo>
                  <a:pt x="555612" y="668926"/>
                </a:lnTo>
                <a:close/>
                <a:lnTo>
                  <a:pt x="558591" y="538775"/>
                </a:lnTo>
                <a:close/>
                <a:lnTo>
                  <a:pt x="560080" y="547576"/>
                </a:lnTo>
                <a:close/>
                <a:lnTo>
                  <a:pt x="564549" y="397692"/>
                </a:lnTo>
                <a:close/>
                <a:lnTo>
                  <a:pt x="566039" y="426154"/>
                </a:lnTo>
                <a:close/>
                <a:lnTo>
                  <a:pt x="567528" y="371494"/>
                </a:lnTo>
                <a:close/>
                <a:lnTo>
                  <a:pt x="569018" y="393480"/>
                </a:lnTo>
                <a:close/>
                <a:lnTo>
                  <a:pt x="570507" y="455148"/>
                </a:lnTo>
                <a:close/>
                <a:lnTo>
                  <a:pt x="573486" y="410140"/>
                </a:lnTo>
                <a:close/>
                <a:lnTo>
                  <a:pt x="574976" y="367247"/>
                </a:lnTo>
                <a:close/>
                <a:lnTo>
                  <a:pt x="576466" y="371994"/>
                </a:lnTo>
                <a:close/>
                <a:lnTo>
                  <a:pt x="577955" y="397957"/>
                </a:lnTo>
                <a:close/>
                <a:lnTo>
                  <a:pt x="580934" y="263379"/>
                </a:lnTo>
                <a:close/>
                <a:lnTo>
                  <a:pt x="582424" y="254929"/>
                </a:lnTo>
                <a:close/>
                <a:lnTo>
                  <a:pt x="583913" y="260273"/>
                </a:lnTo>
                <a:close/>
                <a:lnTo>
                  <a:pt x="585403" y="215495"/>
                </a:lnTo>
                <a:close/>
                <a:lnTo>
                  <a:pt x="586893" y="276756"/>
                </a:lnTo>
                <a:close/>
                <a:lnTo>
                  <a:pt x="588382" y="256256"/>
                </a:lnTo>
                <a:close/>
                <a:lnTo>
                  <a:pt x="589872" y="335938"/>
                </a:lnTo>
                <a:close/>
                <a:lnTo>
                  <a:pt x="591361" y="338211"/>
                </a:lnTo>
                <a:close/>
                <a:lnTo>
                  <a:pt x="592851" y="283221"/>
                </a:lnTo>
                <a:close/>
                <a:lnTo>
                  <a:pt x="594341" y="305910"/>
                </a:lnTo>
                <a:close/>
                <a:lnTo>
                  <a:pt x="595830" y="267369"/>
                </a:lnTo>
                <a:close/>
                <a:lnTo>
                  <a:pt x="598809" y="324625"/>
                </a:lnTo>
                <a:close/>
                <a:lnTo>
                  <a:pt x="600299" y="298943"/>
                </a:lnTo>
                <a:close/>
                <a:lnTo>
                  <a:pt x="601788" y="303480"/>
                </a:lnTo>
                <a:close/>
                <a:lnTo>
                  <a:pt x="603278" y="290796"/>
                </a:lnTo>
                <a:close/>
                <a:lnTo>
                  <a:pt x="604768" y="291187"/>
                </a:lnTo>
                <a:close/>
                <a:lnTo>
                  <a:pt x="606257" y="302636"/>
                </a:lnTo>
                <a:close/>
                <a:lnTo>
                  <a:pt x="607747" y="200601"/>
                </a:lnTo>
                <a:close/>
                <a:lnTo>
                  <a:pt x="609236" y="249069"/>
                </a:lnTo>
                <a:close/>
                <a:lnTo>
                  <a:pt x="612215" y="192157"/>
                </a:lnTo>
                <a:close/>
                <a:lnTo>
                  <a:pt x="613705" y="192157"/>
                </a:lnTo>
                <a:close/>
                <a:lnTo>
                  <a:pt x="616684" y="132196"/>
                </a:lnTo>
                <a:close/>
                <a:lnTo>
                  <a:pt x="618174" y="138495"/>
                </a:lnTo>
                <a:close/>
                <a:lnTo>
                  <a:pt x="619663" y="97973"/>
                </a:lnTo>
                <a:close/>
                <a:lnTo>
                  <a:pt x="621153" y="202514"/>
                </a:lnTo>
                <a:close/>
                <a:lnTo>
                  <a:pt x="624132" y="0"/>
                </a:lnTo>
                <a:close/>
                <a:lnTo>
                  <a:pt x="627111" y="63416"/>
                </a:lnTo>
                <a:close/>
                <a:lnTo>
                  <a:pt x="628601" y="16956"/>
                </a:lnTo>
                <a:close/>
                <a:lnTo>
                  <a:pt x="633069" y="123983"/>
                </a:lnTo>
                <a:close/>
                <a:lnTo>
                  <a:pt x="637538" y="27178"/>
                </a:lnTo>
                <a:close/>
                <a:lnTo>
                  <a:pt x="639028" y="52339"/>
                </a:lnTo>
                <a:close/>
                <a:lnTo>
                  <a:pt x="642007" y="232626"/>
                </a:lnTo>
                <a:close/>
                <a:lnTo>
                  <a:pt x="643497" y="191616"/>
                </a:lnTo>
                <a:close/>
                <a:lnTo>
                  <a:pt x="646476" y="216600"/>
                </a:lnTo>
                <a:close/>
                <a:lnTo>
                  <a:pt x="647965" y="190121"/>
                </a:lnTo>
                <a:close/>
                <a:lnTo>
                  <a:pt x="649455" y="286516"/>
                </a:lnTo>
                <a:close/>
                <a:lnTo>
                  <a:pt x="650944" y="214292"/>
                </a:lnTo>
                <a:close/>
                <a:lnTo>
                  <a:pt x="652434" y="307675"/>
                </a:lnTo>
                <a:close/>
                <a:lnTo>
                  <a:pt x="653924" y="286266"/>
                </a:lnTo>
                <a:close/>
                <a:lnTo>
                  <a:pt x="656903" y="419446"/>
                </a:lnTo>
                <a:close/>
                <a:lnTo>
                  <a:pt x="659882" y="450217"/>
                </a:lnTo>
                <a:close/>
                <a:lnTo>
                  <a:pt x="661371" y="409781"/>
                </a:lnTo>
                <a:close/>
                <a:lnTo>
                  <a:pt x="662861" y="413976"/>
                </a:lnTo>
                <a:close/>
                <a:lnTo>
                  <a:pt x="664351" y="392677"/>
                </a:lnTo>
                <a:close/>
                <a:lnTo>
                  <a:pt x="667330" y="418817"/>
                </a:lnTo>
                <a:close/>
                <a:lnTo>
                  <a:pt x="668819" y="410823"/>
                </a:lnTo>
                <a:close/>
                <a:lnTo>
                  <a:pt x="671798" y="470848"/>
                </a:lnTo>
                <a:close/>
                <a:lnTo>
                  <a:pt x="673288" y="445209"/>
                </a:lnTo>
                <a:close/>
                <a:lnTo>
                  <a:pt x="674778" y="520089"/>
                </a:lnTo>
                <a:close/>
                <a:lnTo>
                  <a:pt x="676267" y="483815"/>
                </a:lnTo>
                <a:close/>
                <a:lnTo>
                  <a:pt x="677757" y="503470"/>
                </a:lnTo>
                <a:close/>
                <a:lnTo>
                  <a:pt x="680736" y="474109"/>
                </a:lnTo>
                <a:close/>
                <a:lnTo>
                  <a:pt x="685205" y="377580"/>
                </a:lnTo>
                <a:close/>
                <a:lnTo>
                  <a:pt x="686694" y="377580"/>
                </a:lnTo>
                <a:close/>
                <a:lnTo>
                  <a:pt x="688184" y="330720"/>
                </a:lnTo>
                <a:close/>
                <a:lnTo>
                  <a:pt x="689673" y="358470"/>
                </a:lnTo>
                <a:close/>
                <a:lnTo>
                  <a:pt x="691163" y="348053"/>
                </a:lnTo>
                <a:close/>
                <a:lnTo>
                  <a:pt x="698611" y="642641"/>
                </a:lnTo>
                <a:close/>
                <a:lnTo>
                  <a:pt x="700100" y="672485"/>
                </a:lnTo>
                <a:close/>
                <a:lnTo>
                  <a:pt x="701590" y="768983"/>
                </a:lnTo>
                <a:close/>
                <a:lnTo>
                  <a:pt x="706059" y="684651"/>
                </a:lnTo>
                <a:close/>
                <a:lnTo>
                  <a:pt x="707548" y="665742"/>
                </a:lnTo>
                <a:close/>
                <a:lnTo>
                  <a:pt x="710527" y="486931"/>
                </a:lnTo>
                <a:close/>
                <a:lnTo>
                  <a:pt x="712017" y="452777"/>
                </a:lnTo>
                <a:close/>
                <a:lnTo>
                  <a:pt x="713507" y="381565"/>
                </a:lnTo>
                <a:close/>
                <a:lnTo>
                  <a:pt x="716486" y="501603"/>
                </a:lnTo>
                <a:close/>
                <a:lnTo>
                  <a:pt x="719465" y="435838"/>
                </a:lnTo>
                <a:close/>
                <a:lnTo>
                  <a:pt x="722444" y="474144"/>
                </a:lnTo>
                <a:close/>
                <a:lnTo>
                  <a:pt x="723934" y="533805"/>
                </a:lnTo>
                <a:close/>
                <a:lnTo>
                  <a:pt x="725423" y="492300"/>
                </a:lnTo>
                <a:close/>
                <a:lnTo>
                  <a:pt x="729892" y="525221"/>
                </a:lnTo>
                <a:close/>
                <a:lnTo>
                  <a:pt x="731382" y="522366"/>
                </a:lnTo>
                <a:close/>
                <a:lnTo>
                  <a:pt x="732871" y="504318"/>
                </a:lnTo>
                <a:close/>
                <a:lnTo>
                  <a:pt x="738829" y="655149"/>
                </a:lnTo>
                <a:close/>
                <a:lnTo>
                  <a:pt x="740319" y="626559"/>
                </a:lnTo>
                <a:close/>
                <a:lnTo>
                  <a:pt x="741809" y="648659"/>
                </a:lnTo>
                <a:close/>
                <a:lnTo>
                  <a:pt x="746277" y="554749"/>
                </a:lnTo>
                <a:close/>
                <a:lnTo>
                  <a:pt x="747767" y="551914"/>
                </a:lnTo>
                <a:close/>
                <a:lnTo>
                  <a:pt x="749256" y="543131"/>
                </a:lnTo>
                <a:close/>
                <a:lnTo>
                  <a:pt x="750746" y="554236"/>
                </a:lnTo>
                <a:close/>
                <a:lnTo>
                  <a:pt x="752236" y="588226"/>
                </a:lnTo>
                <a:close/>
                <a:lnTo>
                  <a:pt x="753725" y="577231"/>
                </a:lnTo>
                <a:close/>
                <a:lnTo>
                  <a:pt x="756704" y="525602"/>
                </a:lnTo>
                <a:close/>
                <a:lnTo>
                  <a:pt x="758194" y="532480"/>
                </a:lnTo>
                <a:close/>
                <a:lnTo>
                  <a:pt x="762663" y="650839"/>
                </a:lnTo>
                <a:close/>
                <a:lnTo>
                  <a:pt x="764152" y="646236"/>
                </a:lnTo>
                <a:close/>
                <a:lnTo>
                  <a:pt x="765642" y="602471"/>
                </a:lnTo>
                <a:close/>
                <a:lnTo>
                  <a:pt x="768621" y="690206"/>
                </a:lnTo>
                <a:close/>
                <a:lnTo>
                  <a:pt x="770110" y="683616"/>
                </a:lnTo>
                <a:close/>
                <a:lnTo>
                  <a:pt x="771600" y="621357"/>
                </a:lnTo>
                <a:close/>
                <a:lnTo>
                  <a:pt x="773090" y="625816"/>
                </a:lnTo>
                <a:close/>
                <a:lnTo>
                  <a:pt x="776069" y="718524"/>
                </a:lnTo>
                <a:close/>
                <a:lnTo>
                  <a:pt x="777558" y="696619"/>
                </a:lnTo>
                <a:close/>
                <a:lnTo>
                  <a:pt x="779048" y="700178"/>
                </a:lnTo>
                <a:close/>
                <a:lnTo>
                  <a:pt x="780538" y="620563"/>
                </a:lnTo>
                <a:close/>
                <a:lnTo>
                  <a:pt x="782027" y="622118"/>
                </a:lnTo>
                <a:close/>
                <a:lnTo>
                  <a:pt x="785006" y="671176"/>
                </a:lnTo>
                <a:close/>
                <a:lnTo>
                  <a:pt x="786496" y="690106"/>
                </a:lnTo>
                <a:close/>
                <a:lnTo>
                  <a:pt x="787985" y="686895"/>
                </a:lnTo>
                <a:close/>
                <a:lnTo>
                  <a:pt x="789475" y="679663"/>
                </a:lnTo>
                <a:close/>
                <a:lnTo>
                  <a:pt x="792454" y="605401"/>
                </a:lnTo>
                <a:close/>
                <a:lnTo>
                  <a:pt x="793944" y="653061"/>
                </a:lnTo>
                <a:close/>
                <a:lnTo>
                  <a:pt x="795433" y="651525"/>
                </a:lnTo>
                <a:close/>
                <a:lnTo>
                  <a:pt x="796923" y="662849"/>
                </a:lnTo>
                <a:close/>
                <a:lnTo>
                  <a:pt x="798412" y="638201"/>
                </a:lnTo>
                <a:close/>
                <a:lnTo>
                  <a:pt x="799902" y="670561"/>
                </a:lnTo>
                <a:close/>
                <a:lnTo>
                  <a:pt x="801392" y="638766"/>
                </a:lnTo>
                <a:close/>
                <a:lnTo>
                  <a:pt x="802881" y="680633"/>
                </a:lnTo>
                <a:close/>
                <a:lnTo>
                  <a:pt x="804371" y="605679"/>
                </a:lnTo>
                <a:close/>
                <a:lnTo>
                  <a:pt x="805860" y="607346"/>
                </a:lnTo>
                <a:close/>
                <a:lnTo>
                  <a:pt x="808839" y="663002"/>
                </a:lnTo>
                <a:close/>
                <a:lnTo>
                  <a:pt x="811819" y="610477"/>
                </a:lnTo>
                <a:close/>
                <a:lnTo>
                  <a:pt x="813308" y="637699"/>
                </a:lnTo>
                <a:close/>
                <a:lnTo>
                  <a:pt x="814798" y="605541"/>
                </a:lnTo>
                <a:close/>
                <a:lnTo>
                  <a:pt x="819267" y="716386"/>
                </a:lnTo>
                <a:close/>
                <a:lnTo>
                  <a:pt x="820756" y="743727"/>
                </a:lnTo>
                <a:close/>
                <a:lnTo>
                  <a:pt x="822246" y="629872"/>
                </a:lnTo>
                <a:close/>
                <a:lnTo>
                  <a:pt x="823735" y="666219"/>
                </a:lnTo>
                <a:close/>
                <a:lnTo>
                  <a:pt x="826714" y="811131"/>
                </a:lnTo>
                <a:close/>
                <a:lnTo>
                  <a:pt x="829694" y="831212"/>
                </a:lnTo>
                <a:close/>
                <a:lnTo>
                  <a:pt x="831183" y="862196"/>
                </a:lnTo>
                <a:close/>
                <a:lnTo>
                  <a:pt x="834162" y="861219"/>
                </a:lnTo>
                <a:close/>
                <a:lnTo>
                  <a:pt x="837141" y="931026"/>
                </a:lnTo>
                <a:close/>
                <a:lnTo>
                  <a:pt x="840121" y="817446"/>
                </a:lnTo>
                <a:close/>
                <a:lnTo>
                  <a:pt x="841610" y="853476"/>
                </a:lnTo>
                <a:close/>
                <a:lnTo>
                  <a:pt x="843100" y="841534"/>
                </a:lnTo>
                <a:close/>
                <a:lnTo>
                  <a:pt x="844589" y="796201"/>
                </a:lnTo>
                <a:close/>
                <a:lnTo>
                  <a:pt x="846079" y="848966"/>
                </a:lnTo>
                <a:close/>
                <a:lnTo>
                  <a:pt x="847568" y="835424"/>
                </a:lnTo>
                <a:close/>
                <a:lnTo>
                  <a:pt x="849058" y="863682"/>
                </a:lnTo>
                <a:close/>
                <a:lnTo>
                  <a:pt x="852037" y="795822"/>
                </a:lnTo>
                <a:close/>
                <a:lnTo>
                  <a:pt x="853527" y="796239"/>
                </a:lnTo>
                <a:close/>
                <a:lnTo>
                  <a:pt x="855016" y="907260"/>
                </a:lnTo>
                <a:close/>
                <a:lnTo>
                  <a:pt x="857996" y="838033"/>
                </a:lnTo>
                <a:close/>
                <a:lnTo>
                  <a:pt x="859485" y="865960"/>
                </a:lnTo>
                <a:close/>
                <a:lnTo>
                  <a:pt x="862464" y="715267"/>
                </a:lnTo>
                <a:close/>
                <a:lnTo>
                  <a:pt x="863954" y="809174"/>
                </a:lnTo>
                <a:close/>
                <a:lnTo>
                  <a:pt x="865443" y="743869"/>
                </a:lnTo>
                <a:close/>
                <a:lnTo>
                  <a:pt x="868423" y="842386"/>
                </a:lnTo>
                <a:close/>
                <a:lnTo>
                  <a:pt x="869912" y="871125"/>
                </a:lnTo>
                <a:close/>
                <a:lnTo>
                  <a:pt x="872891" y="772677"/>
                </a:lnTo>
                <a:close/>
                <a:lnTo>
                  <a:pt x="874381" y="755878"/>
                </a:lnTo>
                <a:close/>
                <a:lnTo>
                  <a:pt x="875870" y="810141"/>
                </a:lnTo>
                <a:close/>
                <a:lnTo>
                  <a:pt x="877360" y="731745"/>
                </a:lnTo>
                <a:close/>
                <a:lnTo>
                  <a:pt x="880339" y="840907"/>
                </a:lnTo>
                <a:close/>
                <a:lnTo>
                  <a:pt x="886297" y="688813"/>
                </a:lnTo>
                <a:close/>
                <a:lnTo>
                  <a:pt x="889277" y="754875"/>
                </a:lnTo>
                <a:close/>
                <a:lnTo>
                  <a:pt x="890766" y="742376"/>
                </a:lnTo>
                <a:close/>
                <a:lnTo>
                  <a:pt x="892256" y="707354"/>
                </a:lnTo>
                <a:close/>
                <a:lnTo>
                  <a:pt x="895235" y="776631"/>
                </a:lnTo>
                <a:close/>
                <a:lnTo>
                  <a:pt x="896724" y="725662"/>
                </a:lnTo>
                <a:close/>
                <a:lnTo>
                  <a:pt x="898214" y="726443"/>
                </a:lnTo>
                <a:close/>
                <a:lnTo>
                  <a:pt x="901193" y="618171"/>
                </a:lnTo>
                <a:close/>
                <a:lnTo>
                  <a:pt x="902683" y="603643"/>
                </a:lnTo>
                <a:close/>
                <a:lnTo>
                  <a:pt x="907152" y="664297"/>
                </a:lnTo>
                <a:close/>
                <a:lnTo>
                  <a:pt x="911620" y="538769"/>
                </a:lnTo>
                <a:close/>
                <a:lnTo>
                  <a:pt x="916089" y="451872"/>
                </a:lnTo>
                <a:close/>
                <a:lnTo>
                  <a:pt x="919068" y="537590"/>
                </a:lnTo>
                <a:close/>
                <a:lnTo>
                  <a:pt x="922047" y="411979"/>
                </a:lnTo>
                <a:close/>
                <a:lnTo>
                  <a:pt x="923537" y="315360"/>
                </a:lnTo>
                <a:close/>
                <a:lnTo>
                  <a:pt x="928006" y="364922"/>
                </a:lnTo>
                <a:close/>
                <a:lnTo>
                  <a:pt x="929495" y="354421"/>
                </a:lnTo>
                <a:close/>
                <a:lnTo>
                  <a:pt x="930985" y="428304"/>
                </a:lnTo>
                <a:close/>
                <a:lnTo>
                  <a:pt x="932474" y="380647"/>
                </a:lnTo>
                <a:close/>
                <a:lnTo>
                  <a:pt x="933964" y="393065"/>
                </a:lnTo>
                <a:close/>
                <a:lnTo>
                  <a:pt x="936943" y="268558"/>
                </a:lnTo>
                <a:close/>
                <a:lnTo>
                  <a:pt x="938433" y="286072"/>
                </a:lnTo>
                <a:close/>
                <a:lnTo>
                  <a:pt x="939922" y="220160"/>
                </a:lnTo>
                <a:close/>
                <a:lnTo>
                  <a:pt x="941412" y="248221"/>
                </a:lnTo>
                <a:close/>
                <a:lnTo>
                  <a:pt x="942901" y="237197"/>
                </a:lnTo>
                <a:close/>
                <a:lnTo>
                  <a:pt x="944391" y="254873"/>
                </a:lnTo>
                <a:close/>
                <a:lnTo>
                  <a:pt x="945880" y="254055"/>
                </a:lnTo>
                <a:close/>
                <a:lnTo>
                  <a:pt x="948860" y="198432"/>
                </a:lnTo>
                <a:close/>
                <a:lnTo>
                  <a:pt x="950349" y="96507"/>
                </a:lnTo>
                <a:close/>
                <a:lnTo>
                  <a:pt x="953328" y="200550"/>
                </a:lnTo>
                <a:close/>
                <a:lnTo>
                  <a:pt x="954818" y="155944"/>
                </a:lnTo>
                <a:close/>
                <a:lnTo>
                  <a:pt x="957797" y="244509"/>
                </a:lnTo>
                <a:close/>
                <a:lnTo>
                  <a:pt x="960776" y="225808"/>
                </a:lnTo>
                <a:close/>
                <a:lnTo>
                  <a:pt x="963755" y="348330"/>
                </a:lnTo>
                <a:close/>
                <a:lnTo>
                  <a:pt x="965245" y="376279"/>
                </a:lnTo>
                <a:close/>
                <a:lnTo>
                  <a:pt x="966735" y="364241"/>
                </a:lnTo>
                <a:close/>
                <a:lnTo>
                  <a:pt x="969714" y="414232"/>
                </a:lnTo>
                <a:close/>
                <a:lnTo>
                  <a:pt x="971203" y="402761"/>
                </a:lnTo>
                <a:close/>
                <a:lnTo>
                  <a:pt x="972693" y="407274"/>
                </a:lnTo>
                <a:close/>
                <a:lnTo>
                  <a:pt x="974182" y="417318"/>
                </a:lnTo>
                <a:close/>
                <a:lnTo>
                  <a:pt x="975672" y="343516"/>
                </a:lnTo>
                <a:close/>
                <a:lnTo>
                  <a:pt x="977162" y="348072"/>
                </a:lnTo>
                <a:close/>
                <a:lnTo>
                  <a:pt x="978651" y="391759"/>
                </a:lnTo>
                <a:close/>
                <a:lnTo>
                  <a:pt x="980141" y="298325"/>
                </a:lnTo>
                <a:close/>
                <a:lnTo>
                  <a:pt x="981630" y="300613"/>
                </a:lnTo>
                <a:close/>
                <a:lnTo>
                  <a:pt x="983120" y="318237"/>
                </a:lnTo>
                <a:close/>
                <a:lnTo>
                  <a:pt x="984609" y="269197"/>
                </a:lnTo>
                <a:close/>
                <a:lnTo>
                  <a:pt x="986099" y="281334"/>
                </a:lnTo>
                <a:close/>
                <a:lnTo>
                  <a:pt x="989078" y="197530"/>
                </a:lnTo>
                <a:close/>
                <a:lnTo>
                  <a:pt x="990568" y="208663"/>
                </a:lnTo>
                <a:close/>
                <a:lnTo>
                  <a:pt x="992057" y="290100"/>
                </a:lnTo>
                <a:close/>
                <a:lnTo>
                  <a:pt x="993547" y="260529"/>
                </a:lnTo>
                <a:close/>
                <a:lnTo>
                  <a:pt x="995037" y="357618"/>
                </a:lnTo>
                <a:close/>
                <a:lnTo>
                  <a:pt x="998016" y="354493"/>
                </a:lnTo>
                <a:close/>
                <a:lnTo>
                  <a:pt x="999505" y="380653"/>
                </a:lnTo>
                <a:close/>
                <a:lnTo>
                  <a:pt x="1002484" y="276239"/>
                </a:lnTo>
                <a:close/>
                <a:lnTo>
                  <a:pt x="1005464" y="328029"/>
                </a:lnTo>
                <a:close/>
                <a:lnTo>
                  <a:pt x="1008443" y="287276"/>
                </a:lnTo>
                <a:close/>
                <a:lnTo>
                  <a:pt x="1009932" y="338770"/>
                </a:lnTo>
                <a:close/>
                <a:lnTo>
                  <a:pt x="1011422" y="306555"/>
                </a:lnTo>
                <a:close/>
                <a:lnTo>
                  <a:pt x="1012911" y="337420"/>
                </a:lnTo>
                <a:close/>
                <a:lnTo>
                  <a:pt x="1014401" y="335910"/>
                </a:lnTo>
                <a:close/>
                <a:lnTo>
                  <a:pt x="1015891" y="345651"/>
                </a:lnTo>
                <a:close/>
                <a:lnTo>
                  <a:pt x="1020359" y="296432"/>
                </a:lnTo>
                <a:close/>
                <a:lnTo>
                  <a:pt x="1023338" y="204701"/>
                </a:lnTo>
                <a:close/>
                <a:lnTo>
                  <a:pt x="1024828" y="195580"/>
                </a:lnTo>
                <a:close/>
                <a:lnTo>
                  <a:pt x="1026318" y="167262"/>
                </a:lnTo>
                <a:close/>
                <a:lnTo>
                  <a:pt x="1027807" y="103500"/>
                </a:lnTo>
                <a:close/>
                <a:lnTo>
                  <a:pt x="1035255" y="208509"/>
                </a:lnTo>
                <a:close/>
                <a:lnTo>
                  <a:pt x="1038234" y="282843"/>
                </a:lnTo>
                <a:close/>
                <a:lnTo>
                  <a:pt x="1039724" y="350322"/>
                </a:lnTo>
                <a:close/>
                <a:lnTo>
                  <a:pt x="1041213" y="344698"/>
                </a:lnTo>
                <a:close/>
                <a:lnTo>
                  <a:pt x="1045682" y="292591"/>
                </a:lnTo>
                <a:close/>
                <a:lnTo>
                  <a:pt x="1048661" y="427253"/>
                </a:lnTo>
                <a:close/>
                <a:lnTo>
                  <a:pt x="1050151" y="376144"/>
                </a:lnTo>
                <a:close/>
                <a:lnTo>
                  <a:pt x="1051640" y="493233"/>
                </a:lnTo>
                <a:close/>
                <a:lnTo>
                  <a:pt x="1053130" y="466516"/>
                </a:lnTo>
                <a:close/>
                <a:lnTo>
                  <a:pt x="1063557" y="649370"/>
                </a:lnTo>
                <a:close/>
                <a:lnTo>
                  <a:pt x="1065047" y="729241"/>
                </a:lnTo>
                <a:close/>
                <a:lnTo>
                  <a:pt x="1066536" y="725870"/>
                </a:lnTo>
                <a:close/>
                <a:lnTo>
                  <a:pt x="1068026" y="749313"/>
                </a:lnTo>
                <a:close/>
                <a:lnTo>
                  <a:pt x="1071005" y="846963"/>
                </a:lnTo>
                <a:close/>
                <a:lnTo>
                  <a:pt x="1072494" y="803449"/>
                </a:lnTo>
                <a:close/>
                <a:lnTo>
                  <a:pt x="1073984" y="804941"/>
                </a:lnTo>
                <a:close/>
                <a:lnTo>
                  <a:pt x="1075474" y="791498"/>
                </a:lnTo>
                <a:close/>
                <a:lnTo>
                  <a:pt x="1076963" y="758261"/>
                </a:lnTo>
                <a:close/>
                <a:lnTo>
                  <a:pt x="1079942" y="810466"/>
                </a:lnTo>
                <a:close/>
                <a:lnTo>
                  <a:pt x="1081432" y="781562"/>
                </a:lnTo>
                <a:close/>
                <a:lnTo>
                  <a:pt x="1082921" y="782299"/>
                </a:lnTo>
                <a:close/>
                <a:lnTo>
                  <a:pt x="1084411" y="836728"/>
                </a:lnTo>
                <a:close/>
                <a:lnTo>
                  <a:pt x="1087390" y="751844"/>
                </a:lnTo>
                <a:close/>
                <a:lnTo>
                  <a:pt x="1088880" y="748284"/>
                </a:lnTo>
                <a:close/>
                <a:lnTo>
                  <a:pt x="1090369" y="711613"/>
                </a:lnTo>
                <a:close/>
                <a:lnTo>
                  <a:pt x="1091859" y="722768"/>
                </a:lnTo>
                <a:close/>
                <a:lnTo>
                  <a:pt x="1094838" y="656020"/>
                </a:lnTo>
                <a:close/>
                <a:lnTo>
                  <a:pt x="1096328" y="688425"/>
                </a:lnTo>
                <a:close/>
                <a:lnTo>
                  <a:pt x="1097817" y="688425"/>
                </a:lnTo>
                <a:close/>
                <a:lnTo>
                  <a:pt x="1099307" y="760699"/>
                </a:lnTo>
                <a:close/>
                <a:lnTo>
                  <a:pt x="1102286" y="608156"/>
                </a:lnTo>
                <a:close/>
                <a:lnTo>
                  <a:pt x="1105265" y="692117"/>
                </a:lnTo>
                <a:close/>
                <a:lnTo>
                  <a:pt x="1106755" y="645914"/>
                </a:lnTo>
                <a:close/>
                <a:lnTo>
                  <a:pt x="1108244" y="652833"/>
                </a:lnTo>
                <a:close/>
                <a:lnTo>
                  <a:pt x="1111223" y="643316"/>
                </a:lnTo>
                <a:close/>
                <a:lnTo>
                  <a:pt x="1112713" y="640506"/>
                </a:lnTo>
                <a:close/>
                <a:lnTo>
                  <a:pt x="1115692" y="567303"/>
                </a:lnTo>
                <a:close/>
                <a:lnTo>
                  <a:pt x="1117182" y="577325"/>
                </a:lnTo>
                <a:close/>
                <a:lnTo>
                  <a:pt x="1118671" y="577325"/>
                </a:lnTo>
                <a:close/>
                <a:lnTo>
                  <a:pt x="1120161" y="558080"/>
                </a:lnTo>
                <a:close/>
                <a:lnTo>
                  <a:pt x="1121650" y="585910"/>
                </a:lnTo>
                <a:close/>
                <a:lnTo>
                  <a:pt x="1123140" y="668504"/>
                </a:lnTo>
                <a:close/>
                <a:lnTo>
                  <a:pt x="1126119" y="618338"/>
                </a:lnTo>
                <a:close/>
                <a:lnTo>
                  <a:pt x="1127609" y="674474"/>
                </a:lnTo>
                <a:close/>
                <a:lnTo>
                  <a:pt x="1129098" y="648220"/>
                </a:lnTo>
                <a:close/>
                <a:lnTo>
                  <a:pt x="1130588" y="660656"/>
                </a:lnTo>
                <a:close/>
                <a:lnTo>
                  <a:pt x="1135057" y="781943"/>
                </a:lnTo>
                <a:close/>
                <a:lnTo>
                  <a:pt x="1136546" y="771990"/>
                </a:lnTo>
                <a:close/>
                <a:lnTo>
                  <a:pt x="1138036" y="753636"/>
                </a:lnTo>
                <a:close/>
                <a:lnTo>
                  <a:pt x="1139525" y="785731"/>
                </a:lnTo>
                <a:close/>
                <a:lnTo>
                  <a:pt x="1141015" y="860718"/>
                </a:lnTo>
                <a:close/>
                <a:lnTo>
                  <a:pt x="1142505" y="782663"/>
                </a:lnTo>
                <a:close/>
                <a:lnTo>
                  <a:pt x="1143994" y="809374"/>
                </a:lnTo>
                <a:close/>
                <a:lnTo>
                  <a:pt x="1148463" y="723402"/>
                </a:lnTo>
                <a:close/>
                <a:lnTo>
                  <a:pt x="1149952" y="762489"/>
                </a:lnTo>
                <a:close/>
                <a:lnTo>
                  <a:pt x="1151442" y="851042"/>
                </a:lnTo>
                <a:close/>
                <a:lnTo>
                  <a:pt x="1152932" y="743530"/>
                </a:lnTo>
                <a:close/>
                <a:lnTo>
                  <a:pt x="1154421" y="767050"/>
                </a:lnTo>
                <a:close/>
                <a:lnTo>
                  <a:pt x="1158890" y="721415"/>
                </a:lnTo>
                <a:close/>
                <a:lnTo>
                  <a:pt x="1160379" y="724346"/>
                </a:lnTo>
                <a:close/>
                <a:lnTo>
                  <a:pt x="1161869" y="710429"/>
                </a:lnTo>
                <a:close/>
                <a:lnTo>
                  <a:pt x="1163359" y="639281"/>
                </a:lnTo>
                <a:close/>
                <a:lnTo>
                  <a:pt x="1164848" y="640185"/>
                </a:lnTo>
                <a:close/>
                <a:lnTo>
                  <a:pt x="1166338" y="587011"/>
                </a:lnTo>
                <a:close/>
                <a:lnTo>
                  <a:pt x="1167827" y="702522"/>
                </a:lnTo>
                <a:close/>
                <a:lnTo>
                  <a:pt x="1170806" y="621948"/>
                </a:lnTo>
                <a:close/>
                <a:lnTo>
                  <a:pt x="1173786" y="581702"/>
                </a:lnTo>
                <a:close/>
                <a:lnTo>
                  <a:pt x="1175275" y="621909"/>
                </a:lnTo>
                <a:close/>
                <a:lnTo>
                  <a:pt x="1178254" y="580585"/>
                </a:lnTo>
                <a:close/>
                <a:lnTo>
                  <a:pt x="1179744" y="573019"/>
                </a:lnTo>
                <a:close/>
                <a:lnTo>
                  <a:pt x="1182723" y="487998"/>
                </a:lnTo>
                <a:close/>
                <a:lnTo>
                  <a:pt x="1184213" y="494164"/>
                </a:lnTo>
                <a:close/>
                <a:lnTo>
                  <a:pt x="1185702" y="539464"/>
                </a:lnTo>
                <a:close/>
                <a:lnTo>
                  <a:pt x="1187192" y="541114"/>
                </a:lnTo>
                <a:close/>
                <a:lnTo>
                  <a:pt x="1188681" y="569015"/>
                </a:lnTo>
                <a:close/>
                <a:lnTo>
                  <a:pt x="1190171" y="534315"/>
                </a:lnTo>
                <a:close/>
                <a:lnTo>
                  <a:pt x="1191661" y="546722"/>
                </a:lnTo>
                <a:close/>
                <a:lnTo>
                  <a:pt x="1193150" y="609302"/>
                </a:lnTo>
                <a:close/>
                <a:lnTo>
                  <a:pt x="1194640" y="502366"/>
                </a:lnTo>
                <a:close/>
                <a:lnTo>
                  <a:pt x="1196129" y="521254"/>
                </a:lnTo>
                <a:close/>
                <a:lnTo>
                  <a:pt x="1199108" y="496953"/>
                </a:lnTo>
                <a:close/>
                <a:lnTo>
                  <a:pt x="1200598" y="539915"/>
                </a:lnTo>
                <a:close/>
                <a:lnTo>
                  <a:pt x="1202088" y="540953"/>
                </a:lnTo>
                <a:close/>
                <a:lnTo>
                  <a:pt x="1205067" y="599048"/>
                </a:lnTo>
                <a:close/>
                <a:lnTo>
                  <a:pt x="1206556" y="561646"/>
                </a:lnTo>
                <a:close/>
                <a:lnTo>
                  <a:pt x="1209535" y="686242"/>
                </a:lnTo>
                <a:close/>
                <a:lnTo>
                  <a:pt x="1211025" y="686242"/>
                </a:lnTo>
                <a:close/>
                <a:lnTo>
                  <a:pt x="1212515" y="659832"/>
                </a:lnTo>
                <a:close/>
                <a:lnTo>
                  <a:pt x="1214004" y="659546"/>
                </a:lnTo>
                <a:close/>
                <a:lnTo>
                  <a:pt x="1216983" y="679238"/>
                </a:lnTo>
                <a:close/>
                <a:lnTo>
                  <a:pt x="1218473" y="718508"/>
                </a:lnTo>
                <a:close/>
                <a:lnTo>
                  <a:pt x="1219962" y="698951"/>
                </a:lnTo>
                <a:close/>
                <a:lnTo>
                  <a:pt x="1221452" y="731145"/>
                </a:lnTo>
                <a:close/>
                <a:lnTo>
                  <a:pt x="1224431" y="678662"/>
                </a:lnTo>
                <a:close/>
                <a:lnTo>
                  <a:pt x="1225921" y="698630"/>
                </a:lnTo>
                <a:close/>
                <a:lnTo>
                  <a:pt x="1227410" y="667021"/>
                </a:lnTo>
                <a:close/>
                <a:lnTo>
                  <a:pt x="1231879" y="839739"/>
                </a:lnTo>
                <a:close/>
                <a:lnTo>
                  <a:pt x="1233369" y="858818"/>
                </a:lnTo>
                <a:close/>
                <a:lnTo>
                  <a:pt x="1234858" y="783174"/>
                </a:lnTo>
                <a:close/>
                <a:lnTo>
                  <a:pt x="1236348" y="798574"/>
                </a:lnTo>
                <a:close/>
                <a:lnTo>
                  <a:pt x="1237837" y="749987"/>
                </a:lnTo>
                <a:close/>
                <a:lnTo>
                  <a:pt x="1239327" y="866816"/>
                </a:lnTo>
                <a:close/>
                <a:lnTo>
                  <a:pt x="1242306" y="863441"/>
                </a:lnTo>
                <a:close/>
                <a:lnTo>
                  <a:pt x="1243796" y="904080"/>
                </a:lnTo>
                <a:close/>
                <a:lnTo>
                  <a:pt x="1248264" y="707621"/>
                </a:lnTo>
                <a:close/>
                <a:lnTo>
                  <a:pt x="1251244" y="754812"/>
                </a:lnTo>
                <a:close/>
                <a:lnTo>
                  <a:pt x="1252733" y="676905"/>
                </a:lnTo>
                <a:close/>
                <a:lnTo>
                  <a:pt x="1254223" y="681574"/>
                </a:lnTo>
                <a:close/>
                <a:lnTo>
                  <a:pt x="1258691" y="573953"/>
                </a:lnTo>
                <a:close/>
                <a:lnTo>
                  <a:pt x="1260181" y="590140"/>
                </a:lnTo>
                <a:close/>
                <a:lnTo>
                  <a:pt x="1263160" y="700891"/>
                </a:lnTo>
                <a:close/>
                <a:lnTo>
                  <a:pt x="1266139" y="745839"/>
                </a:lnTo>
                <a:close/>
                <a:lnTo>
                  <a:pt x="1267629" y="841064"/>
                </a:lnTo>
                <a:close/>
                <a:lnTo>
                  <a:pt x="1270608" y="774162"/>
                </a:lnTo>
                <a:close/>
                <a:lnTo>
                  <a:pt x="1273587" y="750905"/>
                </a:lnTo>
                <a:close/>
                <a:lnTo>
                  <a:pt x="1275077" y="760517"/>
                </a:lnTo>
                <a:close/>
                <a:lnTo>
                  <a:pt x="1276566" y="715379"/>
                </a:lnTo>
                <a:close/>
                <a:lnTo>
                  <a:pt x="1278056" y="749782"/>
                </a:lnTo>
                <a:close/>
                <a:lnTo>
                  <a:pt x="1281035" y="655292"/>
                </a:lnTo>
                <a:close/>
                <a:lnTo>
                  <a:pt x="1282525" y="723430"/>
                </a:lnTo>
                <a:close/>
                <a:lnTo>
                  <a:pt x="1284014" y="643316"/>
                </a:lnTo>
                <a:close/>
                <a:lnTo>
                  <a:pt x="1285504" y="661391"/>
                </a:lnTo>
                <a:close/>
                <a:lnTo>
                  <a:pt x="1286993" y="638313"/>
                </a:lnTo>
                <a:close/>
                <a:lnTo>
                  <a:pt x="1288483" y="651220"/>
                </a:lnTo>
                <a:close/>
                <a:lnTo>
                  <a:pt x="1291462" y="596998"/>
                </a:lnTo>
                <a:close/>
                <a:lnTo>
                  <a:pt x="1295931" y="509331"/>
                </a:lnTo>
                <a:close/>
                <a:lnTo>
                  <a:pt x="1298910" y="621175"/>
                </a:lnTo>
                <a:close/>
                <a:lnTo>
                  <a:pt x="1300400" y="644516"/>
                </a:lnTo>
                <a:close/>
                <a:lnTo>
                  <a:pt x="1301889" y="562900"/>
                </a:lnTo>
                <a:close/>
                <a:lnTo>
                  <a:pt x="1303379" y="563213"/>
                </a:lnTo>
                <a:close/>
                <a:lnTo>
                  <a:pt x="1306358" y="629457"/>
                </a:lnTo>
                <a:close/>
                <a:lnTo>
                  <a:pt x="1309337" y="528053"/>
                </a:lnTo>
                <a:close/>
                <a:lnTo>
                  <a:pt x="1310827" y="583951"/>
                </a:lnTo>
                <a:close/>
                <a:lnTo>
                  <a:pt x="1312316" y="548034"/>
                </a:lnTo>
                <a:close/>
                <a:lnTo>
                  <a:pt x="1313806" y="566657"/>
                </a:lnTo>
                <a:close/>
                <a:lnTo>
                  <a:pt x="1315295" y="487230"/>
                </a:lnTo>
                <a:close/>
                <a:lnTo>
                  <a:pt x="1316785" y="496842"/>
                </a:lnTo>
                <a:close/>
                <a:lnTo>
                  <a:pt x="1318275" y="442684"/>
                </a:lnTo>
                <a:close/>
                <a:lnTo>
                  <a:pt x="1324233" y="577479"/>
                </a:lnTo>
                <a:close/>
                <a:lnTo>
                  <a:pt x="1325722" y="596334"/>
                </a:lnTo>
                <a:close/>
                <a:lnTo>
                  <a:pt x="1327212" y="639865"/>
                </a:lnTo>
                <a:close/>
                <a:lnTo>
                  <a:pt x="1328702" y="609746"/>
                </a:lnTo>
                <a:close/>
                <a:lnTo>
                  <a:pt x="1331681" y="694448"/>
                </a:lnTo>
                <a:close/>
                <a:lnTo>
                  <a:pt x="1333170" y="703646"/>
                </a:lnTo>
                <a:close/>
                <a:lnTo>
                  <a:pt x="1336149" y="622492"/>
                </a:lnTo>
                <a:close/>
                <a:lnTo>
                  <a:pt x="1339129" y="658571"/>
                </a:lnTo>
                <a:close/>
                <a:lnTo>
                  <a:pt x="1342108" y="603631"/>
                </a:lnTo>
                <a:close/>
                <a:lnTo>
                  <a:pt x="1345087" y="676390"/>
                </a:lnTo>
                <a:close/>
                <a:lnTo>
                  <a:pt x="1348066" y="656712"/>
                </a:lnTo>
                <a:close/>
                <a:lnTo>
                  <a:pt x="1351045" y="666891"/>
                </a:lnTo>
                <a:close/>
                <a:lnTo>
                  <a:pt x="1354024" y="583607"/>
                </a:lnTo>
                <a:close/>
                <a:lnTo>
                  <a:pt x="1355514" y="588129"/>
                </a:lnTo>
                <a:close/>
                <a:lnTo>
                  <a:pt x="1357004" y="557589"/>
                </a:lnTo>
                <a:close/>
                <a:lnTo>
                  <a:pt x="1359983" y="466553"/>
                </a:lnTo>
                <a:close/>
                <a:lnTo>
                  <a:pt x="1362962" y="633692"/>
                </a:lnTo>
                <a:close/>
                <a:lnTo>
                  <a:pt x="1365941" y="575533"/>
                </a:lnTo>
                <a:close/>
                <a:lnTo>
                  <a:pt x="1367431" y="581356"/>
                </a:lnTo>
                <a:close/>
                <a:lnTo>
                  <a:pt x="1368920" y="609499"/>
                </a:lnTo>
                <a:close/>
                <a:lnTo>
                  <a:pt x="1370410" y="574250"/>
                </a:lnTo>
                <a:close/>
                <a:lnTo>
                  <a:pt x="1373389" y="618408"/>
                </a:lnTo>
                <a:close/>
                <a:lnTo>
                  <a:pt x="1374878" y="630129"/>
                </a:lnTo>
                <a:close/>
                <a:lnTo>
                  <a:pt x="1376368" y="571840"/>
                </a:lnTo>
                <a:close/>
                <a:lnTo>
                  <a:pt x="1377858" y="584054"/>
                </a:lnTo>
                <a:close/>
                <a:lnTo>
                  <a:pt x="1379347" y="576652"/>
                </a:lnTo>
                <a:close/>
                <a:lnTo>
                  <a:pt x="1382326" y="651603"/>
                </a:lnTo>
                <a:close/>
                <a:lnTo>
                  <a:pt x="1383816" y="737113"/>
                </a:lnTo>
                <a:close/>
                <a:lnTo>
                  <a:pt x="1386795" y="673042"/>
                </a:lnTo>
                <a:close/>
                <a:lnTo>
                  <a:pt x="1388285" y="687896"/>
                </a:lnTo>
                <a:close/>
                <a:lnTo>
                  <a:pt x="1389774" y="674867"/>
                </a:lnTo>
                <a:close/>
                <a:lnTo>
                  <a:pt x="1392753" y="597178"/>
                </a:lnTo>
                <a:close/>
                <a:lnTo>
                  <a:pt x="1395732" y="683784"/>
                </a:lnTo>
                <a:close/>
                <a:lnTo>
                  <a:pt x="1397222" y="707324"/>
                </a:lnTo>
                <a:close/>
                <a:lnTo>
                  <a:pt x="1398712" y="692648"/>
                </a:lnTo>
                <a:close/>
                <a:lnTo>
                  <a:pt x="1401691" y="774411"/>
                </a:lnTo>
                <a:close/>
                <a:lnTo>
                  <a:pt x="1404670" y="755568"/>
                </a:lnTo>
                <a:close/>
                <a:lnTo>
                  <a:pt x="1406160" y="772078"/>
                </a:lnTo>
                <a:close/>
                <a:lnTo>
                  <a:pt x="1407649" y="767292"/>
                </a:lnTo>
                <a:close/>
                <a:lnTo>
                  <a:pt x="1409139" y="819240"/>
                </a:lnTo>
                <a:close/>
                <a:lnTo>
                  <a:pt x="1410628" y="795466"/>
                </a:lnTo>
                <a:close/>
                <a:lnTo>
                  <a:pt x="1412118" y="834025"/>
                </a:lnTo>
                <a:close/>
                <a:lnTo>
                  <a:pt x="1415097" y="753140"/>
                </a:lnTo>
                <a:close/>
                <a:lnTo>
                  <a:pt x="1418076" y="707413"/>
                </a:lnTo>
                <a:close/>
                <a:lnTo>
                  <a:pt x="1419566" y="709402"/>
                </a:lnTo>
                <a:close/>
                <a:lnTo>
                  <a:pt x="1421055" y="697619"/>
                </a:lnTo>
                <a:close/>
                <a:lnTo>
                  <a:pt x="1422545" y="746775"/>
                </a:lnTo>
                <a:close/>
                <a:lnTo>
                  <a:pt x="1425524" y="656622"/>
                </a:lnTo>
                <a:close/>
                <a:lnTo>
                  <a:pt x="1429993" y="772492"/>
                </a:lnTo>
                <a:close/>
                <a:lnTo>
                  <a:pt x="1431482" y="722385"/>
                </a:lnTo>
                <a:close/>
                <a:lnTo>
                  <a:pt x="1432972" y="739251"/>
                </a:lnTo>
                <a:close/>
                <a:lnTo>
                  <a:pt x="1434461" y="712043"/>
                </a:lnTo>
                <a:close/>
                <a:lnTo>
                  <a:pt x="1435951" y="747953"/>
                </a:lnTo>
                <a:close/>
                <a:lnTo>
                  <a:pt x="1438930" y="631281"/>
                </a:lnTo>
                <a:close/>
                <a:lnTo>
                  <a:pt x="1441909" y="703362"/>
                </a:lnTo>
                <a:close/>
                <a:lnTo>
                  <a:pt x="1443399" y="673197"/>
                </a:lnTo>
                <a:close/>
                <a:lnTo>
                  <a:pt x="1444888" y="687546"/>
                </a:lnTo>
                <a:close/>
                <a:lnTo>
                  <a:pt x="1446378" y="657777"/>
                </a:lnTo>
                <a:close/>
                <a:lnTo>
                  <a:pt x="1449357" y="708152"/>
                </a:lnTo>
                <a:close/>
                <a:lnTo>
                  <a:pt x="1452336" y="749930"/>
                </a:lnTo>
                <a:close/>
                <a:lnTo>
                  <a:pt x="1455316" y="724486"/>
                </a:lnTo>
                <a:close/>
                <a:lnTo>
                  <a:pt x="1458295" y="765207"/>
                </a:lnTo>
                <a:close/>
                <a:lnTo>
                  <a:pt x="1459784" y="761375"/>
                </a:lnTo>
                <a:close/>
                <a:lnTo>
                  <a:pt x="1461274" y="812586"/>
                </a:lnTo>
                <a:close/>
                <a:lnTo>
                  <a:pt x="1462763" y="790009"/>
                </a:lnTo>
                <a:close/>
                <a:lnTo>
                  <a:pt x="1464253" y="796646"/>
                </a:lnTo>
                <a:close/>
                <a:lnTo>
                  <a:pt x="1467232" y="831083"/>
                </a:lnTo>
                <a:close/>
                <a:lnTo>
                  <a:pt x="1468722" y="756126"/>
                </a:lnTo>
                <a:close/>
                <a:lnTo>
                  <a:pt x="1470211" y="795414"/>
                </a:lnTo>
                <a:close/>
                <a:lnTo>
                  <a:pt x="1474680" y="572953"/>
                </a:lnTo>
                <a:close/>
                <a:lnTo>
                  <a:pt x="1476170" y="575149"/>
                </a:lnTo>
                <a:close/>
                <a:lnTo>
                  <a:pt x="1477659" y="573675"/>
                </a:lnTo>
                <a:close/>
                <a:lnTo>
                  <a:pt x="1479149" y="592620"/>
                </a:lnTo>
                <a:close/>
                <a:lnTo>
                  <a:pt x="1480638" y="587783"/>
                </a:lnTo>
                <a:close/>
                <a:lnTo>
                  <a:pt x="1483617" y="677676"/>
                </a:lnTo>
                <a:close/>
                <a:lnTo>
                  <a:pt x="1486597" y="657094"/>
                </a:lnTo>
                <a:close/>
                <a:lnTo>
                  <a:pt x="1489576" y="676449"/>
                </a:lnTo>
                <a:close/>
                <a:lnTo>
                  <a:pt x="1492555" y="691111"/>
                </a:lnTo>
                <a:close/>
                <a:lnTo>
                  <a:pt x="1497024" y="802676"/>
                </a:lnTo>
                <a:close/>
                <a:lnTo>
                  <a:pt x="1500003" y="783156"/>
                </a:lnTo>
                <a:close/>
                <a:lnTo>
                  <a:pt x="1502982" y="700929"/>
                </a:lnTo>
                <a:close/>
                <a:lnTo>
                  <a:pt x="1504472" y="717210"/>
                </a:lnTo>
                <a:close/>
                <a:lnTo>
                  <a:pt x="1505961" y="606627"/>
                </a:lnTo>
                <a:close/>
                <a:lnTo>
                  <a:pt x="1507451" y="616997"/>
                </a:lnTo>
                <a:close/>
                <a:lnTo>
                  <a:pt x="1508940" y="610774"/>
                </a:lnTo>
                <a:close/>
                <a:lnTo>
                  <a:pt x="1510430" y="630833"/>
                </a:lnTo>
                <a:close/>
                <a:lnTo>
                  <a:pt x="1511919" y="676513"/>
                </a:lnTo>
                <a:close/>
                <a:lnTo>
                  <a:pt x="1514899" y="628496"/>
                </a:lnTo>
                <a:close/>
                <a:lnTo>
                  <a:pt x="1516388" y="590152"/>
                </a:lnTo>
                <a:close/>
                <a:lnTo>
                  <a:pt x="1517878" y="612732"/>
                </a:lnTo>
                <a:close/>
                <a:lnTo>
                  <a:pt x="1519367" y="523359"/>
                </a:lnTo>
                <a:close/>
                <a:lnTo>
                  <a:pt x="1522346" y="564151"/>
                </a:lnTo>
                <a:close/>
                <a:lnTo>
                  <a:pt x="1523836" y="526671"/>
                </a:lnTo>
                <a:close/>
                <a:lnTo>
                  <a:pt x="1525326" y="542906"/>
                </a:lnTo>
                <a:close/>
                <a:lnTo>
                  <a:pt x="1528305" y="444190"/>
                </a:lnTo>
                <a:close/>
                <a:lnTo>
                  <a:pt x="1532773" y="584032"/>
                </a:lnTo>
                <a:close/>
                <a:lnTo>
                  <a:pt x="1537242" y="402047"/>
                </a:lnTo>
                <a:close/>
                <a:lnTo>
                  <a:pt x="1540221" y="293127"/>
                </a:lnTo>
                <a:close/>
                <a:lnTo>
                  <a:pt x="1543201" y="301884"/>
                </a:lnTo>
                <a:close/>
                <a:lnTo>
                  <a:pt x="1544690" y="235925"/>
                </a:lnTo>
                <a:close/>
                <a:lnTo>
                  <a:pt x="1546180" y="257707"/>
                </a:lnTo>
                <a:close/>
                <a:lnTo>
                  <a:pt x="1549159" y="328985"/>
                </a:lnTo>
                <a:close/>
                <a:lnTo>
                  <a:pt x="1552138" y="507503"/>
                </a:lnTo>
                <a:close/>
                <a:lnTo>
                  <a:pt x="1553628" y="475812"/>
                </a:lnTo>
                <a:close/>
                <a:lnTo>
                  <a:pt x="1556607" y="532466"/>
                </a:lnTo>
                <a:close/>
                <a:lnTo>
                  <a:pt x="1559586" y="380276"/>
                </a:lnTo>
                <a:close/>
                <a:lnTo>
                  <a:pt x="1561075" y="329957"/>
                </a:lnTo>
                <a:close/>
                <a:lnTo>
                  <a:pt x="1562565" y="329759"/>
                </a:lnTo>
                <a:close/>
                <a:lnTo>
                  <a:pt x="1564055" y="368501"/>
                </a:lnTo>
                <a:close/>
                <a:lnTo>
                  <a:pt x="1567034" y="294831"/>
                </a:lnTo>
                <a:close/>
                <a:lnTo>
                  <a:pt x="1568523" y="354566"/>
                </a:lnTo>
                <a:close/>
                <a:lnTo>
                  <a:pt x="1570013" y="326155"/>
                </a:lnTo>
                <a:close/>
                <a:lnTo>
                  <a:pt x="1571502" y="344047"/>
                </a:lnTo>
                <a:close/>
                <a:lnTo>
                  <a:pt x="1572992" y="343500"/>
                </a:lnTo>
                <a:close/>
                <a:lnTo>
                  <a:pt x="1575971" y="388458"/>
                </a:lnTo>
                <a:close/>
                <a:lnTo>
                  <a:pt x="1581930" y="255901"/>
                </a:lnTo>
                <a:close/>
                <a:lnTo>
                  <a:pt x="1584909" y="336552"/>
                </a:lnTo>
                <a:close/>
                <a:lnTo>
                  <a:pt x="1586398" y="333623"/>
                </a:lnTo>
                <a:close/>
                <a:lnTo>
                  <a:pt x="1590867" y="409277"/>
                </a:lnTo>
                <a:close/>
                <a:lnTo>
                  <a:pt x="1592357" y="424661"/>
                </a:lnTo>
                <a:close/>
                <a:lnTo>
                  <a:pt x="1595336" y="318903"/>
                </a:lnTo>
                <a:close/>
                <a:lnTo>
                  <a:pt x="1596825" y="442258"/>
                </a:lnTo>
                <a:close/>
                <a:lnTo>
                  <a:pt x="1598315" y="428826"/>
                </a:lnTo>
                <a:close/>
                <a:lnTo>
                  <a:pt x="1599804" y="505410"/>
                </a:lnTo>
                <a:close/>
                <a:lnTo>
                  <a:pt x="1602784" y="459278"/>
                </a:lnTo>
                <a:close/>
                <a:lnTo>
                  <a:pt x="1605763" y="512075"/>
                </a:lnTo>
                <a:close/>
                <a:lnTo>
                  <a:pt x="1607252" y="525485"/>
                </a:lnTo>
                <a:close/>
                <a:lnTo>
                  <a:pt x="1610231" y="382484"/>
                </a:lnTo>
                <a:close/>
                <a:lnTo>
                  <a:pt x="1611721" y="401009"/>
                </a:lnTo>
                <a:close/>
                <a:lnTo>
                  <a:pt x="1613211" y="344467"/>
                </a:lnTo>
                <a:close/>
                <a:lnTo>
                  <a:pt x="1614700" y="418664"/>
                </a:lnTo>
                <a:close/>
                <a:lnTo>
                  <a:pt x="1616190" y="401012"/>
                </a:lnTo>
                <a:close/>
                <a:lnTo>
                  <a:pt x="1617679" y="403752"/>
                </a:lnTo>
                <a:close/>
                <a:lnTo>
                  <a:pt x="1620658" y="484951"/>
                </a:lnTo>
                <a:close/>
                <a:lnTo>
                  <a:pt x="1622148" y="456606"/>
                </a:lnTo>
                <a:close/>
                <a:lnTo>
                  <a:pt x="1625127" y="541848"/>
                </a:lnTo>
                <a:close/>
                <a:lnTo>
                  <a:pt x="1626617" y="577628"/>
                </a:lnTo>
                <a:close/>
                <a:lnTo>
                  <a:pt x="1628106" y="647389"/>
                </a:lnTo>
                <a:close/>
                <a:lnTo>
                  <a:pt x="1632575" y="518718"/>
                </a:lnTo>
                <a:close/>
                <a:lnTo>
                  <a:pt x="1634065" y="496356"/>
                </a:lnTo>
                <a:close/>
                <a:lnTo>
                  <a:pt x="1635554" y="536872"/>
                </a:lnTo>
                <a:close/>
                <a:lnTo>
                  <a:pt x="1638533" y="515297"/>
                </a:lnTo>
                <a:close/>
                <a:lnTo>
                  <a:pt x="1640023" y="506478"/>
                </a:lnTo>
                <a:close/>
                <a:lnTo>
                  <a:pt x="1641513" y="542472"/>
                </a:lnTo>
                <a:close/>
                <a:lnTo>
                  <a:pt x="1643002" y="468844"/>
                </a:lnTo>
                <a:close/>
                <a:lnTo>
                  <a:pt x="1644492" y="563719"/>
                </a:lnTo>
                <a:close/>
                <a:lnTo>
                  <a:pt x="1647471" y="533678"/>
                </a:lnTo>
                <a:close/>
                <a:lnTo>
                  <a:pt x="1648960" y="576548"/>
                </a:lnTo>
                <a:close/>
                <a:lnTo>
                  <a:pt x="1651940" y="475634"/>
                </a:lnTo>
                <a:close/>
                <a:lnTo>
                  <a:pt x="1653429" y="500579"/>
                </a:lnTo>
                <a:close/>
                <a:lnTo>
                  <a:pt x="1654919" y="495718"/>
                </a:lnTo>
                <a:close/>
                <a:lnTo>
                  <a:pt x="1656408" y="535144"/>
                </a:lnTo>
                <a:close/>
                <a:lnTo>
                  <a:pt x="1657898" y="495498"/>
                </a:lnTo>
                <a:close/>
                <a:lnTo>
                  <a:pt x="1660877" y="579841"/>
                </a:lnTo>
                <a:close/>
                <a:lnTo>
                  <a:pt x="1662367" y="585780"/>
                </a:lnTo>
                <a:close/>
                <a:lnTo>
                  <a:pt x="1663856" y="600246"/>
                </a:lnTo>
                <a:close/>
                <a:lnTo>
                  <a:pt x="1665346" y="546136"/>
                </a:lnTo>
                <a:close/>
                <a:lnTo>
                  <a:pt x="1668325" y="600580"/>
                </a:lnTo>
                <a:close/>
                <a:lnTo>
                  <a:pt x="1669814" y="587976"/>
                </a:lnTo>
                <a:close/>
                <a:lnTo>
                  <a:pt x="1671304" y="595207"/>
                </a:lnTo>
                <a:close/>
                <a:lnTo>
                  <a:pt x="1672794" y="593899"/>
                </a:lnTo>
                <a:close/>
                <a:lnTo>
                  <a:pt x="1675773" y="490832"/>
                </a:lnTo>
                <a:close/>
                <a:lnTo>
                  <a:pt x="1677262" y="490832"/>
                </a:lnTo>
                <a:close/>
                <a:lnTo>
                  <a:pt x="1678752" y="493617"/>
                </a:lnTo>
                <a:close/>
                <a:lnTo>
                  <a:pt x="1680242" y="525154"/>
                </a:lnTo>
                <a:close/>
                <a:lnTo>
                  <a:pt x="1681731" y="509392"/>
                </a:lnTo>
                <a:close/>
                <a:lnTo>
                  <a:pt x="1683221" y="471459"/>
                </a:lnTo>
                <a:close/>
                <a:lnTo>
                  <a:pt x="1684710" y="482815"/>
                </a:lnTo>
                <a:close/>
                <a:lnTo>
                  <a:pt x="1686200" y="367255"/>
                </a:lnTo>
                <a:close/>
                <a:lnTo>
                  <a:pt x="1687689" y="414075"/>
                </a:lnTo>
                <a:close/>
                <a:lnTo>
                  <a:pt x="1689179" y="367201"/>
                </a:lnTo>
                <a:close/>
                <a:lnTo>
                  <a:pt x="1690669" y="367878"/>
                </a:lnTo>
                <a:close/>
                <a:lnTo>
                  <a:pt x="1692158" y="402801"/>
                </a:lnTo>
                <a:close/>
                <a:lnTo>
                  <a:pt x="1693648" y="336791"/>
                </a:lnTo>
                <a:close/>
                <a:lnTo>
                  <a:pt x="1695137" y="404851"/>
                </a:lnTo>
                <a:close/>
                <a:lnTo>
                  <a:pt x="1696627" y="370567"/>
                </a:lnTo>
                <a:close/>
                <a:lnTo>
                  <a:pt x="1698116" y="377201"/>
                </a:lnTo>
                <a:close/>
                <a:lnTo>
                  <a:pt x="1699606" y="359363"/>
                </a:lnTo>
                <a:close/>
                <a:lnTo>
                  <a:pt x="1704075" y="406764"/>
                </a:lnTo>
                <a:close/>
                <a:lnTo>
                  <a:pt x="1707054" y="314466"/>
                </a:lnTo>
                <a:close/>
                <a:lnTo>
                  <a:pt x="1710033" y="326622"/>
                </a:lnTo>
                <a:close/>
                <a:lnTo>
                  <a:pt x="1713012" y="378245"/>
                </a:lnTo>
                <a:close/>
                <a:lnTo>
                  <a:pt x="1714502" y="350100"/>
                </a:lnTo>
                <a:close/>
                <a:lnTo>
                  <a:pt x="1715991" y="388353"/>
                </a:lnTo>
                <a:close/>
                <a:lnTo>
                  <a:pt x="1718971" y="385354"/>
                </a:lnTo>
                <a:close/>
                <a:lnTo>
                  <a:pt x="1720460" y="413209"/>
                </a:lnTo>
                <a:close/>
                <a:lnTo>
                  <a:pt x="1721950" y="336118"/>
                </a:lnTo>
                <a:close/>
                <a:lnTo>
                  <a:pt x="1723439" y="345426"/>
                </a:lnTo>
                <a:close/>
                <a:lnTo>
                  <a:pt x="1724929" y="340441"/>
                </a:lnTo>
                <a:close/>
                <a:lnTo>
                  <a:pt x="1726418" y="371520"/>
                </a:lnTo>
                <a:close/>
                <a:lnTo>
                  <a:pt x="1729398" y="321613"/>
                </a:lnTo>
                <a:close/>
                <a:lnTo>
                  <a:pt x="1730887" y="409143"/>
                </a:lnTo>
                <a:close/>
                <a:lnTo>
                  <a:pt x="1732377" y="408911"/>
                </a:lnTo>
                <a:close/>
                <a:lnTo>
                  <a:pt x="1733866" y="362406"/>
                </a:lnTo>
                <a:close/>
                <a:lnTo>
                  <a:pt x="1735356" y="379844"/>
                </a:lnTo>
                <a:close/>
                <a:lnTo>
                  <a:pt x="1738335" y="367637"/>
                </a:lnTo>
                <a:close/>
                <a:lnTo>
                  <a:pt x="1739825" y="265828"/>
                </a:lnTo>
                <a:close/>
                <a:lnTo>
                  <a:pt x="1741314" y="265947"/>
                </a:lnTo>
                <a:close/>
                <a:lnTo>
                  <a:pt x="1744293" y="321323"/>
                </a:lnTo>
                <a:close/>
                <a:lnTo>
                  <a:pt x="1747272" y="120680"/>
                </a:lnTo>
                <a:close/>
                <a:lnTo>
                  <a:pt x="1748762" y="91658"/>
                </a:lnTo>
                <a:close/>
                <a:lnTo>
                  <a:pt x="1750252" y="94225"/>
                </a:lnTo>
                <a:close/>
                <a:lnTo>
                  <a:pt x="1751741" y="122568"/>
                </a:lnTo>
                <a:close/>
                <a:lnTo>
                  <a:pt x="1754720" y="83097"/>
                </a:lnTo>
                <a:close/>
                <a:lnTo>
                  <a:pt x="1756210" y="136324"/>
                </a:lnTo>
                <a:close/>
                <a:lnTo>
                  <a:pt x="1757699" y="126763"/>
                </a:lnTo>
                <a:close/>
                <a:lnTo>
                  <a:pt x="1759189" y="199159"/>
                </a:lnTo>
                <a:close/>
                <a:lnTo>
                  <a:pt x="1760679" y="137250"/>
                </a:lnTo>
                <a:close/>
                <a:lnTo>
                  <a:pt x="1763658" y="150919"/>
                </a:lnTo>
                <a:close/>
                <a:lnTo>
                  <a:pt x="1765147" y="145829"/>
                </a:lnTo>
                <a:close/>
                <a:lnTo>
                  <a:pt x="1768127" y="289366"/>
                </a:lnTo>
                <a:close/>
                <a:lnTo>
                  <a:pt x="1769616" y="230132"/>
                </a:lnTo>
                <a:close/>
                <a:lnTo>
                  <a:pt x="1771106" y="227682"/>
                </a:lnTo>
                <a:close/>
                <a:lnTo>
                  <a:pt x="1774085" y="263206"/>
                </a:lnTo>
                <a:close/>
                <a:lnTo>
                  <a:pt x="1775574" y="249744"/>
                </a:lnTo>
                <a:close/>
                <a:lnTo>
                  <a:pt x="1778554" y="305463"/>
                </a:lnTo>
                <a:close/>
                <a:lnTo>
                  <a:pt x="1780043" y="361372"/>
                </a:lnTo>
                <a:close/>
                <a:lnTo>
                  <a:pt x="1783022" y="230623"/>
                </a:lnTo>
                <a:close/>
                <a:lnTo>
                  <a:pt x="1784512" y="199844"/>
                </a:lnTo>
                <a:close/>
                <a:lnTo>
                  <a:pt x="1786001" y="219499"/>
                </a:lnTo>
                <a:close/>
                <a:lnTo>
                  <a:pt x="1786001" y="219499"/>
                </a:lnTo>
                <a:close/>
              </a:path>
            </a:pathLst>
          </a:custGeom>
          <a:noFill/>
          <a:ln w="7620">
            <a:solidFill>
              <a:srgbClr val="2E86A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521266" y="4114800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521266" y="5138928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21266" y="5650992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610566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2284" y="6742670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9" name="Freeform 88"/>
          <p:cNvSpPr/>
          <p:nvPr/>
        </p:nvSpPr>
        <p:spPr>
          <a:xfrm>
            <a:off x="908481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3637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91" name="Freeform 90"/>
          <p:cNvSpPr/>
          <p:nvPr/>
        </p:nvSpPr>
        <p:spPr>
          <a:xfrm>
            <a:off x="1206396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1552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93" name="Freeform 92"/>
          <p:cNvSpPr/>
          <p:nvPr/>
        </p:nvSpPr>
        <p:spPr>
          <a:xfrm>
            <a:off x="1504311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19467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95" name="Freeform 94"/>
          <p:cNvSpPr/>
          <p:nvPr/>
        </p:nvSpPr>
        <p:spPr>
          <a:xfrm>
            <a:off x="1802227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17383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97" name="Freeform 96"/>
          <p:cNvSpPr/>
          <p:nvPr/>
        </p:nvSpPr>
        <p:spPr>
          <a:xfrm>
            <a:off x="2100142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987017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99" name="Freeform 98"/>
          <p:cNvSpPr/>
          <p:nvPr/>
        </p:nvSpPr>
        <p:spPr>
          <a:xfrm>
            <a:off x="2398057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284932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36718" y="6877984"/>
            <a:ext cx="6096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MCMC step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476816" y="650071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4424" y="644558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476816" y="623011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34424" y="6174991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476816" y="59595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4424" y="5904395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476816" y="56889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4424" y="563379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110" name="TextBox 109"/>
          <p:cNvSpPr txBox="1"/>
          <p:nvPr/>
        </p:nvSpPr>
        <p:spPr>
          <a:xfrm rot="16200000">
            <a:off x="92378" y="5984938"/>
            <a:ext cx="6096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610566" y="5697543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287471"/>
                </a:moveTo>
                <a:lnTo>
                  <a:pt x="1489" y="279074"/>
                </a:lnTo>
                <a:close/>
                <a:lnTo>
                  <a:pt x="4468" y="359107"/>
                </a:lnTo>
                <a:close/>
                <a:lnTo>
                  <a:pt x="5958" y="327914"/>
                </a:lnTo>
                <a:close/>
                <a:lnTo>
                  <a:pt x="7448" y="394830"/>
                </a:lnTo>
                <a:close/>
                <a:lnTo>
                  <a:pt x="8937" y="386028"/>
                </a:lnTo>
                <a:close/>
                <a:lnTo>
                  <a:pt x="10427" y="386028"/>
                </a:lnTo>
                <a:close/>
                <a:lnTo>
                  <a:pt x="11916" y="363158"/>
                </a:lnTo>
                <a:close/>
                <a:lnTo>
                  <a:pt x="14895" y="447808"/>
                </a:lnTo>
                <a:close/>
                <a:lnTo>
                  <a:pt x="16385" y="453263"/>
                </a:lnTo>
                <a:close/>
                <a:lnTo>
                  <a:pt x="17875" y="464288"/>
                </a:lnTo>
                <a:close/>
                <a:lnTo>
                  <a:pt x="19364" y="443868"/>
                </a:lnTo>
                <a:close/>
                <a:lnTo>
                  <a:pt x="22343" y="540747"/>
                </a:lnTo>
                <a:close/>
                <a:lnTo>
                  <a:pt x="23833" y="564167"/>
                </a:lnTo>
                <a:close/>
                <a:lnTo>
                  <a:pt x="25322" y="536594"/>
                </a:lnTo>
                <a:close/>
                <a:lnTo>
                  <a:pt x="26812" y="542500"/>
                </a:lnTo>
                <a:close/>
                <a:lnTo>
                  <a:pt x="28302" y="515807"/>
                </a:lnTo>
                <a:close/>
                <a:lnTo>
                  <a:pt x="32770" y="573493"/>
                </a:lnTo>
                <a:close/>
                <a:lnTo>
                  <a:pt x="34260" y="570156"/>
                </a:lnTo>
                <a:close/>
                <a:lnTo>
                  <a:pt x="35749" y="513953"/>
                </a:lnTo>
                <a:close/>
                <a:lnTo>
                  <a:pt x="37239" y="547512"/>
                </a:lnTo>
                <a:close/>
                <a:lnTo>
                  <a:pt x="38729" y="407467"/>
                </a:lnTo>
                <a:close/>
                <a:lnTo>
                  <a:pt x="40218" y="436359"/>
                </a:lnTo>
                <a:close/>
                <a:lnTo>
                  <a:pt x="43197" y="346467"/>
                </a:lnTo>
                <a:close/>
                <a:lnTo>
                  <a:pt x="44687" y="331634"/>
                </a:lnTo>
                <a:close/>
                <a:lnTo>
                  <a:pt x="46177" y="345560"/>
                </a:lnTo>
                <a:close/>
                <a:lnTo>
                  <a:pt x="47666" y="290943"/>
                </a:lnTo>
                <a:close/>
                <a:lnTo>
                  <a:pt x="50645" y="463912"/>
                </a:lnTo>
                <a:close/>
                <a:lnTo>
                  <a:pt x="52135" y="472439"/>
                </a:lnTo>
                <a:close/>
                <a:lnTo>
                  <a:pt x="53624" y="495874"/>
                </a:lnTo>
                <a:close/>
                <a:lnTo>
                  <a:pt x="55114" y="491758"/>
                </a:lnTo>
                <a:close/>
                <a:lnTo>
                  <a:pt x="56604" y="523648"/>
                </a:lnTo>
                <a:close/>
                <a:lnTo>
                  <a:pt x="58093" y="519998"/>
                </a:lnTo>
                <a:close/>
                <a:lnTo>
                  <a:pt x="59583" y="510817"/>
                </a:lnTo>
                <a:close/>
                <a:lnTo>
                  <a:pt x="61072" y="486757"/>
                </a:lnTo>
                <a:close/>
                <a:lnTo>
                  <a:pt x="62562" y="523436"/>
                </a:lnTo>
                <a:close/>
                <a:lnTo>
                  <a:pt x="64051" y="453665"/>
                </a:lnTo>
                <a:close/>
                <a:lnTo>
                  <a:pt x="65541" y="477725"/>
                </a:lnTo>
                <a:close/>
                <a:lnTo>
                  <a:pt x="67031" y="449794"/>
                </a:lnTo>
                <a:close/>
                <a:lnTo>
                  <a:pt x="68520" y="455870"/>
                </a:lnTo>
                <a:close/>
                <a:lnTo>
                  <a:pt x="70010" y="478250"/>
                </a:lnTo>
                <a:close/>
                <a:lnTo>
                  <a:pt x="71499" y="463846"/>
                </a:lnTo>
                <a:close/>
                <a:lnTo>
                  <a:pt x="72989" y="490352"/>
                </a:lnTo>
                <a:close/>
                <a:lnTo>
                  <a:pt x="77458" y="339419"/>
                </a:lnTo>
                <a:close/>
                <a:lnTo>
                  <a:pt x="78947" y="369296"/>
                </a:lnTo>
                <a:close/>
                <a:lnTo>
                  <a:pt x="80437" y="353187"/>
                </a:lnTo>
                <a:close/>
                <a:lnTo>
                  <a:pt x="83416" y="473695"/>
                </a:lnTo>
                <a:close/>
                <a:lnTo>
                  <a:pt x="86395" y="449284"/>
                </a:lnTo>
                <a:close/>
                <a:lnTo>
                  <a:pt x="87885" y="401993"/>
                </a:lnTo>
                <a:close/>
                <a:lnTo>
                  <a:pt x="90864" y="428953"/>
                </a:lnTo>
                <a:close/>
                <a:lnTo>
                  <a:pt x="93843" y="421192"/>
                </a:lnTo>
                <a:close/>
                <a:lnTo>
                  <a:pt x="95333" y="410570"/>
                </a:lnTo>
                <a:close/>
                <a:lnTo>
                  <a:pt x="96822" y="412756"/>
                </a:lnTo>
                <a:close/>
                <a:lnTo>
                  <a:pt x="101291" y="317369"/>
                </a:lnTo>
                <a:close/>
                <a:lnTo>
                  <a:pt x="102780" y="344722"/>
                </a:lnTo>
                <a:close/>
                <a:lnTo>
                  <a:pt x="105760" y="327624"/>
                </a:lnTo>
                <a:close/>
                <a:lnTo>
                  <a:pt x="108739" y="281590"/>
                </a:lnTo>
                <a:close/>
                <a:lnTo>
                  <a:pt x="110228" y="256113"/>
                </a:lnTo>
                <a:close/>
                <a:lnTo>
                  <a:pt x="111718" y="386069"/>
                </a:lnTo>
                <a:close/>
                <a:lnTo>
                  <a:pt x="113207" y="373203"/>
                </a:lnTo>
                <a:close/>
                <a:lnTo>
                  <a:pt x="114697" y="321313"/>
                </a:lnTo>
                <a:close/>
                <a:lnTo>
                  <a:pt x="116187" y="332095"/>
                </a:lnTo>
                <a:close/>
                <a:lnTo>
                  <a:pt x="117676" y="318663"/>
                </a:lnTo>
                <a:close/>
                <a:lnTo>
                  <a:pt x="120655" y="229960"/>
                </a:lnTo>
                <a:close/>
                <a:lnTo>
                  <a:pt x="122145" y="226205"/>
                </a:lnTo>
                <a:close/>
                <a:lnTo>
                  <a:pt x="125124" y="105515"/>
                </a:lnTo>
                <a:close/>
                <a:lnTo>
                  <a:pt x="128103" y="200770"/>
                </a:lnTo>
                <a:close/>
                <a:lnTo>
                  <a:pt x="129593" y="170532"/>
                </a:lnTo>
                <a:close/>
                <a:lnTo>
                  <a:pt x="131082" y="99467"/>
                </a:lnTo>
                <a:close/>
                <a:lnTo>
                  <a:pt x="134061" y="232893"/>
                </a:lnTo>
                <a:close/>
                <a:lnTo>
                  <a:pt x="137041" y="305623"/>
                </a:lnTo>
                <a:close/>
                <a:lnTo>
                  <a:pt x="138530" y="272059"/>
                </a:lnTo>
                <a:close/>
                <a:lnTo>
                  <a:pt x="140020" y="281350"/>
                </a:lnTo>
                <a:close/>
                <a:lnTo>
                  <a:pt x="141509" y="241453"/>
                </a:lnTo>
                <a:close/>
                <a:lnTo>
                  <a:pt x="142999" y="273527"/>
                </a:lnTo>
                <a:close/>
                <a:lnTo>
                  <a:pt x="144489" y="242913"/>
                </a:lnTo>
                <a:close/>
                <a:lnTo>
                  <a:pt x="147468" y="284099"/>
                </a:lnTo>
                <a:close/>
                <a:lnTo>
                  <a:pt x="150447" y="388706"/>
                </a:lnTo>
                <a:close/>
                <a:lnTo>
                  <a:pt x="151936" y="420180"/>
                </a:lnTo>
                <a:close/>
                <a:lnTo>
                  <a:pt x="153426" y="496673"/>
                </a:lnTo>
                <a:close/>
                <a:lnTo>
                  <a:pt x="154916" y="489869"/>
                </a:lnTo>
                <a:close/>
                <a:lnTo>
                  <a:pt x="156405" y="513170"/>
                </a:lnTo>
                <a:close/>
                <a:lnTo>
                  <a:pt x="160874" y="449970"/>
                </a:lnTo>
                <a:close/>
                <a:lnTo>
                  <a:pt x="162363" y="457471"/>
                </a:lnTo>
                <a:close/>
                <a:lnTo>
                  <a:pt x="166832" y="564356"/>
                </a:lnTo>
                <a:close/>
                <a:lnTo>
                  <a:pt x="168322" y="568352"/>
                </a:lnTo>
                <a:close/>
                <a:lnTo>
                  <a:pt x="169811" y="545055"/>
                </a:lnTo>
                <a:close/>
                <a:lnTo>
                  <a:pt x="171301" y="545055"/>
                </a:lnTo>
                <a:close/>
                <a:lnTo>
                  <a:pt x="172790" y="538010"/>
                </a:lnTo>
                <a:close/>
                <a:lnTo>
                  <a:pt x="174280" y="566316"/>
                </a:lnTo>
                <a:close/>
                <a:lnTo>
                  <a:pt x="175770" y="558552"/>
                </a:lnTo>
                <a:close/>
                <a:lnTo>
                  <a:pt x="177259" y="543090"/>
                </a:lnTo>
                <a:close/>
                <a:lnTo>
                  <a:pt x="178749" y="512569"/>
                </a:lnTo>
                <a:close/>
                <a:lnTo>
                  <a:pt x="180238" y="530491"/>
                </a:lnTo>
                <a:close/>
                <a:lnTo>
                  <a:pt x="183218" y="392956"/>
                </a:lnTo>
                <a:close/>
                <a:lnTo>
                  <a:pt x="184707" y="425435"/>
                </a:lnTo>
                <a:close/>
                <a:lnTo>
                  <a:pt x="189176" y="385345"/>
                </a:lnTo>
                <a:close/>
                <a:lnTo>
                  <a:pt x="195134" y="472656"/>
                </a:lnTo>
                <a:close/>
                <a:lnTo>
                  <a:pt x="199603" y="389702"/>
                </a:lnTo>
                <a:close/>
                <a:lnTo>
                  <a:pt x="201092" y="462098"/>
                </a:lnTo>
                <a:close/>
                <a:lnTo>
                  <a:pt x="202582" y="442870"/>
                </a:lnTo>
                <a:close/>
                <a:lnTo>
                  <a:pt x="204072" y="389470"/>
                </a:lnTo>
                <a:close/>
                <a:lnTo>
                  <a:pt x="207051" y="451524"/>
                </a:lnTo>
                <a:close/>
                <a:lnTo>
                  <a:pt x="210030" y="514961"/>
                </a:lnTo>
                <a:close/>
                <a:lnTo>
                  <a:pt x="211519" y="514961"/>
                </a:lnTo>
                <a:close/>
                <a:lnTo>
                  <a:pt x="213009" y="609525"/>
                </a:lnTo>
                <a:close/>
                <a:lnTo>
                  <a:pt x="214499" y="560745"/>
                </a:lnTo>
                <a:close/>
                <a:lnTo>
                  <a:pt x="217478" y="604080"/>
                </a:lnTo>
                <a:close/>
                <a:lnTo>
                  <a:pt x="218967" y="591567"/>
                </a:lnTo>
                <a:close/>
                <a:lnTo>
                  <a:pt x="220457" y="581508"/>
                </a:lnTo>
                <a:close/>
                <a:lnTo>
                  <a:pt x="221946" y="621386"/>
                </a:lnTo>
                <a:close/>
                <a:lnTo>
                  <a:pt x="223436" y="611945"/>
                </a:lnTo>
                <a:close/>
                <a:lnTo>
                  <a:pt x="224926" y="580650"/>
                </a:lnTo>
                <a:close/>
                <a:lnTo>
                  <a:pt x="226415" y="598851"/>
                </a:lnTo>
                <a:close/>
                <a:lnTo>
                  <a:pt x="227905" y="558620"/>
                </a:lnTo>
                <a:close/>
                <a:lnTo>
                  <a:pt x="229394" y="609137"/>
                </a:lnTo>
                <a:close/>
                <a:lnTo>
                  <a:pt x="230884" y="586546"/>
                </a:lnTo>
                <a:close/>
                <a:lnTo>
                  <a:pt x="232374" y="648172"/>
                </a:lnTo>
                <a:close/>
                <a:lnTo>
                  <a:pt x="233863" y="636721"/>
                </a:lnTo>
                <a:close/>
                <a:lnTo>
                  <a:pt x="235353" y="557158"/>
                </a:lnTo>
                <a:close/>
                <a:lnTo>
                  <a:pt x="236842" y="578519"/>
                </a:lnTo>
                <a:close/>
                <a:lnTo>
                  <a:pt x="238332" y="573464"/>
                </a:lnTo>
                <a:close/>
                <a:lnTo>
                  <a:pt x="241311" y="610836"/>
                </a:lnTo>
                <a:close/>
                <a:lnTo>
                  <a:pt x="244290" y="428517"/>
                </a:lnTo>
                <a:close/>
                <a:lnTo>
                  <a:pt x="248759" y="472868"/>
                </a:lnTo>
                <a:close/>
                <a:lnTo>
                  <a:pt x="251738" y="441226"/>
                </a:lnTo>
                <a:close/>
                <a:lnTo>
                  <a:pt x="253228" y="398685"/>
                </a:lnTo>
                <a:close/>
                <a:lnTo>
                  <a:pt x="256207" y="431509"/>
                </a:lnTo>
                <a:close/>
                <a:lnTo>
                  <a:pt x="257696" y="380284"/>
                </a:lnTo>
                <a:close/>
                <a:lnTo>
                  <a:pt x="259186" y="399794"/>
                </a:lnTo>
                <a:close/>
                <a:lnTo>
                  <a:pt x="262165" y="391980"/>
                </a:lnTo>
                <a:close/>
                <a:lnTo>
                  <a:pt x="265144" y="417899"/>
                </a:lnTo>
                <a:close/>
                <a:lnTo>
                  <a:pt x="266634" y="409236"/>
                </a:lnTo>
                <a:close/>
                <a:lnTo>
                  <a:pt x="268123" y="482173"/>
                </a:lnTo>
                <a:close/>
                <a:lnTo>
                  <a:pt x="269613" y="408594"/>
                </a:lnTo>
                <a:close/>
                <a:lnTo>
                  <a:pt x="271102" y="445974"/>
                </a:lnTo>
                <a:close/>
                <a:lnTo>
                  <a:pt x="272592" y="423823"/>
                </a:lnTo>
                <a:close/>
                <a:lnTo>
                  <a:pt x="274082" y="492517"/>
                </a:lnTo>
                <a:close/>
                <a:lnTo>
                  <a:pt x="275571" y="487322"/>
                </a:lnTo>
                <a:close/>
                <a:lnTo>
                  <a:pt x="281530" y="391461"/>
                </a:lnTo>
                <a:close/>
                <a:lnTo>
                  <a:pt x="283019" y="430410"/>
                </a:lnTo>
                <a:close/>
                <a:lnTo>
                  <a:pt x="284509" y="428772"/>
                </a:lnTo>
                <a:close/>
                <a:lnTo>
                  <a:pt x="285998" y="448767"/>
                </a:lnTo>
                <a:close/>
                <a:lnTo>
                  <a:pt x="287488" y="409844"/>
                </a:lnTo>
                <a:close/>
                <a:lnTo>
                  <a:pt x="290467" y="435569"/>
                </a:lnTo>
                <a:close/>
                <a:lnTo>
                  <a:pt x="291957" y="391447"/>
                </a:lnTo>
                <a:close/>
                <a:lnTo>
                  <a:pt x="293446" y="415910"/>
                </a:lnTo>
                <a:close/>
                <a:lnTo>
                  <a:pt x="294936" y="393334"/>
                </a:lnTo>
                <a:close/>
                <a:lnTo>
                  <a:pt x="297915" y="485774"/>
                </a:lnTo>
                <a:close/>
                <a:lnTo>
                  <a:pt x="299404" y="456801"/>
                </a:lnTo>
                <a:close/>
                <a:lnTo>
                  <a:pt x="302384" y="468173"/>
                </a:lnTo>
                <a:close/>
                <a:lnTo>
                  <a:pt x="303873" y="551725"/>
                </a:lnTo>
                <a:close/>
                <a:lnTo>
                  <a:pt x="305363" y="525409"/>
                </a:lnTo>
                <a:close/>
                <a:lnTo>
                  <a:pt x="308342" y="400101"/>
                </a:lnTo>
                <a:close/>
                <a:lnTo>
                  <a:pt x="309831" y="412385"/>
                </a:lnTo>
                <a:close/>
                <a:lnTo>
                  <a:pt x="311321" y="395752"/>
                </a:lnTo>
                <a:close/>
                <a:lnTo>
                  <a:pt x="312811" y="408840"/>
                </a:lnTo>
                <a:close/>
                <a:lnTo>
                  <a:pt x="315790" y="501664"/>
                </a:lnTo>
                <a:close/>
                <a:lnTo>
                  <a:pt x="317279" y="513161"/>
                </a:lnTo>
                <a:close/>
                <a:lnTo>
                  <a:pt x="318769" y="549598"/>
                </a:lnTo>
                <a:close/>
                <a:lnTo>
                  <a:pt x="323238" y="453341"/>
                </a:lnTo>
                <a:close/>
                <a:lnTo>
                  <a:pt x="324727" y="445796"/>
                </a:lnTo>
                <a:close/>
                <a:lnTo>
                  <a:pt x="326217" y="427871"/>
                </a:lnTo>
                <a:close/>
                <a:lnTo>
                  <a:pt x="327706" y="440948"/>
                </a:lnTo>
                <a:close/>
                <a:lnTo>
                  <a:pt x="329196" y="439558"/>
                </a:lnTo>
                <a:close/>
                <a:lnTo>
                  <a:pt x="330686" y="427515"/>
                </a:lnTo>
                <a:close/>
                <a:lnTo>
                  <a:pt x="332175" y="511452"/>
                </a:lnTo>
                <a:close/>
                <a:lnTo>
                  <a:pt x="333665" y="414581"/>
                </a:lnTo>
                <a:close/>
                <a:lnTo>
                  <a:pt x="335154" y="424689"/>
                </a:lnTo>
                <a:close/>
                <a:lnTo>
                  <a:pt x="338133" y="402450"/>
                </a:lnTo>
                <a:close/>
                <a:lnTo>
                  <a:pt x="339623" y="458676"/>
                </a:lnTo>
                <a:close/>
                <a:lnTo>
                  <a:pt x="342602" y="387034"/>
                </a:lnTo>
                <a:close/>
                <a:lnTo>
                  <a:pt x="344092" y="397241"/>
                </a:lnTo>
                <a:close/>
                <a:lnTo>
                  <a:pt x="345581" y="358487"/>
                </a:lnTo>
                <a:close/>
                <a:lnTo>
                  <a:pt x="347071" y="381856"/>
                </a:lnTo>
                <a:close/>
                <a:lnTo>
                  <a:pt x="348560" y="334628"/>
                </a:lnTo>
                <a:close/>
                <a:lnTo>
                  <a:pt x="350050" y="358674"/>
                </a:lnTo>
                <a:close/>
                <a:lnTo>
                  <a:pt x="351540" y="330936"/>
                </a:lnTo>
                <a:close/>
                <a:lnTo>
                  <a:pt x="354519" y="521100"/>
                </a:lnTo>
                <a:close/>
                <a:lnTo>
                  <a:pt x="356008" y="509165"/>
                </a:lnTo>
                <a:close/>
                <a:lnTo>
                  <a:pt x="358987" y="569400"/>
                </a:lnTo>
                <a:close/>
                <a:lnTo>
                  <a:pt x="360477" y="549713"/>
                </a:lnTo>
                <a:close/>
                <a:lnTo>
                  <a:pt x="361967" y="561005"/>
                </a:lnTo>
                <a:close/>
                <a:lnTo>
                  <a:pt x="363456" y="501934"/>
                </a:lnTo>
                <a:close/>
                <a:lnTo>
                  <a:pt x="366435" y="518708"/>
                </a:lnTo>
                <a:close/>
                <a:lnTo>
                  <a:pt x="367925" y="486180"/>
                </a:lnTo>
                <a:close/>
                <a:lnTo>
                  <a:pt x="370904" y="522106"/>
                </a:lnTo>
                <a:close/>
                <a:lnTo>
                  <a:pt x="372394" y="604734"/>
                </a:lnTo>
                <a:close/>
                <a:lnTo>
                  <a:pt x="373883" y="585636"/>
                </a:lnTo>
                <a:close/>
                <a:lnTo>
                  <a:pt x="375373" y="547754"/>
                </a:lnTo>
                <a:close/>
                <a:lnTo>
                  <a:pt x="376862" y="559093"/>
                </a:lnTo>
                <a:close/>
                <a:lnTo>
                  <a:pt x="378352" y="582212"/>
                </a:lnTo>
                <a:close/>
                <a:lnTo>
                  <a:pt x="381331" y="535181"/>
                </a:lnTo>
                <a:close/>
                <a:lnTo>
                  <a:pt x="382821" y="509928"/>
                </a:lnTo>
                <a:close/>
                <a:lnTo>
                  <a:pt x="385800" y="591781"/>
                </a:lnTo>
                <a:close/>
                <a:lnTo>
                  <a:pt x="387289" y="564674"/>
                </a:lnTo>
                <a:close/>
                <a:lnTo>
                  <a:pt x="388779" y="486159"/>
                </a:lnTo>
                <a:close/>
                <a:lnTo>
                  <a:pt x="391758" y="528664"/>
                </a:lnTo>
                <a:close/>
                <a:lnTo>
                  <a:pt x="393248" y="597407"/>
                </a:lnTo>
                <a:close/>
                <a:lnTo>
                  <a:pt x="399206" y="473395"/>
                </a:lnTo>
                <a:close/>
                <a:lnTo>
                  <a:pt x="402185" y="456261"/>
                </a:lnTo>
                <a:close/>
                <a:lnTo>
                  <a:pt x="403675" y="525162"/>
                </a:lnTo>
                <a:close/>
                <a:lnTo>
                  <a:pt x="409633" y="464010"/>
                </a:lnTo>
                <a:close/>
                <a:lnTo>
                  <a:pt x="411123" y="462794"/>
                </a:lnTo>
                <a:close/>
                <a:lnTo>
                  <a:pt x="412612" y="534068"/>
                </a:lnTo>
                <a:close/>
                <a:lnTo>
                  <a:pt x="417081" y="467164"/>
                </a:lnTo>
                <a:close/>
                <a:lnTo>
                  <a:pt x="420060" y="595574"/>
                </a:lnTo>
                <a:close/>
                <a:lnTo>
                  <a:pt x="423039" y="559857"/>
                </a:lnTo>
                <a:close/>
                <a:lnTo>
                  <a:pt x="424529" y="583593"/>
                </a:lnTo>
                <a:close/>
                <a:lnTo>
                  <a:pt x="426018" y="630887"/>
                </a:lnTo>
                <a:close/>
                <a:lnTo>
                  <a:pt x="427508" y="609728"/>
                </a:lnTo>
                <a:close/>
                <a:lnTo>
                  <a:pt x="431977" y="644503"/>
                </a:lnTo>
                <a:close/>
                <a:lnTo>
                  <a:pt x="433466" y="551050"/>
                </a:lnTo>
                <a:close/>
                <a:lnTo>
                  <a:pt x="434956" y="551323"/>
                </a:lnTo>
                <a:close/>
                <a:lnTo>
                  <a:pt x="437935" y="487987"/>
                </a:lnTo>
                <a:close/>
                <a:lnTo>
                  <a:pt x="439425" y="513630"/>
                </a:lnTo>
                <a:close/>
                <a:lnTo>
                  <a:pt x="440914" y="610244"/>
                </a:lnTo>
                <a:close/>
                <a:lnTo>
                  <a:pt x="442404" y="615176"/>
                </a:lnTo>
                <a:close/>
                <a:lnTo>
                  <a:pt x="445383" y="575973"/>
                </a:lnTo>
                <a:close/>
                <a:lnTo>
                  <a:pt x="446872" y="578656"/>
                </a:lnTo>
                <a:close/>
                <a:lnTo>
                  <a:pt x="449852" y="657801"/>
                </a:lnTo>
                <a:close/>
                <a:lnTo>
                  <a:pt x="452831" y="643890"/>
                </a:lnTo>
                <a:close/>
                <a:lnTo>
                  <a:pt x="454320" y="663894"/>
                </a:lnTo>
                <a:close/>
                <a:lnTo>
                  <a:pt x="455810" y="634357"/>
                </a:lnTo>
                <a:close/>
                <a:lnTo>
                  <a:pt x="457300" y="675023"/>
                </a:lnTo>
                <a:close/>
                <a:lnTo>
                  <a:pt x="458789" y="654105"/>
                </a:lnTo>
                <a:close/>
                <a:lnTo>
                  <a:pt x="460279" y="685410"/>
                </a:lnTo>
                <a:close/>
                <a:lnTo>
                  <a:pt x="461768" y="681398"/>
                </a:lnTo>
                <a:close/>
                <a:lnTo>
                  <a:pt x="464747" y="732363"/>
                </a:lnTo>
                <a:close/>
                <a:lnTo>
                  <a:pt x="466237" y="720494"/>
                </a:lnTo>
                <a:close/>
                <a:lnTo>
                  <a:pt x="467727" y="767250"/>
                </a:lnTo>
                <a:close/>
                <a:lnTo>
                  <a:pt x="470706" y="698351"/>
                </a:lnTo>
                <a:close/>
                <a:lnTo>
                  <a:pt x="473685" y="748336"/>
                </a:lnTo>
                <a:close/>
                <a:lnTo>
                  <a:pt x="475174" y="746816"/>
                </a:lnTo>
                <a:close/>
                <a:lnTo>
                  <a:pt x="478154" y="683361"/>
                </a:lnTo>
                <a:close/>
                <a:lnTo>
                  <a:pt x="481133" y="660789"/>
                </a:lnTo>
                <a:close/>
                <a:lnTo>
                  <a:pt x="484112" y="608765"/>
                </a:lnTo>
                <a:close/>
                <a:lnTo>
                  <a:pt x="485601" y="618383"/>
                </a:lnTo>
                <a:close/>
                <a:lnTo>
                  <a:pt x="487091" y="589935"/>
                </a:lnTo>
                <a:close/>
                <a:lnTo>
                  <a:pt x="488581" y="619178"/>
                </a:lnTo>
                <a:close/>
                <a:lnTo>
                  <a:pt x="490070" y="561811"/>
                </a:lnTo>
                <a:close/>
                <a:lnTo>
                  <a:pt x="491560" y="570962"/>
                </a:lnTo>
                <a:close/>
                <a:lnTo>
                  <a:pt x="493049" y="511309"/>
                </a:lnTo>
                <a:close/>
                <a:lnTo>
                  <a:pt x="496028" y="549516"/>
                </a:lnTo>
                <a:close/>
                <a:lnTo>
                  <a:pt x="497518" y="632302"/>
                </a:lnTo>
                <a:close/>
                <a:lnTo>
                  <a:pt x="499008" y="623695"/>
                </a:lnTo>
                <a:close/>
                <a:lnTo>
                  <a:pt x="500497" y="585816"/>
                </a:lnTo>
                <a:close/>
                <a:lnTo>
                  <a:pt x="501987" y="603513"/>
                </a:lnTo>
                <a:close/>
                <a:lnTo>
                  <a:pt x="504966" y="467859"/>
                </a:lnTo>
                <a:close/>
                <a:lnTo>
                  <a:pt x="506456" y="478139"/>
                </a:lnTo>
                <a:close/>
                <a:lnTo>
                  <a:pt x="507945" y="510566"/>
                </a:lnTo>
                <a:close/>
                <a:lnTo>
                  <a:pt x="509435" y="458369"/>
                </a:lnTo>
                <a:close/>
                <a:lnTo>
                  <a:pt x="510924" y="467180"/>
                </a:lnTo>
                <a:close/>
                <a:lnTo>
                  <a:pt x="512414" y="485984"/>
                </a:lnTo>
                <a:close/>
                <a:lnTo>
                  <a:pt x="515393" y="420800"/>
                </a:lnTo>
                <a:close/>
                <a:lnTo>
                  <a:pt x="516883" y="388631"/>
                </a:lnTo>
                <a:close/>
                <a:lnTo>
                  <a:pt x="518372" y="426576"/>
                </a:lnTo>
                <a:close/>
                <a:lnTo>
                  <a:pt x="519862" y="427430"/>
                </a:lnTo>
                <a:close/>
                <a:lnTo>
                  <a:pt x="521351" y="379838"/>
                </a:lnTo>
                <a:close/>
                <a:lnTo>
                  <a:pt x="522841" y="379838"/>
                </a:lnTo>
                <a:close/>
                <a:lnTo>
                  <a:pt x="524330" y="385199"/>
                </a:lnTo>
                <a:close/>
                <a:lnTo>
                  <a:pt x="530289" y="482439"/>
                </a:lnTo>
                <a:close/>
                <a:lnTo>
                  <a:pt x="533268" y="405412"/>
                </a:lnTo>
                <a:close/>
                <a:lnTo>
                  <a:pt x="534757" y="437014"/>
                </a:lnTo>
                <a:close/>
                <a:lnTo>
                  <a:pt x="536247" y="411480"/>
                </a:lnTo>
                <a:close/>
                <a:lnTo>
                  <a:pt x="539226" y="470340"/>
                </a:lnTo>
                <a:close/>
                <a:lnTo>
                  <a:pt x="540716" y="457900"/>
                </a:lnTo>
                <a:close/>
                <a:lnTo>
                  <a:pt x="542205" y="461434"/>
                </a:lnTo>
                <a:close/>
                <a:lnTo>
                  <a:pt x="543695" y="441058"/>
                </a:lnTo>
                <a:close/>
                <a:lnTo>
                  <a:pt x="545185" y="467317"/>
                </a:lnTo>
                <a:close/>
                <a:lnTo>
                  <a:pt x="546674" y="408265"/>
                </a:lnTo>
                <a:close/>
                <a:lnTo>
                  <a:pt x="548164" y="423152"/>
                </a:lnTo>
                <a:close/>
                <a:lnTo>
                  <a:pt x="549653" y="411668"/>
                </a:lnTo>
                <a:close/>
                <a:lnTo>
                  <a:pt x="552632" y="483934"/>
                </a:lnTo>
                <a:close/>
                <a:lnTo>
                  <a:pt x="557101" y="337724"/>
                </a:lnTo>
                <a:close/>
                <a:lnTo>
                  <a:pt x="558591" y="340250"/>
                </a:lnTo>
                <a:close/>
                <a:lnTo>
                  <a:pt x="561570" y="292544"/>
                </a:lnTo>
                <a:close/>
                <a:lnTo>
                  <a:pt x="563059" y="288039"/>
                </a:lnTo>
                <a:close/>
                <a:lnTo>
                  <a:pt x="564549" y="368177"/>
                </a:lnTo>
                <a:close/>
                <a:lnTo>
                  <a:pt x="567528" y="343170"/>
                </a:lnTo>
                <a:close/>
                <a:lnTo>
                  <a:pt x="569018" y="368442"/>
                </a:lnTo>
                <a:close/>
                <a:lnTo>
                  <a:pt x="570507" y="328474"/>
                </a:lnTo>
                <a:close/>
                <a:lnTo>
                  <a:pt x="573486" y="400314"/>
                </a:lnTo>
                <a:close/>
                <a:lnTo>
                  <a:pt x="574976" y="381131"/>
                </a:lnTo>
                <a:close/>
                <a:lnTo>
                  <a:pt x="576466" y="390170"/>
                </a:lnTo>
                <a:close/>
                <a:lnTo>
                  <a:pt x="577955" y="379619"/>
                </a:lnTo>
                <a:close/>
                <a:lnTo>
                  <a:pt x="580934" y="498657"/>
                </a:lnTo>
                <a:close/>
                <a:lnTo>
                  <a:pt x="582424" y="475222"/>
                </a:lnTo>
                <a:close/>
                <a:lnTo>
                  <a:pt x="583913" y="484405"/>
                </a:lnTo>
                <a:close/>
                <a:lnTo>
                  <a:pt x="585403" y="437569"/>
                </a:lnTo>
                <a:close/>
                <a:lnTo>
                  <a:pt x="586893" y="521631"/>
                </a:lnTo>
                <a:close/>
                <a:lnTo>
                  <a:pt x="588382" y="487246"/>
                </a:lnTo>
                <a:close/>
                <a:lnTo>
                  <a:pt x="591361" y="524941"/>
                </a:lnTo>
                <a:close/>
                <a:lnTo>
                  <a:pt x="592851" y="660376"/>
                </a:lnTo>
                <a:close/>
                <a:lnTo>
                  <a:pt x="597320" y="549697"/>
                </a:lnTo>
                <a:close/>
                <a:lnTo>
                  <a:pt x="598809" y="606703"/>
                </a:lnTo>
                <a:close/>
                <a:lnTo>
                  <a:pt x="601788" y="515411"/>
                </a:lnTo>
                <a:close/>
                <a:lnTo>
                  <a:pt x="603278" y="541858"/>
                </a:lnTo>
                <a:close/>
                <a:lnTo>
                  <a:pt x="604768" y="534870"/>
                </a:lnTo>
                <a:close/>
                <a:lnTo>
                  <a:pt x="609236" y="439301"/>
                </a:lnTo>
                <a:close/>
                <a:lnTo>
                  <a:pt x="610726" y="425655"/>
                </a:lnTo>
                <a:close/>
                <a:lnTo>
                  <a:pt x="612215" y="447715"/>
                </a:lnTo>
                <a:close/>
                <a:lnTo>
                  <a:pt x="613705" y="447715"/>
                </a:lnTo>
                <a:close/>
                <a:lnTo>
                  <a:pt x="616684" y="479325"/>
                </a:lnTo>
                <a:close/>
                <a:lnTo>
                  <a:pt x="618174" y="531156"/>
                </a:lnTo>
                <a:close/>
                <a:lnTo>
                  <a:pt x="619663" y="510266"/>
                </a:lnTo>
                <a:close/>
                <a:lnTo>
                  <a:pt x="622642" y="605496"/>
                </a:lnTo>
                <a:close/>
                <a:lnTo>
                  <a:pt x="624132" y="498888"/>
                </a:lnTo>
                <a:close/>
                <a:lnTo>
                  <a:pt x="625622" y="535402"/>
                </a:lnTo>
                <a:close/>
                <a:lnTo>
                  <a:pt x="627111" y="464738"/>
                </a:lnTo>
                <a:close/>
                <a:lnTo>
                  <a:pt x="630090" y="491707"/>
                </a:lnTo>
                <a:close/>
                <a:lnTo>
                  <a:pt x="631580" y="476749"/>
                </a:lnTo>
                <a:close/>
                <a:lnTo>
                  <a:pt x="633069" y="477329"/>
                </a:lnTo>
                <a:close/>
                <a:lnTo>
                  <a:pt x="636049" y="356968"/>
                </a:lnTo>
                <a:close/>
                <a:lnTo>
                  <a:pt x="637538" y="364453"/>
                </a:lnTo>
                <a:close/>
                <a:lnTo>
                  <a:pt x="639028" y="338804"/>
                </a:lnTo>
                <a:close/>
                <a:lnTo>
                  <a:pt x="640517" y="259963"/>
                </a:lnTo>
                <a:close/>
                <a:lnTo>
                  <a:pt x="643497" y="334775"/>
                </a:lnTo>
                <a:close/>
                <a:lnTo>
                  <a:pt x="644986" y="336838"/>
                </a:lnTo>
                <a:close/>
                <a:lnTo>
                  <a:pt x="646476" y="420747"/>
                </a:lnTo>
                <a:close/>
                <a:lnTo>
                  <a:pt x="647965" y="419204"/>
                </a:lnTo>
                <a:close/>
                <a:lnTo>
                  <a:pt x="649455" y="428155"/>
                </a:lnTo>
                <a:close/>
                <a:lnTo>
                  <a:pt x="652434" y="501078"/>
                </a:lnTo>
                <a:close/>
                <a:lnTo>
                  <a:pt x="653924" y="486582"/>
                </a:lnTo>
                <a:close/>
                <a:lnTo>
                  <a:pt x="656903" y="377357"/>
                </a:lnTo>
                <a:close/>
                <a:lnTo>
                  <a:pt x="658392" y="375176"/>
                </a:lnTo>
                <a:close/>
                <a:lnTo>
                  <a:pt x="664351" y="436577"/>
                </a:lnTo>
                <a:close/>
                <a:lnTo>
                  <a:pt x="665840" y="418375"/>
                </a:lnTo>
                <a:close/>
                <a:lnTo>
                  <a:pt x="667330" y="353471"/>
                </a:lnTo>
                <a:close/>
                <a:lnTo>
                  <a:pt x="668819" y="391656"/>
                </a:lnTo>
                <a:close/>
                <a:lnTo>
                  <a:pt x="670309" y="378622"/>
                </a:lnTo>
                <a:close/>
                <a:lnTo>
                  <a:pt x="671798" y="414562"/>
                </a:lnTo>
                <a:close/>
                <a:lnTo>
                  <a:pt x="673288" y="403127"/>
                </a:lnTo>
                <a:close/>
                <a:lnTo>
                  <a:pt x="674778" y="370997"/>
                </a:lnTo>
                <a:close/>
                <a:lnTo>
                  <a:pt x="677757" y="430821"/>
                </a:lnTo>
                <a:close/>
                <a:lnTo>
                  <a:pt x="680736" y="465755"/>
                </a:lnTo>
                <a:close/>
                <a:lnTo>
                  <a:pt x="682226" y="462667"/>
                </a:lnTo>
                <a:close/>
                <a:lnTo>
                  <a:pt x="686694" y="410654"/>
                </a:lnTo>
                <a:close/>
                <a:lnTo>
                  <a:pt x="688184" y="482057"/>
                </a:lnTo>
                <a:close/>
                <a:lnTo>
                  <a:pt x="691163" y="407178"/>
                </a:lnTo>
                <a:close/>
                <a:lnTo>
                  <a:pt x="692653" y="389151"/>
                </a:lnTo>
                <a:close/>
                <a:lnTo>
                  <a:pt x="695632" y="199208"/>
                </a:lnTo>
                <a:close/>
                <a:lnTo>
                  <a:pt x="697121" y="228640"/>
                </a:lnTo>
                <a:close/>
                <a:lnTo>
                  <a:pt x="700100" y="300651"/>
                </a:lnTo>
                <a:close/>
                <a:lnTo>
                  <a:pt x="701590" y="252460"/>
                </a:lnTo>
                <a:close/>
                <a:lnTo>
                  <a:pt x="707548" y="463707"/>
                </a:lnTo>
                <a:close/>
                <a:lnTo>
                  <a:pt x="709038" y="452978"/>
                </a:lnTo>
                <a:close/>
                <a:lnTo>
                  <a:pt x="710527" y="408025"/>
                </a:lnTo>
                <a:close/>
                <a:lnTo>
                  <a:pt x="712017" y="440299"/>
                </a:lnTo>
                <a:close/>
                <a:lnTo>
                  <a:pt x="713507" y="506099"/>
                </a:lnTo>
                <a:close/>
                <a:lnTo>
                  <a:pt x="720954" y="395075"/>
                </a:lnTo>
                <a:close/>
                <a:lnTo>
                  <a:pt x="722444" y="378610"/>
                </a:lnTo>
                <a:close/>
                <a:lnTo>
                  <a:pt x="723934" y="434015"/>
                </a:lnTo>
                <a:close/>
                <a:lnTo>
                  <a:pt x="725423" y="357479"/>
                </a:lnTo>
                <a:close/>
                <a:lnTo>
                  <a:pt x="726913" y="439492"/>
                </a:lnTo>
                <a:close/>
                <a:lnTo>
                  <a:pt x="728402" y="394147"/>
                </a:lnTo>
                <a:close/>
                <a:lnTo>
                  <a:pt x="731382" y="411091"/>
                </a:lnTo>
                <a:close/>
                <a:lnTo>
                  <a:pt x="734361" y="474606"/>
                </a:lnTo>
                <a:close/>
                <a:lnTo>
                  <a:pt x="737340" y="345635"/>
                </a:lnTo>
                <a:close/>
                <a:lnTo>
                  <a:pt x="740319" y="270804"/>
                </a:lnTo>
                <a:close/>
                <a:lnTo>
                  <a:pt x="741809" y="366374"/>
                </a:lnTo>
                <a:close/>
                <a:lnTo>
                  <a:pt x="743298" y="341401"/>
                </a:lnTo>
                <a:close/>
                <a:lnTo>
                  <a:pt x="744788" y="376349"/>
                </a:lnTo>
                <a:close/>
                <a:lnTo>
                  <a:pt x="746277" y="362290"/>
                </a:lnTo>
                <a:close/>
                <a:lnTo>
                  <a:pt x="747767" y="388469"/>
                </a:lnTo>
                <a:close/>
                <a:lnTo>
                  <a:pt x="749256" y="357313"/>
                </a:lnTo>
                <a:close/>
                <a:lnTo>
                  <a:pt x="756704" y="488691"/>
                </a:lnTo>
                <a:close/>
                <a:lnTo>
                  <a:pt x="758194" y="472623"/>
                </a:lnTo>
                <a:close/>
                <a:lnTo>
                  <a:pt x="761173" y="502044"/>
                </a:lnTo>
                <a:close/>
                <a:lnTo>
                  <a:pt x="764152" y="391027"/>
                </a:lnTo>
                <a:close/>
                <a:lnTo>
                  <a:pt x="765642" y="400231"/>
                </a:lnTo>
                <a:close/>
                <a:lnTo>
                  <a:pt x="767131" y="396414"/>
                </a:lnTo>
                <a:close/>
                <a:lnTo>
                  <a:pt x="770110" y="263622"/>
                </a:lnTo>
                <a:close/>
                <a:lnTo>
                  <a:pt x="771600" y="324826"/>
                </a:lnTo>
                <a:close/>
                <a:lnTo>
                  <a:pt x="773090" y="313054"/>
                </a:lnTo>
                <a:close/>
                <a:lnTo>
                  <a:pt x="774579" y="243990"/>
                </a:lnTo>
                <a:close/>
                <a:lnTo>
                  <a:pt x="776069" y="287436"/>
                </a:lnTo>
                <a:close/>
                <a:lnTo>
                  <a:pt x="777558" y="283130"/>
                </a:lnTo>
                <a:close/>
                <a:lnTo>
                  <a:pt x="779048" y="335637"/>
                </a:lnTo>
                <a:close/>
                <a:lnTo>
                  <a:pt x="780538" y="254056"/>
                </a:lnTo>
                <a:close/>
                <a:lnTo>
                  <a:pt x="783517" y="361367"/>
                </a:lnTo>
                <a:close/>
                <a:lnTo>
                  <a:pt x="785006" y="340558"/>
                </a:lnTo>
                <a:close/>
                <a:lnTo>
                  <a:pt x="786496" y="351142"/>
                </a:lnTo>
                <a:close/>
                <a:lnTo>
                  <a:pt x="787985" y="417873"/>
                </a:lnTo>
                <a:close/>
                <a:lnTo>
                  <a:pt x="789475" y="412318"/>
                </a:lnTo>
                <a:close/>
                <a:lnTo>
                  <a:pt x="792454" y="493177"/>
                </a:lnTo>
                <a:close/>
                <a:lnTo>
                  <a:pt x="793944" y="522673"/>
                </a:lnTo>
                <a:close/>
                <a:lnTo>
                  <a:pt x="796923" y="501918"/>
                </a:lnTo>
                <a:close/>
                <a:lnTo>
                  <a:pt x="798412" y="487483"/>
                </a:lnTo>
                <a:close/>
                <a:lnTo>
                  <a:pt x="801392" y="403333"/>
                </a:lnTo>
                <a:close/>
                <a:lnTo>
                  <a:pt x="804371" y="474440"/>
                </a:lnTo>
                <a:close/>
                <a:lnTo>
                  <a:pt x="805860" y="472131"/>
                </a:lnTo>
                <a:close/>
                <a:lnTo>
                  <a:pt x="807350" y="489199"/>
                </a:lnTo>
                <a:close/>
                <a:lnTo>
                  <a:pt x="810329" y="426468"/>
                </a:lnTo>
                <a:close/>
                <a:lnTo>
                  <a:pt x="813308" y="287816"/>
                </a:lnTo>
                <a:close/>
                <a:lnTo>
                  <a:pt x="814798" y="228081"/>
                </a:lnTo>
                <a:close/>
                <a:lnTo>
                  <a:pt x="816287" y="228654"/>
                </a:lnTo>
                <a:close/>
                <a:lnTo>
                  <a:pt x="817777" y="198052"/>
                </a:lnTo>
                <a:close/>
                <a:lnTo>
                  <a:pt x="820756" y="327191"/>
                </a:lnTo>
                <a:close/>
                <a:lnTo>
                  <a:pt x="822246" y="262660"/>
                </a:lnTo>
                <a:close/>
                <a:lnTo>
                  <a:pt x="823735" y="277932"/>
                </a:lnTo>
                <a:close/>
                <a:lnTo>
                  <a:pt x="826714" y="230818"/>
                </a:lnTo>
                <a:close/>
                <a:lnTo>
                  <a:pt x="828204" y="318263"/>
                </a:lnTo>
                <a:close/>
                <a:lnTo>
                  <a:pt x="829694" y="313997"/>
                </a:lnTo>
                <a:close/>
                <a:lnTo>
                  <a:pt x="831183" y="229818"/>
                </a:lnTo>
                <a:close/>
                <a:lnTo>
                  <a:pt x="832673" y="256269"/>
                </a:lnTo>
                <a:close/>
                <a:lnTo>
                  <a:pt x="834162" y="257479"/>
                </a:lnTo>
                <a:close/>
                <a:lnTo>
                  <a:pt x="837141" y="285387"/>
                </a:lnTo>
                <a:close/>
                <a:lnTo>
                  <a:pt x="841610" y="186348"/>
                </a:lnTo>
                <a:close/>
                <a:lnTo>
                  <a:pt x="844589" y="152804"/>
                </a:lnTo>
                <a:close/>
                <a:lnTo>
                  <a:pt x="846079" y="113528"/>
                </a:lnTo>
                <a:close/>
                <a:lnTo>
                  <a:pt x="847568" y="0"/>
                </a:lnTo>
                <a:close/>
                <a:lnTo>
                  <a:pt x="850548" y="75862"/>
                </a:lnTo>
                <a:close/>
                <a:lnTo>
                  <a:pt x="852037" y="4477"/>
                </a:lnTo>
                <a:close/>
                <a:lnTo>
                  <a:pt x="853527" y="14536"/>
                </a:lnTo>
                <a:close/>
                <a:lnTo>
                  <a:pt x="859485" y="133575"/>
                </a:lnTo>
                <a:close/>
                <a:lnTo>
                  <a:pt x="860975" y="231485"/>
                </a:lnTo>
                <a:close/>
                <a:lnTo>
                  <a:pt x="862464" y="210180"/>
                </a:lnTo>
                <a:close/>
                <a:lnTo>
                  <a:pt x="865443" y="317820"/>
                </a:lnTo>
                <a:close/>
                <a:lnTo>
                  <a:pt x="866933" y="303544"/>
                </a:lnTo>
                <a:close/>
                <a:lnTo>
                  <a:pt x="871402" y="195447"/>
                </a:lnTo>
                <a:close/>
                <a:lnTo>
                  <a:pt x="875870" y="255065"/>
                </a:lnTo>
                <a:close/>
                <a:lnTo>
                  <a:pt x="877360" y="254661"/>
                </a:lnTo>
                <a:close/>
                <a:lnTo>
                  <a:pt x="878850" y="270528"/>
                </a:lnTo>
                <a:close/>
                <a:lnTo>
                  <a:pt x="881829" y="332627"/>
                </a:lnTo>
                <a:close/>
                <a:lnTo>
                  <a:pt x="883318" y="357762"/>
                </a:lnTo>
                <a:close/>
                <a:lnTo>
                  <a:pt x="884808" y="313927"/>
                </a:lnTo>
                <a:close/>
                <a:lnTo>
                  <a:pt x="886297" y="424524"/>
                </a:lnTo>
                <a:close/>
                <a:lnTo>
                  <a:pt x="889277" y="213221"/>
                </a:lnTo>
                <a:close/>
                <a:lnTo>
                  <a:pt x="890766" y="213451"/>
                </a:lnTo>
                <a:close/>
                <a:lnTo>
                  <a:pt x="892256" y="220524"/>
                </a:lnTo>
                <a:close/>
                <a:lnTo>
                  <a:pt x="895235" y="133958"/>
                </a:lnTo>
                <a:close/>
                <a:lnTo>
                  <a:pt x="896724" y="122703"/>
                </a:lnTo>
                <a:close/>
                <a:lnTo>
                  <a:pt x="898214" y="131899"/>
                </a:lnTo>
                <a:close/>
                <a:lnTo>
                  <a:pt x="901193" y="103589"/>
                </a:lnTo>
                <a:close/>
                <a:lnTo>
                  <a:pt x="902683" y="158368"/>
                </a:lnTo>
                <a:close/>
                <a:lnTo>
                  <a:pt x="904172" y="152155"/>
                </a:lnTo>
                <a:close/>
                <a:lnTo>
                  <a:pt x="907152" y="254428"/>
                </a:lnTo>
                <a:close/>
                <a:lnTo>
                  <a:pt x="910131" y="313027"/>
                </a:lnTo>
                <a:close/>
                <a:lnTo>
                  <a:pt x="911620" y="270732"/>
                </a:lnTo>
                <a:close/>
                <a:lnTo>
                  <a:pt x="913110" y="269702"/>
                </a:lnTo>
                <a:close/>
                <a:lnTo>
                  <a:pt x="916089" y="284731"/>
                </a:lnTo>
                <a:close/>
                <a:lnTo>
                  <a:pt x="917579" y="317719"/>
                </a:lnTo>
                <a:close/>
                <a:lnTo>
                  <a:pt x="919068" y="283600"/>
                </a:lnTo>
                <a:close/>
                <a:lnTo>
                  <a:pt x="920558" y="391611"/>
                </a:lnTo>
                <a:close/>
                <a:lnTo>
                  <a:pt x="922047" y="359806"/>
                </a:lnTo>
                <a:close/>
                <a:lnTo>
                  <a:pt x="923537" y="360752"/>
                </a:lnTo>
                <a:close/>
                <a:lnTo>
                  <a:pt x="925026" y="343399"/>
                </a:lnTo>
                <a:close/>
                <a:lnTo>
                  <a:pt x="926516" y="346025"/>
                </a:lnTo>
                <a:close/>
                <a:lnTo>
                  <a:pt x="929495" y="276217"/>
                </a:lnTo>
                <a:close/>
                <a:lnTo>
                  <a:pt x="932474" y="203424"/>
                </a:lnTo>
                <a:close/>
                <a:lnTo>
                  <a:pt x="933964" y="270492"/>
                </a:lnTo>
                <a:close/>
                <a:lnTo>
                  <a:pt x="935453" y="271187"/>
                </a:lnTo>
                <a:close/>
                <a:lnTo>
                  <a:pt x="936943" y="307458"/>
                </a:lnTo>
                <a:close/>
                <a:lnTo>
                  <a:pt x="938433" y="302070"/>
                </a:lnTo>
                <a:close/>
                <a:lnTo>
                  <a:pt x="941412" y="399070"/>
                </a:lnTo>
                <a:close/>
                <a:lnTo>
                  <a:pt x="942901" y="341046"/>
                </a:lnTo>
                <a:close/>
                <a:lnTo>
                  <a:pt x="944391" y="353975"/>
                </a:lnTo>
                <a:close/>
                <a:lnTo>
                  <a:pt x="947370" y="283352"/>
                </a:lnTo>
                <a:close/>
                <a:lnTo>
                  <a:pt x="948860" y="300262"/>
                </a:lnTo>
                <a:close/>
                <a:lnTo>
                  <a:pt x="950349" y="336462"/>
                </a:lnTo>
                <a:close/>
                <a:lnTo>
                  <a:pt x="953328" y="279610"/>
                </a:lnTo>
                <a:close/>
                <a:lnTo>
                  <a:pt x="954818" y="289553"/>
                </a:lnTo>
                <a:close/>
                <a:lnTo>
                  <a:pt x="960776" y="138377"/>
                </a:lnTo>
                <a:close/>
                <a:lnTo>
                  <a:pt x="965245" y="250558"/>
                </a:lnTo>
                <a:close/>
                <a:lnTo>
                  <a:pt x="966735" y="260538"/>
                </a:lnTo>
                <a:close/>
                <a:lnTo>
                  <a:pt x="968224" y="251469"/>
                </a:lnTo>
                <a:close/>
                <a:lnTo>
                  <a:pt x="972693" y="409791"/>
                </a:lnTo>
                <a:close/>
                <a:lnTo>
                  <a:pt x="974182" y="416274"/>
                </a:lnTo>
                <a:close/>
                <a:lnTo>
                  <a:pt x="975672" y="436003"/>
                </a:lnTo>
                <a:close/>
                <a:lnTo>
                  <a:pt x="978651" y="400653"/>
                </a:lnTo>
                <a:close/>
                <a:lnTo>
                  <a:pt x="983120" y="535899"/>
                </a:lnTo>
                <a:close/>
                <a:lnTo>
                  <a:pt x="986099" y="580282"/>
                </a:lnTo>
                <a:close/>
                <a:lnTo>
                  <a:pt x="989078" y="609417"/>
                </a:lnTo>
                <a:close/>
                <a:lnTo>
                  <a:pt x="992057" y="484362"/>
                </a:lnTo>
                <a:close/>
                <a:lnTo>
                  <a:pt x="993547" y="592550"/>
                </a:lnTo>
                <a:close/>
                <a:lnTo>
                  <a:pt x="996526" y="561109"/>
                </a:lnTo>
                <a:close/>
                <a:lnTo>
                  <a:pt x="998016" y="556471"/>
                </a:lnTo>
                <a:close/>
                <a:lnTo>
                  <a:pt x="1000995" y="528049"/>
                </a:lnTo>
                <a:close/>
                <a:lnTo>
                  <a:pt x="1003974" y="603140"/>
                </a:lnTo>
                <a:close/>
                <a:lnTo>
                  <a:pt x="1005464" y="627380"/>
                </a:lnTo>
                <a:close/>
                <a:lnTo>
                  <a:pt x="1006953" y="609259"/>
                </a:lnTo>
                <a:close/>
                <a:lnTo>
                  <a:pt x="1009932" y="667948"/>
                </a:lnTo>
                <a:close/>
                <a:lnTo>
                  <a:pt x="1011422" y="651210"/>
                </a:lnTo>
                <a:close/>
                <a:lnTo>
                  <a:pt x="1012911" y="671597"/>
                </a:lnTo>
                <a:close/>
                <a:lnTo>
                  <a:pt x="1014401" y="666059"/>
                </a:lnTo>
                <a:close/>
                <a:lnTo>
                  <a:pt x="1015891" y="666497"/>
                </a:lnTo>
                <a:close/>
                <a:lnTo>
                  <a:pt x="1018870" y="553553"/>
                </a:lnTo>
                <a:close/>
                <a:lnTo>
                  <a:pt x="1020359" y="559170"/>
                </a:lnTo>
                <a:close/>
                <a:lnTo>
                  <a:pt x="1021849" y="662441"/>
                </a:lnTo>
                <a:close/>
                <a:lnTo>
                  <a:pt x="1023338" y="584910"/>
                </a:lnTo>
                <a:close/>
                <a:lnTo>
                  <a:pt x="1024828" y="586761"/>
                </a:lnTo>
                <a:close/>
                <a:lnTo>
                  <a:pt x="1026318" y="623081"/>
                </a:lnTo>
                <a:close/>
                <a:lnTo>
                  <a:pt x="1029297" y="775266"/>
                </a:lnTo>
                <a:close/>
                <a:lnTo>
                  <a:pt x="1032276" y="671701"/>
                </a:lnTo>
                <a:close/>
                <a:lnTo>
                  <a:pt x="1033765" y="608622"/>
                </a:lnTo>
                <a:close/>
                <a:lnTo>
                  <a:pt x="1035255" y="608622"/>
                </a:lnTo>
                <a:close/>
                <a:lnTo>
                  <a:pt x="1038234" y="511699"/>
                </a:lnTo>
                <a:close/>
                <a:lnTo>
                  <a:pt x="1039724" y="517081"/>
                </a:lnTo>
                <a:close/>
                <a:lnTo>
                  <a:pt x="1042703" y="514850"/>
                </a:lnTo>
                <a:close/>
                <a:lnTo>
                  <a:pt x="1044193" y="557833"/>
                </a:lnTo>
                <a:close/>
                <a:lnTo>
                  <a:pt x="1050151" y="456291"/>
                </a:lnTo>
                <a:close/>
                <a:lnTo>
                  <a:pt x="1051640" y="463083"/>
                </a:lnTo>
                <a:close/>
                <a:lnTo>
                  <a:pt x="1053130" y="507108"/>
                </a:lnTo>
                <a:close/>
                <a:lnTo>
                  <a:pt x="1054620" y="498900"/>
                </a:lnTo>
                <a:close/>
                <a:lnTo>
                  <a:pt x="1056109" y="420173"/>
                </a:lnTo>
                <a:close/>
                <a:lnTo>
                  <a:pt x="1057599" y="455957"/>
                </a:lnTo>
                <a:close/>
                <a:lnTo>
                  <a:pt x="1060578" y="401290"/>
                </a:lnTo>
                <a:close/>
                <a:lnTo>
                  <a:pt x="1062067" y="398745"/>
                </a:lnTo>
                <a:close/>
                <a:lnTo>
                  <a:pt x="1065047" y="387385"/>
                </a:lnTo>
                <a:close/>
                <a:lnTo>
                  <a:pt x="1068026" y="308841"/>
                </a:lnTo>
                <a:close/>
                <a:lnTo>
                  <a:pt x="1069515" y="263550"/>
                </a:lnTo>
                <a:close/>
                <a:lnTo>
                  <a:pt x="1071005" y="261951"/>
                </a:lnTo>
                <a:close/>
                <a:lnTo>
                  <a:pt x="1072494" y="350650"/>
                </a:lnTo>
                <a:close/>
                <a:lnTo>
                  <a:pt x="1073984" y="317772"/>
                </a:lnTo>
                <a:close/>
                <a:lnTo>
                  <a:pt x="1075474" y="348386"/>
                </a:lnTo>
                <a:close/>
                <a:lnTo>
                  <a:pt x="1076963" y="461865"/>
                </a:lnTo>
                <a:close/>
                <a:lnTo>
                  <a:pt x="1079942" y="330360"/>
                </a:lnTo>
                <a:close/>
                <a:lnTo>
                  <a:pt x="1082921" y="351443"/>
                </a:lnTo>
                <a:close/>
                <a:lnTo>
                  <a:pt x="1084411" y="404477"/>
                </a:lnTo>
                <a:close/>
                <a:lnTo>
                  <a:pt x="1085901" y="307943"/>
                </a:lnTo>
                <a:close/>
                <a:lnTo>
                  <a:pt x="1087390" y="303434"/>
                </a:lnTo>
                <a:close/>
                <a:lnTo>
                  <a:pt x="1090369" y="219602"/>
                </a:lnTo>
                <a:close/>
                <a:lnTo>
                  <a:pt x="1091859" y="196280"/>
                </a:lnTo>
                <a:close/>
                <a:lnTo>
                  <a:pt x="1093349" y="140486"/>
                </a:lnTo>
                <a:close/>
                <a:lnTo>
                  <a:pt x="1094838" y="158868"/>
                </a:lnTo>
                <a:close/>
                <a:lnTo>
                  <a:pt x="1097817" y="157095"/>
                </a:lnTo>
                <a:close/>
                <a:lnTo>
                  <a:pt x="1100796" y="211244"/>
                </a:lnTo>
                <a:close/>
                <a:lnTo>
                  <a:pt x="1105265" y="162604"/>
                </a:lnTo>
                <a:close/>
                <a:lnTo>
                  <a:pt x="1106755" y="196420"/>
                </a:lnTo>
                <a:close/>
                <a:lnTo>
                  <a:pt x="1111223" y="129684"/>
                </a:lnTo>
                <a:close/>
                <a:lnTo>
                  <a:pt x="1112713" y="127279"/>
                </a:lnTo>
                <a:close/>
                <a:lnTo>
                  <a:pt x="1114203" y="162742"/>
                </a:lnTo>
                <a:close/>
                <a:lnTo>
                  <a:pt x="1115692" y="96179"/>
                </a:lnTo>
                <a:close/>
                <a:lnTo>
                  <a:pt x="1117182" y="189661"/>
                </a:lnTo>
                <a:close/>
                <a:lnTo>
                  <a:pt x="1118671" y="189661"/>
                </a:lnTo>
                <a:close/>
                <a:lnTo>
                  <a:pt x="1121650" y="156859"/>
                </a:lnTo>
                <a:close/>
                <a:lnTo>
                  <a:pt x="1124630" y="207744"/>
                </a:lnTo>
                <a:close/>
                <a:lnTo>
                  <a:pt x="1127609" y="219698"/>
                </a:lnTo>
                <a:close/>
                <a:lnTo>
                  <a:pt x="1129098" y="183196"/>
                </a:lnTo>
                <a:close/>
                <a:lnTo>
                  <a:pt x="1130588" y="209704"/>
                </a:lnTo>
                <a:close/>
                <a:lnTo>
                  <a:pt x="1132078" y="197193"/>
                </a:lnTo>
                <a:close/>
                <a:lnTo>
                  <a:pt x="1133567" y="197608"/>
                </a:lnTo>
                <a:close/>
                <a:lnTo>
                  <a:pt x="1135057" y="218822"/>
                </a:lnTo>
                <a:close/>
                <a:lnTo>
                  <a:pt x="1136546" y="122344"/>
                </a:lnTo>
                <a:close/>
                <a:lnTo>
                  <a:pt x="1138036" y="142017"/>
                </a:lnTo>
                <a:close/>
                <a:lnTo>
                  <a:pt x="1141015" y="90588"/>
                </a:lnTo>
                <a:close/>
                <a:lnTo>
                  <a:pt x="1142505" y="46182"/>
                </a:lnTo>
                <a:close/>
                <a:lnTo>
                  <a:pt x="1143994" y="45350"/>
                </a:lnTo>
                <a:close/>
                <a:lnTo>
                  <a:pt x="1145484" y="29080"/>
                </a:lnTo>
                <a:close/>
                <a:lnTo>
                  <a:pt x="1148463" y="106135"/>
                </a:lnTo>
                <a:close/>
                <a:lnTo>
                  <a:pt x="1149952" y="159046"/>
                </a:lnTo>
                <a:close/>
                <a:lnTo>
                  <a:pt x="1152932" y="113510"/>
                </a:lnTo>
                <a:close/>
                <a:lnTo>
                  <a:pt x="1154421" y="121129"/>
                </a:lnTo>
                <a:close/>
                <a:lnTo>
                  <a:pt x="1155911" y="177913"/>
                </a:lnTo>
                <a:close/>
                <a:lnTo>
                  <a:pt x="1157400" y="170828"/>
                </a:lnTo>
                <a:close/>
                <a:lnTo>
                  <a:pt x="1158890" y="115142"/>
                </a:lnTo>
                <a:close/>
                <a:lnTo>
                  <a:pt x="1160379" y="184771"/>
                </a:lnTo>
                <a:close/>
                <a:lnTo>
                  <a:pt x="1161869" y="148083"/>
                </a:lnTo>
                <a:close/>
                <a:lnTo>
                  <a:pt x="1163359" y="251020"/>
                </a:lnTo>
                <a:close/>
                <a:lnTo>
                  <a:pt x="1164848" y="237265"/>
                </a:lnTo>
                <a:close/>
                <a:lnTo>
                  <a:pt x="1166338" y="305867"/>
                </a:lnTo>
                <a:close/>
                <a:lnTo>
                  <a:pt x="1167827" y="241155"/>
                </a:lnTo>
                <a:close/>
                <a:lnTo>
                  <a:pt x="1172296" y="374590"/>
                </a:lnTo>
                <a:close/>
                <a:lnTo>
                  <a:pt x="1173786" y="397126"/>
                </a:lnTo>
                <a:close/>
                <a:lnTo>
                  <a:pt x="1176765" y="331435"/>
                </a:lnTo>
                <a:close/>
                <a:lnTo>
                  <a:pt x="1178254" y="376616"/>
                </a:lnTo>
                <a:close/>
                <a:lnTo>
                  <a:pt x="1179744" y="343349"/>
                </a:lnTo>
                <a:close/>
                <a:lnTo>
                  <a:pt x="1182723" y="467137"/>
                </a:lnTo>
                <a:close/>
                <a:lnTo>
                  <a:pt x="1185702" y="448660"/>
                </a:lnTo>
                <a:close/>
                <a:lnTo>
                  <a:pt x="1188681" y="520210"/>
                </a:lnTo>
                <a:close/>
                <a:lnTo>
                  <a:pt x="1191661" y="483693"/>
                </a:lnTo>
                <a:close/>
                <a:lnTo>
                  <a:pt x="1193150" y="503509"/>
                </a:lnTo>
                <a:close/>
                <a:lnTo>
                  <a:pt x="1194640" y="481465"/>
                </a:lnTo>
                <a:close/>
                <a:lnTo>
                  <a:pt x="1196129" y="487878"/>
                </a:lnTo>
                <a:close/>
                <a:lnTo>
                  <a:pt x="1197619" y="479671"/>
                </a:lnTo>
                <a:close/>
                <a:lnTo>
                  <a:pt x="1200598" y="540101"/>
                </a:lnTo>
                <a:close/>
                <a:lnTo>
                  <a:pt x="1202088" y="570051"/>
                </a:lnTo>
                <a:close/>
                <a:lnTo>
                  <a:pt x="1203577" y="524225"/>
                </a:lnTo>
                <a:close/>
                <a:lnTo>
                  <a:pt x="1205067" y="576170"/>
                </a:lnTo>
                <a:close/>
                <a:lnTo>
                  <a:pt x="1206556" y="564190"/>
                </a:lnTo>
                <a:close/>
                <a:lnTo>
                  <a:pt x="1208046" y="537334"/>
                </a:lnTo>
                <a:close/>
                <a:lnTo>
                  <a:pt x="1209535" y="545868"/>
                </a:lnTo>
                <a:close/>
                <a:lnTo>
                  <a:pt x="1211025" y="545868"/>
                </a:lnTo>
                <a:close/>
                <a:lnTo>
                  <a:pt x="1212515" y="600746"/>
                </a:lnTo>
                <a:close/>
                <a:lnTo>
                  <a:pt x="1214004" y="595923"/>
                </a:lnTo>
                <a:close/>
                <a:lnTo>
                  <a:pt x="1215494" y="539336"/>
                </a:lnTo>
                <a:close/>
                <a:lnTo>
                  <a:pt x="1216983" y="542757"/>
                </a:lnTo>
                <a:close/>
                <a:lnTo>
                  <a:pt x="1219962" y="553807"/>
                </a:lnTo>
                <a:close/>
                <a:lnTo>
                  <a:pt x="1221452" y="513524"/>
                </a:lnTo>
                <a:close/>
                <a:lnTo>
                  <a:pt x="1222942" y="513652"/>
                </a:lnTo>
                <a:close/>
                <a:lnTo>
                  <a:pt x="1224431" y="547958"/>
                </a:lnTo>
                <a:close/>
                <a:lnTo>
                  <a:pt x="1227410" y="505289"/>
                </a:lnTo>
                <a:close/>
                <a:lnTo>
                  <a:pt x="1231879" y="405484"/>
                </a:lnTo>
                <a:close/>
                <a:lnTo>
                  <a:pt x="1233369" y="455252"/>
                </a:lnTo>
                <a:close/>
                <a:lnTo>
                  <a:pt x="1234858" y="437068"/>
                </a:lnTo>
                <a:close/>
                <a:lnTo>
                  <a:pt x="1236348" y="447274"/>
                </a:lnTo>
                <a:close/>
                <a:lnTo>
                  <a:pt x="1237837" y="523860"/>
                </a:lnTo>
                <a:close/>
                <a:lnTo>
                  <a:pt x="1239327" y="500761"/>
                </a:lnTo>
                <a:close/>
                <a:lnTo>
                  <a:pt x="1240817" y="430221"/>
                </a:lnTo>
                <a:close/>
                <a:lnTo>
                  <a:pt x="1242306" y="430221"/>
                </a:lnTo>
                <a:close/>
                <a:lnTo>
                  <a:pt x="1243796" y="462282"/>
                </a:lnTo>
                <a:close/>
                <a:lnTo>
                  <a:pt x="1245285" y="412516"/>
                </a:lnTo>
                <a:close/>
                <a:lnTo>
                  <a:pt x="1248264" y="424132"/>
                </a:lnTo>
                <a:close/>
                <a:lnTo>
                  <a:pt x="1249754" y="412114"/>
                </a:lnTo>
                <a:close/>
                <a:lnTo>
                  <a:pt x="1251244" y="441576"/>
                </a:lnTo>
                <a:close/>
                <a:lnTo>
                  <a:pt x="1254223" y="383583"/>
                </a:lnTo>
                <a:close/>
                <a:lnTo>
                  <a:pt x="1258691" y="519845"/>
                </a:lnTo>
                <a:close/>
                <a:lnTo>
                  <a:pt x="1261671" y="453642"/>
                </a:lnTo>
                <a:close/>
                <a:lnTo>
                  <a:pt x="1263160" y="442198"/>
                </a:lnTo>
                <a:close/>
                <a:lnTo>
                  <a:pt x="1264650" y="400508"/>
                </a:lnTo>
                <a:close/>
                <a:lnTo>
                  <a:pt x="1266139" y="421951"/>
                </a:lnTo>
                <a:close/>
                <a:lnTo>
                  <a:pt x="1267629" y="394501"/>
                </a:lnTo>
                <a:close/>
                <a:lnTo>
                  <a:pt x="1270608" y="454838"/>
                </a:lnTo>
                <a:close/>
                <a:lnTo>
                  <a:pt x="1272098" y="468725"/>
                </a:lnTo>
                <a:close/>
                <a:lnTo>
                  <a:pt x="1273587" y="514348"/>
                </a:lnTo>
                <a:close/>
                <a:lnTo>
                  <a:pt x="1275077" y="508265"/>
                </a:lnTo>
                <a:close/>
                <a:lnTo>
                  <a:pt x="1278056" y="399339"/>
                </a:lnTo>
                <a:close/>
                <a:lnTo>
                  <a:pt x="1279546" y="387901"/>
                </a:lnTo>
                <a:close/>
                <a:lnTo>
                  <a:pt x="1281035" y="425054"/>
                </a:lnTo>
                <a:close/>
                <a:lnTo>
                  <a:pt x="1282525" y="414887"/>
                </a:lnTo>
                <a:close/>
                <a:lnTo>
                  <a:pt x="1285504" y="514932"/>
                </a:lnTo>
                <a:close/>
                <a:lnTo>
                  <a:pt x="1286993" y="472572"/>
                </a:lnTo>
                <a:close/>
                <a:lnTo>
                  <a:pt x="1288483" y="360237"/>
                </a:lnTo>
                <a:close/>
                <a:lnTo>
                  <a:pt x="1289973" y="388102"/>
                </a:lnTo>
                <a:close/>
                <a:lnTo>
                  <a:pt x="1291462" y="314710"/>
                </a:lnTo>
                <a:close/>
                <a:lnTo>
                  <a:pt x="1297420" y="441121"/>
                </a:lnTo>
                <a:close/>
                <a:lnTo>
                  <a:pt x="1300400" y="343823"/>
                </a:lnTo>
                <a:close/>
                <a:lnTo>
                  <a:pt x="1303379" y="343315"/>
                </a:lnTo>
                <a:close/>
                <a:lnTo>
                  <a:pt x="1306358" y="287211"/>
                </a:lnTo>
                <a:close/>
                <a:lnTo>
                  <a:pt x="1307847" y="297423"/>
                </a:lnTo>
                <a:close/>
                <a:lnTo>
                  <a:pt x="1309337" y="324374"/>
                </a:lnTo>
                <a:close/>
                <a:lnTo>
                  <a:pt x="1310827" y="257371"/>
                </a:lnTo>
                <a:close/>
                <a:lnTo>
                  <a:pt x="1313806" y="315984"/>
                </a:lnTo>
                <a:close/>
                <a:lnTo>
                  <a:pt x="1315295" y="314318"/>
                </a:lnTo>
                <a:close/>
                <a:lnTo>
                  <a:pt x="1316785" y="264839"/>
                </a:lnTo>
                <a:close/>
                <a:lnTo>
                  <a:pt x="1319764" y="270159"/>
                </a:lnTo>
                <a:close/>
                <a:lnTo>
                  <a:pt x="1324233" y="183178"/>
                </a:lnTo>
                <a:close/>
                <a:lnTo>
                  <a:pt x="1325722" y="177607"/>
                </a:lnTo>
                <a:close/>
                <a:lnTo>
                  <a:pt x="1327212" y="155049"/>
                </a:lnTo>
                <a:close/>
                <a:lnTo>
                  <a:pt x="1328702" y="168871"/>
                </a:lnTo>
                <a:close/>
                <a:lnTo>
                  <a:pt x="1330191" y="230094"/>
                </a:lnTo>
                <a:close/>
                <a:lnTo>
                  <a:pt x="1331681" y="226188"/>
                </a:lnTo>
                <a:close/>
                <a:lnTo>
                  <a:pt x="1333170" y="230655"/>
                </a:lnTo>
                <a:close/>
                <a:lnTo>
                  <a:pt x="1336149" y="202002"/>
                </a:lnTo>
                <a:close/>
                <a:lnTo>
                  <a:pt x="1339129" y="303532"/>
                </a:lnTo>
                <a:close/>
                <a:lnTo>
                  <a:pt x="1340618" y="301957"/>
                </a:lnTo>
                <a:close/>
                <a:lnTo>
                  <a:pt x="1342108" y="197847"/>
                </a:lnTo>
                <a:close/>
                <a:lnTo>
                  <a:pt x="1343597" y="194868"/>
                </a:lnTo>
                <a:close/>
                <a:lnTo>
                  <a:pt x="1345087" y="176287"/>
                </a:lnTo>
                <a:close/>
                <a:lnTo>
                  <a:pt x="1346576" y="189272"/>
                </a:lnTo>
                <a:close/>
                <a:lnTo>
                  <a:pt x="1351045" y="166576"/>
                </a:lnTo>
                <a:close/>
                <a:lnTo>
                  <a:pt x="1352535" y="180897"/>
                </a:lnTo>
                <a:close/>
                <a:lnTo>
                  <a:pt x="1355514" y="155553"/>
                </a:lnTo>
                <a:close/>
                <a:lnTo>
                  <a:pt x="1358493" y="218077"/>
                </a:lnTo>
                <a:close/>
                <a:lnTo>
                  <a:pt x="1359983" y="171652"/>
                </a:lnTo>
                <a:close/>
                <a:lnTo>
                  <a:pt x="1361472" y="189941"/>
                </a:lnTo>
                <a:close/>
                <a:lnTo>
                  <a:pt x="1362962" y="229375"/>
                </a:lnTo>
                <a:close/>
                <a:lnTo>
                  <a:pt x="1365941" y="191579"/>
                </a:lnTo>
                <a:close/>
                <a:lnTo>
                  <a:pt x="1367431" y="227891"/>
                </a:lnTo>
                <a:close/>
                <a:lnTo>
                  <a:pt x="1368920" y="213549"/>
                </a:lnTo>
                <a:close/>
                <a:lnTo>
                  <a:pt x="1370410" y="217086"/>
                </a:lnTo>
                <a:close/>
                <a:lnTo>
                  <a:pt x="1371899" y="256834"/>
                </a:lnTo>
                <a:close/>
                <a:lnTo>
                  <a:pt x="1374878" y="212442"/>
                </a:lnTo>
                <a:close/>
                <a:lnTo>
                  <a:pt x="1376368" y="302623"/>
                </a:lnTo>
                <a:close/>
                <a:lnTo>
                  <a:pt x="1379347" y="276370"/>
                </a:lnTo>
                <a:close/>
                <a:lnTo>
                  <a:pt x="1380837" y="294219"/>
                </a:lnTo>
                <a:close/>
                <a:lnTo>
                  <a:pt x="1382326" y="362913"/>
                </a:lnTo>
                <a:close/>
                <a:lnTo>
                  <a:pt x="1383816" y="317374"/>
                </a:lnTo>
                <a:close/>
                <a:lnTo>
                  <a:pt x="1385305" y="359674"/>
                </a:lnTo>
                <a:close/>
                <a:lnTo>
                  <a:pt x="1386795" y="359192"/>
                </a:lnTo>
                <a:close/>
                <a:lnTo>
                  <a:pt x="1389774" y="221470"/>
                </a:lnTo>
                <a:close/>
                <a:lnTo>
                  <a:pt x="1392753" y="253420"/>
                </a:lnTo>
                <a:close/>
                <a:lnTo>
                  <a:pt x="1395732" y="165173"/>
                </a:lnTo>
                <a:close/>
                <a:lnTo>
                  <a:pt x="1400201" y="192257"/>
                </a:lnTo>
                <a:close/>
                <a:lnTo>
                  <a:pt x="1401691" y="167840"/>
                </a:lnTo>
                <a:close/>
                <a:lnTo>
                  <a:pt x="1404670" y="233627"/>
                </a:lnTo>
                <a:close/>
                <a:lnTo>
                  <a:pt x="1407649" y="177765"/>
                </a:lnTo>
                <a:close/>
                <a:lnTo>
                  <a:pt x="1409139" y="229071"/>
                </a:lnTo>
                <a:close/>
                <a:lnTo>
                  <a:pt x="1410628" y="207052"/>
                </a:lnTo>
                <a:close/>
                <a:lnTo>
                  <a:pt x="1413607" y="269950"/>
                </a:lnTo>
                <a:close/>
                <a:lnTo>
                  <a:pt x="1415097" y="209864"/>
                </a:lnTo>
                <a:close/>
                <a:lnTo>
                  <a:pt x="1418076" y="274085"/>
                </a:lnTo>
                <a:close/>
                <a:lnTo>
                  <a:pt x="1422545" y="235982"/>
                </a:lnTo>
                <a:close/>
                <a:lnTo>
                  <a:pt x="1424034" y="245774"/>
                </a:lnTo>
                <a:close/>
                <a:lnTo>
                  <a:pt x="1425524" y="222993"/>
                </a:lnTo>
                <a:close/>
                <a:lnTo>
                  <a:pt x="1427014" y="167876"/>
                </a:lnTo>
                <a:close/>
                <a:lnTo>
                  <a:pt x="1428503" y="185335"/>
                </a:lnTo>
                <a:close/>
                <a:lnTo>
                  <a:pt x="1431482" y="120903"/>
                </a:lnTo>
                <a:close/>
                <a:lnTo>
                  <a:pt x="1434461" y="142379"/>
                </a:lnTo>
                <a:close/>
                <a:lnTo>
                  <a:pt x="1437441" y="250676"/>
                </a:lnTo>
                <a:close/>
                <a:lnTo>
                  <a:pt x="1441909" y="182449"/>
                </a:lnTo>
                <a:close/>
                <a:lnTo>
                  <a:pt x="1443399" y="205550"/>
                </a:lnTo>
                <a:close/>
                <a:lnTo>
                  <a:pt x="1444888" y="191203"/>
                </a:lnTo>
                <a:close/>
                <a:lnTo>
                  <a:pt x="1446378" y="128702"/>
                </a:lnTo>
                <a:close/>
                <a:lnTo>
                  <a:pt x="1447868" y="140150"/>
                </a:lnTo>
                <a:close/>
                <a:lnTo>
                  <a:pt x="1449357" y="118527"/>
                </a:lnTo>
                <a:close/>
                <a:lnTo>
                  <a:pt x="1450847" y="121127"/>
                </a:lnTo>
                <a:close/>
                <a:lnTo>
                  <a:pt x="1452336" y="153139"/>
                </a:lnTo>
                <a:close/>
                <a:lnTo>
                  <a:pt x="1455316" y="104504"/>
                </a:lnTo>
                <a:close/>
                <a:lnTo>
                  <a:pt x="1459784" y="148997"/>
                </a:lnTo>
                <a:close/>
                <a:lnTo>
                  <a:pt x="1461274" y="55796"/>
                </a:lnTo>
                <a:close/>
                <a:lnTo>
                  <a:pt x="1462763" y="62457"/>
                </a:lnTo>
                <a:close/>
                <a:lnTo>
                  <a:pt x="1464253" y="96969"/>
                </a:lnTo>
                <a:close/>
                <a:lnTo>
                  <a:pt x="1467232" y="28195"/>
                </a:lnTo>
                <a:close/>
                <a:lnTo>
                  <a:pt x="1470211" y="185080"/>
                </a:lnTo>
                <a:close/>
                <a:lnTo>
                  <a:pt x="1471701" y="98251"/>
                </a:lnTo>
                <a:close/>
                <a:lnTo>
                  <a:pt x="1473190" y="99265"/>
                </a:lnTo>
                <a:close/>
                <a:lnTo>
                  <a:pt x="1474680" y="68342"/>
                </a:lnTo>
                <a:close/>
                <a:lnTo>
                  <a:pt x="1476170" y="129342"/>
                </a:lnTo>
                <a:close/>
                <a:lnTo>
                  <a:pt x="1477659" y="104763"/>
                </a:lnTo>
                <a:close/>
                <a:lnTo>
                  <a:pt x="1480638" y="159611"/>
                </a:lnTo>
                <a:close/>
                <a:lnTo>
                  <a:pt x="1482128" y="140379"/>
                </a:lnTo>
                <a:close/>
                <a:lnTo>
                  <a:pt x="1485107" y="216389"/>
                </a:lnTo>
                <a:close/>
                <a:lnTo>
                  <a:pt x="1486597" y="217133"/>
                </a:lnTo>
                <a:close/>
                <a:lnTo>
                  <a:pt x="1488086" y="131861"/>
                </a:lnTo>
                <a:close/>
                <a:lnTo>
                  <a:pt x="1489576" y="141668"/>
                </a:lnTo>
                <a:close/>
                <a:lnTo>
                  <a:pt x="1492555" y="132816"/>
                </a:lnTo>
                <a:close/>
                <a:lnTo>
                  <a:pt x="1495534" y="47470"/>
                </a:lnTo>
                <a:close/>
                <a:lnTo>
                  <a:pt x="1497024" y="59551"/>
                </a:lnTo>
                <a:close/>
                <a:lnTo>
                  <a:pt x="1498513" y="57513"/>
                </a:lnTo>
                <a:close/>
                <a:lnTo>
                  <a:pt x="1501492" y="5486"/>
                </a:lnTo>
                <a:close/>
                <a:lnTo>
                  <a:pt x="1504472" y="108346"/>
                </a:lnTo>
                <a:close/>
                <a:lnTo>
                  <a:pt x="1507451" y="99594"/>
                </a:lnTo>
                <a:close/>
                <a:lnTo>
                  <a:pt x="1508940" y="108307"/>
                </a:lnTo>
                <a:close/>
                <a:lnTo>
                  <a:pt x="1510430" y="139906"/>
                </a:lnTo>
                <a:close/>
                <a:lnTo>
                  <a:pt x="1511919" y="108343"/>
                </a:lnTo>
                <a:close/>
                <a:lnTo>
                  <a:pt x="1513409" y="205272"/>
                </a:lnTo>
                <a:close/>
                <a:lnTo>
                  <a:pt x="1516388" y="154971"/>
                </a:lnTo>
                <a:close/>
                <a:lnTo>
                  <a:pt x="1519367" y="251917"/>
                </a:lnTo>
                <a:close/>
                <a:lnTo>
                  <a:pt x="1522346" y="276219"/>
                </a:lnTo>
                <a:close/>
                <a:lnTo>
                  <a:pt x="1523836" y="286187"/>
                </a:lnTo>
                <a:close/>
                <a:lnTo>
                  <a:pt x="1525326" y="251440"/>
                </a:lnTo>
                <a:close/>
                <a:lnTo>
                  <a:pt x="1526815" y="289269"/>
                </a:lnTo>
                <a:close/>
                <a:lnTo>
                  <a:pt x="1528305" y="276940"/>
                </a:lnTo>
                <a:close/>
                <a:lnTo>
                  <a:pt x="1529794" y="333257"/>
                </a:lnTo>
                <a:close/>
                <a:lnTo>
                  <a:pt x="1532773" y="253226"/>
                </a:lnTo>
                <a:close/>
                <a:lnTo>
                  <a:pt x="1534263" y="234724"/>
                </a:lnTo>
                <a:close/>
                <a:lnTo>
                  <a:pt x="1537242" y="339062"/>
                </a:lnTo>
                <a:close/>
                <a:lnTo>
                  <a:pt x="1540221" y="309895"/>
                </a:lnTo>
                <a:close/>
                <a:lnTo>
                  <a:pt x="1543201" y="394717"/>
                </a:lnTo>
                <a:close/>
                <a:lnTo>
                  <a:pt x="1544690" y="295518"/>
                </a:lnTo>
                <a:close/>
                <a:lnTo>
                  <a:pt x="1546180" y="328646"/>
                </a:lnTo>
                <a:close/>
                <a:lnTo>
                  <a:pt x="1549159" y="430132"/>
                </a:lnTo>
                <a:close/>
                <a:lnTo>
                  <a:pt x="1552138" y="384352"/>
                </a:lnTo>
                <a:close/>
                <a:lnTo>
                  <a:pt x="1553628" y="382510"/>
                </a:lnTo>
                <a:close/>
                <a:lnTo>
                  <a:pt x="1555117" y="433394"/>
                </a:lnTo>
                <a:close/>
                <a:lnTo>
                  <a:pt x="1558096" y="380400"/>
                </a:lnTo>
                <a:close/>
                <a:lnTo>
                  <a:pt x="1561075" y="529298"/>
                </a:lnTo>
                <a:close/>
                <a:lnTo>
                  <a:pt x="1562565" y="534407"/>
                </a:lnTo>
                <a:close/>
                <a:lnTo>
                  <a:pt x="1565544" y="519463"/>
                </a:lnTo>
                <a:close/>
                <a:lnTo>
                  <a:pt x="1567034" y="478266"/>
                </a:lnTo>
                <a:close/>
                <a:lnTo>
                  <a:pt x="1570013" y="579074"/>
                </a:lnTo>
                <a:close/>
                <a:lnTo>
                  <a:pt x="1572992" y="495401"/>
                </a:lnTo>
                <a:close/>
                <a:lnTo>
                  <a:pt x="1574482" y="519010"/>
                </a:lnTo>
                <a:close/>
                <a:lnTo>
                  <a:pt x="1575971" y="443345"/>
                </a:lnTo>
                <a:close/>
                <a:lnTo>
                  <a:pt x="1578950" y="510445"/>
                </a:lnTo>
                <a:close/>
                <a:lnTo>
                  <a:pt x="1583419" y="438617"/>
                </a:lnTo>
                <a:close/>
                <a:lnTo>
                  <a:pt x="1584909" y="452728"/>
                </a:lnTo>
                <a:close/>
                <a:lnTo>
                  <a:pt x="1592357" y="300318"/>
                </a:lnTo>
                <a:close/>
                <a:lnTo>
                  <a:pt x="1593846" y="288860"/>
                </a:lnTo>
                <a:close/>
                <a:lnTo>
                  <a:pt x="1595336" y="297061"/>
                </a:lnTo>
                <a:close/>
                <a:lnTo>
                  <a:pt x="1596825" y="351895"/>
                </a:lnTo>
                <a:close/>
                <a:lnTo>
                  <a:pt x="1598315" y="342601"/>
                </a:lnTo>
                <a:close/>
                <a:lnTo>
                  <a:pt x="1599804" y="343702"/>
                </a:lnTo>
                <a:close/>
                <a:lnTo>
                  <a:pt x="1602784" y="393941"/>
                </a:lnTo>
                <a:close/>
                <a:lnTo>
                  <a:pt x="1604273" y="388122"/>
                </a:lnTo>
                <a:close/>
                <a:lnTo>
                  <a:pt x="1608742" y="435520"/>
                </a:lnTo>
                <a:close/>
                <a:lnTo>
                  <a:pt x="1610231" y="395905"/>
                </a:lnTo>
                <a:close/>
                <a:lnTo>
                  <a:pt x="1611721" y="424102"/>
                </a:lnTo>
                <a:close/>
                <a:lnTo>
                  <a:pt x="1613211" y="364840"/>
                </a:lnTo>
                <a:close/>
                <a:lnTo>
                  <a:pt x="1614700" y="414209"/>
                </a:lnTo>
                <a:close/>
                <a:lnTo>
                  <a:pt x="1616190" y="396364"/>
                </a:lnTo>
                <a:close/>
                <a:lnTo>
                  <a:pt x="1617679" y="334324"/>
                </a:lnTo>
                <a:close/>
                <a:lnTo>
                  <a:pt x="1619169" y="363742"/>
                </a:lnTo>
                <a:close/>
                <a:lnTo>
                  <a:pt x="1620658" y="342958"/>
                </a:lnTo>
                <a:close/>
                <a:lnTo>
                  <a:pt x="1623638" y="375018"/>
                </a:lnTo>
                <a:close/>
                <a:lnTo>
                  <a:pt x="1625127" y="340522"/>
                </a:lnTo>
                <a:close/>
                <a:lnTo>
                  <a:pt x="1626617" y="364360"/>
                </a:lnTo>
                <a:close/>
                <a:lnTo>
                  <a:pt x="1629596" y="302356"/>
                </a:lnTo>
                <a:close/>
                <a:lnTo>
                  <a:pt x="1631086" y="300621"/>
                </a:lnTo>
                <a:close/>
                <a:lnTo>
                  <a:pt x="1634065" y="419536"/>
                </a:lnTo>
                <a:close/>
                <a:lnTo>
                  <a:pt x="1643002" y="675560"/>
                </a:lnTo>
                <a:close/>
                <a:lnTo>
                  <a:pt x="1644492" y="665053"/>
                </a:lnTo>
                <a:close/>
                <a:lnTo>
                  <a:pt x="1647471" y="600797"/>
                </a:lnTo>
                <a:close/>
                <a:lnTo>
                  <a:pt x="1650450" y="636595"/>
                </a:lnTo>
                <a:close/>
                <a:lnTo>
                  <a:pt x="1651940" y="671133"/>
                </a:lnTo>
                <a:close/>
                <a:lnTo>
                  <a:pt x="1653429" y="663339"/>
                </a:lnTo>
                <a:close/>
                <a:lnTo>
                  <a:pt x="1654919" y="673673"/>
                </a:lnTo>
                <a:close/>
                <a:lnTo>
                  <a:pt x="1656408" y="597197"/>
                </a:lnTo>
                <a:close/>
                <a:lnTo>
                  <a:pt x="1657898" y="624163"/>
                </a:lnTo>
                <a:close/>
                <a:lnTo>
                  <a:pt x="1659387" y="607984"/>
                </a:lnTo>
                <a:close/>
                <a:lnTo>
                  <a:pt x="1662367" y="652141"/>
                </a:lnTo>
                <a:close/>
                <a:lnTo>
                  <a:pt x="1663856" y="665068"/>
                </a:lnTo>
                <a:close/>
                <a:lnTo>
                  <a:pt x="1665346" y="722174"/>
                </a:lnTo>
                <a:close/>
                <a:lnTo>
                  <a:pt x="1666835" y="724179"/>
                </a:lnTo>
                <a:close/>
                <a:lnTo>
                  <a:pt x="1669814" y="697263"/>
                </a:lnTo>
                <a:close/>
                <a:lnTo>
                  <a:pt x="1675773" y="838239"/>
                </a:lnTo>
                <a:close/>
                <a:lnTo>
                  <a:pt x="1677262" y="838239"/>
                </a:lnTo>
                <a:close/>
                <a:lnTo>
                  <a:pt x="1678752" y="855739"/>
                </a:lnTo>
                <a:close/>
                <a:lnTo>
                  <a:pt x="1680242" y="846385"/>
                </a:lnTo>
                <a:close/>
                <a:lnTo>
                  <a:pt x="1681731" y="818333"/>
                </a:lnTo>
                <a:close/>
                <a:lnTo>
                  <a:pt x="1683221" y="829842"/>
                </a:lnTo>
                <a:close/>
                <a:lnTo>
                  <a:pt x="1684710" y="764547"/>
                </a:lnTo>
                <a:close/>
                <a:lnTo>
                  <a:pt x="1690669" y="912552"/>
                </a:lnTo>
                <a:close/>
                <a:lnTo>
                  <a:pt x="1692158" y="931026"/>
                </a:lnTo>
                <a:close/>
                <a:lnTo>
                  <a:pt x="1701096" y="653481"/>
                </a:lnTo>
                <a:close/>
                <a:lnTo>
                  <a:pt x="1702585" y="680287"/>
                </a:lnTo>
                <a:close/>
                <a:lnTo>
                  <a:pt x="1705564" y="581839"/>
                </a:lnTo>
                <a:close/>
                <a:lnTo>
                  <a:pt x="1707054" y="600116"/>
                </a:lnTo>
                <a:close/>
                <a:lnTo>
                  <a:pt x="1708543" y="570905"/>
                </a:lnTo>
                <a:close/>
                <a:lnTo>
                  <a:pt x="1710033" y="579702"/>
                </a:lnTo>
                <a:close/>
                <a:lnTo>
                  <a:pt x="1713012" y="511060"/>
                </a:lnTo>
                <a:close/>
                <a:lnTo>
                  <a:pt x="1715991" y="439547"/>
                </a:lnTo>
                <a:close/>
                <a:lnTo>
                  <a:pt x="1717481" y="525727"/>
                </a:lnTo>
                <a:close/>
                <a:lnTo>
                  <a:pt x="1718971" y="492174"/>
                </a:lnTo>
                <a:close/>
                <a:lnTo>
                  <a:pt x="1720460" y="508664"/>
                </a:lnTo>
                <a:close/>
                <a:lnTo>
                  <a:pt x="1723439" y="428444"/>
                </a:lnTo>
                <a:close/>
                <a:lnTo>
                  <a:pt x="1724929" y="480612"/>
                </a:lnTo>
                <a:close/>
                <a:lnTo>
                  <a:pt x="1726418" y="478549"/>
                </a:lnTo>
                <a:close/>
                <a:lnTo>
                  <a:pt x="1729398" y="350511"/>
                </a:lnTo>
                <a:close/>
                <a:lnTo>
                  <a:pt x="1730887" y="274392"/>
                </a:lnTo>
                <a:close/>
                <a:lnTo>
                  <a:pt x="1732377" y="282748"/>
                </a:lnTo>
                <a:close/>
                <a:lnTo>
                  <a:pt x="1735356" y="244734"/>
                </a:lnTo>
                <a:close/>
                <a:lnTo>
                  <a:pt x="1736845" y="260799"/>
                </a:lnTo>
                <a:close/>
                <a:lnTo>
                  <a:pt x="1738335" y="233034"/>
                </a:lnTo>
                <a:close/>
                <a:lnTo>
                  <a:pt x="1739825" y="249495"/>
                </a:lnTo>
                <a:close/>
                <a:lnTo>
                  <a:pt x="1741314" y="191842"/>
                </a:lnTo>
                <a:close/>
                <a:lnTo>
                  <a:pt x="1744293" y="209536"/>
                </a:lnTo>
                <a:close/>
                <a:lnTo>
                  <a:pt x="1748762" y="305763"/>
                </a:lnTo>
                <a:close/>
                <a:lnTo>
                  <a:pt x="1750252" y="289713"/>
                </a:lnTo>
                <a:close/>
                <a:lnTo>
                  <a:pt x="1751741" y="378503"/>
                </a:lnTo>
                <a:close/>
                <a:lnTo>
                  <a:pt x="1753231" y="349247"/>
                </a:lnTo>
                <a:close/>
                <a:lnTo>
                  <a:pt x="1754720" y="352963"/>
                </a:lnTo>
                <a:close/>
                <a:lnTo>
                  <a:pt x="1757699" y="331438"/>
                </a:lnTo>
                <a:close/>
                <a:lnTo>
                  <a:pt x="1759189" y="193136"/>
                </a:lnTo>
                <a:close/>
                <a:lnTo>
                  <a:pt x="1760679" y="195189"/>
                </a:lnTo>
                <a:close/>
                <a:lnTo>
                  <a:pt x="1762168" y="193414"/>
                </a:lnTo>
                <a:close/>
                <a:lnTo>
                  <a:pt x="1763658" y="177239"/>
                </a:lnTo>
                <a:close/>
                <a:lnTo>
                  <a:pt x="1765147" y="203043"/>
                </a:lnTo>
                <a:close/>
                <a:lnTo>
                  <a:pt x="1769616" y="159031"/>
                </a:lnTo>
                <a:close/>
                <a:lnTo>
                  <a:pt x="1771106" y="151263"/>
                </a:lnTo>
                <a:close/>
                <a:lnTo>
                  <a:pt x="1772595" y="122967"/>
                </a:lnTo>
                <a:close/>
                <a:lnTo>
                  <a:pt x="1774085" y="166376"/>
                </a:lnTo>
                <a:close/>
                <a:lnTo>
                  <a:pt x="1775574" y="168303"/>
                </a:lnTo>
                <a:close/>
                <a:lnTo>
                  <a:pt x="1777064" y="198956"/>
                </a:lnTo>
                <a:close/>
                <a:lnTo>
                  <a:pt x="1780043" y="151588"/>
                </a:lnTo>
                <a:close/>
                <a:lnTo>
                  <a:pt x="1781533" y="179947"/>
                </a:lnTo>
                <a:close/>
                <a:lnTo>
                  <a:pt x="1783022" y="115203"/>
                </a:lnTo>
                <a:close/>
                <a:lnTo>
                  <a:pt x="1784512" y="236948"/>
                </a:lnTo>
                <a:close/>
                <a:lnTo>
                  <a:pt x="1786001" y="235288"/>
                </a:lnTo>
                <a:close/>
                <a:lnTo>
                  <a:pt x="1786001" y="235288"/>
                </a:lnTo>
                <a:close/>
              </a:path>
            </a:pathLst>
          </a:custGeom>
          <a:noFill/>
          <a:ln w="7620">
            <a:solidFill>
              <a:srgbClr val="2E86A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521266" y="5650992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21266" y="6675120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173478" y="1042416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3262778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234497" y="2134094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3560694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475850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3858609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773765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4156524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071680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4454439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9595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4752354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39229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127" name="Freeform 126"/>
          <p:cNvSpPr/>
          <p:nvPr/>
        </p:nvSpPr>
        <p:spPr>
          <a:xfrm>
            <a:off x="5050270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937144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129" name="Freeform 128"/>
          <p:cNvSpPr/>
          <p:nvPr/>
        </p:nvSpPr>
        <p:spPr>
          <a:xfrm>
            <a:off x="3129028" y="190887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43199" y="185375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1.7</a:t>
            </a:r>
          </a:p>
        </p:txBody>
      </p:sp>
      <p:sp>
        <p:nvSpPr>
          <p:cNvPr id="131" name="Freeform 130"/>
          <p:cNvSpPr/>
          <p:nvPr/>
        </p:nvSpPr>
        <p:spPr>
          <a:xfrm>
            <a:off x="3129028" y="168607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943199" y="1630945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133" name="Freeform 132"/>
          <p:cNvSpPr/>
          <p:nvPr/>
        </p:nvSpPr>
        <p:spPr>
          <a:xfrm>
            <a:off x="3129028" y="146326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943199" y="140813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1.9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3129028" y="12404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943199" y="118532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173478" y="8773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138" name="Freeform 137"/>
          <p:cNvSpPr/>
          <p:nvPr/>
        </p:nvSpPr>
        <p:spPr>
          <a:xfrm>
            <a:off x="3262778" y="1088967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671648"/>
                </a:moveTo>
                <a:lnTo>
                  <a:pt x="1490" y="676757"/>
                </a:lnTo>
                <a:close/>
                <a:lnTo>
                  <a:pt x="5959" y="402067"/>
                </a:lnTo>
                <a:close/>
                <a:lnTo>
                  <a:pt x="7448" y="505197"/>
                </a:lnTo>
                <a:close/>
                <a:lnTo>
                  <a:pt x="8938" y="479545"/>
                </a:lnTo>
                <a:close/>
                <a:lnTo>
                  <a:pt x="11917" y="818326"/>
                </a:lnTo>
                <a:close/>
                <a:lnTo>
                  <a:pt x="13406" y="763369"/>
                </a:lnTo>
                <a:close/>
                <a:lnTo>
                  <a:pt x="14896" y="642178"/>
                </a:lnTo>
                <a:close/>
                <a:lnTo>
                  <a:pt x="16386" y="645069"/>
                </a:lnTo>
                <a:close/>
                <a:lnTo>
                  <a:pt x="17875" y="595153"/>
                </a:lnTo>
                <a:close/>
                <a:lnTo>
                  <a:pt x="19365" y="644121"/>
                </a:lnTo>
                <a:close/>
                <a:lnTo>
                  <a:pt x="20854" y="798929"/>
                </a:lnTo>
                <a:close/>
                <a:lnTo>
                  <a:pt x="22344" y="761688"/>
                </a:lnTo>
                <a:close/>
                <a:lnTo>
                  <a:pt x="23834" y="792921"/>
                </a:lnTo>
                <a:close/>
                <a:lnTo>
                  <a:pt x="26813" y="574908"/>
                </a:lnTo>
                <a:close/>
                <a:lnTo>
                  <a:pt x="28302" y="453026"/>
                </a:lnTo>
                <a:close/>
                <a:lnTo>
                  <a:pt x="29792" y="557646"/>
                </a:lnTo>
                <a:close/>
                <a:lnTo>
                  <a:pt x="31281" y="500730"/>
                </a:lnTo>
                <a:close/>
                <a:lnTo>
                  <a:pt x="34261" y="760928"/>
                </a:lnTo>
                <a:close/>
                <a:lnTo>
                  <a:pt x="37240" y="427287"/>
                </a:lnTo>
                <a:close/>
                <a:lnTo>
                  <a:pt x="38729" y="426330"/>
                </a:lnTo>
                <a:close/>
                <a:lnTo>
                  <a:pt x="40219" y="429114"/>
                </a:lnTo>
                <a:close/>
                <a:lnTo>
                  <a:pt x="43198" y="676065"/>
                </a:lnTo>
                <a:close/>
                <a:lnTo>
                  <a:pt x="44688" y="602669"/>
                </a:lnTo>
                <a:close/>
                <a:lnTo>
                  <a:pt x="46177" y="600533"/>
                </a:lnTo>
                <a:close/>
                <a:lnTo>
                  <a:pt x="47667" y="647316"/>
                </a:lnTo>
                <a:close/>
                <a:lnTo>
                  <a:pt x="49156" y="621349"/>
                </a:lnTo>
                <a:close/>
                <a:lnTo>
                  <a:pt x="50646" y="622482"/>
                </a:lnTo>
                <a:close/>
                <a:lnTo>
                  <a:pt x="52135" y="737637"/>
                </a:lnTo>
                <a:close/>
                <a:lnTo>
                  <a:pt x="55115" y="528459"/>
                </a:lnTo>
                <a:close/>
                <a:lnTo>
                  <a:pt x="56604" y="659012"/>
                </a:lnTo>
                <a:close/>
                <a:lnTo>
                  <a:pt x="58094" y="647417"/>
                </a:lnTo>
                <a:close/>
                <a:lnTo>
                  <a:pt x="59583" y="592484"/>
                </a:lnTo>
                <a:close/>
                <a:lnTo>
                  <a:pt x="61073" y="598721"/>
                </a:lnTo>
                <a:close/>
                <a:lnTo>
                  <a:pt x="62563" y="460845"/>
                </a:lnTo>
                <a:close/>
                <a:lnTo>
                  <a:pt x="64052" y="577148"/>
                </a:lnTo>
                <a:close/>
                <a:lnTo>
                  <a:pt x="65542" y="564834"/>
                </a:lnTo>
                <a:close/>
                <a:lnTo>
                  <a:pt x="68521" y="399001"/>
                </a:lnTo>
                <a:close/>
                <a:lnTo>
                  <a:pt x="70010" y="346463"/>
                </a:lnTo>
                <a:close/>
                <a:lnTo>
                  <a:pt x="72990" y="495680"/>
                </a:lnTo>
                <a:close/>
                <a:lnTo>
                  <a:pt x="75969" y="613400"/>
                </a:lnTo>
                <a:close/>
                <a:lnTo>
                  <a:pt x="77458" y="612169"/>
                </a:lnTo>
                <a:close/>
                <a:lnTo>
                  <a:pt x="78948" y="631622"/>
                </a:lnTo>
                <a:close/>
                <a:lnTo>
                  <a:pt x="80437" y="699806"/>
                </a:lnTo>
                <a:close/>
                <a:lnTo>
                  <a:pt x="83417" y="581639"/>
                </a:lnTo>
                <a:close/>
                <a:lnTo>
                  <a:pt x="86396" y="457145"/>
                </a:lnTo>
                <a:close/>
                <a:lnTo>
                  <a:pt x="87885" y="475783"/>
                </a:lnTo>
                <a:close/>
                <a:lnTo>
                  <a:pt x="89375" y="601184"/>
                </a:lnTo>
                <a:close/>
                <a:lnTo>
                  <a:pt x="92354" y="442972"/>
                </a:lnTo>
                <a:close/>
                <a:lnTo>
                  <a:pt x="93844" y="519929"/>
                </a:lnTo>
                <a:close/>
                <a:lnTo>
                  <a:pt x="96823" y="464155"/>
                </a:lnTo>
                <a:close/>
                <a:lnTo>
                  <a:pt x="98312" y="583095"/>
                </a:lnTo>
                <a:close/>
                <a:lnTo>
                  <a:pt x="99802" y="442284"/>
                </a:lnTo>
                <a:close/>
                <a:lnTo>
                  <a:pt x="105760" y="633647"/>
                </a:lnTo>
                <a:close/>
                <a:lnTo>
                  <a:pt x="107250" y="415532"/>
                </a:lnTo>
                <a:close/>
                <a:lnTo>
                  <a:pt x="111719" y="603388"/>
                </a:lnTo>
                <a:close/>
                <a:lnTo>
                  <a:pt x="114698" y="510621"/>
                </a:lnTo>
                <a:close/>
                <a:lnTo>
                  <a:pt x="116187" y="531810"/>
                </a:lnTo>
                <a:close/>
                <a:lnTo>
                  <a:pt x="117677" y="500952"/>
                </a:lnTo>
                <a:close/>
                <a:lnTo>
                  <a:pt x="119166" y="530334"/>
                </a:lnTo>
                <a:close/>
                <a:lnTo>
                  <a:pt x="120656" y="742425"/>
                </a:lnTo>
                <a:close/>
                <a:lnTo>
                  <a:pt x="126614" y="438036"/>
                </a:lnTo>
                <a:close/>
                <a:lnTo>
                  <a:pt x="128104" y="610560"/>
                </a:lnTo>
                <a:close/>
                <a:lnTo>
                  <a:pt x="131083" y="563178"/>
                </a:lnTo>
                <a:close/>
                <a:lnTo>
                  <a:pt x="134062" y="386895"/>
                </a:lnTo>
                <a:close/>
                <a:lnTo>
                  <a:pt x="137041" y="686280"/>
                </a:lnTo>
                <a:close/>
                <a:lnTo>
                  <a:pt x="138531" y="554968"/>
                </a:lnTo>
                <a:close/>
                <a:lnTo>
                  <a:pt x="140020" y="683363"/>
                </a:lnTo>
                <a:close/>
                <a:lnTo>
                  <a:pt x="141510" y="548279"/>
                </a:lnTo>
                <a:close/>
                <a:lnTo>
                  <a:pt x="144489" y="592675"/>
                </a:lnTo>
                <a:close/>
                <a:lnTo>
                  <a:pt x="145979" y="602664"/>
                </a:lnTo>
                <a:close/>
                <a:lnTo>
                  <a:pt x="147468" y="671485"/>
                </a:lnTo>
                <a:close/>
                <a:lnTo>
                  <a:pt x="150447" y="429504"/>
                </a:lnTo>
                <a:close/>
                <a:lnTo>
                  <a:pt x="151937" y="580515"/>
                </a:lnTo>
                <a:close/>
                <a:lnTo>
                  <a:pt x="153427" y="567509"/>
                </a:lnTo>
                <a:close/>
                <a:lnTo>
                  <a:pt x="156406" y="625777"/>
                </a:lnTo>
                <a:close/>
                <a:lnTo>
                  <a:pt x="157895" y="519181"/>
                </a:lnTo>
                <a:close/>
                <a:lnTo>
                  <a:pt x="159385" y="674534"/>
                </a:lnTo>
                <a:close/>
                <a:lnTo>
                  <a:pt x="162364" y="357637"/>
                </a:lnTo>
                <a:close/>
                <a:lnTo>
                  <a:pt x="163854" y="422638"/>
                </a:lnTo>
                <a:close/>
                <a:lnTo>
                  <a:pt x="165343" y="421893"/>
                </a:lnTo>
                <a:close/>
                <a:lnTo>
                  <a:pt x="166833" y="318178"/>
                </a:lnTo>
                <a:close/>
                <a:lnTo>
                  <a:pt x="168322" y="643589"/>
                </a:lnTo>
                <a:close/>
                <a:lnTo>
                  <a:pt x="174281" y="497181"/>
                </a:lnTo>
                <a:close/>
                <a:lnTo>
                  <a:pt x="175770" y="542335"/>
                </a:lnTo>
                <a:close/>
                <a:lnTo>
                  <a:pt x="177260" y="670106"/>
                </a:lnTo>
                <a:close/>
                <a:lnTo>
                  <a:pt x="178749" y="634592"/>
                </a:lnTo>
                <a:close/>
                <a:lnTo>
                  <a:pt x="180239" y="645872"/>
                </a:lnTo>
                <a:close/>
                <a:lnTo>
                  <a:pt x="181729" y="848954"/>
                </a:lnTo>
                <a:close/>
                <a:lnTo>
                  <a:pt x="183218" y="747845"/>
                </a:lnTo>
                <a:close/>
                <a:lnTo>
                  <a:pt x="184708" y="774432"/>
                </a:lnTo>
                <a:close/>
                <a:lnTo>
                  <a:pt x="186197" y="691005"/>
                </a:lnTo>
                <a:close/>
                <a:lnTo>
                  <a:pt x="187687" y="513442"/>
                </a:lnTo>
                <a:close/>
                <a:lnTo>
                  <a:pt x="189176" y="541233"/>
                </a:lnTo>
                <a:close/>
                <a:lnTo>
                  <a:pt x="190666" y="467693"/>
                </a:lnTo>
                <a:close/>
                <a:lnTo>
                  <a:pt x="192156" y="545917"/>
                </a:lnTo>
                <a:close/>
                <a:lnTo>
                  <a:pt x="193645" y="529148"/>
                </a:lnTo>
                <a:close/>
                <a:lnTo>
                  <a:pt x="195135" y="537268"/>
                </a:lnTo>
                <a:close/>
                <a:lnTo>
                  <a:pt x="196624" y="563148"/>
                </a:lnTo>
                <a:close/>
                <a:lnTo>
                  <a:pt x="198114" y="466424"/>
                </a:lnTo>
                <a:close/>
                <a:lnTo>
                  <a:pt x="201093" y="571147"/>
                </a:lnTo>
                <a:close/>
                <a:lnTo>
                  <a:pt x="202583" y="395281"/>
                </a:lnTo>
                <a:close/>
                <a:lnTo>
                  <a:pt x="204072" y="406979"/>
                </a:lnTo>
                <a:close/>
                <a:lnTo>
                  <a:pt x="205562" y="460602"/>
                </a:lnTo>
                <a:close/>
                <a:lnTo>
                  <a:pt x="210031" y="402512"/>
                </a:lnTo>
                <a:close/>
                <a:lnTo>
                  <a:pt x="213010" y="878776"/>
                </a:lnTo>
                <a:close/>
                <a:lnTo>
                  <a:pt x="214499" y="814598"/>
                </a:lnTo>
                <a:close/>
                <a:lnTo>
                  <a:pt x="215989" y="877317"/>
                </a:lnTo>
                <a:close/>
                <a:lnTo>
                  <a:pt x="218968" y="649817"/>
                </a:lnTo>
                <a:close/>
                <a:lnTo>
                  <a:pt x="220458" y="680243"/>
                </a:lnTo>
                <a:close/>
                <a:lnTo>
                  <a:pt x="223437" y="458125"/>
                </a:lnTo>
                <a:close/>
                <a:lnTo>
                  <a:pt x="224926" y="503945"/>
                </a:lnTo>
                <a:close/>
                <a:lnTo>
                  <a:pt x="226416" y="422065"/>
                </a:lnTo>
                <a:close/>
                <a:lnTo>
                  <a:pt x="230885" y="848224"/>
                </a:lnTo>
                <a:close/>
                <a:lnTo>
                  <a:pt x="232374" y="786612"/>
                </a:lnTo>
                <a:close/>
                <a:lnTo>
                  <a:pt x="233864" y="783949"/>
                </a:lnTo>
                <a:close/>
                <a:lnTo>
                  <a:pt x="236843" y="706572"/>
                </a:lnTo>
                <a:close/>
                <a:lnTo>
                  <a:pt x="239822" y="856485"/>
                </a:lnTo>
                <a:close/>
                <a:lnTo>
                  <a:pt x="241312" y="774554"/>
                </a:lnTo>
                <a:close/>
                <a:lnTo>
                  <a:pt x="242801" y="847609"/>
                </a:lnTo>
                <a:close/>
                <a:lnTo>
                  <a:pt x="245780" y="750632"/>
                </a:lnTo>
                <a:close/>
                <a:lnTo>
                  <a:pt x="248760" y="717961"/>
                </a:lnTo>
                <a:close/>
                <a:lnTo>
                  <a:pt x="250249" y="529644"/>
                </a:lnTo>
                <a:close/>
                <a:lnTo>
                  <a:pt x="251739" y="571290"/>
                </a:lnTo>
                <a:close/>
                <a:lnTo>
                  <a:pt x="253228" y="481592"/>
                </a:lnTo>
                <a:close/>
                <a:lnTo>
                  <a:pt x="256207" y="596190"/>
                </a:lnTo>
                <a:close/>
                <a:lnTo>
                  <a:pt x="257697" y="344517"/>
                </a:lnTo>
                <a:close/>
                <a:lnTo>
                  <a:pt x="260676" y="432667"/>
                </a:lnTo>
                <a:close/>
                <a:lnTo>
                  <a:pt x="263655" y="344079"/>
                </a:lnTo>
                <a:close/>
                <a:lnTo>
                  <a:pt x="266634" y="550788"/>
                </a:lnTo>
                <a:close/>
                <a:lnTo>
                  <a:pt x="268124" y="444797"/>
                </a:lnTo>
                <a:close/>
                <a:lnTo>
                  <a:pt x="269614" y="613579"/>
                </a:lnTo>
                <a:close/>
                <a:lnTo>
                  <a:pt x="271103" y="592728"/>
                </a:lnTo>
                <a:close/>
                <a:lnTo>
                  <a:pt x="272593" y="412672"/>
                </a:lnTo>
                <a:close/>
                <a:lnTo>
                  <a:pt x="275572" y="640327"/>
                </a:lnTo>
                <a:close/>
                <a:lnTo>
                  <a:pt x="277061" y="590648"/>
                </a:lnTo>
                <a:close/>
                <a:lnTo>
                  <a:pt x="278551" y="685541"/>
                </a:lnTo>
                <a:close/>
                <a:lnTo>
                  <a:pt x="281530" y="310242"/>
                </a:lnTo>
                <a:close/>
                <a:lnTo>
                  <a:pt x="283020" y="392990"/>
                </a:lnTo>
                <a:close/>
                <a:lnTo>
                  <a:pt x="284509" y="375719"/>
                </a:lnTo>
                <a:close/>
                <a:lnTo>
                  <a:pt x="285999" y="594993"/>
                </a:lnTo>
                <a:close/>
                <a:lnTo>
                  <a:pt x="287489" y="592265"/>
                </a:lnTo>
                <a:close/>
                <a:lnTo>
                  <a:pt x="290468" y="748416"/>
                </a:lnTo>
                <a:close/>
                <a:lnTo>
                  <a:pt x="293447" y="600831"/>
                </a:lnTo>
                <a:close/>
                <a:lnTo>
                  <a:pt x="294936" y="625654"/>
                </a:lnTo>
                <a:close/>
                <a:lnTo>
                  <a:pt x="296426" y="808146"/>
                </a:lnTo>
                <a:close/>
                <a:lnTo>
                  <a:pt x="299405" y="652786"/>
                </a:lnTo>
                <a:close/>
                <a:lnTo>
                  <a:pt x="300895" y="730445"/>
                </a:lnTo>
                <a:close/>
                <a:lnTo>
                  <a:pt x="311322" y="252258"/>
                </a:lnTo>
                <a:close/>
                <a:lnTo>
                  <a:pt x="312811" y="330304"/>
                </a:lnTo>
                <a:close/>
                <a:lnTo>
                  <a:pt x="314301" y="277404"/>
                </a:lnTo>
                <a:close/>
                <a:lnTo>
                  <a:pt x="317280" y="503209"/>
                </a:lnTo>
                <a:close/>
                <a:lnTo>
                  <a:pt x="318770" y="464740"/>
                </a:lnTo>
                <a:close/>
                <a:lnTo>
                  <a:pt x="320259" y="479493"/>
                </a:lnTo>
                <a:close/>
                <a:lnTo>
                  <a:pt x="321749" y="654326"/>
                </a:lnTo>
                <a:close/>
                <a:lnTo>
                  <a:pt x="323238" y="643584"/>
                </a:lnTo>
                <a:close/>
                <a:lnTo>
                  <a:pt x="324728" y="718343"/>
                </a:lnTo>
                <a:close/>
                <a:lnTo>
                  <a:pt x="327707" y="599888"/>
                </a:lnTo>
                <a:close/>
                <a:lnTo>
                  <a:pt x="329197" y="686368"/>
                </a:lnTo>
                <a:close/>
                <a:lnTo>
                  <a:pt x="332176" y="567328"/>
                </a:lnTo>
                <a:close/>
                <a:lnTo>
                  <a:pt x="333665" y="656113"/>
                </a:lnTo>
                <a:close/>
                <a:lnTo>
                  <a:pt x="336645" y="417128"/>
                </a:lnTo>
                <a:close/>
                <a:lnTo>
                  <a:pt x="338134" y="395373"/>
                </a:lnTo>
                <a:close/>
                <a:lnTo>
                  <a:pt x="339624" y="526601"/>
                </a:lnTo>
                <a:close/>
                <a:lnTo>
                  <a:pt x="342603" y="426049"/>
                </a:lnTo>
                <a:close/>
                <a:lnTo>
                  <a:pt x="345582" y="263952"/>
                </a:lnTo>
                <a:close/>
                <a:lnTo>
                  <a:pt x="348561" y="566157"/>
                </a:lnTo>
                <a:close/>
                <a:lnTo>
                  <a:pt x="350051" y="581821"/>
                </a:lnTo>
                <a:close/>
                <a:lnTo>
                  <a:pt x="351540" y="505347"/>
                </a:lnTo>
                <a:close/>
                <a:lnTo>
                  <a:pt x="353030" y="508469"/>
                </a:lnTo>
                <a:close/>
                <a:lnTo>
                  <a:pt x="354519" y="559245"/>
                </a:lnTo>
                <a:close/>
                <a:lnTo>
                  <a:pt x="356009" y="746782"/>
                </a:lnTo>
                <a:close/>
                <a:lnTo>
                  <a:pt x="360478" y="393664"/>
                </a:lnTo>
                <a:close/>
                <a:lnTo>
                  <a:pt x="361967" y="583585"/>
                </a:lnTo>
                <a:close/>
                <a:lnTo>
                  <a:pt x="363457" y="520539"/>
                </a:lnTo>
                <a:close/>
                <a:lnTo>
                  <a:pt x="364946" y="681454"/>
                </a:lnTo>
                <a:close/>
                <a:lnTo>
                  <a:pt x="367926" y="437647"/>
                </a:lnTo>
                <a:close/>
                <a:lnTo>
                  <a:pt x="369415" y="480666"/>
                </a:lnTo>
                <a:close/>
                <a:lnTo>
                  <a:pt x="370905" y="441315"/>
                </a:lnTo>
                <a:close/>
                <a:lnTo>
                  <a:pt x="373884" y="577334"/>
                </a:lnTo>
                <a:close/>
                <a:lnTo>
                  <a:pt x="375373" y="626997"/>
                </a:lnTo>
                <a:close/>
                <a:lnTo>
                  <a:pt x="378353" y="506197"/>
                </a:lnTo>
                <a:close/>
                <a:lnTo>
                  <a:pt x="381332" y="573299"/>
                </a:lnTo>
                <a:close/>
                <a:lnTo>
                  <a:pt x="382821" y="491020"/>
                </a:lnTo>
                <a:close/>
                <a:lnTo>
                  <a:pt x="384311" y="547896"/>
                </a:lnTo>
                <a:close/>
                <a:lnTo>
                  <a:pt x="387290" y="850366"/>
                </a:lnTo>
                <a:close/>
                <a:lnTo>
                  <a:pt x="388780" y="744798"/>
                </a:lnTo>
                <a:close/>
                <a:lnTo>
                  <a:pt x="390269" y="753962"/>
                </a:lnTo>
                <a:close/>
                <a:lnTo>
                  <a:pt x="394738" y="549475"/>
                </a:lnTo>
                <a:close/>
                <a:lnTo>
                  <a:pt x="396228" y="623138"/>
                </a:lnTo>
                <a:close/>
                <a:lnTo>
                  <a:pt x="397717" y="618972"/>
                </a:lnTo>
                <a:close/>
                <a:lnTo>
                  <a:pt x="399207" y="583414"/>
                </a:lnTo>
                <a:close/>
                <a:lnTo>
                  <a:pt x="400696" y="606902"/>
                </a:lnTo>
                <a:close/>
                <a:lnTo>
                  <a:pt x="402186" y="533310"/>
                </a:lnTo>
                <a:close/>
                <a:lnTo>
                  <a:pt x="403675" y="591941"/>
                </a:lnTo>
                <a:close/>
                <a:lnTo>
                  <a:pt x="405165" y="479129"/>
                </a:lnTo>
                <a:close/>
                <a:lnTo>
                  <a:pt x="406655" y="685735"/>
                </a:lnTo>
                <a:close/>
                <a:lnTo>
                  <a:pt x="409634" y="449685"/>
                </a:lnTo>
                <a:close/>
                <a:lnTo>
                  <a:pt x="411123" y="403722"/>
                </a:lnTo>
                <a:close/>
                <a:lnTo>
                  <a:pt x="412613" y="801285"/>
                </a:lnTo>
                <a:close/>
                <a:lnTo>
                  <a:pt x="415592" y="549411"/>
                </a:lnTo>
                <a:close/>
                <a:lnTo>
                  <a:pt x="417082" y="481568"/>
                </a:lnTo>
                <a:close/>
                <a:lnTo>
                  <a:pt x="418571" y="502051"/>
                </a:lnTo>
                <a:close/>
                <a:lnTo>
                  <a:pt x="420061" y="370506"/>
                </a:lnTo>
                <a:close/>
                <a:lnTo>
                  <a:pt x="421550" y="368889"/>
                </a:lnTo>
                <a:close/>
                <a:lnTo>
                  <a:pt x="423040" y="478333"/>
                </a:lnTo>
                <a:close/>
                <a:lnTo>
                  <a:pt x="424530" y="472151"/>
                </a:lnTo>
                <a:close/>
                <a:lnTo>
                  <a:pt x="426019" y="242738"/>
                </a:lnTo>
                <a:close/>
                <a:lnTo>
                  <a:pt x="427509" y="293685"/>
                </a:lnTo>
                <a:close/>
                <a:lnTo>
                  <a:pt x="428998" y="547716"/>
                </a:lnTo>
                <a:close/>
                <a:lnTo>
                  <a:pt x="431977" y="505269"/>
                </a:lnTo>
                <a:close/>
                <a:lnTo>
                  <a:pt x="433467" y="390981"/>
                </a:lnTo>
                <a:close/>
                <a:lnTo>
                  <a:pt x="436446" y="461942"/>
                </a:lnTo>
                <a:close/>
                <a:lnTo>
                  <a:pt x="439425" y="557362"/>
                </a:lnTo>
                <a:close/>
                <a:lnTo>
                  <a:pt x="442404" y="387972"/>
                </a:lnTo>
                <a:close/>
                <a:lnTo>
                  <a:pt x="445384" y="373785"/>
                </a:lnTo>
                <a:close/>
                <a:lnTo>
                  <a:pt x="446873" y="563155"/>
                </a:lnTo>
                <a:close/>
                <a:lnTo>
                  <a:pt x="449852" y="242355"/>
                </a:lnTo>
                <a:close/>
                <a:lnTo>
                  <a:pt x="451342" y="269235"/>
                </a:lnTo>
                <a:close/>
                <a:lnTo>
                  <a:pt x="455811" y="475210"/>
                </a:lnTo>
                <a:close/>
                <a:lnTo>
                  <a:pt x="457300" y="489110"/>
                </a:lnTo>
                <a:close/>
                <a:lnTo>
                  <a:pt x="458790" y="479023"/>
                </a:lnTo>
                <a:close/>
                <a:lnTo>
                  <a:pt x="460279" y="610861"/>
                </a:lnTo>
                <a:close/>
                <a:lnTo>
                  <a:pt x="463258" y="342720"/>
                </a:lnTo>
                <a:close/>
                <a:lnTo>
                  <a:pt x="466238" y="614617"/>
                </a:lnTo>
                <a:close/>
                <a:lnTo>
                  <a:pt x="470706" y="773626"/>
                </a:lnTo>
                <a:close/>
                <a:lnTo>
                  <a:pt x="473686" y="599208"/>
                </a:lnTo>
                <a:close/>
                <a:lnTo>
                  <a:pt x="475175" y="636165"/>
                </a:lnTo>
                <a:close/>
                <a:lnTo>
                  <a:pt x="479644" y="417888"/>
                </a:lnTo>
                <a:close/>
                <a:lnTo>
                  <a:pt x="481133" y="497056"/>
                </a:lnTo>
                <a:close/>
                <a:lnTo>
                  <a:pt x="485602" y="337687"/>
                </a:lnTo>
                <a:close/>
                <a:lnTo>
                  <a:pt x="491560" y="756648"/>
                </a:lnTo>
                <a:close/>
                <a:lnTo>
                  <a:pt x="493050" y="762215"/>
                </a:lnTo>
                <a:close/>
                <a:lnTo>
                  <a:pt x="496029" y="720247"/>
                </a:lnTo>
                <a:close/>
                <a:lnTo>
                  <a:pt x="497519" y="694600"/>
                </a:lnTo>
                <a:close/>
                <a:lnTo>
                  <a:pt x="499008" y="694600"/>
                </a:lnTo>
                <a:close/>
                <a:lnTo>
                  <a:pt x="500498" y="821403"/>
                </a:lnTo>
                <a:close/>
                <a:lnTo>
                  <a:pt x="501987" y="767175"/>
                </a:lnTo>
                <a:close/>
                <a:lnTo>
                  <a:pt x="504967" y="553019"/>
                </a:lnTo>
                <a:close/>
                <a:lnTo>
                  <a:pt x="506456" y="613612"/>
                </a:lnTo>
                <a:close/>
                <a:lnTo>
                  <a:pt x="507946" y="465347"/>
                </a:lnTo>
                <a:close/>
                <a:lnTo>
                  <a:pt x="509435" y="505344"/>
                </a:lnTo>
                <a:close/>
                <a:lnTo>
                  <a:pt x="510925" y="488998"/>
                </a:lnTo>
                <a:close/>
                <a:lnTo>
                  <a:pt x="513904" y="262622"/>
                </a:lnTo>
                <a:close/>
                <a:lnTo>
                  <a:pt x="515394" y="261856"/>
                </a:lnTo>
                <a:close/>
                <a:lnTo>
                  <a:pt x="518373" y="275747"/>
                </a:lnTo>
                <a:close/>
                <a:lnTo>
                  <a:pt x="521352" y="509938"/>
                </a:lnTo>
                <a:close/>
                <a:lnTo>
                  <a:pt x="524331" y="699432"/>
                </a:lnTo>
                <a:close/>
                <a:lnTo>
                  <a:pt x="525821" y="639641"/>
                </a:lnTo>
                <a:close/>
                <a:lnTo>
                  <a:pt x="527310" y="518445"/>
                </a:lnTo>
                <a:close/>
                <a:lnTo>
                  <a:pt x="528800" y="568609"/>
                </a:lnTo>
                <a:close/>
                <a:lnTo>
                  <a:pt x="530289" y="484455"/>
                </a:lnTo>
                <a:close/>
                <a:lnTo>
                  <a:pt x="533269" y="681026"/>
                </a:lnTo>
                <a:close/>
                <a:lnTo>
                  <a:pt x="534758" y="553172"/>
                </a:lnTo>
                <a:close/>
                <a:lnTo>
                  <a:pt x="537737" y="545573"/>
                </a:lnTo>
                <a:close/>
                <a:lnTo>
                  <a:pt x="539227" y="494599"/>
                </a:lnTo>
                <a:close/>
                <a:lnTo>
                  <a:pt x="540716" y="533327"/>
                </a:lnTo>
                <a:close/>
                <a:lnTo>
                  <a:pt x="542206" y="339238"/>
                </a:lnTo>
                <a:close/>
                <a:lnTo>
                  <a:pt x="543696" y="360432"/>
                </a:lnTo>
                <a:close/>
                <a:lnTo>
                  <a:pt x="545185" y="412883"/>
                </a:lnTo>
                <a:close/>
                <a:lnTo>
                  <a:pt x="548164" y="700438"/>
                </a:lnTo>
                <a:close/>
                <a:lnTo>
                  <a:pt x="549654" y="638174"/>
                </a:lnTo>
                <a:close/>
                <a:lnTo>
                  <a:pt x="552633" y="850638"/>
                </a:lnTo>
                <a:close/>
                <a:lnTo>
                  <a:pt x="555612" y="656291"/>
                </a:lnTo>
                <a:close/>
                <a:lnTo>
                  <a:pt x="557102" y="651515"/>
                </a:lnTo>
                <a:close/>
                <a:lnTo>
                  <a:pt x="558591" y="679900"/>
                </a:lnTo>
                <a:close/>
                <a:lnTo>
                  <a:pt x="561571" y="515880"/>
                </a:lnTo>
                <a:close/>
                <a:lnTo>
                  <a:pt x="564550" y="463491"/>
                </a:lnTo>
                <a:close/>
                <a:lnTo>
                  <a:pt x="567529" y="648295"/>
                </a:lnTo>
                <a:close/>
                <a:lnTo>
                  <a:pt x="569018" y="565386"/>
                </a:lnTo>
                <a:close/>
                <a:lnTo>
                  <a:pt x="571998" y="762089"/>
                </a:lnTo>
                <a:close/>
                <a:lnTo>
                  <a:pt x="573487" y="899118"/>
                </a:lnTo>
                <a:close/>
                <a:lnTo>
                  <a:pt x="574977" y="652132"/>
                </a:lnTo>
                <a:close/>
                <a:lnTo>
                  <a:pt x="576466" y="783725"/>
                </a:lnTo>
                <a:close/>
                <a:lnTo>
                  <a:pt x="577956" y="601226"/>
                </a:lnTo>
                <a:close/>
                <a:lnTo>
                  <a:pt x="579445" y="673679"/>
                </a:lnTo>
                <a:close/>
                <a:lnTo>
                  <a:pt x="580935" y="441565"/>
                </a:lnTo>
                <a:close/>
                <a:lnTo>
                  <a:pt x="583914" y="564798"/>
                </a:lnTo>
                <a:close/>
                <a:lnTo>
                  <a:pt x="585404" y="668122"/>
                </a:lnTo>
                <a:close/>
                <a:lnTo>
                  <a:pt x="588383" y="539314"/>
                </a:lnTo>
                <a:close/>
                <a:lnTo>
                  <a:pt x="589872" y="611839"/>
                </a:lnTo>
                <a:close/>
                <a:lnTo>
                  <a:pt x="591362" y="499737"/>
                </a:lnTo>
                <a:close/>
                <a:lnTo>
                  <a:pt x="592852" y="669075"/>
                </a:lnTo>
                <a:close/>
                <a:lnTo>
                  <a:pt x="595831" y="490768"/>
                </a:lnTo>
                <a:close/>
                <a:lnTo>
                  <a:pt x="597320" y="597106"/>
                </a:lnTo>
                <a:close/>
                <a:lnTo>
                  <a:pt x="600300" y="493243"/>
                </a:lnTo>
                <a:close/>
                <a:lnTo>
                  <a:pt x="601789" y="580240"/>
                </a:lnTo>
                <a:close/>
                <a:lnTo>
                  <a:pt x="603279" y="489301"/>
                </a:lnTo>
                <a:close/>
                <a:lnTo>
                  <a:pt x="606258" y="520058"/>
                </a:lnTo>
                <a:close/>
                <a:lnTo>
                  <a:pt x="610727" y="351307"/>
                </a:lnTo>
                <a:close/>
                <a:lnTo>
                  <a:pt x="612216" y="496305"/>
                </a:lnTo>
                <a:close/>
                <a:lnTo>
                  <a:pt x="613706" y="489425"/>
                </a:lnTo>
                <a:close/>
                <a:lnTo>
                  <a:pt x="616685" y="548177"/>
                </a:lnTo>
                <a:close/>
                <a:lnTo>
                  <a:pt x="618174" y="467089"/>
                </a:lnTo>
                <a:close/>
                <a:lnTo>
                  <a:pt x="619664" y="589769"/>
                </a:lnTo>
                <a:close/>
                <a:lnTo>
                  <a:pt x="621154" y="562634"/>
                </a:lnTo>
                <a:close/>
                <a:lnTo>
                  <a:pt x="622643" y="653421"/>
                </a:lnTo>
                <a:close/>
                <a:lnTo>
                  <a:pt x="625622" y="524755"/>
                </a:lnTo>
                <a:close/>
                <a:lnTo>
                  <a:pt x="627112" y="695327"/>
                </a:lnTo>
                <a:close/>
                <a:lnTo>
                  <a:pt x="628601" y="609927"/>
                </a:lnTo>
                <a:close/>
                <a:lnTo>
                  <a:pt x="631581" y="765425"/>
                </a:lnTo>
                <a:close/>
                <a:lnTo>
                  <a:pt x="636049" y="294228"/>
                </a:lnTo>
                <a:close/>
                <a:lnTo>
                  <a:pt x="637539" y="374118"/>
                </a:lnTo>
                <a:close/>
                <a:lnTo>
                  <a:pt x="639028" y="265266"/>
                </a:lnTo>
                <a:close/>
                <a:lnTo>
                  <a:pt x="642008" y="574399"/>
                </a:lnTo>
                <a:close/>
                <a:lnTo>
                  <a:pt x="644987" y="363145"/>
                </a:lnTo>
                <a:close/>
                <a:lnTo>
                  <a:pt x="647966" y="574829"/>
                </a:lnTo>
                <a:close/>
                <a:lnTo>
                  <a:pt x="649456" y="466495"/>
                </a:lnTo>
                <a:close/>
                <a:lnTo>
                  <a:pt x="650945" y="575741"/>
                </a:lnTo>
                <a:close/>
                <a:lnTo>
                  <a:pt x="652435" y="521503"/>
                </a:lnTo>
                <a:close/>
                <a:lnTo>
                  <a:pt x="653924" y="564672"/>
                </a:lnTo>
                <a:close/>
                <a:lnTo>
                  <a:pt x="656903" y="700912"/>
                </a:lnTo>
                <a:close/>
                <a:lnTo>
                  <a:pt x="658393" y="696337"/>
                </a:lnTo>
                <a:close/>
                <a:lnTo>
                  <a:pt x="661372" y="425387"/>
                </a:lnTo>
                <a:close/>
                <a:lnTo>
                  <a:pt x="662862" y="708808"/>
                </a:lnTo>
                <a:close/>
                <a:lnTo>
                  <a:pt x="664351" y="668106"/>
                </a:lnTo>
                <a:close/>
                <a:lnTo>
                  <a:pt x="665841" y="704196"/>
                </a:lnTo>
                <a:close/>
                <a:lnTo>
                  <a:pt x="667330" y="684588"/>
                </a:lnTo>
                <a:close/>
                <a:lnTo>
                  <a:pt x="668820" y="703658"/>
                </a:lnTo>
                <a:close/>
                <a:lnTo>
                  <a:pt x="670310" y="656612"/>
                </a:lnTo>
                <a:close/>
                <a:lnTo>
                  <a:pt x="671799" y="804853"/>
                </a:lnTo>
                <a:close/>
                <a:lnTo>
                  <a:pt x="674778" y="599299"/>
                </a:lnTo>
                <a:close/>
                <a:lnTo>
                  <a:pt x="680737" y="825665"/>
                </a:lnTo>
                <a:close/>
                <a:lnTo>
                  <a:pt x="686695" y="357505"/>
                </a:lnTo>
                <a:close/>
                <a:lnTo>
                  <a:pt x="688184" y="382020"/>
                </a:lnTo>
                <a:close/>
                <a:lnTo>
                  <a:pt x="689674" y="466052"/>
                </a:lnTo>
                <a:close/>
                <a:lnTo>
                  <a:pt x="691164" y="464259"/>
                </a:lnTo>
                <a:close/>
                <a:lnTo>
                  <a:pt x="692653" y="365205"/>
                </a:lnTo>
                <a:close/>
                <a:lnTo>
                  <a:pt x="698612" y="695290"/>
                </a:lnTo>
                <a:close/>
                <a:lnTo>
                  <a:pt x="700101" y="654545"/>
                </a:lnTo>
                <a:close/>
                <a:lnTo>
                  <a:pt x="701591" y="478330"/>
                </a:lnTo>
                <a:close/>
                <a:lnTo>
                  <a:pt x="707549" y="775247"/>
                </a:lnTo>
                <a:close/>
                <a:lnTo>
                  <a:pt x="709039" y="514511"/>
                </a:lnTo>
                <a:close/>
                <a:lnTo>
                  <a:pt x="712018" y="767710"/>
                </a:lnTo>
                <a:close/>
                <a:lnTo>
                  <a:pt x="713507" y="771640"/>
                </a:lnTo>
                <a:close/>
                <a:lnTo>
                  <a:pt x="714997" y="832641"/>
                </a:lnTo>
                <a:close/>
                <a:lnTo>
                  <a:pt x="716486" y="753425"/>
                </a:lnTo>
                <a:close/>
                <a:lnTo>
                  <a:pt x="717976" y="786644"/>
                </a:lnTo>
                <a:close/>
                <a:lnTo>
                  <a:pt x="719466" y="685780"/>
                </a:lnTo>
                <a:close/>
                <a:lnTo>
                  <a:pt x="720955" y="732937"/>
                </a:lnTo>
                <a:close/>
                <a:lnTo>
                  <a:pt x="722445" y="637434"/>
                </a:lnTo>
                <a:close/>
                <a:lnTo>
                  <a:pt x="723934" y="713099"/>
                </a:lnTo>
                <a:close/>
                <a:lnTo>
                  <a:pt x="726913" y="608204"/>
                </a:lnTo>
                <a:close/>
                <a:lnTo>
                  <a:pt x="729893" y="726292"/>
                </a:lnTo>
                <a:close/>
                <a:lnTo>
                  <a:pt x="732872" y="633819"/>
                </a:lnTo>
                <a:close/>
                <a:lnTo>
                  <a:pt x="735851" y="832233"/>
                </a:lnTo>
                <a:close/>
                <a:lnTo>
                  <a:pt x="740320" y="362606"/>
                </a:lnTo>
                <a:close/>
                <a:lnTo>
                  <a:pt x="741809" y="648083"/>
                </a:lnTo>
                <a:close/>
                <a:lnTo>
                  <a:pt x="743299" y="619246"/>
                </a:lnTo>
                <a:close/>
                <a:lnTo>
                  <a:pt x="744788" y="470309"/>
                </a:lnTo>
                <a:close/>
                <a:lnTo>
                  <a:pt x="746278" y="741409"/>
                </a:lnTo>
                <a:close/>
                <a:lnTo>
                  <a:pt x="747768" y="741177"/>
                </a:lnTo>
                <a:close/>
                <a:lnTo>
                  <a:pt x="750747" y="615873"/>
                </a:lnTo>
                <a:close/>
                <a:lnTo>
                  <a:pt x="752236" y="417542"/>
                </a:lnTo>
                <a:close/>
                <a:lnTo>
                  <a:pt x="753726" y="527029"/>
                </a:lnTo>
                <a:close/>
                <a:lnTo>
                  <a:pt x="755215" y="511559"/>
                </a:lnTo>
                <a:close/>
                <a:lnTo>
                  <a:pt x="759684" y="718985"/>
                </a:lnTo>
                <a:close/>
                <a:lnTo>
                  <a:pt x="764153" y="469114"/>
                </a:lnTo>
                <a:close/>
                <a:lnTo>
                  <a:pt x="765642" y="503791"/>
                </a:lnTo>
                <a:close/>
                <a:lnTo>
                  <a:pt x="767132" y="678661"/>
                </a:lnTo>
                <a:close/>
                <a:lnTo>
                  <a:pt x="770111" y="513310"/>
                </a:lnTo>
                <a:close/>
                <a:lnTo>
                  <a:pt x="771601" y="671180"/>
                </a:lnTo>
                <a:close/>
                <a:lnTo>
                  <a:pt x="773090" y="674013"/>
                </a:lnTo>
                <a:close/>
                <a:lnTo>
                  <a:pt x="774580" y="525274"/>
                </a:lnTo>
                <a:close/>
                <a:lnTo>
                  <a:pt x="776069" y="644257"/>
                </a:lnTo>
                <a:close/>
                <a:lnTo>
                  <a:pt x="777559" y="609863"/>
                </a:lnTo>
                <a:close/>
                <a:lnTo>
                  <a:pt x="779049" y="639032"/>
                </a:lnTo>
                <a:close/>
                <a:lnTo>
                  <a:pt x="782028" y="385959"/>
                </a:lnTo>
                <a:close/>
                <a:lnTo>
                  <a:pt x="785007" y="536735"/>
                </a:lnTo>
                <a:close/>
                <a:lnTo>
                  <a:pt x="786497" y="344264"/>
                </a:lnTo>
                <a:close/>
                <a:lnTo>
                  <a:pt x="787986" y="354010"/>
                </a:lnTo>
                <a:close/>
                <a:lnTo>
                  <a:pt x="792455" y="571093"/>
                </a:lnTo>
                <a:close/>
                <a:lnTo>
                  <a:pt x="793944" y="462262"/>
                </a:lnTo>
                <a:close/>
                <a:lnTo>
                  <a:pt x="796924" y="614725"/>
                </a:lnTo>
                <a:close/>
                <a:lnTo>
                  <a:pt x="798413" y="718900"/>
                </a:lnTo>
                <a:close/>
                <a:lnTo>
                  <a:pt x="799903" y="592316"/>
                </a:lnTo>
                <a:close/>
                <a:lnTo>
                  <a:pt x="801392" y="704971"/>
                </a:lnTo>
                <a:close/>
                <a:lnTo>
                  <a:pt x="802882" y="622757"/>
                </a:lnTo>
                <a:close/>
                <a:lnTo>
                  <a:pt x="804371" y="667657"/>
                </a:lnTo>
                <a:close/>
                <a:lnTo>
                  <a:pt x="805861" y="552561"/>
                </a:lnTo>
                <a:close/>
                <a:lnTo>
                  <a:pt x="807351" y="565475"/>
                </a:lnTo>
                <a:close/>
                <a:lnTo>
                  <a:pt x="808840" y="594221"/>
                </a:lnTo>
                <a:close/>
                <a:lnTo>
                  <a:pt x="810330" y="657500"/>
                </a:lnTo>
                <a:close/>
                <a:lnTo>
                  <a:pt x="811819" y="508562"/>
                </a:lnTo>
                <a:close/>
                <a:lnTo>
                  <a:pt x="816288" y="765827"/>
                </a:lnTo>
                <a:close/>
                <a:lnTo>
                  <a:pt x="817778" y="758412"/>
                </a:lnTo>
                <a:close/>
                <a:lnTo>
                  <a:pt x="823736" y="387764"/>
                </a:lnTo>
                <a:close/>
                <a:lnTo>
                  <a:pt x="825225" y="591654"/>
                </a:lnTo>
                <a:close/>
                <a:lnTo>
                  <a:pt x="829694" y="423689"/>
                </a:lnTo>
                <a:close/>
                <a:lnTo>
                  <a:pt x="832673" y="619625"/>
                </a:lnTo>
                <a:close/>
                <a:lnTo>
                  <a:pt x="834163" y="396775"/>
                </a:lnTo>
                <a:close/>
                <a:lnTo>
                  <a:pt x="835653" y="452562"/>
                </a:lnTo>
                <a:close/>
                <a:lnTo>
                  <a:pt x="837142" y="446403"/>
                </a:lnTo>
                <a:close/>
                <a:lnTo>
                  <a:pt x="838632" y="404487"/>
                </a:lnTo>
                <a:close/>
                <a:lnTo>
                  <a:pt x="840121" y="450296"/>
                </a:lnTo>
                <a:close/>
                <a:lnTo>
                  <a:pt x="841611" y="326815"/>
                </a:lnTo>
                <a:close/>
                <a:lnTo>
                  <a:pt x="843100" y="334130"/>
                </a:lnTo>
                <a:close/>
                <a:lnTo>
                  <a:pt x="847569" y="441773"/>
                </a:lnTo>
                <a:close/>
                <a:lnTo>
                  <a:pt x="849059" y="439850"/>
                </a:lnTo>
                <a:close/>
                <a:lnTo>
                  <a:pt x="850548" y="589940"/>
                </a:lnTo>
                <a:close/>
                <a:lnTo>
                  <a:pt x="853527" y="420816"/>
                </a:lnTo>
                <a:close/>
                <a:lnTo>
                  <a:pt x="855017" y="444071"/>
                </a:lnTo>
                <a:close/>
                <a:lnTo>
                  <a:pt x="856507" y="506150"/>
                </a:lnTo>
                <a:close/>
                <a:lnTo>
                  <a:pt x="857996" y="371075"/>
                </a:lnTo>
                <a:close/>
                <a:lnTo>
                  <a:pt x="859486" y="369634"/>
                </a:lnTo>
                <a:close/>
                <a:lnTo>
                  <a:pt x="860975" y="533467"/>
                </a:lnTo>
                <a:close/>
                <a:lnTo>
                  <a:pt x="862465" y="392210"/>
                </a:lnTo>
                <a:close/>
                <a:lnTo>
                  <a:pt x="865444" y="598334"/>
                </a:lnTo>
                <a:close/>
                <a:lnTo>
                  <a:pt x="868423" y="652235"/>
                </a:lnTo>
                <a:close/>
                <a:lnTo>
                  <a:pt x="871402" y="420709"/>
                </a:lnTo>
                <a:close/>
                <a:lnTo>
                  <a:pt x="877361" y="572066"/>
                </a:lnTo>
                <a:close/>
                <a:lnTo>
                  <a:pt x="878850" y="527236"/>
                </a:lnTo>
                <a:close/>
                <a:lnTo>
                  <a:pt x="880340" y="328940"/>
                </a:lnTo>
                <a:close/>
                <a:lnTo>
                  <a:pt x="883319" y="587432"/>
                </a:lnTo>
                <a:close/>
                <a:lnTo>
                  <a:pt x="886298" y="532437"/>
                </a:lnTo>
                <a:close/>
                <a:lnTo>
                  <a:pt x="890767" y="432916"/>
                </a:lnTo>
                <a:close/>
                <a:lnTo>
                  <a:pt x="892256" y="453219"/>
                </a:lnTo>
                <a:close/>
                <a:lnTo>
                  <a:pt x="893746" y="444983"/>
                </a:lnTo>
                <a:close/>
                <a:lnTo>
                  <a:pt x="895236" y="426453"/>
                </a:lnTo>
                <a:close/>
                <a:lnTo>
                  <a:pt x="896725" y="433414"/>
                </a:lnTo>
                <a:close/>
                <a:lnTo>
                  <a:pt x="898215" y="489498"/>
                </a:lnTo>
                <a:close/>
                <a:lnTo>
                  <a:pt x="899704" y="372031"/>
                </a:lnTo>
                <a:close/>
                <a:lnTo>
                  <a:pt x="902683" y="492984"/>
                </a:lnTo>
                <a:close/>
                <a:lnTo>
                  <a:pt x="904173" y="489283"/>
                </a:lnTo>
                <a:close/>
                <a:lnTo>
                  <a:pt x="905663" y="393755"/>
                </a:lnTo>
                <a:close/>
                <a:lnTo>
                  <a:pt x="907152" y="672484"/>
                </a:lnTo>
                <a:close/>
                <a:lnTo>
                  <a:pt x="908642" y="672484"/>
                </a:lnTo>
                <a:close/>
                <a:lnTo>
                  <a:pt x="910131" y="642622"/>
                </a:lnTo>
                <a:close/>
                <a:lnTo>
                  <a:pt x="911621" y="742493"/>
                </a:lnTo>
                <a:close/>
                <a:lnTo>
                  <a:pt x="914600" y="512604"/>
                </a:lnTo>
                <a:close/>
                <a:lnTo>
                  <a:pt x="917579" y="606421"/>
                </a:lnTo>
                <a:close/>
                <a:lnTo>
                  <a:pt x="919069" y="618505"/>
                </a:lnTo>
                <a:close/>
                <a:lnTo>
                  <a:pt x="922048" y="500049"/>
                </a:lnTo>
                <a:close/>
                <a:lnTo>
                  <a:pt x="926517" y="895971"/>
                </a:lnTo>
                <a:close/>
                <a:lnTo>
                  <a:pt x="930985" y="751037"/>
                </a:lnTo>
                <a:close/>
                <a:lnTo>
                  <a:pt x="932475" y="751237"/>
                </a:lnTo>
                <a:close/>
                <a:lnTo>
                  <a:pt x="936944" y="531541"/>
                </a:lnTo>
                <a:close/>
                <a:lnTo>
                  <a:pt x="938433" y="562125"/>
                </a:lnTo>
                <a:close/>
                <a:lnTo>
                  <a:pt x="939923" y="707080"/>
                </a:lnTo>
                <a:close/>
                <a:lnTo>
                  <a:pt x="941412" y="594540"/>
                </a:lnTo>
                <a:close/>
                <a:lnTo>
                  <a:pt x="942902" y="797254"/>
                </a:lnTo>
                <a:close/>
                <a:lnTo>
                  <a:pt x="944392" y="467478"/>
                </a:lnTo>
                <a:close/>
                <a:lnTo>
                  <a:pt x="945881" y="513959"/>
                </a:lnTo>
                <a:close/>
                <a:lnTo>
                  <a:pt x="947371" y="511985"/>
                </a:lnTo>
                <a:close/>
                <a:lnTo>
                  <a:pt x="948860" y="525970"/>
                </a:lnTo>
                <a:close/>
                <a:lnTo>
                  <a:pt x="951839" y="615680"/>
                </a:lnTo>
                <a:close/>
                <a:lnTo>
                  <a:pt x="956308" y="314201"/>
                </a:lnTo>
                <a:close/>
                <a:lnTo>
                  <a:pt x="959287" y="522871"/>
                </a:lnTo>
                <a:close/>
                <a:lnTo>
                  <a:pt x="962266" y="347265"/>
                </a:lnTo>
                <a:close/>
                <a:lnTo>
                  <a:pt x="966735" y="588238"/>
                </a:lnTo>
                <a:close/>
                <a:lnTo>
                  <a:pt x="969714" y="405069"/>
                </a:lnTo>
                <a:close/>
                <a:lnTo>
                  <a:pt x="971204" y="414662"/>
                </a:lnTo>
                <a:close/>
                <a:lnTo>
                  <a:pt x="972694" y="580413"/>
                </a:lnTo>
                <a:close/>
                <a:lnTo>
                  <a:pt x="974183" y="576592"/>
                </a:lnTo>
                <a:close/>
                <a:lnTo>
                  <a:pt x="975673" y="559513"/>
                </a:lnTo>
                <a:close/>
                <a:lnTo>
                  <a:pt x="978652" y="473330"/>
                </a:lnTo>
                <a:close/>
                <a:lnTo>
                  <a:pt x="980141" y="483229"/>
                </a:lnTo>
                <a:close/>
                <a:lnTo>
                  <a:pt x="981631" y="631371"/>
                </a:lnTo>
                <a:close/>
                <a:lnTo>
                  <a:pt x="984610" y="385098"/>
                </a:lnTo>
                <a:close/>
                <a:lnTo>
                  <a:pt x="987589" y="699576"/>
                </a:lnTo>
                <a:close/>
                <a:lnTo>
                  <a:pt x="989079" y="598208"/>
                </a:lnTo>
                <a:close/>
                <a:lnTo>
                  <a:pt x="992058" y="717496"/>
                </a:lnTo>
                <a:close/>
                <a:lnTo>
                  <a:pt x="998016" y="449200"/>
                </a:lnTo>
                <a:close/>
                <a:lnTo>
                  <a:pt x="999506" y="473169"/>
                </a:lnTo>
                <a:close/>
                <a:lnTo>
                  <a:pt x="1000995" y="429981"/>
                </a:lnTo>
                <a:close/>
                <a:lnTo>
                  <a:pt x="1002485" y="603262"/>
                </a:lnTo>
                <a:close/>
                <a:lnTo>
                  <a:pt x="1003975" y="566740"/>
                </a:lnTo>
                <a:close/>
                <a:lnTo>
                  <a:pt x="1005464" y="416372"/>
                </a:lnTo>
                <a:close/>
                <a:lnTo>
                  <a:pt x="1008443" y="614465"/>
                </a:lnTo>
                <a:close/>
                <a:lnTo>
                  <a:pt x="1011423" y="461575"/>
                </a:lnTo>
                <a:close/>
                <a:lnTo>
                  <a:pt x="1014402" y="479478"/>
                </a:lnTo>
                <a:close/>
                <a:lnTo>
                  <a:pt x="1015891" y="577658"/>
                </a:lnTo>
                <a:close/>
                <a:lnTo>
                  <a:pt x="1017381" y="579684"/>
                </a:lnTo>
                <a:close/>
                <a:lnTo>
                  <a:pt x="1018870" y="666455"/>
                </a:lnTo>
                <a:close/>
                <a:lnTo>
                  <a:pt x="1020360" y="629305"/>
                </a:lnTo>
                <a:close/>
                <a:lnTo>
                  <a:pt x="1021850" y="501043"/>
                </a:lnTo>
                <a:close/>
                <a:lnTo>
                  <a:pt x="1023339" y="496414"/>
                </a:lnTo>
                <a:close/>
                <a:lnTo>
                  <a:pt x="1024829" y="517039"/>
                </a:lnTo>
                <a:close/>
                <a:lnTo>
                  <a:pt x="1026318" y="341825"/>
                </a:lnTo>
                <a:close/>
                <a:lnTo>
                  <a:pt x="1027808" y="486192"/>
                </a:lnTo>
                <a:close/>
                <a:lnTo>
                  <a:pt x="1029297" y="419611"/>
                </a:lnTo>
                <a:close/>
                <a:lnTo>
                  <a:pt x="1032277" y="621167"/>
                </a:lnTo>
                <a:close/>
                <a:lnTo>
                  <a:pt x="1033766" y="574226"/>
                </a:lnTo>
                <a:close/>
                <a:lnTo>
                  <a:pt x="1035256" y="759328"/>
                </a:lnTo>
                <a:close/>
                <a:lnTo>
                  <a:pt x="1036745" y="764386"/>
                </a:lnTo>
                <a:close/>
                <a:lnTo>
                  <a:pt x="1038235" y="704766"/>
                </a:lnTo>
                <a:close/>
                <a:lnTo>
                  <a:pt x="1039724" y="706565"/>
                </a:lnTo>
                <a:close/>
                <a:lnTo>
                  <a:pt x="1042704" y="386619"/>
                </a:lnTo>
                <a:close/>
                <a:lnTo>
                  <a:pt x="1044193" y="544783"/>
                </a:lnTo>
                <a:close/>
                <a:lnTo>
                  <a:pt x="1045683" y="532764"/>
                </a:lnTo>
                <a:close/>
                <a:lnTo>
                  <a:pt x="1047172" y="546138"/>
                </a:lnTo>
                <a:close/>
                <a:lnTo>
                  <a:pt x="1048662" y="679685"/>
                </a:lnTo>
                <a:close/>
                <a:lnTo>
                  <a:pt x="1050151" y="610111"/>
                </a:lnTo>
                <a:close/>
                <a:lnTo>
                  <a:pt x="1051641" y="626323"/>
                </a:lnTo>
                <a:close/>
                <a:lnTo>
                  <a:pt x="1054620" y="440689"/>
                </a:lnTo>
                <a:close/>
                <a:lnTo>
                  <a:pt x="1056110" y="205628"/>
                </a:lnTo>
                <a:close/>
                <a:lnTo>
                  <a:pt x="1057599" y="211097"/>
                </a:lnTo>
                <a:close/>
                <a:lnTo>
                  <a:pt x="1060579" y="412480"/>
                </a:lnTo>
                <a:close/>
                <a:lnTo>
                  <a:pt x="1062068" y="656870"/>
                </a:lnTo>
                <a:close/>
                <a:lnTo>
                  <a:pt x="1065047" y="503213"/>
                </a:lnTo>
                <a:close/>
                <a:lnTo>
                  <a:pt x="1066537" y="520496"/>
                </a:lnTo>
                <a:close/>
                <a:lnTo>
                  <a:pt x="1068026" y="576469"/>
                </a:lnTo>
                <a:close/>
                <a:lnTo>
                  <a:pt x="1069516" y="561635"/>
                </a:lnTo>
                <a:close/>
                <a:lnTo>
                  <a:pt x="1071006" y="491898"/>
                </a:lnTo>
                <a:close/>
                <a:lnTo>
                  <a:pt x="1072495" y="608572"/>
                </a:lnTo>
                <a:close/>
                <a:lnTo>
                  <a:pt x="1075474" y="432476"/>
                </a:lnTo>
                <a:close/>
                <a:lnTo>
                  <a:pt x="1076964" y="427376"/>
                </a:lnTo>
                <a:close/>
                <a:lnTo>
                  <a:pt x="1078453" y="441097"/>
                </a:lnTo>
                <a:close/>
                <a:lnTo>
                  <a:pt x="1079943" y="649908"/>
                </a:lnTo>
                <a:close/>
                <a:lnTo>
                  <a:pt x="1081433" y="547476"/>
                </a:lnTo>
                <a:close/>
                <a:lnTo>
                  <a:pt x="1082922" y="628831"/>
                </a:lnTo>
                <a:close/>
                <a:lnTo>
                  <a:pt x="1084412" y="507433"/>
                </a:lnTo>
                <a:close/>
                <a:lnTo>
                  <a:pt x="1085901" y="547254"/>
                </a:lnTo>
                <a:close/>
                <a:lnTo>
                  <a:pt x="1087391" y="652843"/>
                </a:lnTo>
                <a:close/>
                <a:lnTo>
                  <a:pt x="1091860" y="381064"/>
                </a:lnTo>
                <a:close/>
                <a:lnTo>
                  <a:pt x="1093349" y="439106"/>
                </a:lnTo>
                <a:close/>
                <a:lnTo>
                  <a:pt x="1096328" y="672123"/>
                </a:lnTo>
                <a:close/>
                <a:lnTo>
                  <a:pt x="1099308" y="730405"/>
                </a:lnTo>
                <a:close/>
                <a:lnTo>
                  <a:pt x="1100797" y="518827"/>
                </a:lnTo>
                <a:close/>
                <a:lnTo>
                  <a:pt x="1102287" y="566612"/>
                </a:lnTo>
                <a:close/>
                <a:lnTo>
                  <a:pt x="1103776" y="482907"/>
                </a:lnTo>
                <a:close/>
                <a:lnTo>
                  <a:pt x="1105266" y="635257"/>
                </a:lnTo>
                <a:close/>
                <a:lnTo>
                  <a:pt x="1109735" y="421637"/>
                </a:lnTo>
                <a:close/>
                <a:lnTo>
                  <a:pt x="1112714" y="326496"/>
                </a:lnTo>
                <a:close/>
                <a:lnTo>
                  <a:pt x="1114203" y="330194"/>
                </a:lnTo>
                <a:close/>
                <a:lnTo>
                  <a:pt x="1115693" y="348230"/>
                </a:lnTo>
                <a:close/>
                <a:lnTo>
                  <a:pt x="1117182" y="333206"/>
                </a:lnTo>
                <a:close/>
                <a:lnTo>
                  <a:pt x="1120162" y="720270"/>
                </a:lnTo>
                <a:close/>
                <a:lnTo>
                  <a:pt x="1121651" y="638794"/>
                </a:lnTo>
                <a:close/>
                <a:lnTo>
                  <a:pt x="1123141" y="432778"/>
                </a:lnTo>
                <a:close/>
                <a:lnTo>
                  <a:pt x="1124630" y="551000"/>
                </a:lnTo>
                <a:close/>
                <a:lnTo>
                  <a:pt x="1126120" y="525554"/>
                </a:lnTo>
                <a:close/>
                <a:lnTo>
                  <a:pt x="1129099" y="565141"/>
                </a:lnTo>
                <a:close/>
                <a:lnTo>
                  <a:pt x="1130589" y="434447"/>
                </a:lnTo>
                <a:close/>
                <a:lnTo>
                  <a:pt x="1133568" y="456326"/>
                </a:lnTo>
                <a:close/>
                <a:lnTo>
                  <a:pt x="1135057" y="552507"/>
                </a:lnTo>
                <a:close/>
                <a:lnTo>
                  <a:pt x="1136547" y="292222"/>
                </a:lnTo>
                <a:close/>
                <a:lnTo>
                  <a:pt x="1138036" y="394062"/>
                </a:lnTo>
                <a:close/>
                <a:lnTo>
                  <a:pt x="1139526" y="384706"/>
                </a:lnTo>
                <a:close/>
                <a:lnTo>
                  <a:pt x="1141016" y="423422"/>
                </a:lnTo>
                <a:close/>
                <a:lnTo>
                  <a:pt x="1143995" y="594991"/>
                </a:lnTo>
                <a:close/>
                <a:lnTo>
                  <a:pt x="1145484" y="637767"/>
                </a:lnTo>
                <a:close/>
                <a:lnTo>
                  <a:pt x="1146974" y="783391"/>
                </a:lnTo>
                <a:close/>
                <a:lnTo>
                  <a:pt x="1151443" y="484821"/>
                </a:lnTo>
                <a:close/>
                <a:lnTo>
                  <a:pt x="1152932" y="482074"/>
                </a:lnTo>
                <a:close/>
                <a:lnTo>
                  <a:pt x="1155911" y="518017"/>
                </a:lnTo>
                <a:close/>
                <a:lnTo>
                  <a:pt x="1157401" y="598256"/>
                </a:lnTo>
                <a:close/>
                <a:lnTo>
                  <a:pt x="1158891" y="586705"/>
                </a:lnTo>
                <a:close/>
                <a:lnTo>
                  <a:pt x="1160380" y="550703"/>
                </a:lnTo>
                <a:close/>
                <a:lnTo>
                  <a:pt x="1161870" y="450212"/>
                </a:lnTo>
                <a:close/>
                <a:lnTo>
                  <a:pt x="1163359" y="225258"/>
                </a:lnTo>
                <a:close/>
                <a:lnTo>
                  <a:pt x="1164849" y="325170"/>
                </a:lnTo>
                <a:close/>
                <a:lnTo>
                  <a:pt x="1166338" y="209382"/>
                </a:lnTo>
                <a:close/>
                <a:lnTo>
                  <a:pt x="1167828" y="445146"/>
                </a:lnTo>
                <a:close/>
                <a:lnTo>
                  <a:pt x="1169318" y="453727"/>
                </a:lnTo>
                <a:close/>
                <a:lnTo>
                  <a:pt x="1170807" y="421520"/>
                </a:lnTo>
                <a:close/>
                <a:lnTo>
                  <a:pt x="1172297" y="429890"/>
                </a:lnTo>
                <a:close/>
                <a:lnTo>
                  <a:pt x="1173786" y="419235"/>
                </a:lnTo>
                <a:close/>
                <a:lnTo>
                  <a:pt x="1175276" y="391197"/>
                </a:lnTo>
                <a:close/>
                <a:lnTo>
                  <a:pt x="1176765" y="410501"/>
                </a:lnTo>
                <a:close/>
                <a:lnTo>
                  <a:pt x="1178255" y="341125"/>
                </a:lnTo>
                <a:close/>
                <a:lnTo>
                  <a:pt x="1179745" y="429018"/>
                </a:lnTo>
                <a:close/>
                <a:lnTo>
                  <a:pt x="1181234" y="418943"/>
                </a:lnTo>
                <a:close/>
                <a:lnTo>
                  <a:pt x="1182724" y="491137"/>
                </a:lnTo>
                <a:close/>
                <a:lnTo>
                  <a:pt x="1184213" y="474833"/>
                </a:lnTo>
                <a:close/>
                <a:lnTo>
                  <a:pt x="1187193" y="578131"/>
                </a:lnTo>
                <a:close/>
                <a:lnTo>
                  <a:pt x="1188682" y="412878"/>
                </a:lnTo>
                <a:close/>
                <a:lnTo>
                  <a:pt x="1191661" y="616687"/>
                </a:lnTo>
                <a:close/>
                <a:lnTo>
                  <a:pt x="1193151" y="517713"/>
                </a:lnTo>
                <a:close/>
                <a:lnTo>
                  <a:pt x="1196130" y="559188"/>
                </a:lnTo>
                <a:close/>
                <a:lnTo>
                  <a:pt x="1199109" y="375196"/>
                </a:lnTo>
                <a:close/>
                <a:lnTo>
                  <a:pt x="1202088" y="491821"/>
                </a:lnTo>
                <a:close/>
                <a:lnTo>
                  <a:pt x="1205067" y="565473"/>
                </a:lnTo>
                <a:close/>
                <a:lnTo>
                  <a:pt x="1206557" y="500949"/>
                </a:lnTo>
                <a:close/>
                <a:lnTo>
                  <a:pt x="1209536" y="75950"/>
                </a:lnTo>
                <a:close/>
                <a:lnTo>
                  <a:pt x="1211026" y="79476"/>
                </a:lnTo>
                <a:close/>
                <a:lnTo>
                  <a:pt x="1214005" y="403797"/>
                </a:lnTo>
                <a:close/>
                <a:lnTo>
                  <a:pt x="1216984" y="468779"/>
                </a:lnTo>
                <a:close/>
                <a:lnTo>
                  <a:pt x="1218474" y="411247"/>
                </a:lnTo>
                <a:close/>
                <a:lnTo>
                  <a:pt x="1219963" y="488574"/>
                </a:lnTo>
                <a:close/>
                <a:lnTo>
                  <a:pt x="1221453" y="483585"/>
                </a:lnTo>
                <a:close/>
                <a:lnTo>
                  <a:pt x="1222942" y="495103"/>
                </a:lnTo>
                <a:close/>
                <a:lnTo>
                  <a:pt x="1224432" y="429556"/>
                </a:lnTo>
                <a:close/>
                <a:lnTo>
                  <a:pt x="1225921" y="503328"/>
                </a:lnTo>
                <a:close/>
                <a:lnTo>
                  <a:pt x="1228901" y="338829"/>
                </a:lnTo>
                <a:close/>
                <a:lnTo>
                  <a:pt x="1230390" y="449870"/>
                </a:lnTo>
                <a:close/>
                <a:lnTo>
                  <a:pt x="1231880" y="203199"/>
                </a:lnTo>
                <a:close/>
                <a:lnTo>
                  <a:pt x="1233369" y="324289"/>
                </a:lnTo>
                <a:close/>
                <a:lnTo>
                  <a:pt x="1234859" y="309929"/>
                </a:lnTo>
                <a:close/>
                <a:lnTo>
                  <a:pt x="1237838" y="106126"/>
                </a:lnTo>
                <a:close/>
                <a:lnTo>
                  <a:pt x="1240817" y="317450"/>
                </a:lnTo>
                <a:close/>
                <a:lnTo>
                  <a:pt x="1242307" y="232230"/>
                </a:lnTo>
                <a:close/>
                <a:lnTo>
                  <a:pt x="1245286" y="614749"/>
                </a:lnTo>
                <a:close/>
                <a:lnTo>
                  <a:pt x="1246776" y="493055"/>
                </a:lnTo>
                <a:close/>
                <a:lnTo>
                  <a:pt x="1248265" y="632546"/>
                </a:lnTo>
                <a:close/>
                <a:lnTo>
                  <a:pt x="1249755" y="627808"/>
                </a:lnTo>
                <a:close/>
                <a:lnTo>
                  <a:pt x="1251244" y="515910"/>
                </a:lnTo>
                <a:close/>
                <a:lnTo>
                  <a:pt x="1252734" y="628646"/>
                </a:lnTo>
                <a:close/>
                <a:lnTo>
                  <a:pt x="1255713" y="284745"/>
                </a:lnTo>
                <a:close/>
                <a:lnTo>
                  <a:pt x="1257203" y="364085"/>
                </a:lnTo>
                <a:close/>
                <a:lnTo>
                  <a:pt x="1258692" y="361243"/>
                </a:lnTo>
                <a:close/>
                <a:lnTo>
                  <a:pt x="1260182" y="322985"/>
                </a:lnTo>
                <a:close/>
                <a:lnTo>
                  <a:pt x="1261671" y="247474"/>
                </a:lnTo>
                <a:close/>
                <a:lnTo>
                  <a:pt x="1263161" y="310857"/>
                </a:lnTo>
                <a:close/>
                <a:lnTo>
                  <a:pt x="1264650" y="448515"/>
                </a:lnTo>
                <a:close/>
                <a:lnTo>
                  <a:pt x="1266140" y="337585"/>
                </a:lnTo>
                <a:close/>
                <a:lnTo>
                  <a:pt x="1267630" y="416493"/>
                </a:lnTo>
                <a:close/>
                <a:lnTo>
                  <a:pt x="1269119" y="347081"/>
                </a:lnTo>
                <a:close/>
                <a:lnTo>
                  <a:pt x="1270609" y="344886"/>
                </a:lnTo>
                <a:close/>
                <a:lnTo>
                  <a:pt x="1272098" y="123098"/>
                </a:lnTo>
                <a:close/>
                <a:lnTo>
                  <a:pt x="1275077" y="351589"/>
                </a:lnTo>
                <a:close/>
                <a:lnTo>
                  <a:pt x="1276567" y="219983"/>
                </a:lnTo>
                <a:close/>
                <a:lnTo>
                  <a:pt x="1278057" y="239698"/>
                </a:lnTo>
                <a:close/>
                <a:lnTo>
                  <a:pt x="1279546" y="416373"/>
                </a:lnTo>
                <a:close/>
                <a:lnTo>
                  <a:pt x="1281036" y="351353"/>
                </a:lnTo>
                <a:close/>
                <a:lnTo>
                  <a:pt x="1284015" y="459618"/>
                </a:lnTo>
                <a:close/>
                <a:lnTo>
                  <a:pt x="1285505" y="321434"/>
                </a:lnTo>
                <a:close/>
                <a:lnTo>
                  <a:pt x="1286994" y="417648"/>
                </a:lnTo>
                <a:close/>
                <a:lnTo>
                  <a:pt x="1288484" y="411300"/>
                </a:lnTo>
                <a:close/>
                <a:lnTo>
                  <a:pt x="1289973" y="342244"/>
                </a:lnTo>
                <a:close/>
                <a:lnTo>
                  <a:pt x="1291463" y="383242"/>
                </a:lnTo>
                <a:close/>
                <a:lnTo>
                  <a:pt x="1292952" y="296040"/>
                </a:lnTo>
                <a:close/>
                <a:lnTo>
                  <a:pt x="1295932" y="332279"/>
                </a:lnTo>
                <a:close/>
                <a:lnTo>
                  <a:pt x="1300400" y="0"/>
                </a:lnTo>
                <a:close/>
                <a:lnTo>
                  <a:pt x="1301890" y="178914"/>
                </a:lnTo>
                <a:close/>
                <a:lnTo>
                  <a:pt x="1303379" y="112107"/>
                </a:lnTo>
                <a:close/>
                <a:lnTo>
                  <a:pt x="1304869" y="145550"/>
                </a:lnTo>
                <a:close/>
                <a:lnTo>
                  <a:pt x="1306359" y="299328"/>
                </a:lnTo>
                <a:close/>
                <a:lnTo>
                  <a:pt x="1307848" y="290154"/>
                </a:lnTo>
                <a:close/>
                <a:lnTo>
                  <a:pt x="1309338" y="484031"/>
                </a:lnTo>
                <a:close/>
                <a:lnTo>
                  <a:pt x="1310827" y="421674"/>
                </a:lnTo>
                <a:close/>
                <a:lnTo>
                  <a:pt x="1312317" y="476601"/>
                </a:lnTo>
                <a:close/>
                <a:lnTo>
                  <a:pt x="1313806" y="352895"/>
                </a:lnTo>
                <a:close/>
                <a:lnTo>
                  <a:pt x="1316786" y="522776"/>
                </a:lnTo>
                <a:close/>
                <a:lnTo>
                  <a:pt x="1318275" y="329071"/>
                </a:lnTo>
                <a:close/>
                <a:lnTo>
                  <a:pt x="1319765" y="350477"/>
                </a:lnTo>
                <a:close/>
                <a:lnTo>
                  <a:pt x="1321254" y="467354"/>
                </a:lnTo>
                <a:close/>
                <a:lnTo>
                  <a:pt x="1322744" y="407638"/>
                </a:lnTo>
                <a:close/>
                <a:lnTo>
                  <a:pt x="1324234" y="490763"/>
                </a:lnTo>
                <a:close/>
                <a:lnTo>
                  <a:pt x="1325723" y="656326"/>
                </a:lnTo>
                <a:close/>
                <a:lnTo>
                  <a:pt x="1327213" y="486319"/>
                </a:lnTo>
                <a:close/>
                <a:lnTo>
                  <a:pt x="1328702" y="498829"/>
                </a:lnTo>
                <a:close/>
                <a:lnTo>
                  <a:pt x="1330192" y="527396"/>
                </a:lnTo>
                <a:close/>
                <a:lnTo>
                  <a:pt x="1333171" y="450126"/>
                </a:lnTo>
                <a:close/>
                <a:lnTo>
                  <a:pt x="1336150" y="599344"/>
                </a:lnTo>
                <a:close/>
                <a:lnTo>
                  <a:pt x="1339129" y="674080"/>
                </a:lnTo>
                <a:close/>
                <a:lnTo>
                  <a:pt x="1340619" y="611709"/>
                </a:lnTo>
                <a:close/>
                <a:lnTo>
                  <a:pt x="1342108" y="723120"/>
                </a:lnTo>
                <a:close/>
                <a:lnTo>
                  <a:pt x="1345088" y="526588"/>
                </a:lnTo>
                <a:close/>
                <a:lnTo>
                  <a:pt x="1348067" y="391670"/>
                </a:lnTo>
                <a:close/>
                <a:lnTo>
                  <a:pt x="1349556" y="296756"/>
                </a:lnTo>
                <a:close/>
                <a:lnTo>
                  <a:pt x="1352535" y="33800"/>
                </a:lnTo>
                <a:close/>
                <a:lnTo>
                  <a:pt x="1355515" y="456519"/>
                </a:lnTo>
                <a:close/>
                <a:lnTo>
                  <a:pt x="1358494" y="566491"/>
                </a:lnTo>
                <a:close/>
                <a:lnTo>
                  <a:pt x="1361473" y="385698"/>
                </a:lnTo>
                <a:close/>
                <a:lnTo>
                  <a:pt x="1362962" y="397926"/>
                </a:lnTo>
                <a:close/>
                <a:lnTo>
                  <a:pt x="1364452" y="548319"/>
                </a:lnTo>
                <a:close/>
                <a:lnTo>
                  <a:pt x="1365942" y="464308"/>
                </a:lnTo>
                <a:close/>
                <a:lnTo>
                  <a:pt x="1368921" y="716980"/>
                </a:lnTo>
                <a:close/>
                <a:lnTo>
                  <a:pt x="1370410" y="505894"/>
                </a:lnTo>
                <a:close/>
                <a:lnTo>
                  <a:pt x="1371900" y="596075"/>
                </a:lnTo>
                <a:close/>
                <a:lnTo>
                  <a:pt x="1374879" y="357682"/>
                </a:lnTo>
                <a:close/>
                <a:lnTo>
                  <a:pt x="1377858" y="533651"/>
                </a:lnTo>
                <a:close/>
                <a:lnTo>
                  <a:pt x="1379348" y="328887"/>
                </a:lnTo>
                <a:close/>
                <a:lnTo>
                  <a:pt x="1383817" y="777888"/>
                </a:lnTo>
                <a:close/>
                <a:lnTo>
                  <a:pt x="1385306" y="689647"/>
                </a:lnTo>
                <a:close/>
                <a:lnTo>
                  <a:pt x="1386796" y="820949"/>
                </a:lnTo>
                <a:close/>
                <a:lnTo>
                  <a:pt x="1388285" y="784559"/>
                </a:lnTo>
                <a:close/>
                <a:lnTo>
                  <a:pt x="1389775" y="557856"/>
                </a:lnTo>
                <a:close/>
                <a:lnTo>
                  <a:pt x="1391264" y="767613"/>
                </a:lnTo>
                <a:close/>
                <a:lnTo>
                  <a:pt x="1392754" y="767613"/>
                </a:lnTo>
                <a:close/>
                <a:lnTo>
                  <a:pt x="1394244" y="771688"/>
                </a:lnTo>
                <a:close/>
                <a:lnTo>
                  <a:pt x="1395733" y="545123"/>
                </a:lnTo>
                <a:close/>
                <a:lnTo>
                  <a:pt x="1398712" y="632366"/>
                </a:lnTo>
                <a:close/>
                <a:lnTo>
                  <a:pt x="1403181" y="316863"/>
                </a:lnTo>
                <a:close/>
                <a:lnTo>
                  <a:pt x="1407650" y="573190"/>
                </a:lnTo>
                <a:close/>
                <a:lnTo>
                  <a:pt x="1409139" y="541488"/>
                </a:lnTo>
                <a:close/>
                <a:lnTo>
                  <a:pt x="1410629" y="554396"/>
                </a:lnTo>
                <a:close/>
                <a:lnTo>
                  <a:pt x="1412118" y="554863"/>
                </a:lnTo>
                <a:close/>
                <a:lnTo>
                  <a:pt x="1415098" y="649475"/>
                </a:lnTo>
                <a:close/>
                <a:lnTo>
                  <a:pt x="1416587" y="629340"/>
                </a:lnTo>
                <a:close/>
                <a:lnTo>
                  <a:pt x="1419566" y="563498"/>
                </a:lnTo>
                <a:close/>
                <a:lnTo>
                  <a:pt x="1421056" y="563498"/>
                </a:lnTo>
                <a:close/>
                <a:lnTo>
                  <a:pt x="1424035" y="620367"/>
                </a:lnTo>
                <a:close/>
                <a:lnTo>
                  <a:pt x="1425525" y="621550"/>
                </a:lnTo>
                <a:close/>
                <a:lnTo>
                  <a:pt x="1427014" y="810366"/>
                </a:lnTo>
                <a:close/>
                <a:lnTo>
                  <a:pt x="1431483" y="536631"/>
                </a:lnTo>
                <a:close/>
                <a:lnTo>
                  <a:pt x="1435952" y="732065"/>
                </a:lnTo>
                <a:close/>
                <a:lnTo>
                  <a:pt x="1438931" y="659865"/>
                </a:lnTo>
                <a:close/>
                <a:lnTo>
                  <a:pt x="1440420" y="647860"/>
                </a:lnTo>
                <a:close/>
                <a:lnTo>
                  <a:pt x="1443400" y="838115"/>
                </a:lnTo>
                <a:close/>
                <a:lnTo>
                  <a:pt x="1446379" y="531275"/>
                </a:lnTo>
                <a:close/>
                <a:lnTo>
                  <a:pt x="1449358" y="711370"/>
                </a:lnTo>
                <a:close/>
                <a:lnTo>
                  <a:pt x="1450847" y="711188"/>
                </a:lnTo>
                <a:close/>
                <a:lnTo>
                  <a:pt x="1453827" y="485389"/>
                </a:lnTo>
                <a:close/>
                <a:lnTo>
                  <a:pt x="1455316" y="529142"/>
                </a:lnTo>
                <a:close/>
                <a:lnTo>
                  <a:pt x="1458295" y="317807"/>
                </a:lnTo>
                <a:close/>
                <a:lnTo>
                  <a:pt x="1465743" y="795341"/>
                </a:lnTo>
                <a:close/>
                <a:lnTo>
                  <a:pt x="1467233" y="627257"/>
                </a:lnTo>
                <a:close/>
                <a:lnTo>
                  <a:pt x="1468722" y="634829"/>
                </a:lnTo>
                <a:close/>
                <a:lnTo>
                  <a:pt x="1473191" y="288344"/>
                </a:lnTo>
                <a:close/>
                <a:lnTo>
                  <a:pt x="1476170" y="372495"/>
                </a:lnTo>
                <a:close/>
                <a:lnTo>
                  <a:pt x="1477660" y="297304"/>
                </a:lnTo>
                <a:close/>
                <a:lnTo>
                  <a:pt x="1479149" y="312984"/>
                </a:lnTo>
                <a:close/>
                <a:lnTo>
                  <a:pt x="1480639" y="219333"/>
                </a:lnTo>
                <a:close/>
                <a:lnTo>
                  <a:pt x="1485108" y="632203"/>
                </a:lnTo>
                <a:close/>
                <a:lnTo>
                  <a:pt x="1486597" y="588354"/>
                </a:lnTo>
                <a:close/>
                <a:lnTo>
                  <a:pt x="1489576" y="485881"/>
                </a:lnTo>
                <a:close/>
                <a:lnTo>
                  <a:pt x="1491066" y="581224"/>
                </a:lnTo>
                <a:close/>
                <a:lnTo>
                  <a:pt x="1492556" y="533166"/>
                </a:lnTo>
                <a:close/>
                <a:lnTo>
                  <a:pt x="1494045" y="423848"/>
                </a:lnTo>
                <a:close/>
                <a:lnTo>
                  <a:pt x="1495535" y="423124"/>
                </a:lnTo>
                <a:close/>
                <a:lnTo>
                  <a:pt x="1497024" y="399191"/>
                </a:lnTo>
                <a:close/>
                <a:lnTo>
                  <a:pt x="1498514" y="549445"/>
                </a:lnTo>
                <a:close/>
                <a:lnTo>
                  <a:pt x="1500003" y="547911"/>
                </a:lnTo>
                <a:close/>
                <a:lnTo>
                  <a:pt x="1502983" y="207648"/>
                </a:lnTo>
                <a:close/>
                <a:lnTo>
                  <a:pt x="1510431" y="586366"/>
                </a:lnTo>
                <a:close/>
                <a:lnTo>
                  <a:pt x="1511920" y="525167"/>
                </a:lnTo>
                <a:close/>
                <a:lnTo>
                  <a:pt x="1513410" y="573623"/>
                </a:lnTo>
                <a:close/>
                <a:lnTo>
                  <a:pt x="1519368" y="305615"/>
                </a:lnTo>
                <a:close/>
                <a:lnTo>
                  <a:pt x="1520858" y="319765"/>
                </a:lnTo>
                <a:close/>
                <a:lnTo>
                  <a:pt x="1522347" y="319765"/>
                </a:lnTo>
                <a:close/>
                <a:lnTo>
                  <a:pt x="1523837" y="368702"/>
                </a:lnTo>
                <a:close/>
                <a:lnTo>
                  <a:pt x="1526816" y="603037"/>
                </a:lnTo>
                <a:close/>
                <a:lnTo>
                  <a:pt x="1528305" y="571099"/>
                </a:lnTo>
                <a:close/>
                <a:lnTo>
                  <a:pt x="1529795" y="422382"/>
                </a:lnTo>
                <a:close/>
                <a:lnTo>
                  <a:pt x="1531285" y="738177"/>
                </a:lnTo>
                <a:close/>
                <a:lnTo>
                  <a:pt x="1532774" y="488596"/>
                </a:lnTo>
                <a:close/>
                <a:lnTo>
                  <a:pt x="1534264" y="620770"/>
                </a:lnTo>
                <a:close/>
                <a:lnTo>
                  <a:pt x="1537243" y="438251"/>
                </a:lnTo>
                <a:close/>
                <a:lnTo>
                  <a:pt x="1538732" y="346751"/>
                </a:lnTo>
                <a:close/>
                <a:lnTo>
                  <a:pt x="1540222" y="370052"/>
                </a:lnTo>
                <a:close/>
                <a:lnTo>
                  <a:pt x="1541712" y="272324"/>
                </a:lnTo>
                <a:close/>
                <a:lnTo>
                  <a:pt x="1543201" y="380675"/>
                </a:lnTo>
                <a:close/>
                <a:lnTo>
                  <a:pt x="1544691" y="291785"/>
                </a:lnTo>
                <a:close/>
                <a:lnTo>
                  <a:pt x="1546180" y="493275"/>
                </a:lnTo>
                <a:close/>
                <a:lnTo>
                  <a:pt x="1550649" y="266538"/>
                </a:lnTo>
                <a:close/>
                <a:lnTo>
                  <a:pt x="1552139" y="345390"/>
                </a:lnTo>
                <a:close/>
                <a:lnTo>
                  <a:pt x="1553628" y="265121"/>
                </a:lnTo>
                <a:close/>
                <a:lnTo>
                  <a:pt x="1555118" y="326138"/>
                </a:lnTo>
                <a:close/>
                <a:lnTo>
                  <a:pt x="1558097" y="309219"/>
                </a:lnTo>
                <a:close/>
                <a:lnTo>
                  <a:pt x="1562566" y="570572"/>
                </a:lnTo>
                <a:close/>
                <a:lnTo>
                  <a:pt x="1564055" y="436465"/>
                </a:lnTo>
                <a:close/>
                <a:lnTo>
                  <a:pt x="1567034" y="587301"/>
                </a:lnTo>
                <a:close/>
                <a:lnTo>
                  <a:pt x="1568524" y="595568"/>
                </a:lnTo>
                <a:close/>
                <a:lnTo>
                  <a:pt x="1570014" y="649867"/>
                </a:lnTo>
                <a:close/>
                <a:lnTo>
                  <a:pt x="1571503" y="450028"/>
                </a:lnTo>
                <a:close/>
                <a:lnTo>
                  <a:pt x="1572993" y="479117"/>
                </a:lnTo>
                <a:close/>
                <a:lnTo>
                  <a:pt x="1577461" y="738621"/>
                </a:lnTo>
                <a:close/>
                <a:lnTo>
                  <a:pt x="1578951" y="687885"/>
                </a:lnTo>
                <a:close/>
                <a:lnTo>
                  <a:pt x="1580441" y="685924"/>
                </a:lnTo>
                <a:close/>
                <a:lnTo>
                  <a:pt x="1583420" y="499262"/>
                </a:lnTo>
                <a:close/>
                <a:lnTo>
                  <a:pt x="1584909" y="535553"/>
                </a:lnTo>
                <a:close/>
                <a:lnTo>
                  <a:pt x="1587888" y="408264"/>
                </a:lnTo>
                <a:close/>
                <a:lnTo>
                  <a:pt x="1590868" y="490220"/>
                </a:lnTo>
                <a:close/>
                <a:lnTo>
                  <a:pt x="1592357" y="394550"/>
                </a:lnTo>
                <a:close/>
                <a:lnTo>
                  <a:pt x="1595336" y="619536"/>
                </a:lnTo>
                <a:close/>
                <a:lnTo>
                  <a:pt x="1596826" y="595430"/>
                </a:lnTo>
                <a:close/>
                <a:lnTo>
                  <a:pt x="1598316" y="667543"/>
                </a:lnTo>
                <a:close/>
                <a:lnTo>
                  <a:pt x="1601295" y="597911"/>
                </a:lnTo>
                <a:close/>
                <a:lnTo>
                  <a:pt x="1602784" y="566511"/>
                </a:lnTo>
                <a:close/>
                <a:lnTo>
                  <a:pt x="1608743" y="304305"/>
                </a:lnTo>
                <a:close/>
                <a:lnTo>
                  <a:pt x="1610232" y="315338"/>
                </a:lnTo>
                <a:close/>
                <a:lnTo>
                  <a:pt x="1611722" y="627773"/>
                </a:lnTo>
                <a:close/>
                <a:lnTo>
                  <a:pt x="1613211" y="612817"/>
                </a:lnTo>
                <a:close/>
                <a:lnTo>
                  <a:pt x="1614701" y="733701"/>
                </a:lnTo>
                <a:close/>
                <a:lnTo>
                  <a:pt x="1619170" y="385860"/>
                </a:lnTo>
                <a:close/>
                <a:lnTo>
                  <a:pt x="1620659" y="443136"/>
                </a:lnTo>
                <a:close/>
                <a:lnTo>
                  <a:pt x="1622149" y="475791"/>
                </a:lnTo>
                <a:close/>
                <a:lnTo>
                  <a:pt x="1625128" y="605310"/>
                </a:lnTo>
                <a:close/>
                <a:lnTo>
                  <a:pt x="1626617" y="544734"/>
                </a:lnTo>
                <a:close/>
                <a:lnTo>
                  <a:pt x="1628107" y="562636"/>
                </a:lnTo>
                <a:close/>
                <a:lnTo>
                  <a:pt x="1629597" y="684696"/>
                </a:lnTo>
                <a:close/>
                <a:lnTo>
                  <a:pt x="1631086" y="637528"/>
                </a:lnTo>
                <a:close/>
                <a:lnTo>
                  <a:pt x="1632576" y="510247"/>
                </a:lnTo>
                <a:close/>
                <a:lnTo>
                  <a:pt x="1634065" y="505420"/>
                </a:lnTo>
                <a:close/>
                <a:lnTo>
                  <a:pt x="1635555" y="359957"/>
                </a:lnTo>
                <a:close/>
                <a:lnTo>
                  <a:pt x="1637044" y="384902"/>
                </a:lnTo>
                <a:close/>
                <a:lnTo>
                  <a:pt x="1640024" y="178621"/>
                </a:lnTo>
                <a:close/>
                <a:lnTo>
                  <a:pt x="1643003" y="275882"/>
                </a:lnTo>
                <a:close/>
                <a:lnTo>
                  <a:pt x="1648961" y="758553"/>
                </a:lnTo>
                <a:close/>
                <a:lnTo>
                  <a:pt x="1656409" y="379501"/>
                </a:lnTo>
                <a:close/>
                <a:lnTo>
                  <a:pt x="1657899" y="217416"/>
                </a:lnTo>
                <a:close/>
                <a:lnTo>
                  <a:pt x="1660878" y="380237"/>
                </a:lnTo>
                <a:close/>
                <a:lnTo>
                  <a:pt x="1663857" y="460679"/>
                </a:lnTo>
                <a:close/>
                <a:lnTo>
                  <a:pt x="1665346" y="426978"/>
                </a:lnTo>
                <a:close/>
                <a:lnTo>
                  <a:pt x="1666836" y="346179"/>
                </a:lnTo>
                <a:close/>
                <a:lnTo>
                  <a:pt x="1668326" y="379874"/>
                </a:lnTo>
                <a:close/>
                <a:lnTo>
                  <a:pt x="1669815" y="617163"/>
                </a:lnTo>
                <a:close/>
                <a:lnTo>
                  <a:pt x="1672794" y="325574"/>
                </a:lnTo>
                <a:close/>
                <a:lnTo>
                  <a:pt x="1674284" y="341854"/>
                </a:lnTo>
                <a:close/>
                <a:lnTo>
                  <a:pt x="1675773" y="477505"/>
                </a:lnTo>
                <a:close/>
                <a:lnTo>
                  <a:pt x="1678753" y="384107"/>
                </a:lnTo>
                <a:close/>
                <a:lnTo>
                  <a:pt x="1680242" y="486749"/>
                </a:lnTo>
                <a:close/>
                <a:lnTo>
                  <a:pt x="1681732" y="469622"/>
                </a:lnTo>
                <a:close/>
                <a:lnTo>
                  <a:pt x="1683221" y="554900"/>
                </a:lnTo>
                <a:close/>
                <a:lnTo>
                  <a:pt x="1684711" y="540129"/>
                </a:lnTo>
                <a:close/>
                <a:lnTo>
                  <a:pt x="1686201" y="587902"/>
                </a:lnTo>
                <a:close/>
                <a:lnTo>
                  <a:pt x="1687690" y="548445"/>
                </a:lnTo>
                <a:close/>
                <a:lnTo>
                  <a:pt x="1690669" y="408382"/>
                </a:lnTo>
                <a:close/>
                <a:lnTo>
                  <a:pt x="1692159" y="611777"/>
                </a:lnTo>
                <a:close/>
                <a:lnTo>
                  <a:pt x="1693648" y="530557"/>
                </a:lnTo>
                <a:close/>
                <a:lnTo>
                  <a:pt x="1696628" y="671512"/>
                </a:lnTo>
                <a:close/>
                <a:lnTo>
                  <a:pt x="1699607" y="579471"/>
                </a:lnTo>
                <a:close/>
                <a:lnTo>
                  <a:pt x="1701096" y="479461"/>
                </a:lnTo>
                <a:close/>
                <a:lnTo>
                  <a:pt x="1702586" y="599592"/>
                </a:lnTo>
                <a:close/>
                <a:lnTo>
                  <a:pt x="1705565" y="427187"/>
                </a:lnTo>
                <a:close/>
                <a:lnTo>
                  <a:pt x="1710034" y="645131"/>
                </a:lnTo>
                <a:close/>
                <a:lnTo>
                  <a:pt x="1711523" y="537209"/>
                </a:lnTo>
                <a:close/>
                <a:lnTo>
                  <a:pt x="1713013" y="614144"/>
                </a:lnTo>
                <a:close/>
                <a:lnTo>
                  <a:pt x="1715992" y="433829"/>
                </a:lnTo>
                <a:close/>
                <a:lnTo>
                  <a:pt x="1717482" y="485292"/>
                </a:lnTo>
                <a:close/>
                <a:lnTo>
                  <a:pt x="1718971" y="389647"/>
                </a:lnTo>
                <a:close/>
                <a:lnTo>
                  <a:pt x="1720461" y="421559"/>
                </a:lnTo>
                <a:close/>
                <a:lnTo>
                  <a:pt x="1721950" y="575353"/>
                </a:lnTo>
                <a:close/>
                <a:lnTo>
                  <a:pt x="1726419" y="119204"/>
                </a:lnTo>
                <a:close/>
                <a:lnTo>
                  <a:pt x="1727909" y="179863"/>
                </a:lnTo>
                <a:close/>
                <a:lnTo>
                  <a:pt x="1729398" y="326990"/>
                </a:lnTo>
                <a:close/>
                <a:lnTo>
                  <a:pt x="1730888" y="295916"/>
                </a:lnTo>
                <a:close/>
                <a:lnTo>
                  <a:pt x="1736846" y="694290"/>
                </a:lnTo>
                <a:close/>
                <a:lnTo>
                  <a:pt x="1739825" y="762041"/>
                </a:lnTo>
                <a:close/>
                <a:lnTo>
                  <a:pt x="1741315" y="706223"/>
                </a:lnTo>
                <a:close/>
                <a:lnTo>
                  <a:pt x="1742804" y="832967"/>
                </a:lnTo>
                <a:close/>
                <a:lnTo>
                  <a:pt x="1744294" y="784416"/>
                </a:lnTo>
                <a:close/>
                <a:lnTo>
                  <a:pt x="1745784" y="859852"/>
                </a:lnTo>
                <a:close/>
                <a:lnTo>
                  <a:pt x="1747273" y="785978"/>
                </a:lnTo>
                <a:close/>
                <a:lnTo>
                  <a:pt x="1748763" y="931026"/>
                </a:lnTo>
                <a:close/>
                <a:lnTo>
                  <a:pt x="1750252" y="742291"/>
                </a:lnTo>
                <a:close/>
                <a:lnTo>
                  <a:pt x="1751742" y="789246"/>
                </a:lnTo>
                <a:close/>
                <a:lnTo>
                  <a:pt x="1754721" y="417183"/>
                </a:lnTo>
                <a:close/>
                <a:lnTo>
                  <a:pt x="1756211" y="568502"/>
                </a:lnTo>
                <a:close/>
                <a:lnTo>
                  <a:pt x="1757700" y="502634"/>
                </a:lnTo>
                <a:close/>
                <a:lnTo>
                  <a:pt x="1760679" y="667113"/>
                </a:lnTo>
                <a:close/>
                <a:lnTo>
                  <a:pt x="1762169" y="468934"/>
                </a:lnTo>
                <a:close/>
                <a:lnTo>
                  <a:pt x="1763658" y="487095"/>
                </a:lnTo>
                <a:close/>
                <a:lnTo>
                  <a:pt x="1766638" y="296250"/>
                </a:lnTo>
                <a:close/>
                <a:lnTo>
                  <a:pt x="1768127" y="273117"/>
                </a:lnTo>
                <a:close/>
                <a:lnTo>
                  <a:pt x="1769617" y="326888"/>
                </a:lnTo>
                <a:close/>
                <a:lnTo>
                  <a:pt x="1771106" y="314542"/>
                </a:lnTo>
                <a:close/>
                <a:lnTo>
                  <a:pt x="1772596" y="315409"/>
                </a:lnTo>
                <a:close/>
                <a:lnTo>
                  <a:pt x="1774085" y="258871"/>
                </a:lnTo>
                <a:close/>
                <a:lnTo>
                  <a:pt x="1778554" y="677712"/>
                </a:lnTo>
                <a:close/>
                <a:lnTo>
                  <a:pt x="1784513" y="462855"/>
                </a:lnTo>
                <a:close/>
                <a:lnTo>
                  <a:pt x="1786002" y="472052"/>
                </a:lnTo>
                <a:close/>
              </a:path>
            </a:pathLst>
          </a:custGeom>
          <a:noFill/>
          <a:ln w="7620">
            <a:solidFill>
              <a:srgbClr val="57A773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173478" y="1042416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3173478" y="2066544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830251" y="737386"/>
            <a:ext cx="75565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Low stress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173478" y="2578608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3262778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234497" y="367028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5" name="Freeform 144"/>
          <p:cNvSpPr/>
          <p:nvPr/>
        </p:nvSpPr>
        <p:spPr>
          <a:xfrm>
            <a:off x="3560694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475850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47" name="Freeform 146"/>
          <p:cNvSpPr/>
          <p:nvPr/>
        </p:nvSpPr>
        <p:spPr>
          <a:xfrm>
            <a:off x="3858609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773765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149" name="Freeform 148"/>
          <p:cNvSpPr/>
          <p:nvPr/>
        </p:nvSpPr>
        <p:spPr>
          <a:xfrm>
            <a:off x="4156524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071680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151" name="Freeform 150"/>
          <p:cNvSpPr/>
          <p:nvPr/>
        </p:nvSpPr>
        <p:spPr>
          <a:xfrm>
            <a:off x="4454439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369595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153" name="Freeform 152"/>
          <p:cNvSpPr/>
          <p:nvPr/>
        </p:nvSpPr>
        <p:spPr>
          <a:xfrm>
            <a:off x="4752354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639229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155" name="Freeform 154"/>
          <p:cNvSpPr/>
          <p:nvPr/>
        </p:nvSpPr>
        <p:spPr>
          <a:xfrm>
            <a:off x="5050270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937144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157" name="Freeform 156"/>
          <p:cNvSpPr/>
          <p:nvPr/>
        </p:nvSpPr>
        <p:spPr>
          <a:xfrm>
            <a:off x="3129028" y="35619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943199" y="3506795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59" name="Freeform 158"/>
          <p:cNvSpPr/>
          <p:nvPr/>
        </p:nvSpPr>
        <p:spPr>
          <a:xfrm>
            <a:off x="3129028" y="328437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943199" y="322924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0.9</a:t>
            </a:r>
          </a:p>
        </p:txBody>
      </p:sp>
      <p:sp>
        <p:nvSpPr>
          <p:cNvPr id="161" name="Freeform 160"/>
          <p:cNvSpPr/>
          <p:nvPr/>
        </p:nvSpPr>
        <p:spPr>
          <a:xfrm>
            <a:off x="3129028" y="300682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943199" y="295169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63" name="Freeform 162"/>
          <p:cNvSpPr/>
          <p:nvPr/>
        </p:nvSpPr>
        <p:spPr>
          <a:xfrm>
            <a:off x="3129028" y="27292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43199" y="267414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73478" y="24135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166" name="Freeform 165"/>
          <p:cNvSpPr/>
          <p:nvPr/>
        </p:nvSpPr>
        <p:spPr>
          <a:xfrm>
            <a:off x="3262778" y="2625159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378866"/>
                </a:moveTo>
                <a:lnTo>
                  <a:pt x="1490" y="440392"/>
                </a:lnTo>
                <a:close/>
                <a:lnTo>
                  <a:pt x="2979" y="384057"/>
                </a:lnTo>
                <a:close/>
                <a:lnTo>
                  <a:pt x="4469" y="419504"/>
                </a:lnTo>
                <a:close/>
                <a:lnTo>
                  <a:pt x="5959" y="346287"/>
                </a:lnTo>
                <a:close/>
                <a:lnTo>
                  <a:pt x="7448" y="399285"/>
                </a:lnTo>
                <a:close/>
                <a:lnTo>
                  <a:pt x="10427" y="351936"/>
                </a:lnTo>
                <a:close/>
                <a:lnTo>
                  <a:pt x="11917" y="476753"/>
                </a:lnTo>
                <a:close/>
                <a:lnTo>
                  <a:pt x="14896" y="398976"/>
                </a:lnTo>
                <a:close/>
                <a:lnTo>
                  <a:pt x="16386" y="493355"/>
                </a:lnTo>
                <a:close/>
                <a:lnTo>
                  <a:pt x="17875" y="446786"/>
                </a:lnTo>
                <a:close/>
                <a:lnTo>
                  <a:pt x="19365" y="489655"/>
                </a:lnTo>
                <a:close/>
                <a:lnTo>
                  <a:pt x="22344" y="415808"/>
                </a:lnTo>
                <a:close/>
                <a:lnTo>
                  <a:pt x="23834" y="463910"/>
                </a:lnTo>
                <a:close/>
                <a:lnTo>
                  <a:pt x="29792" y="324899"/>
                </a:lnTo>
                <a:close/>
                <a:lnTo>
                  <a:pt x="31281" y="357904"/>
                </a:lnTo>
                <a:close/>
                <a:lnTo>
                  <a:pt x="32771" y="331469"/>
                </a:lnTo>
                <a:close/>
                <a:lnTo>
                  <a:pt x="34261" y="420685"/>
                </a:lnTo>
                <a:close/>
                <a:lnTo>
                  <a:pt x="35750" y="373146"/>
                </a:lnTo>
                <a:close/>
                <a:lnTo>
                  <a:pt x="37240" y="460052"/>
                </a:lnTo>
                <a:close/>
                <a:lnTo>
                  <a:pt x="40219" y="399679"/>
                </a:lnTo>
                <a:close/>
                <a:lnTo>
                  <a:pt x="43198" y="536476"/>
                </a:lnTo>
                <a:close/>
                <a:lnTo>
                  <a:pt x="44688" y="512542"/>
                </a:lnTo>
                <a:close/>
                <a:lnTo>
                  <a:pt x="46177" y="461159"/>
                </a:lnTo>
                <a:close/>
                <a:lnTo>
                  <a:pt x="47667" y="494786"/>
                </a:lnTo>
                <a:close/>
                <a:lnTo>
                  <a:pt x="49156" y="495656"/>
                </a:lnTo>
                <a:close/>
                <a:lnTo>
                  <a:pt x="50646" y="443494"/>
                </a:lnTo>
                <a:close/>
                <a:lnTo>
                  <a:pt x="52135" y="497845"/>
                </a:lnTo>
                <a:close/>
                <a:lnTo>
                  <a:pt x="53625" y="481702"/>
                </a:lnTo>
                <a:close/>
                <a:lnTo>
                  <a:pt x="55115" y="447481"/>
                </a:lnTo>
                <a:close/>
                <a:lnTo>
                  <a:pt x="58094" y="578930"/>
                </a:lnTo>
                <a:close/>
                <a:lnTo>
                  <a:pt x="59583" y="535910"/>
                </a:lnTo>
                <a:close/>
                <a:lnTo>
                  <a:pt x="61073" y="570866"/>
                </a:lnTo>
                <a:close/>
                <a:lnTo>
                  <a:pt x="62563" y="561393"/>
                </a:lnTo>
                <a:close/>
                <a:lnTo>
                  <a:pt x="65542" y="514163"/>
                </a:lnTo>
                <a:close/>
                <a:lnTo>
                  <a:pt x="70010" y="405701"/>
                </a:lnTo>
                <a:close/>
                <a:lnTo>
                  <a:pt x="72990" y="509806"/>
                </a:lnTo>
                <a:close/>
                <a:lnTo>
                  <a:pt x="75969" y="461308"/>
                </a:lnTo>
                <a:close/>
                <a:lnTo>
                  <a:pt x="78948" y="483380"/>
                </a:lnTo>
                <a:close/>
                <a:lnTo>
                  <a:pt x="80437" y="391856"/>
                </a:lnTo>
                <a:close/>
                <a:lnTo>
                  <a:pt x="81927" y="497599"/>
                </a:lnTo>
                <a:close/>
                <a:lnTo>
                  <a:pt x="83417" y="438893"/>
                </a:lnTo>
                <a:close/>
                <a:lnTo>
                  <a:pt x="86396" y="471974"/>
                </a:lnTo>
                <a:close/>
                <a:lnTo>
                  <a:pt x="87885" y="477612"/>
                </a:lnTo>
                <a:close/>
                <a:lnTo>
                  <a:pt x="90864" y="591767"/>
                </a:lnTo>
                <a:close/>
                <a:lnTo>
                  <a:pt x="92354" y="487730"/>
                </a:lnTo>
                <a:close/>
                <a:lnTo>
                  <a:pt x="95333" y="566258"/>
                </a:lnTo>
                <a:close/>
                <a:lnTo>
                  <a:pt x="96823" y="479102"/>
                </a:lnTo>
                <a:close/>
                <a:lnTo>
                  <a:pt x="98312" y="492045"/>
                </a:lnTo>
                <a:close/>
                <a:lnTo>
                  <a:pt x="99802" y="523184"/>
                </a:lnTo>
                <a:close/>
                <a:lnTo>
                  <a:pt x="101291" y="606348"/>
                </a:lnTo>
                <a:close/>
                <a:lnTo>
                  <a:pt x="104271" y="607118"/>
                </a:lnTo>
                <a:close/>
                <a:lnTo>
                  <a:pt x="105760" y="584889"/>
                </a:lnTo>
                <a:close/>
                <a:lnTo>
                  <a:pt x="107250" y="593862"/>
                </a:lnTo>
                <a:close/>
                <a:lnTo>
                  <a:pt x="108739" y="585610"/>
                </a:lnTo>
                <a:close/>
                <a:lnTo>
                  <a:pt x="110229" y="594404"/>
                </a:lnTo>
                <a:close/>
                <a:lnTo>
                  <a:pt x="111719" y="512584"/>
                </a:lnTo>
                <a:close/>
                <a:lnTo>
                  <a:pt x="113208" y="591141"/>
                </a:lnTo>
                <a:close/>
                <a:lnTo>
                  <a:pt x="114698" y="560445"/>
                </a:lnTo>
                <a:close/>
                <a:lnTo>
                  <a:pt x="116187" y="582359"/>
                </a:lnTo>
                <a:close/>
                <a:lnTo>
                  <a:pt x="117677" y="579895"/>
                </a:lnTo>
                <a:close/>
                <a:lnTo>
                  <a:pt x="119166" y="594000"/>
                </a:lnTo>
                <a:close/>
                <a:lnTo>
                  <a:pt x="120656" y="584133"/>
                </a:lnTo>
                <a:close/>
                <a:lnTo>
                  <a:pt x="122146" y="475950"/>
                </a:lnTo>
                <a:close/>
                <a:lnTo>
                  <a:pt x="123635" y="478969"/>
                </a:lnTo>
                <a:close/>
                <a:lnTo>
                  <a:pt x="125125" y="485634"/>
                </a:lnTo>
                <a:close/>
                <a:lnTo>
                  <a:pt x="126614" y="465929"/>
                </a:lnTo>
                <a:close/>
                <a:lnTo>
                  <a:pt x="131083" y="367646"/>
                </a:lnTo>
                <a:close/>
                <a:lnTo>
                  <a:pt x="132573" y="360549"/>
                </a:lnTo>
                <a:close/>
                <a:lnTo>
                  <a:pt x="134062" y="314782"/>
                </a:lnTo>
                <a:close/>
                <a:lnTo>
                  <a:pt x="137041" y="481166"/>
                </a:lnTo>
                <a:close/>
                <a:lnTo>
                  <a:pt x="138531" y="470606"/>
                </a:lnTo>
                <a:close/>
                <a:lnTo>
                  <a:pt x="140020" y="425711"/>
                </a:lnTo>
                <a:close/>
                <a:lnTo>
                  <a:pt x="143000" y="476233"/>
                </a:lnTo>
                <a:close/>
                <a:lnTo>
                  <a:pt x="144489" y="429507"/>
                </a:lnTo>
                <a:close/>
                <a:lnTo>
                  <a:pt x="145979" y="464206"/>
                </a:lnTo>
                <a:close/>
                <a:lnTo>
                  <a:pt x="147468" y="542975"/>
                </a:lnTo>
                <a:close/>
                <a:lnTo>
                  <a:pt x="148958" y="520367"/>
                </a:lnTo>
                <a:close/>
                <a:lnTo>
                  <a:pt x="150447" y="654336"/>
                </a:lnTo>
                <a:close/>
                <a:lnTo>
                  <a:pt x="151937" y="578506"/>
                </a:lnTo>
                <a:close/>
                <a:lnTo>
                  <a:pt x="153427" y="613812"/>
                </a:lnTo>
                <a:close/>
                <a:lnTo>
                  <a:pt x="154916" y="611285"/>
                </a:lnTo>
                <a:close/>
                <a:lnTo>
                  <a:pt x="156406" y="600744"/>
                </a:lnTo>
                <a:close/>
                <a:lnTo>
                  <a:pt x="159385" y="542904"/>
                </a:lnTo>
                <a:close/>
                <a:lnTo>
                  <a:pt x="160875" y="590960"/>
                </a:lnTo>
                <a:close/>
                <a:lnTo>
                  <a:pt x="163854" y="499389"/>
                </a:lnTo>
                <a:close/>
                <a:lnTo>
                  <a:pt x="166833" y="555586"/>
                </a:lnTo>
                <a:close/>
                <a:lnTo>
                  <a:pt x="168322" y="531438"/>
                </a:lnTo>
                <a:close/>
                <a:lnTo>
                  <a:pt x="169812" y="532931"/>
                </a:lnTo>
                <a:close/>
                <a:lnTo>
                  <a:pt x="171302" y="549024"/>
                </a:lnTo>
                <a:close/>
                <a:lnTo>
                  <a:pt x="172791" y="474125"/>
                </a:lnTo>
                <a:close/>
                <a:lnTo>
                  <a:pt x="177260" y="584402"/>
                </a:lnTo>
                <a:close/>
                <a:lnTo>
                  <a:pt x="178749" y="424354"/>
                </a:lnTo>
                <a:close/>
                <a:lnTo>
                  <a:pt x="180239" y="492077"/>
                </a:lnTo>
                <a:close/>
                <a:lnTo>
                  <a:pt x="183218" y="437089"/>
                </a:lnTo>
                <a:close/>
                <a:lnTo>
                  <a:pt x="184708" y="457320"/>
                </a:lnTo>
                <a:close/>
                <a:lnTo>
                  <a:pt x="187687" y="345146"/>
                </a:lnTo>
                <a:close/>
                <a:lnTo>
                  <a:pt x="189176" y="327528"/>
                </a:lnTo>
                <a:close/>
                <a:lnTo>
                  <a:pt x="190666" y="292618"/>
                </a:lnTo>
                <a:close/>
                <a:lnTo>
                  <a:pt x="193645" y="393808"/>
                </a:lnTo>
                <a:close/>
                <a:lnTo>
                  <a:pt x="195135" y="382790"/>
                </a:lnTo>
                <a:close/>
                <a:lnTo>
                  <a:pt x="196624" y="412015"/>
                </a:lnTo>
                <a:close/>
                <a:lnTo>
                  <a:pt x="199604" y="319699"/>
                </a:lnTo>
                <a:close/>
                <a:lnTo>
                  <a:pt x="201093" y="334317"/>
                </a:lnTo>
                <a:close/>
                <a:lnTo>
                  <a:pt x="202583" y="327405"/>
                </a:lnTo>
                <a:close/>
                <a:lnTo>
                  <a:pt x="204072" y="442333"/>
                </a:lnTo>
                <a:close/>
                <a:lnTo>
                  <a:pt x="205562" y="443016"/>
                </a:lnTo>
                <a:close/>
                <a:lnTo>
                  <a:pt x="210031" y="469814"/>
                </a:lnTo>
                <a:close/>
                <a:lnTo>
                  <a:pt x="211520" y="294935"/>
                </a:lnTo>
                <a:close/>
                <a:lnTo>
                  <a:pt x="213010" y="320598"/>
                </a:lnTo>
                <a:close/>
                <a:lnTo>
                  <a:pt x="215989" y="432309"/>
                </a:lnTo>
                <a:close/>
                <a:lnTo>
                  <a:pt x="217478" y="343689"/>
                </a:lnTo>
                <a:close/>
                <a:lnTo>
                  <a:pt x="218968" y="494568"/>
                </a:lnTo>
                <a:close/>
                <a:lnTo>
                  <a:pt x="223437" y="335028"/>
                </a:lnTo>
                <a:close/>
                <a:lnTo>
                  <a:pt x="227905" y="466068"/>
                </a:lnTo>
                <a:close/>
                <a:lnTo>
                  <a:pt x="229395" y="453510"/>
                </a:lnTo>
                <a:close/>
                <a:lnTo>
                  <a:pt x="230885" y="462800"/>
                </a:lnTo>
                <a:close/>
                <a:lnTo>
                  <a:pt x="232374" y="317215"/>
                </a:lnTo>
                <a:close/>
                <a:lnTo>
                  <a:pt x="235353" y="403320"/>
                </a:lnTo>
                <a:close/>
                <a:lnTo>
                  <a:pt x="236843" y="365818"/>
                </a:lnTo>
                <a:close/>
                <a:lnTo>
                  <a:pt x="239822" y="252709"/>
                </a:lnTo>
                <a:close/>
                <a:lnTo>
                  <a:pt x="242801" y="296599"/>
                </a:lnTo>
                <a:close/>
                <a:lnTo>
                  <a:pt x="244291" y="262168"/>
                </a:lnTo>
                <a:close/>
                <a:lnTo>
                  <a:pt x="248760" y="401138"/>
                </a:lnTo>
                <a:close/>
                <a:lnTo>
                  <a:pt x="250249" y="259497"/>
                </a:lnTo>
                <a:close/>
                <a:lnTo>
                  <a:pt x="253228" y="469280"/>
                </a:lnTo>
                <a:close/>
                <a:lnTo>
                  <a:pt x="256207" y="528747"/>
                </a:lnTo>
                <a:close/>
                <a:lnTo>
                  <a:pt x="260676" y="479336"/>
                </a:lnTo>
                <a:close/>
                <a:lnTo>
                  <a:pt x="262166" y="489064"/>
                </a:lnTo>
                <a:close/>
                <a:lnTo>
                  <a:pt x="265145" y="573431"/>
                </a:lnTo>
                <a:close/>
                <a:lnTo>
                  <a:pt x="268124" y="542247"/>
                </a:lnTo>
                <a:close/>
                <a:lnTo>
                  <a:pt x="271103" y="463705"/>
                </a:lnTo>
                <a:close/>
                <a:lnTo>
                  <a:pt x="275572" y="623755"/>
                </a:lnTo>
                <a:close/>
                <a:lnTo>
                  <a:pt x="277061" y="628563"/>
                </a:lnTo>
                <a:close/>
                <a:lnTo>
                  <a:pt x="278551" y="617973"/>
                </a:lnTo>
                <a:close/>
                <a:lnTo>
                  <a:pt x="280041" y="560911"/>
                </a:lnTo>
                <a:close/>
                <a:lnTo>
                  <a:pt x="281530" y="592814"/>
                </a:lnTo>
                <a:close/>
                <a:lnTo>
                  <a:pt x="284509" y="492767"/>
                </a:lnTo>
                <a:close/>
                <a:lnTo>
                  <a:pt x="288978" y="575096"/>
                </a:lnTo>
                <a:close/>
                <a:lnTo>
                  <a:pt x="290468" y="538964"/>
                </a:lnTo>
                <a:close/>
                <a:lnTo>
                  <a:pt x="291957" y="463457"/>
                </a:lnTo>
                <a:close/>
                <a:lnTo>
                  <a:pt x="293447" y="579624"/>
                </a:lnTo>
                <a:close/>
                <a:lnTo>
                  <a:pt x="294936" y="558472"/>
                </a:lnTo>
                <a:close/>
                <a:lnTo>
                  <a:pt x="296426" y="511207"/>
                </a:lnTo>
                <a:close/>
                <a:lnTo>
                  <a:pt x="299405" y="554708"/>
                </a:lnTo>
                <a:close/>
                <a:lnTo>
                  <a:pt x="300895" y="537134"/>
                </a:lnTo>
                <a:close/>
                <a:lnTo>
                  <a:pt x="302384" y="543268"/>
                </a:lnTo>
                <a:close/>
                <a:lnTo>
                  <a:pt x="303874" y="539676"/>
                </a:lnTo>
                <a:close/>
                <a:lnTo>
                  <a:pt x="305363" y="519127"/>
                </a:lnTo>
                <a:close/>
                <a:lnTo>
                  <a:pt x="306853" y="415242"/>
                </a:lnTo>
                <a:close/>
                <a:lnTo>
                  <a:pt x="309832" y="529734"/>
                </a:lnTo>
                <a:close/>
                <a:lnTo>
                  <a:pt x="311322" y="562521"/>
                </a:lnTo>
                <a:close/>
                <a:lnTo>
                  <a:pt x="312811" y="471825"/>
                </a:lnTo>
                <a:close/>
                <a:lnTo>
                  <a:pt x="314301" y="538925"/>
                </a:lnTo>
                <a:close/>
                <a:lnTo>
                  <a:pt x="315790" y="409208"/>
                </a:lnTo>
                <a:close/>
                <a:lnTo>
                  <a:pt x="317280" y="496054"/>
                </a:lnTo>
                <a:close/>
                <a:lnTo>
                  <a:pt x="318770" y="464661"/>
                </a:lnTo>
                <a:close/>
                <a:lnTo>
                  <a:pt x="320259" y="494053"/>
                </a:lnTo>
                <a:close/>
                <a:lnTo>
                  <a:pt x="323238" y="393856"/>
                </a:lnTo>
                <a:close/>
                <a:lnTo>
                  <a:pt x="324728" y="426598"/>
                </a:lnTo>
                <a:close/>
                <a:lnTo>
                  <a:pt x="329197" y="222216"/>
                </a:lnTo>
                <a:close/>
                <a:lnTo>
                  <a:pt x="330686" y="292393"/>
                </a:lnTo>
                <a:close/>
                <a:lnTo>
                  <a:pt x="332176" y="226044"/>
                </a:lnTo>
                <a:close/>
                <a:lnTo>
                  <a:pt x="333665" y="337181"/>
                </a:lnTo>
                <a:close/>
                <a:lnTo>
                  <a:pt x="335155" y="330502"/>
                </a:lnTo>
                <a:close/>
                <a:lnTo>
                  <a:pt x="336645" y="452943"/>
                </a:lnTo>
                <a:close/>
                <a:lnTo>
                  <a:pt x="339624" y="382895"/>
                </a:lnTo>
                <a:close/>
                <a:lnTo>
                  <a:pt x="341113" y="398980"/>
                </a:lnTo>
                <a:close/>
                <a:lnTo>
                  <a:pt x="344092" y="611831"/>
                </a:lnTo>
                <a:close/>
                <a:lnTo>
                  <a:pt x="345582" y="622791"/>
                </a:lnTo>
                <a:close/>
                <a:lnTo>
                  <a:pt x="347072" y="581405"/>
                </a:lnTo>
                <a:close/>
                <a:lnTo>
                  <a:pt x="348561" y="455945"/>
                </a:lnTo>
                <a:close/>
                <a:lnTo>
                  <a:pt x="350051" y="592641"/>
                </a:lnTo>
                <a:close/>
                <a:lnTo>
                  <a:pt x="351540" y="519762"/>
                </a:lnTo>
                <a:close/>
                <a:lnTo>
                  <a:pt x="353030" y="676559"/>
                </a:lnTo>
                <a:close/>
                <a:lnTo>
                  <a:pt x="354519" y="649989"/>
                </a:lnTo>
                <a:close/>
                <a:lnTo>
                  <a:pt x="356009" y="684813"/>
                </a:lnTo>
                <a:close/>
                <a:lnTo>
                  <a:pt x="357499" y="814624"/>
                </a:lnTo>
                <a:close/>
                <a:lnTo>
                  <a:pt x="358988" y="660131"/>
                </a:lnTo>
                <a:close/>
                <a:lnTo>
                  <a:pt x="360478" y="696962"/>
                </a:lnTo>
                <a:close/>
                <a:lnTo>
                  <a:pt x="361967" y="791404"/>
                </a:lnTo>
                <a:close/>
                <a:lnTo>
                  <a:pt x="364946" y="600650"/>
                </a:lnTo>
                <a:close/>
                <a:lnTo>
                  <a:pt x="366436" y="622261"/>
                </a:lnTo>
                <a:close/>
                <a:lnTo>
                  <a:pt x="369415" y="733892"/>
                </a:lnTo>
                <a:close/>
                <a:lnTo>
                  <a:pt x="372394" y="599682"/>
                </a:lnTo>
                <a:close/>
                <a:lnTo>
                  <a:pt x="373884" y="634028"/>
                </a:lnTo>
                <a:close/>
                <a:lnTo>
                  <a:pt x="376863" y="560870"/>
                </a:lnTo>
                <a:close/>
                <a:lnTo>
                  <a:pt x="378353" y="631680"/>
                </a:lnTo>
                <a:close/>
                <a:lnTo>
                  <a:pt x="379842" y="600928"/>
                </a:lnTo>
                <a:close/>
                <a:lnTo>
                  <a:pt x="381332" y="506326"/>
                </a:lnTo>
                <a:close/>
                <a:lnTo>
                  <a:pt x="382821" y="621806"/>
                </a:lnTo>
                <a:close/>
                <a:lnTo>
                  <a:pt x="384311" y="599229"/>
                </a:lnTo>
                <a:close/>
                <a:lnTo>
                  <a:pt x="387290" y="742473"/>
                </a:lnTo>
                <a:close/>
                <a:lnTo>
                  <a:pt x="388780" y="761371"/>
                </a:lnTo>
                <a:close/>
                <a:lnTo>
                  <a:pt x="391759" y="587811"/>
                </a:lnTo>
                <a:close/>
                <a:lnTo>
                  <a:pt x="393248" y="603962"/>
                </a:lnTo>
                <a:close/>
                <a:lnTo>
                  <a:pt x="394738" y="567208"/>
                </a:lnTo>
                <a:close/>
                <a:lnTo>
                  <a:pt x="396228" y="617826"/>
                </a:lnTo>
                <a:close/>
                <a:lnTo>
                  <a:pt x="397717" y="605661"/>
                </a:lnTo>
                <a:close/>
                <a:lnTo>
                  <a:pt x="399207" y="609943"/>
                </a:lnTo>
                <a:close/>
                <a:lnTo>
                  <a:pt x="402186" y="519590"/>
                </a:lnTo>
                <a:close/>
                <a:lnTo>
                  <a:pt x="403675" y="522090"/>
                </a:lnTo>
                <a:close/>
                <a:lnTo>
                  <a:pt x="405165" y="517209"/>
                </a:lnTo>
                <a:close/>
                <a:lnTo>
                  <a:pt x="406655" y="596343"/>
                </a:lnTo>
                <a:close/>
                <a:lnTo>
                  <a:pt x="408144" y="557805"/>
                </a:lnTo>
                <a:close/>
                <a:lnTo>
                  <a:pt x="409634" y="604295"/>
                </a:lnTo>
                <a:close/>
                <a:lnTo>
                  <a:pt x="411123" y="594606"/>
                </a:lnTo>
                <a:close/>
                <a:lnTo>
                  <a:pt x="412613" y="560644"/>
                </a:lnTo>
                <a:close/>
                <a:lnTo>
                  <a:pt x="415592" y="724633"/>
                </a:lnTo>
                <a:close/>
                <a:lnTo>
                  <a:pt x="417082" y="651942"/>
                </a:lnTo>
                <a:close/>
                <a:lnTo>
                  <a:pt x="420061" y="684925"/>
                </a:lnTo>
                <a:close/>
                <a:lnTo>
                  <a:pt x="423040" y="625445"/>
                </a:lnTo>
                <a:close/>
                <a:lnTo>
                  <a:pt x="426019" y="670240"/>
                </a:lnTo>
                <a:close/>
                <a:lnTo>
                  <a:pt x="427509" y="632100"/>
                </a:lnTo>
                <a:close/>
                <a:lnTo>
                  <a:pt x="430488" y="455952"/>
                </a:lnTo>
                <a:close/>
                <a:lnTo>
                  <a:pt x="431977" y="462187"/>
                </a:lnTo>
                <a:close/>
                <a:lnTo>
                  <a:pt x="433467" y="449858"/>
                </a:lnTo>
                <a:close/>
                <a:lnTo>
                  <a:pt x="434957" y="600024"/>
                </a:lnTo>
                <a:close/>
                <a:lnTo>
                  <a:pt x="436446" y="466735"/>
                </a:lnTo>
                <a:close/>
                <a:lnTo>
                  <a:pt x="437936" y="464390"/>
                </a:lnTo>
                <a:close/>
                <a:lnTo>
                  <a:pt x="439425" y="370613"/>
                </a:lnTo>
                <a:close/>
                <a:lnTo>
                  <a:pt x="440915" y="410168"/>
                </a:lnTo>
                <a:close/>
                <a:lnTo>
                  <a:pt x="443894" y="358551"/>
                </a:lnTo>
                <a:close/>
                <a:lnTo>
                  <a:pt x="445384" y="365068"/>
                </a:lnTo>
                <a:close/>
                <a:lnTo>
                  <a:pt x="446873" y="307271"/>
                </a:lnTo>
                <a:close/>
                <a:lnTo>
                  <a:pt x="448363" y="388113"/>
                </a:lnTo>
                <a:close/>
                <a:lnTo>
                  <a:pt x="449852" y="356426"/>
                </a:lnTo>
                <a:close/>
                <a:lnTo>
                  <a:pt x="451342" y="418106"/>
                </a:lnTo>
                <a:close/>
                <a:lnTo>
                  <a:pt x="455811" y="211006"/>
                </a:lnTo>
                <a:close/>
                <a:lnTo>
                  <a:pt x="460279" y="185011"/>
                </a:lnTo>
                <a:close/>
                <a:lnTo>
                  <a:pt x="461769" y="281937"/>
                </a:lnTo>
                <a:close/>
                <a:lnTo>
                  <a:pt x="463258" y="278581"/>
                </a:lnTo>
                <a:close/>
                <a:lnTo>
                  <a:pt x="466238" y="353028"/>
                </a:lnTo>
                <a:close/>
                <a:lnTo>
                  <a:pt x="467727" y="314093"/>
                </a:lnTo>
                <a:close/>
                <a:lnTo>
                  <a:pt x="469217" y="232081"/>
                </a:lnTo>
                <a:close/>
                <a:lnTo>
                  <a:pt x="470706" y="278495"/>
                </a:lnTo>
                <a:close/>
                <a:lnTo>
                  <a:pt x="472196" y="272050"/>
                </a:lnTo>
                <a:close/>
                <a:lnTo>
                  <a:pt x="473686" y="306429"/>
                </a:lnTo>
                <a:close/>
                <a:lnTo>
                  <a:pt x="475175" y="291996"/>
                </a:lnTo>
                <a:close/>
                <a:lnTo>
                  <a:pt x="476665" y="305706"/>
                </a:lnTo>
                <a:close/>
                <a:lnTo>
                  <a:pt x="479644" y="459793"/>
                </a:lnTo>
                <a:close/>
                <a:lnTo>
                  <a:pt x="481133" y="462300"/>
                </a:lnTo>
                <a:close/>
                <a:lnTo>
                  <a:pt x="484113" y="371972"/>
                </a:lnTo>
                <a:close/>
                <a:lnTo>
                  <a:pt x="485602" y="406390"/>
                </a:lnTo>
                <a:close/>
                <a:lnTo>
                  <a:pt x="487092" y="361511"/>
                </a:lnTo>
                <a:close/>
                <a:lnTo>
                  <a:pt x="488581" y="270255"/>
                </a:lnTo>
                <a:close/>
                <a:lnTo>
                  <a:pt x="491560" y="451303"/>
                </a:lnTo>
                <a:close/>
                <a:lnTo>
                  <a:pt x="493050" y="396945"/>
                </a:lnTo>
                <a:close/>
                <a:lnTo>
                  <a:pt x="499008" y="580542"/>
                </a:lnTo>
                <a:close/>
                <a:lnTo>
                  <a:pt x="500498" y="592533"/>
                </a:lnTo>
                <a:close/>
                <a:lnTo>
                  <a:pt x="503477" y="525587"/>
                </a:lnTo>
                <a:close/>
                <a:lnTo>
                  <a:pt x="504967" y="517152"/>
                </a:lnTo>
                <a:close/>
                <a:lnTo>
                  <a:pt x="506456" y="533179"/>
                </a:lnTo>
                <a:close/>
                <a:lnTo>
                  <a:pt x="507946" y="442420"/>
                </a:lnTo>
                <a:close/>
                <a:lnTo>
                  <a:pt x="509435" y="447081"/>
                </a:lnTo>
                <a:close/>
                <a:lnTo>
                  <a:pt x="510925" y="550544"/>
                </a:lnTo>
                <a:close/>
                <a:lnTo>
                  <a:pt x="512415" y="497035"/>
                </a:lnTo>
                <a:close/>
                <a:lnTo>
                  <a:pt x="513904" y="543150"/>
                </a:lnTo>
                <a:close/>
                <a:lnTo>
                  <a:pt x="518373" y="480848"/>
                </a:lnTo>
                <a:close/>
                <a:lnTo>
                  <a:pt x="521352" y="510422"/>
                </a:lnTo>
                <a:close/>
                <a:lnTo>
                  <a:pt x="522842" y="551652"/>
                </a:lnTo>
                <a:close/>
                <a:lnTo>
                  <a:pt x="525821" y="491456"/>
                </a:lnTo>
                <a:close/>
                <a:lnTo>
                  <a:pt x="527310" y="501644"/>
                </a:lnTo>
                <a:close/>
                <a:lnTo>
                  <a:pt x="528800" y="459589"/>
                </a:lnTo>
                <a:close/>
                <a:lnTo>
                  <a:pt x="530289" y="486063"/>
                </a:lnTo>
                <a:close/>
                <a:lnTo>
                  <a:pt x="534758" y="337654"/>
                </a:lnTo>
                <a:close/>
                <a:lnTo>
                  <a:pt x="537737" y="514063"/>
                </a:lnTo>
                <a:close/>
                <a:lnTo>
                  <a:pt x="539227" y="496264"/>
                </a:lnTo>
                <a:close/>
                <a:lnTo>
                  <a:pt x="543696" y="513293"/>
                </a:lnTo>
                <a:close/>
                <a:lnTo>
                  <a:pt x="545185" y="512398"/>
                </a:lnTo>
                <a:close/>
                <a:lnTo>
                  <a:pt x="546675" y="566909"/>
                </a:lnTo>
                <a:close/>
                <a:lnTo>
                  <a:pt x="548164" y="528278"/>
                </a:lnTo>
                <a:close/>
                <a:lnTo>
                  <a:pt x="551143" y="625918"/>
                </a:lnTo>
                <a:close/>
                <a:lnTo>
                  <a:pt x="554123" y="577137"/>
                </a:lnTo>
                <a:close/>
                <a:lnTo>
                  <a:pt x="555612" y="620112"/>
                </a:lnTo>
                <a:close/>
                <a:lnTo>
                  <a:pt x="557102" y="594201"/>
                </a:lnTo>
                <a:close/>
                <a:lnTo>
                  <a:pt x="560081" y="709128"/>
                </a:lnTo>
                <a:close/>
                <a:lnTo>
                  <a:pt x="561571" y="700651"/>
                </a:lnTo>
                <a:close/>
                <a:lnTo>
                  <a:pt x="563060" y="603898"/>
                </a:lnTo>
                <a:close/>
                <a:lnTo>
                  <a:pt x="564550" y="606003"/>
                </a:lnTo>
                <a:close/>
                <a:lnTo>
                  <a:pt x="566039" y="615871"/>
                </a:lnTo>
                <a:close/>
                <a:lnTo>
                  <a:pt x="569018" y="738132"/>
                </a:lnTo>
                <a:close/>
                <a:lnTo>
                  <a:pt x="570508" y="717519"/>
                </a:lnTo>
                <a:close/>
                <a:lnTo>
                  <a:pt x="571998" y="741649"/>
                </a:lnTo>
                <a:close/>
                <a:lnTo>
                  <a:pt x="574977" y="688773"/>
                </a:lnTo>
                <a:close/>
                <a:lnTo>
                  <a:pt x="576466" y="703940"/>
                </a:lnTo>
                <a:close/>
                <a:lnTo>
                  <a:pt x="579445" y="652193"/>
                </a:lnTo>
                <a:close/>
                <a:lnTo>
                  <a:pt x="585404" y="747536"/>
                </a:lnTo>
                <a:close/>
                <a:lnTo>
                  <a:pt x="589872" y="563460"/>
                </a:lnTo>
                <a:close/>
                <a:lnTo>
                  <a:pt x="591362" y="597200"/>
                </a:lnTo>
                <a:close/>
                <a:lnTo>
                  <a:pt x="592852" y="582353"/>
                </a:lnTo>
                <a:close/>
                <a:lnTo>
                  <a:pt x="594341" y="526084"/>
                </a:lnTo>
                <a:close/>
                <a:lnTo>
                  <a:pt x="595831" y="546799"/>
                </a:lnTo>
                <a:close/>
                <a:lnTo>
                  <a:pt x="597320" y="509267"/>
                </a:lnTo>
                <a:close/>
                <a:lnTo>
                  <a:pt x="598810" y="536855"/>
                </a:lnTo>
                <a:close/>
                <a:lnTo>
                  <a:pt x="600300" y="469638"/>
                </a:lnTo>
                <a:close/>
                <a:lnTo>
                  <a:pt x="601789" y="534269"/>
                </a:lnTo>
                <a:close/>
                <a:lnTo>
                  <a:pt x="603279" y="489480"/>
                </a:lnTo>
                <a:close/>
                <a:lnTo>
                  <a:pt x="604768" y="529801"/>
                </a:lnTo>
                <a:close/>
                <a:lnTo>
                  <a:pt x="609237" y="455864"/>
                </a:lnTo>
                <a:close/>
                <a:lnTo>
                  <a:pt x="610727" y="543016"/>
                </a:lnTo>
                <a:close/>
                <a:lnTo>
                  <a:pt x="612216" y="510768"/>
                </a:lnTo>
                <a:close/>
                <a:lnTo>
                  <a:pt x="613706" y="529223"/>
                </a:lnTo>
                <a:close/>
                <a:lnTo>
                  <a:pt x="616685" y="751276"/>
                </a:lnTo>
                <a:close/>
                <a:lnTo>
                  <a:pt x="618174" y="640854"/>
                </a:lnTo>
                <a:close/>
                <a:lnTo>
                  <a:pt x="619664" y="667064"/>
                </a:lnTo>
                <a:close/>
                <a:lnTo>
                  <a:pt x="622643" y="559229"/>
                </a:lnTo>
                <a:close/>
                <a:lnTo>
                  <a:pt x="624133" y="634914"/>
                </a:lnTo>
                <a:close/>
                <a:lnTo>
                  <a:pt x="625622" y="612736"/>
                </a:lnTo>
                <a:close/>
                <a:lnTo>
                  <a:pt x="627112" y="716896"/>
                </a:lnTo>
                <a:close/>
                <a:lnTo>
                  <a:pt x="628601" y="704809"/>
                </a:lnTo>
                <a:close/>
                <a:lnTo>
                  <a:pt x="633070" y="509810"/>
                </a:lnTo>
                <a:close/>
                <a:lnTo>
                  <a:pt x="634560" y="516497"/>
                </a:lnTo>
                <a:close/>
                <a:lnTo>
                  <a:pt x="636049" y="514221"/>
                </a:lnTo>
                <a:close/>
                <a:lnTo>
                  <a:pt x="640518" y="702852"/>
                </a:lnTo>
                <a:close/>
                <a:lnTo>
                  <a:pt x="643497" y="735505"/>
                </a:lnTo>
                <a:close/>
                <a:lnTo>
                  <a:pt x="644987" y="782100"/>
                </a:lnTo>
                <a:close/>
                <a:lnTo>
                  <a:pt x="646476" y="784242"/>
                </a:lnTo>
                <a:close/>
                <a:lnTo>
                  <a:pt x="647966" y="809511"/>
                </a:lnTo>
                <a:close/>
                <a:lnTo>
                  <a:pt x="650945" y="727944"/>
                </a:lnTo>
                <a:close/>
                <a:lnTo>
                  <a:pt x="652435" y="791752"/>
                </a:lnTo>
                <a:close/>
                <a:lnTo>
                  <a:pt x="655414" y="749456"/>
                </a:lnTo>
                <a:close/>
                <a:lnTo>
                  <a:pt x="656903" y="764709"/>
                </a:lnTo>
                <a:close/>
                <a:lnTo>
                  <a:pt x="658393" y="903045"/>
                </a:lnTo>
                <a:close/>
                <a:lnTo>
                  <a:pt x="661372" y="677947"/>
                </a:lnTo>
                <a:close/>
                <a:lnTo>
                  <a:pt x="664351" y="743189"/>
                </a:lnTo>
                <a:close/>
                <a:lnTo>
                  <a:pt x="667330" y="684068"/>
                </a:lnTo>
                <a:close/>
                <a:lnTo>
                  <a:pt x="668820" y="805412"/>
                </a:lnTo>
                <a:close/>
                <a:lnTo>
                  <a:pt x="671799" y="706156"/>
                </a:lnTo>
                <a:close/>
                <a:lnTo>
                  <a:pt x="673289" y="588308"/>
                </a:lnTo>
                <a:close/>
                <a:lnTo>
                  <a:pt x="674778" y="583992"/>
                </a:lnTo>
                <a:close/>
                <a:lnTo>
                  <a:pt x="676268" y="638839"/>
                </a:lnTo>
                <a:close/>
                <a:lnTo>
                  <a:pt x="679247" y="575532"/>
                </a:lnTo>
                <a:close/>
                <a:lnTo>
                  <a:pt x="680737" y="639236"/>
                </a:lnTo>
                <a:close/>
                <a:lnTo>
                  <a:pt x="682226" y="585115"/>
                </a:lnTo>
                <a:close/>
                <a:lnTo>
                  <a:pt x="683716" y="607222"/>
                </a:lnTo>
                <a:close/>
                <a:lnTo>
                  <a:pt x="685205" y="606933"/>
                </a:lnTo>
                <a:close/>
                <a:lnTo>
                  <a:pt x="688184" y="521265"/>
                </a:lnTo>
                <a:close/>
                <a:lnTo>
                  <a:pt x="692653" y="659889"/>
                </a:lnTo>
                <a:close/>
                <a:lnTo>
                  <a:pt x="694143" y="557344"/>
                </a:lnTo>
                <a:close/>
                <a:lnTo>
                  <a:pt x="695632" y="663679"/>
                </a:lnTo>
                <a:close/>
                <a:lnTo>
                  <a:pt x="697122" y="632636"/>
                </a:lnTo>
                <a:close/>
                <a:lnTo>
                  <a:pt x="700101" y="706808"/>
                </a:lnTo>
                <a:close/>
                <a:lnTo>
                  <a:pt x="701591" y="626542"/>
                </a:lnTo>
                <a:close/>
                <a:lnTo>
                  <a:pt x="703080" y="671194"/>
                </a:lnTo>
                <a:close/>
                <a:lnTo>
                  <a:pt x="704570" y="572609"/>
                </a:lnTo>
                <a:close/>
                <a:lnTo>
                  <a:pt x="706059" y="619857"/>
                </a:lnTo>
                <a:close/>
                <a:lnTo>
                  <a:pt x="707549" y="619857"/>
                </a:lnTo>
                <a:close/>
                <a:lnTo>
                  <a:pt x="709039" y="534918"/>
                </a:lnTo>
                <a:close/>
                <a:lnTo>
                  <a:pt x="712018" y="619452"/>
                </a:lnTo>
                <a:close/>
                <a:lnTo>
                  <a:pt x="713507" y="633145"/>
                </a:lnTo>
                <a:close/>
                <a:lnTo>
                  <a:pt x="714997" y="546433"/>
                </a:lnTo>
                <a:close/>
                <a:lnTo>
                  <a:pt x="716486" y="561035"/>
                </a:lnTo>
                <a:close/>
                <a:lnTo>
                  <a:pt x="717976" y="561087"/>
                </a:lnTo>
                <a:close/>
                <a:lnTo>
                  <a:pt x="720955" y="481224"/>
                </a:lnTo>
                <a:close/>
                <a:lnTo>
                  <a:pt x="722445" y="581081"/>
                </a:lnTo>
                <a:close/>
                <a:lnTo>
                  <a:pt x="723934" y="477926"/>
                </a:lnTo>
                <a:close/>
                <a:lnTo>
                  <a:pt x="728403" y="821291"/>
                </a:lnTo>
                <a:close/>
                <a:lnTo>
                  <a:pt x="731382" y="695288"/>
                </a:lnTo>
                <a:close/>
                <a:lnTo>
                  <a:pt x="732872" y="698520"/>
                </a:lnTo>
                <a:close/>
                <a:lnTo>
                  <a:pt x="734361" y="686025"/>
                </a:lnTo>
                <a:close/>
                <a:lnTo>
                  <a:pt x="738830" y="709720"/>
                </a:lnTo>
                <a:close/>
                <a:lnTo>
                  <a:pt x="740320" y="655055"/>
                </a:lnTo>
                <a:close/>
                <a:lnTo>
                  <a:pt x="741809" y="528606"/>
                </a:lnTo>
                <a:close/>
                <a:lnTo>
                  <a:pt x="743299" y="525699"/>
                </a:lnTo>
                <a:close/>
                <a:lnTo>
                  <a:pt x="744788" y="640289"/>
                </a:lnTo>
                <a:close/>
                <a:lnTo>
                  <a:pt x="746278" y="601022"/>
                </a:lnTo>
                <a:close/>
                <a:lnTo>
                  <a:pt x="747768" y="678579"/>
                </a:lnTo>
                <a:close/>
                <a:lnTo>
                  <a:pt x="749257" y="622629"/>
                </a:lnTo>
                <a:close/>
                <a:lnTo>
                  <a:pt x="750747" y="657287"/>
                </a:lnTo>
                <a:close/>
                <a:lnTo>
                  <a:pt x="752236" y="646840"/>
                </a:lnTo>
                <a:close/>
                <a:lnTo>
                  <a:pt x="753726" y="561405"/>
                </a:lnTo>
                <a:close/>
                <a:lnTo>
                  <a:pt x="755215" y="589789"/>
                </a:lnTo>
                <a:close/>
                <a:lnTo>
                  <a:pt x="759684" y="505592"/>
                </a:lnTo>
                <a:close/>
                <a:lnTo>
                  <a:pt x="764153" y="253980"/>
                </a:lnTo>
                <a:close/>
                <a:lnTo>
                  <a:pt x="765642" y="256080"/>
                </a:lnTo>
                <a:close/>
                <a:lnTo>
                  <a:pt x="768622" y="152056"/>
                </a:lnTo>
                <a:close/>
                <a:lnTo>
                  <a:pt x="770111" y="169987"/>
                </a:lnTo>
                <a:close/>
                <a:lnTo>
                  <a:pt x="771601" y="161005"/>
                </a:lnTo>
                <a:close/>
                <a:lnTo>
                  <a:pt x="773090" y="166367"/>
                </a:lnTo>
                <a:close/>
                <a:lnTo>
                  <a:pt x="774580" y="163499"/>
                </a:lnTo>
                <a:close/>
                <a:lnTo>
                  <a:pt x="777559" y="0"/>
                </a:lnTo>
                <a:close/>
                <a:lnTo>
                  <a:pt x="782028" y="303729"/>
                </a:lnTo>
                <a:close/>
                <a:lnTo>
                  <a:pt x="785007" y="218103"/>
                </a:lnTo>
                <a:close/>
                <a:lnTo>
                  <a:pt x="787986" y="272886"/>
                </a:lnTo>
                <a:close/>
                <a:lnTo>
                  <a:pt x="789476" y="241425"/>
                </a:lnTo>
                <a:close/>
                <a:lnTo>
                  <a:pt x="792455" y="343112"/>
                </a:lnTo>
                <a:close/>
                <a:lnTo>
                  <a:pt x="795434" y="236829"/>
                </a:lnTo>
                <a:close/>
                <a:lnTo>
                  <a:pt x="796924" y="238565"/>
                </a:lnTo>
                <a:close/>
                <a:lnTo>
                  <a:pt x="801392" y="413980"/>
                </a:lnTo>
                <a:close/>
                <a:lnTo>
                  <a:pt x="805861" y="328104"/>
                </a:lnTo>
                <a:close/>
                <a:lnTo>
                  <a:pt x="807351" y="349167"/>
                </a:lnTo>
                <a:close/>
                <a:lnTo>
                  <a:pt x="810330" y="444348"/>
                </a:lnTo>
                <a:close/>
                <a:lnTo>
                  <a:pt x="811819" y="387191"/>
                </a:lnTo>
                <a:close/>
                <a:lnTo>
                  <a:pt x="813309" y="447614"/>
                </a:lnTo>
                <a:close/>
                <a:lnTo>
                  <a:pt x="817778" y="291238"/>
                </a:lnTo>
                <a:close/>
                <a:lnTo>
                  <a:pt x="819267" y="302482"/>
                </a:lnTo>
                <a:close/>
                <a:lnTo>
                  <a:pt x="820757" y="416871"/>
                </a:lnTo>
                <a:close/>
                <a:lnTo>
                  <a:pt x="822246" y="352426"/>
                </a:lnTo>
                <a:close/>
                <a:lnTo>
                  <a:pt x="823736" y="420379"/>
                </a:lnTo>
                <a:close/>
                <a:lnTo>
                  <a:pt x="826715" y="280069"/>
                </a:lnTo>
                <a:close/>
                <a:lnTo>
                  <a:pt x="829694" y="233338"/>
                </a:lnTo>
                <a:close/>
                <a:lnTo>
                  <a:pt x="831184" y="267054"/>
                </a:lnTo>
                <a:close/>
                <a:lnTo>
                  <a:pt x="832673" y="198646"/>
                </a:lnTo>
                <a:close/>
                <a:lnTo>
                  <a:pt x="834163" y="265220"/>
                </a:lnTo>
                <a:close/>
                <a:lnTo>
                  <a:pt x="837142" y="213113"/>
                </a:lnTo>
                <a:close/>
                <a:lnTo>
                  <a:pt x="840121" y="347968"/>
                </a:lnTo>
                <a:close/>
                <a:lnTo>
                  <a:pt x="841611" y="268383"/>
                </a:lnTo>
                <a:close/>
                <a:lnTo>
                  <a:pt x="843100" y="291801"/>
                </a:lnTo>
                <a:close/>
                <a:lnTo>
                  <a:pt x="846080" y="419113"/>
                </a:lnTo>
                <a:close/>
                <a:lnTo>
                  <a:pt x="847569" y="445240"/>
                </a:lnTo>
                <a:close/>
                <a:lnTo>
                  <a:pt x="850548" y="350844"/>
                </a:lnTo>
                <a:close/>
                <a:lnTo>
                  <a:pt x="853527" y="404165"/>
                </a:lnTo>
                <a:close/>
                <a:lnTo>
                  <a:pt x="855017" y="397327"/>
                </a:lnTo>
                <a:close/>
                <a:lnTo>
                  <a:pt x="856507" y="478311"/>
                </a:lnTo>
                <a:close/>
                <a:lnTo>
                  <a:pt x="857996" y="479834"/>
                </a:lnTo>
                <a:close/>
                <a:lnTo>
                  <a:pt x="859486" y="372320"/>
                </a:lnTo>
                <a:close/>
                <a:lnTo>
                  <a:pt x="860975" y="373033"/>
                </a:lnTo>
                <a:close/>
                <a:lnTo>
                  <a:pt x="862465" y="368778"/>
                </a:lnTo>
                <a:close/>
                <a:lnTo>
                  <a:pt x="865444" y="442204"/>
                </a:lnTo>
                <a:close/>
                <a:lnTo>
                  <a:pt x="866934" y="448182"/>
                </a:lnTo>
                <a:close/>
                <a:lnTo>
                  <a:pt x="869913" y="384684"/>
                </a:lnTo>
                <a:close/>
                <a:lnTo>
                  <a:pt x="871402" y="427166"/>
                </a:lnTo>
                <a:close/>
                <a:lnTo>
                  <a:pt x="874382" y="559973"/>
                </a:lnTo>
                <a:close/>
                <a:lnTo>
                  <a:pt x="875871" y="599420"/>
                </a:lnTo>
                <a:close/>
                <a:lnTo>
                  <a:pt x="878850" y="525163"/>
                </a:lnTo>
                <a:close/>
                <a:lnTo>
                  <a:pt x="881829" y="720017"/>
                </a:lnTo>
                <a:close/>
                <a:lnTo>
                  <a:pt x="886298" y="517698"/>
                </a:lnTo>
                <a:close/>
                <a:lnTo>
                  <a:pt x="890767" y="592088"/>
                </a:lnTo>
                <a:close/>
                <a:lnTo>
                  <a:pt x="892256" y="485688"/>
                </a:lnTo>
                <a:close/>
                <a:lnTo>
                  <a:pt x="893746" y="535605"/>
                </a:lnTo>
                <a:close/>
                <a:lnTo>
                  <a:pt x="895236" y="530681"/>
                </a:lnTo>
                <a:close/>
                <a:lnTo>
                  <a:pt x="896725" y="503846"/>
                </a:lnTo>
                <a:close/>
                <a:lnTo>
                  <a:pt x="898215" y="599104"/>
                </a:lnTo>
                <a:close/>
                <a:lnTo>
                  <a:pt x="899704" y="450589"/>
                </a:lnTo>
                <a:close/>
                <a:lnTo>
                  <a:pt x="901194" y="554711"/>
                </a:lnTo>
                <a:close/>
                <a:lnTo>
                  <a:pt x="910131" y="400809"/>
                </a:lnTo>
                <a:close/>
                <a:lnTo>
                  <a:pt x="911621" y="428489"/>
                </a:lnTo>
                <a:close/>
                <a:lnTo>
                  <a:pt x="913110" y="508902"/>
                </a:lnTo>
                <a:close/>
                <a:lnTo>
                  <a:pt x="914600" y="492104"/>
                </a:lnTo>
                <a:close/>
                <a:lnTo>
                  <a:pt x="917579" y="622581"/>
                </a:lnTo>
                <a:close/>
                <a:lnTo>
                  <a:pt x="919069" y="559630"/>
                </a:lnTo>
                <a:close/>
                <a:lnTo>
                  <a:pt x="923538" y="811169"/>
                </a:lnTo>
                <a:close/>
                <a:lnTo>
                  <a:pt x="925027" y="771124"/>
                </a:lnTo>
                <a:close/>
                <a:lnTo>
                  <a:pt x="926517" y="793699"/>
                </a:lnTo>
                <a:close/>
                <a:lnTo>
                  <a:pt x="928006" y="770979"/>
                </a:lnTo>
                <a:close/>
                <a:lnTo>
                  <a:pt x="933965" y="579613"/>
                </a:lnTo>
                <a:close/>
                <a:lnTo>
                  <a:pt x="935454" y="608788"/>
                </a:lnTo>
                <a:close/>
                <a:lnTo>
                  <a:pt x="938433" y="731507"/>
                </a:lnTo>
                <a:close/>
                <a:lnTo>
                  <a:pt x="939923" y="748328"/>
                </a:lnTo>
                <a:close/>
                <a:lnTo>
                  <a:pt x="942902" y="648954"/>
                </a:lnTo>
                <a:close/>
                <a:lnTo>
                  <a:pt x="944392" y="639900"/>
                </a:lnTo>
                <a:close/>
                <a:lnTo>
                  <a:pt x="945881" y="569618"/>
                </a:lnTo>
                <a:close/>
                <a:lnTo>
                  <a:pt x="947371" y="681991"/>
                </a:lnTo>
                <a:close/>
                <a:lnTo>
                  <a:pt x="951839" y="515707"/>
                </a:lnTo>
                <a:close/>
                <a:lnTo>
                  <a:pt x="954819" y="458594"/>
                </a:lnTo>
                <a:close/>
                <a:lnTo>
                  <a:pt x="956308" y="495324"/>
                </a:lnTo>
                <a:close/>
                <a:lnTo>
                  <a:pt x="957798" y="470065"/>
                </a:lnTo>
                <a:close/>
                <a:lnTo>
                  <a:pt x="959287" y="473609"/>
                </a:lnTo>
                <a:close/>
                <a:lnTo>
                  <a:pt x="960777" y="461911"/>
                </a:lnTo>
                <a:close/>
                <a:lnTo>
                  <a:pt x="962266" y="466851"/>
                </a:lnTo>
                <a:close/>
                <a:lnTo>
                  <a:pt x="963756" y="428465"/>
                </a:lnTo>
                <a:close/>
                <a:lnTo>
                  <a:pt x="965246" y="332450"/>
                </a:lnTo>
                <a:close/>
                <a:lnTo>
                  <a:pt x="966735" y="353164"/>
                </a:lnTo>
                <a:close/>
                <a:lnTo>
                  <a:pt x="968225" y="393552"/>
                </a:lnTo>
                <a:close/>
                <a:lnTo>
                  <a:pt x="969714" y="383778"/>
                </a:lnTo>
                <a:close/>
                <a:lnTo>
                  <a:pt x="972694" y="406292"/>
                </a:lnTo>
                <a:close/>
                <a:lnTo>
                  <a:pt x="975673" y="519096"/>
                </a:lnTo>
                <a:close/>
                <a:lnTo>
                  <a:pt x="977162" y="451767"/>
                </a:lnTo>
                <a:close/>
                <a:lnTo>
                  <a:pt x="980141" y="542033"/>
                </a:lnTo>
                <a:close/>
                <a:lnTo>
                  <a:pt x="981631" y="449466"/>
                </a:lnTo>
                <a:close/>
                <a:lnTo>
                  <a:pt x="983121" y="509456"/>
                </a:lnTo>
                <a:close/>
                <a:lnTo>
                  <a:pt x="984610" y="636792"/>
                </a:lnTo>
                <a:close/>
                <a:lnTo>
                  <a:pt x="986100" y="590252"/>
                </a:lnTo>
                <a:close/>
                <a:lnTo>
                  <a:pt x="987589" y="629622"/>
                </a:lnTo>
                <a:close/>
                <a:lnTo>
                  <a:pt x="990568" y="390347"/>
                </a:lnTo>
                <a:close/>
                <a:lnTo>
                  <a:pt x="992058" y="473984"/>
                </a:lnTo>
                <a:close/>
                <a:lnTo>
                  <a:pt x="995037" y="457804"/>
                </a:lnTo>
                <a:close/>
                <a:lnTo>
                  <a:pt x="996527" y="470246"/>
                </a:lnTo>
                <a:close/>
                <a:lnTo>
                  <a:pt x="999506" y="555063"/>
                </a:lnTo>
                <a:close/>
                <a:lnTo>
                  <a:pt x="1000995" y="485483"/>
                </a:lnTo>
                <a:close/>
                <a:lnTo>
                  <a:pt x="1003975" y="498330"/>
                </a:lnTo>
                <a:close/>
                <a:lnTo>
                  <a:pt x="1005464" y="451210"/>
                </a:lnTo>
                <a:close/>
                <a:lnTo>
                  <a:pt x="1006954" y="485823"/>
                </a:lnTo>
                <a:close/>
                <a:lnTo>
                  <a:pt x="1008443" y="573468"/>
                </a:lnTo>
                <a:close/>
                <a:lnTo>
                  <a:pt x="1011423" y="375143"/>
                </a:lnTo>
                <a:close/>
                <a:lnTo>
                  <a:pt x="1012912" y="358779"/>
                </a:lnTo>
                <a:close/>
                <a:lnTo>
                  <a:pt x="1014402" y="413731"/>
                </a:lnTo>
                <a:close/>
                <a:lnTo>
                  <a:pt x="1015891" y="303151"/>
                </a:lnTo>
                <a:close/>
                <a:lnTo>
                  <a:pt x="1017381" y="403540"/>
                </a:lnTo>
                <a:close/>
                <a:lnTo>
                  <a:pt x="1018870" y="358007"/>
                </a:lnTo>
                <a:close/>
                <a:lnTo>
                  <a:pt x="1020360" y="428985"/>
                </a:lnTo>
                <a:close/>
                <a:lnTo>
                  <a:pt x="1021850" y="398204"/>
                </a:lnTo>
                <a:close/>
                <a:lnTo>
                  <a:pt x="1024829" y="469981"/>
                </a:lnTo>
                <a:close/>
                <a:lnTo>
                  <a:pt x="1026318" y="443757"/>
                </a:lnTo>
                <a:close/>
                <a:lnTo>
                  <a:pt x="1027808" y="510736"/>
                </a:lnTo>
                <a:close/>
                <a:lnTo>
                  <a:pt x="1029297" y="476583"/>
                </a:lnTo>
                <a:close/>
                <a:lnTo>
                  <a:pt x="1030787" y="477794"/>
                </a:lnTo>
                <a:close/>
                <a:lnTo>
                  <a:pt x="1032277" y="459615"/>
                </a:lnTo>
                <a:close/>
                <a:lnTo>
                  <a:pt x="1033766" y="413394"/>
                </a:lnTo>
                <a:close/>
                <a:lnTo>
                  <a:pt x="1036745" y="582827"/>
                </a:lnTo>
                <a:close/>
                <a:lnTo>
                  <a:pt x="1038235" y="540922"/>
                </a:lnTo>
                <a:close/>
                <a:lnTo>
                  <a:pt x="1039724" y="587962"/>
                </a:lnTo>
                <a:close/>
                <a:lnTo>
                  <a:pt x="1041214" y="538556"/>
                </a:lnTo>
                <a:close/>
                <a:lnTo>
                  <a:pt x="1042704" y="707036"/>
                </a:lnTo>
                <a:close/>
                <a:lnTo>
                  <a:pt x="1045683" y="676904"/>
                </a:lnTo>
                <a:close/>
                <a:lnTo>
                  <a:pt x="1047172" y="657593"/>
                </a:lnTo>
                <a:close/>
                <a:lnTo>
                  <a:pt x="1048662" y="597663"/>
                </a:lnTo>
                <a:close/>
                <a:lnTo>
                  <a:pt x="1050151" y="595881"/>
                </a:lnTo>
                <a:close/>
                <a:lnTo>
                  <a:pt x="1051641" y="555479"/>
                </a:lnTo>
                <a:close/>
                <a:lnTo>
                  <a:pt x="1053131" y="605779"/>
                </a:lnTo>
                <a:close/>
                <a:lnTo>
                  <a:pt x="1056110" y="541593"/>
                </a:lnTo>
                <a:close/>
                <a:lnTo>
                  <a:pt x="1057599" y="564995"/>
                </a:lnTo>
                <a:close/>
                <a:lnTo>
                  <a:pt x="1060579" y="633083"/>
                </a:lnTo>
                <a:close/>
                <a:lnTo>
                  <a:pt x="1062068" y="605677"/>
                </a:lnTo>
                <a:close/>
                <a:lnTo>
                  <a:pt x="1063558" y="664939"/>
                </a:lnTo>
                <a:close/>
                <a:lnTo>
                  <a:pt x="1065047" y="663942"/>
                </a:lnTo>
                <a:close/>
                <a:lnTo>
                  <a:pt x="1066537" y="685993"/>
                </a:lnTo>
                <a:close/>
                <a:lnTo>
                  <a:pt x="1068026" y="672521"/>
                </a:lnTo>
                <a:close/>
                <a:lnTo>
                  <a:pt x="1069516" y="641526"/>
                </a:lnTo>
                <a:close/>
                <a:lnTo>
                  <a:pt x="1071006" y="497350"/>
                </a:lnTo>
                <a:close/>
                <a:lnTo>
                  <a:pt x="1072495" y="491220"/>
                </a:lnTo>
                <a:close/>
                <a:lnTo>
                  <a:pt x="1073985" y="424081"/>
                </a:lnTo>
                <a:close/>
                <a:lnTo>
                  <a:pt x="1075474" y="423797"/>
                </a:lnTo>
                <a:close/>
                <a:lnTo>
                  <a:pt x="1076964" y="453300"/>
                </a:lnTo>
                <a:close/>
                <a:lnTo>
                  <a:pt x="1078453" y="614362"/>
                </a:lnTo>
                <a:close/>
                <a:lnTo>
                  <a:pt x="1079943" y="615477"/>
                </a:lnTo>
                <a:close/>
                <a:lnTo>
                  <a:pt x="1081433" y="641386"/>
                </a:lnTo>
                <a:close/>
                <a:lnTo>
                  <a:pt x="1082922" y="548845"/>
                </a:lnTo>
                <a:close/>
                <a:lnTo>
                  <a:pt x="1085901" y="640402"/>
                </a:lnTo>
                <a:close/>
                <a:lnTo>
                  <a:pt x="1087391" y="598871"/>
                </a:lnTo>
                <a:close/>
                <a:lnTo>
                  <a:pt x="1088880" y="601046"/>
                </a:lnTo>
                <a:close/>
                <a:lnTo>
                  <a:pt x="1090370" y="593198"/>
                </a:lnTo>
                <a:close/>
                <a:lnTo>
                  <a:pt x="1093349" y="527810"/>
                </a:lnTo>
                <a:close/>
                <a:lnTo>
                  <a:pt x="1096328" y="551063"/>
                </a:lnTo>
                <a:close/>
                <a:lnTo>
                  <a:pt x="1097818" y="693444"/>
                </a:lnTo>
                <a:close/>
                <a:lnTo>
                  <a:pt x="1099308" y="697414"/>
                </a:lnTo>
                <a:close/>
                <a:lnTo>
                  <a:pt x="1102287" y="626368"/>
                </a:lnTo>
                <a:close/>
                <a:lnTo>
                  <a:pt x="1103776" y="686260"/>
                </a:lnTo>
                <a:close/>
                <a:lnTo>
                  <a:pt x="1105266" y="671542"/>
                </a:lnTo>
                <a:close/>
                <a:lnTo>
                  <a:pt x="1106755" y="543674"/>
                </a:lnTo>
                <a:close/>
                <a:lnTo>
                  <a:pt x="1108245" y="548567"/>
                </a:lnTo>
                <a:close/>
                <a:lnTo>
                  <a:pt x="1109735" y="411059"/>
                </a:lnTo>
                <a:close/>
                <a:lnTo>
                  <a:pt x="1111224" y="504012"/>
                </a:lnTo>
                <a:close/>
                <a:lnTo>
                  <a:pt x="1112714" y="454831"/>
                </a:lnTo>
                <a:close/>
                <a:lnTo>
                  <a:pt x="1114203" y="494794"/>
                </a:lnTo>
                <a:close/>
                <a:lnTo>
                  <a:pt x="1115693" y="470689"/>
                </a:lnTo>
                <a:close/>
                <a:lnTo>
                  <a:pt x="1117182" y="472483"/>
                </a:lnTo>
                <a:close/>
                <a:lnTo>
                  <a:pt x="1118672" y="440637"/>
                </a:lnTo>
                <a:close/>
                <a:lnTo>
                  <a:pt x="1120162" y="464499"/>
                </a:lnTo>
                <a:close/>
                <a:lnTo>
                  <a:pt x="1121651" y="527627"/>
                </a:lnTo>
                <a:close/>
                <a:lnTo>
                  <a:pt x="1124630" y="357645"/>
                </a:lnTo>
                <a:close/>
                <a:lnTo>
                  <a:pt x="1126120" y="409268"/>
                </a:lnTo>
                <a:close/>
                <a:lnTo>
                  <a:pt x="1129099" y="367865"/>
                </a:lnTo>
                <a:close/>
                <a:lnTo>
                  <a:pt x="1130589" y="391240"/>
                </a:lnTo>
                <a:close/>
                <a:lnTo>
                  <a:pt x="1132078" y="329280"/>
                </a:lnTo>
                <a:close/>
                <a:lnTo>
                  <a:pt x="1133568" y="344478"/>
                </a:lnTo>
                <a:close/>
                <a:lnTo>
                  <a:pt x="1136547" y="452696"/>
                </a:lnTo>
                <a:close/>
                <a:lnTo>
                  <a:pt x="1138036" y="410180"/>
                </a:lnTo>
                <a:close/>
                <a:lnTo>
                  <a:pt x="1141016" y="257766"/>
                </a:lnTo>
                <a:close/>
                <a:lnTo>
                  <a:pt x="1146974" y="374796"/>
                </a:lnTo>
                <a:close/>
                <a:lnTo>
                  <a:pt x="1148464" y="338836"/>
                </a:lnTo>
                <a:close/>
                <a:lnTo>
                  <a:pt x="1151443" y="362031"/>
                </a:lnTo>
                <a:close/>
                <a:lnTo>
                  <a:pt x="1154422" y="306465"/>
                </a:lnTo>
                <a:close/>
                <a:lnTo>
                  <a:pt x="1157401" y="386074"/>
                </a:lnTo>
                <a:close/>
                <a:lnTo>
                  <a:pt x="1158891" y="314920"/>
                </a:lnTo>
                <a:close/>
                <a:lnTo>
                  <a:pt x="1160380" y="360969"/>
                </a:lnTo>
                <a:close/>
                <a:lnTo>
                  <a:pt x="1161870" y="484804"/>
                </a:lnTo>
                <a:close/>
                <a:lnTo>
                  <a:pt x="1163359" y="420553"/>
                </a:lnTo>
                <a:close/>
                <a:lnTo>
                  <a:pt x="1164849" y="458221"/>
                </a:lnTo>
                <a:close/>
                <a:lnTo>
                  <a:pt x="1166338" y="390882"/>
                </a:lnTo>
                <a:close/>
                <a:lnTo>
                  <a:pt x="1167828" y="396223"/>
                </a:lnTo>
                <a:close/>
                <a:lnTo>
                  <a:pt x="1170807" y="532506"/>
                </a:lnTo>
                <a:close/>
                <a:lnTo>
                  <a:pt x="1172297" y="518717"/>
                </a:lnTo>
                <a:close/>
                <a:lnTo>
                  <a:pt x="1173786" y="410200"/>
                </a:lnTo>
                <a:close/>
                <a:lnTo>
                  <a:pt x="1176765" y="562032"/>
                </a:lnTo>
                <a:close/>
                <a:lnTo>
                  <a:pt x="1181234" y="329759"/>
                </a:lnTo>
                <a:close/>
                <a:lnTo>
                  <a:pt x="1184213" y="357897"/>
                </a:lnTo>
                <a:close/>
                <a:lnTo>
                  <a:pt x="1185703" y="350429"/>
                </a:lnTo>
                <a:close/>
                <a:lnTo>
                  <a:pt x="1190172" y="567368"/>
                </a:lnTo>
                <a:close/>
                <a:lnTo>
                  <a:pt x="1191661" y="472722"/>
                </a:lnTo>
                <a:close/>
                <a:lnTo>
                  <a:pt x="1193151" y="560383"/>
                </a:lnTo>
                <a:close/>
                <a:lnTo>
                  <a:pt x="1197620" y="336239"/>
                </a:lnTo>
                <a:close/>
                <a:lnTo>
                  <a:pt x="1200599" y="443208"/>
                </a:lnTo>
                <a:close/>
                <a:lnTo>
                  <a:pt x="1205067" y="499948"/>
                </a:lnTo>
                <a:close/>
                <a:lnTo>
                  <a:pt x="1206557" y="455324"/>
                </a:lnTo>
                <a:close/>
                <a:lnTo>
                  <a:pt x="1208047" y="551937"/>
                </a:lnTo>
                <a:close/>
                <a:lnTo>
                  <a:pt x="1209536" y="549478"/>
                </a:lnTo>
                <a:close/>
                <a:lnTo>
                  <a:pt x="1211026" y="432410"/>
                </a:lnTo>
                <a:close/>
                <a:lnTo>
                  <a:pt x="1214005" y="440773"/>
                </a:lnTo>
                <a:close/>
                <a:lnTo>
                  <a:pt x="1215494" y="391215"/>
                </a:lnTo>
                <a:close/>
                <a:lnTo>
                  <a:pt x="1216984" y="397555"/>
                </a:lnTo>
                <a:close/>
                <a:lnTo>
                  <a:pt x="1218474" y="453873"/>
                </a:lnTo>
                <a:close/>
                <a:lnTo>
                  <a:pt x="1219963" y="454800"/>
                </a:lnTo>
                <a:close/>
                <a:lnTo>
                  <a:pt x="1221453" y="481842"/>
                </a:lnTo>
                <a:close/>
                <a:lnTo>
                  <a:pt x="1222942" y="472948"/>
                </a:lnTo>
                <a:close/>
                <a:lnTo>
                  <a:pt x="1224432" y="511619"/>
                </a:lnTo>
                <a:close/>
                <a:lnTo>
                  <a:pt x="1225921" y="478063"/>
                </a:lnTo>
                <a:close/>
                <a:lnTo>
                  <a:pt x="1227411" y="481855"/>
                </a:lnTo>
                <a:close/>
                <a:lnTo>
                  <a:pt x="1228901" y="474169"/>
                </a:lnTo>
                <a:close/>
                <a:lnTo>
                  <a:pt x="1231880" y="391944"/>
                </a:lnTo>
                <a:close/>
                <a:lnTo>
                  <a:pt x="1233369" y="329878"/>
                </a:lnTo>
                <a:close/>
                <a:lnTo>
                  <a:pt x="1234859" y="365429"/>
                </a:lnTo>
                <a:close/>
                <a:lnTo>
                  <a:pt x="1236349" y="345684"/>
                </a:lnTo>
                <a:close/>
                <a:lnTo>
                  <a:pt x="1239328" y="210920"/>
                </a:lnTo>
                <a:close/>
                <a:lnTo>
                  <a:pt x="1240817" y="256337"/>
                </a:lnTo>
                <a:close/>
                <a:lnTo>
                  <a:pt x="1242307" y="213996"/>
                </a:lnTo>
                <a:close/>
                <a:lnTo>
                  <a:pt x="1243796" y="278871"/>
                </a:lnTo>
                <a:close/>
                <a:lnTo>
                  <a:pt x="1245286" y="239846"/>
                </a:lnTo>
                <a:close/>
                <a:lnTo>
                  <a:pt x="1248265" y="133254"/>
                </a:lnTo>
                <a:close/>
                <a:lnTo>
                  <a:pt x="1249755" y="146418"/>
                </a:lnTo>
                <a:close/>
                <a:lnTo>
                  <a:pt x="1254223" y="68217"/>
                </a:lnTo>
                <a:close/>
                <a:lnTo>
                  <a:pt x="1260182" y="211255"/>
                </a:lnTo>
                <a:close/>
                <a:lnTo>
                  <a:pt x="1261671" y="103084"/>
                </a:lnTo>
                <a:close/>
                <a:lnTo>
                  <a:pt x="1263161" y="101598"/>
                </a:lnTo>
                <a:close/>
                <a:lnTo>
                  <a:pt x="1264650" y="153101"/>
                </a:lnTo>
                <a:close/>
                <a:lnTo>
                  <a:pt x="1266140" y="150186"/>
                </a:lnTo>
                <a:close/>
                <a:lnTo>
                  <a:pt x="1269119" y="281988"/>
                </a:lnTo>
                <a:close/>
                <a:lnTo>
                  <a:pt x="1272098" y="476846"/>
                </a:lnTo>
                <a:close/>
                <a:lnTo>
                  <a:pt x="1275077" y="402820"/>
                </a:lnTo>
                <a:close/>
                <a:lnTo>
                  <a:pt x="1278057" y="306526"/>
                </a:lnTo>
                <a:close/>
                <a:lnTo>
                  <a:pt x="1279546" y="338088"/>
                </a:lnTo>
                <a:close/>
                <a:lnTo>
                  <a:pt x="1282525" y="205420"/>
                </a:lnTo>
                <a:close/>
                <a:lnTo>
                  <a:pt x="1285505" y="315923"/>
                </a:lnTo>
                <a:close/>
                <a:lnTo>
                  <a:pt x="1288484" y="152977"/>
                </a:lnTo>
                <a:close/>
                <a:lnTo>
                  <a:pt x="1294442" y="410149"/>
                </a:lnTo>
                <a:close/>
                <a:lnTo>
                  <a:pt x="1295932" y="423977"/>
                </a:lnTo>
                <a:close/>
                <a:lnTo>
                  <a:pt x="1297421" y="481958"/>
                </a:lnTo>
                <a:close/>
                <a:lnTo>
                  <a:pt x="1298911" y="479066"/>
                </a:lnTo>
                <a:close/>
                <a:lnTo>
                  <a:pt x="1300400" y="447316"/>
                </a:lnTo>
                <a:close/>
                <a:lnTo>
                  <a:pt x="1304869" y="529264"/>
                </a:lnTo>
                <a:close/>
                <a:lnTo>
                  <a:pt x="1306359" y="453508"/>
                </a:lnTo>
                <a:close/>
                <a:lnTo>
                  <a:pt x="1307848" y="488710"/>
                </a:lnTo>
                <a:close/>
                <a:lnTo>
                  <a:pt x="1309338" y="392005"/>
                </a:lnTo>
                <a:close/>
                <a:lnTo>
                  <a:pt x="1312317" y="482101"/>
                </a:lnTo>
                <a:close/>
                <a:lnTo>
                  <a:pt x="1313806" y="426699"/>
                </a:lnTo>
                <a:close/>
                <a:lnTo>
                  <a:pt x="1315296" y="447870"/>
                </a:lnTo>
                <a:close/>
                <a:lnTo>
                  <a:pt x="1316786" y="424679"/>
                </a:lnTo>
                <a:close/>
                <a:lnTo>
                  <a:pt x="1318275" y="432918"/>
                </a:lnTo>
                <a:close/>
                <a:lnTo>
                  <a:pt x="1319765" y="283141"/>
                </a:lnTo>
                <a:close/>
                <a:lnTo>
                  <a:pt x="1321254" y="307940"/>
                </a:lnTo>
                <a:close/>
                <a:lnTo>
                  <a:pt x="1322744" y="267553"/>
                </a:lnTo>
                <a:close/>
                <a:lnTo>
                  <a:pt x="1325723" y="349994"/>
                </a:lnTo>
                <a:close/>
                <a:lnTo>
                  <a:pt x="1328702" y="321374"/>
                </a:lnTo>
                <a:close/>
                <a:lnTo>
                  <a:pt x="1330192" y="376509"/>
                </a:lnTo>
                <a:close/>
                <a:lnTo>
                  <a:pt x="1331681" y="286976"/>
                </a:lnTo>
                <a:close/>
                <a:lnTo>
                  <a:pt x="1333171" y="413916"/>
                </a:lnTo>
                <a:close/>
                <a:lnTo>
                  <a:pt x="1334661" y="403488"/>
                </a:lnTo>
                <a:close/>
                <a:lnTo>
                  <a:pt x="1336150" y="499613"/>
                </a:lnTo>
                <a:close/>
                <a:lnTo>
                  <a:pt x="1337640" y="395229"/>
                </a:lnTo>
                <a:close/>
                <a:lnTo>
                  <a:pt x="1339129" y="399924"/>
                </a:lnTo>
                <a:close/>
                <a:lnTo>
                  <a:pt x="1340619" y="471997"/>
                </a:lnTo>
                <a:close/>
                <a:lnTo>
                  <a:pt x="1342108" y="331398"/>
                </a:lnTo>
                <a:close/>
                <a:lnTo>
                  <a:pt x="1343598" y="327149"/>
                </a:lnTo>
                <a:close/>
                <a:lnTo>
                  <a:pt x="1345088" y="350718"/>
                </a:lnTo>
                <a:close/>
                <a:lnTo>
                  <a:pt x="1346577" y="331373"/>
                </a:lnTo>
                <a:close/>
                <a:lnTo>
                  <a:pt x="1349556" y="354292"/>
                </a:lnTo>
                <a:close/>
                <a:lnTo>
                  <a:pt x="1351046" y="368970"/>
                </a:lnTo>
                <a:close/>
                <a:lnTo>
                  <a:pt x="1354025" y="535180"/>
                </a:lnTo>
                <a:close/>
                <a:lnTo>
                  <a:pt x="1355515" y="430057"/>
                </a:lnTo>
                <a:close/>
                <a:lnTo>
                  <a:pt x="1357004" y="429981"/>
                </a:lnTo>
                <a:close/>
                <a:lnTo>
                  <a:pt x="1359983" y="488669"/>
                </a:lnTo>
                <a:close/>
                <a:lnTo>
                  <a:pt x="1362962" y="407964"/>
                </a:lnTo>
                <a:close/>
                <a:lnTo>
                  <a:pt x="1364452" y="407719"/>
                </a:lnTo>
                <a:close/>
                <a:lnTo>
                  <a:pt x="1365942" y="417175"/>
                </a:lnTo>
                <a:close/>
                <a:lnTo>
                  <a:pt x="1367431" y="531238"/>
                </a:lnTo>
                <a:close/>
                <a:lnTo>
                  <a:pt x="1368921" y="448615"/>
                </a:lnTo>
                <a:close/>
                <a:lnTo>
                  <a:pt x="1370410" y="537235"/>
                </a:lnTo>
                <a:close/>
                <a:lnTo>
                  <a:pt x="1371900" y="511654"/>
                </a:lnTo>
                <a:close/>
                <a:lnTo>
                  <a:pt x="1373390" y="540001"/>
                </a:lnTo>
                <a:close/>
                <a:lnTo>
                  <a:pt x="1374879" y="540956"/>
                </a:lnTo>
                <a:close/>
                <a:lnTo>
                  <a:pt x="1376369" y="564015"/>
                </a:lnTo>
                <a:close/>
                <a:lnTo>
                  <a:pt x="1377858" y="515293"/>
                </a:lnTo>
                <a:close/>
                <a:lnTo>
                  <a:pt x="1380837" y="697590"/>
                </a:lnTo>
                <a:close/>
                <a:lnTo>
                  <a:pt x="1383817" y="667446"/>
                </a:lnTo>
                <a:close/>
                <a:lnTo>
                  <a:pt x="1385306" y="699510"/>
                </a:lnTo>
                <a:close/>
                <a:lnTo>
                  <a:pt x="1386796" y="671114"/>
                </a:lnTo>
                <a:close/>
                <a:lnTo>
                  <a:pt x="1388285" y="609045"/>
                </a:lnTo>
                <a:close/>
                <a:lnTo>
                  <a:pt x="1389775" y="616014"/>
                </a:lnTo>
                <a:close/>
                <a:lnTo>
                  <a:pt x="1391264" y="605041"/>
                </a:lnTo>
                <a:close/>
                <a:lnTo>
                  <a:pt x="1392754" y="605041"/>
                </a:lnTo>
                <a:close/>
                <a:lnTo>
                  <a:pt x="1394244" y="682046"/>
                </a:lnTo>
                <a:close/>
                <a:lnTo>
                  <a:pt x="1395733" y="611714"/>
                </a:lnTo>
                <a:close/>
                <a:lnTo>
                  <a:pt x="1398712" y="645487"/>
                </a:lnTo>
                <a:close/>
                <a:lnTo>
                  <a:pt x="1400202" y="696747"/>
                </a:lnTo>
                <a:close/>
                <a:lnTo>
                  <a:pt x="1401691" y="633526"/>
                </a:lnTo>
                <a:close/>
                <a:lnTo>
                  <a:pt x="1403181" y="654921"/>
                </a:lnTo>
                <a:close/>
                <a:lnTo>
                  <a:pt x="1404671" y="766568"/>
                </a:lnTo>
                <a:close/>
                <a:lnTo>
                  <a:pt x="1407650" y="729049"/>
                </a:lnTo>
                <a:close/>
                <a:lnTo>
                  <a:pt x="1409139" y="779111"/>
                </a:lnTo>
                <a:close/>
                <a:lnTo>
                  <a:pt x="1410629" y="776358"/>
                </a:lnTo>
                <a:close/>
                <a:lnTo>
                  <a:pt x="1413608" y="696049"/>
                </a:lnTo>
                <a:close/>
                <a:lnTo>
                  <a:pt x="1416587" y="824445"/>
                </a:lnTo>
                <a:close/>
                <a:lnTo>
                  <a:pt x="1419566" y="678422"/>
                </a:lnTo>
                <a:close/>
                <a:lnTo>
                  <a:pt x="1421056" y="678422"/>
                </a:lnTo>
                <a:close/>
                <a:lnTo>
                  <a:pt x="1422546" y="706520"/>
                </a:lnTo>
                <a:close/>
                <a:lnTo>
                  <a:pt x="1424035" y="691637"/>
                </a:lnTo>
                <a:close/>
                <a:lnTo>
                  <a:pt x="1425525" y="701836"/>
                </a:lnTo>
                <a:close/>
                <a:lnTo>
                  <a:pt x="1427014" y="807384"/>
                </a:lnTo>
                <a:close/>
                <a:lnTo>
                  <a:pt x="1428504" y="745896"/>
                </a:lnTo>
                <a:close/>
                <a:lnTo>
                  <a:pt x="1429993" y="756547"/>
                </a:lnTo>
                <a:close/>
                <a:lnTo>
                  <a:pt x="1432973" y="731534"/>
                </a:lnTo>
                <a:close/>
                <a:lnTo>
                  <a:pt x="1434462" y="728825"/>
                </a:lnTo>
                <a:close/>
                <a:lnTo>
                  <a:pt x="1437441" y="633626"/>
                </a:lnTo>
                <a:close/>
                <a:lnTo>
                  <a:pt x="1438931" y="724102"/>
                </a:lnTo>
                <a:close/>
                <a:lnTo>
                  <a:pt x="1440420" y="641764"/>
                </a:lnTo>
                <a:close/>
                <a:lnTo>
                  <a:pt x="1441910" y="732809"/>
                </a:lnTo>
                <a:close/>
                <a:lnTo>
                  <a:pt x="1443400" y="732242"/>
                </a:lnTo>
                <a:close/>
                <a:lnTo>
                  <a:pt x="1444889" y="824565"/>
                </a:lnTo>
                <a:close/>
                <a:lnTo>
                  <a:pt x="1447868" y="627463"/>
                </a:lnTo>
                <a:close/>
                <a:lnTo>
                  <a:pt x="1450847" y="727872"/>
                </a:lnTo>
                <a:close/>
                <a:lnTo>
                  <a:pt x="1452337" y="730479"/>
                </a:lnTo>
                <a:close/>
                <a:lnTo>
                  <a:pt x="1453827" y="723841"/>
                </a:lnTo>
                <a:close/>
                <a:lnTo>
                  <a:pt x="1458295" y="847462"/>
                </a:lnTo>
                <a:close/>
                <a:lnTo>
                  <a:pt x="1459785" y="855139"/>
                </a:lnTo>
                <a:close/>
                <a:lnTo>
                  <a:pt x="1462764" y="908690"/>
                </a:lnTo>
                <a:close/>
                <a:lnTo>
                  <a:pt x="1464254" y="894234"/>
                </a:lnTo>
                <a:close/>
                <a:lnTo>
                  <a:pt x="1471702" y="608931"/>
                </a:lnTo>
                <a:close/>
                <a:lnTo>
                  <a:pt x="1474681" y="642112"/>
                </a:lnTo>
                <a:close/>
                <a:lnTo>
                  <a:pt x="1477660" y="592624"/>
                </a:lnTo>
                <a:close/>
                <a:lnTo>
                  <a:pt x="1483618" y="447021"/>
                </a:lnTo>
                <a:close/>
                <a:lnTo>
                  <a:pt x="1486597" y="387083"/>
                </a:lnTo>
                <a:close/>
                <a:lnTo>
                  <a:pt x="1489576" y="487576"/>
                </a:lnTo>
                <a:close/>
                <a:lnTo>
                  <a:pt x="1491066" y="435762"/>
                </a:lnTo>
                <a:close/>
                <a:lnTo>
                  <a:pt x="1492556" y="462519"/>
                </a:lnTo>
                <a:close/>
                <a:lnTo>
                  <a:pt x="1494045" y="387202"/>
                </a:lnTo>
                <a:close/>
                <a:lnTo>
                  <a:pt x="1495535" y="393820"/>
                </a:lnTo>
                <a:close/>
                <a:lnTo>
                  <a:pt x="1497024" y="275639"/>
                </a:lnTo>
                <a:close/>
                <a:lnTo>
                  <a:pt x="1498514" y="416376"/>
                </a:lnTo>
                <a:close/>
                <a:lnTo>
                  <a:pt x="1500003" y="355322"/>
                </a:lnTo>
                <a:close/>
                <a:lnTo>
                  <a:pt x="1501493" y="357216"/>
                </a:lnTo>
                <a:close/>
                <a:lnTo>
                  <a:pt x="1504472" y="408276"/>
                </a:lnTo>
                <a:close/>
                <a:lnTo>
                  <a:pt x="1505962" y="411587"/>
                </a:lnTo>
                <a:close/>
                <a:lnTo>
                  <a:pt x="1508941" y="519563"/>
                </a:lnTo>
                <a:close/>
                <a:lnTo>
                  <a:pt x="1510431" y="529971"/>
                </a:lnTo>
                <a:close/>
                <a:lnTo>
                  <a:pt x="1513410" y="463726"/>
                </a:lnTo>
                <a:close/>
                <a:lnTo>
                  <a:pt x="1516389" y="561687"/>
                </a:lnTo>
                <a:close/>
                <a:lnTo>
                  <a:pt x="1517878" y="525579"/>
                </a:lnTo>
                <a:close/>
                <a:lnTo>
                  <a:pt x="1519368" y="611025"/>
                </a:lnTo>
                <a:close/>
                <a:lnTo>
                  <a:pt x="1520858" y="558126"/>
                </a:lnTo>
                <a:close/>
                <a:lnTo>
                  <a:pt x="1522347" y="558126"/>
                </a:lnTo>
                <a:close/>
                <a:lnTo>
                  <a:pt x="1523837" y="488849"/>
                </a:lnTo>
                <a:close/>
                <a:lnTo>
                  <a:pt x="1526816" y="565937"/>
                </a:lnTo>
                <a:close/>
                <a:lnTo>
                  <a:pt x="1529795" y="507523"/>
                </a:lnTo>
                <a:close/>
                <a:lnTo>
                  <a:pt x="1531285" y="566018"/>
                </a:lnTo>
                <a:close/>
                <a:lnTo>
                  <a:pt x="1532774" y="481412"/>
                </a:lnTo>
                <a:close/>
                <a:lnTo>
                  <a:pt x="1534264" y="486261"/>
                </a:lnTo>
                <a:close/>
                <a:lnTo>
                  <a:pt x="1535753" y="507432"/>
                </a:lnTo>
                <a:close/>
                <a:lnTo>
                  <a:pt x="1537243" y="505458"/>
                </a:lnTo>
                <a:close/>
                <a:lnTo>
                  <a:pt x="1538732" y="518932"/>
                </a:lnTo>
                <a:close/>
                <a:lnTo>
                  <a:pt x="1540222" y="504932"/>
                </a:lnTo>
                <a:close/>
                <a:lnTo>
                  <a:pt x="1541712" y="509079"/>
                </a:lnTo>
                <a:close/>
                <a:lnTo>
                  <a:pt x="1543201" y="530296"/>
                </a:lnTo>
                <a:close/>
                <a:lnTo>
                  <a:pt x="1544691" y="500838"/>
                </a:lnTo>
                <a:close/>
                <a:lnTo>
                  <a:pt x="1547670" y="397414"/>
                </a:lnTo>
                <a:close/>
                <a:lnTo>
                  <a:pt x="1549160" y="473748"/>
                </a:lnTo>
                <a:close/>
                <a:lnTo>
                  <a:pt x="1552139" y="337303"/>
                </a:lnTo>
                <a:close/>
                <a:lnTo>
                  <a:pt x="1553628" y="298749"/>
                </a:lnTo>
                <a:close/>
                <a:lnTo>
                  <a:pt x="1558097" y="478258"/>
                </a:lnTo>
                <a:close/>
                <a:lnTo>
                  <a:pt x="1559587" y="380688"/>
                </a:lnTo>
                <a:close/>
                <a:lnTo>
                  <a:pt x="1561076" y="428903"/>
                </a:lnTo>
                <a:close/>
                <a:lnTo>
                  <a:pt x="1564055" y="323047"/>
                </a:lnTo>
                <a:close/>
                <a:lnTo>
                  <a:pt x="1565545" y="436329"/>
                </a:lnTo>
                <a:close/>
                <a:lnTo>
                  <a:pt x="1567034" y="426829"/>
                </a:lnTo>
                <a:close/>
                <a:lnTo>
                  <a:pt x="1568524" y="303913"/>
                </a:lnTo>
                <a:close/>
                <a:lnTo>
                  <a:pt x="1574482" y="495423"/>
                </a:lnTo>
                <a:close/>
                <a:lnTo>
                  <a:pt x="1575972" y="452886"/>
                </a:lnTo>
                <a:close/>
                <a:lnTo>
                  <a:pt x="1578951" y="571422"/>
                </a:lnTo>
                <a:close/>
                <a:lnTo>
                  <a:pt x="1580441" y="501931"/>
                </a:lnTo>
                <a:close/>
                <a:lnTo>
                  <a:pt x="1581930" y="601026"/>
                </a:lnTo>
                <a:close/>
                <a:lnTo>
                  <a:pt x="1584909" y="469586"/>
                </a:lnTo>
                <a:close/>
                <a:lnTo>
                  <a:pt x="1586399" y="495723"/>
                </a:lnTo>
                <a:close/>
                <a:lnTo>
                  <a:pt x="1589378" y="479268"/>
                </a:lnTo>
                <a:close/>
                <a:lnTo>
                  <a:pt x="1590868" y="524547"/>
                </a:lnTo>
                <a:close/>
                <a:lnTo>
                  <a:pt x="1592357" y="307374"/>
                </a:lnTo>
                <a:close/>
                <a:lnTo>
                  <a:pt x="1595336" y="414059"/>
                </a:lnTo>
                <a:close/>
                <a:lnTo>
                  <a:pt x="1596826" y="413915"/>
                </a:lnTo>
                <a:close/>
                <a:lnTo>
                  <a:pt x="1598316" y="372211"/>
                </a:lnTo>
                <a:close/>
                <a:lnTo>
                  <a:pt x="1601295" y="560843"/>
                </a:lnTo>
                <a:close/>
                <a:lnTo>
                  <a:pt x="1604274" y="516767"/>
                </a:lnTo>
                <a:close/>
                <a:lnTo>
                  <a:pt x="1605763" y="587836"/>
                </a:lnTo>
                <a:close/>
                <a:lnTo>
                  <a:pt x="1610232" y="485474"/>
                </a:lnTo>
                <a:close/>
                <a:lnTo>
                  <a:pt x="1611722" y="534239"/>
                </a:lnTo>
                <a:close/>
                <a:lnTo>
                  <a:pt x="1613211" y="506777"/>
                </a:lnTo>
                <a:close/>
                <a:lnTo>
                  <a:pt x="1614701" y="569999"/>
                </a:lnTo>
                <a:close/>
                <a:lnTo>
                  <a:pt x="1616190" y="419717"/>
                </a:lnTo>
                <a:close/>
                <a:lnTo>
                  <a:pt x="1617680" y="435935"/>
                </a:lnTo>
                <a:close/>
                <a:lnTo>
                  <a:pt x="1619170" y="506954"/>
                </a:lnTo>
                <a:close/>
                <a:lnTo>
                  <a:pt x="1620659" y="458483"/>
                </a:lnTo>
                <a:close/>
                <a:lnTo>
                  <a:pt x="1622149" y="486845"/>
                </a:lnTo>
                <a:close/>
                <a:lnTo>
                  <a:pt x="1623638" y="575217"/>
                </a:lnTo>
                <a:close/>
                <a:lnTo>
                  <a:pt x="1625128" y="413684"/>
                </a:lnTo>
                <a:close/>
                <a:lnTo>
                  <a:pt x="1628107" y="504494"/>
                </a:lnTo>
                <a:close/>
                <a:lnTo>
                  <a:pt x="1629597" y="444718"/>
                </a:lnTo>
                <a:close/>
                <a:lnTo>
                  <a:pt x="1632576" y="483023"/>
                </a:lnTo>
                <a:close/>
                <a:lnTo>
                  <a:pt x="1635555" y="603545"/>
                </a:lnTo>
                <a:close/>
                <a:lnTo>
                  <a:pt x="1637044" y="565356"/>
                </a:lnTo>
                <a:close/>
                <a:lnTo>
                  <a:pt x="1645982" y="791068"/>
                </a:lnTo>
                <a:close/>
                <a:lnTo>
                  <a:pt x="1647472" y="815044"/>
                </a:lnTo>
                <a:close/>
                <a:lnTo>
                  <a:pt x="1650451" y="778784"/>
                </a:lnTo>
                <a:close/>
                <a:lnTo>
                  <a:pt x="1653430" y="904321"/>
                </a:lnTo>
                <a:close/>
                <a:lnTo>
                  <a:pt x="1656409" y="860140"/>
                </a:lnTo>
                <a:close/>
                <a:lnTo>
                  <a:pt x="1657899" y="813333"/>
                </a:lnTo>
                <a:close/>
                <a:lnTo>
                  <a:pt x="1659388" y="861099"/>
                </a:lnTo>
                <a:close/>
                <a:lnTo>
                  <a:pt x="1660878" y="845085"/>
                </a:lnTo>
                <a:close/>
                <a:lnTo>
                  <a:pt x="1663857" y="897411"/>
                </a:lnTo>
                <a:close/>
                <a:lnTo>
                  <a:pt x="1665346" y="888148"/>
                </a:lnTo>
                <a:close/>
                <a:lnTo>
                  <a:pt x="1668326" y="797725"/>
                </a:lnTo>
                <a:close/>
                <a:lnTo>
                  <a:pt x="1671305" y="662469"/>
                </a:lnTo>
                <a:close/>
                <a:lnTo>
                  <a:pt x="1674284" y="843681"/>
                </a:lnTo>
                <a:close/>
                <a:lnTo>
                  <a:pt x="1675773" y="842353"/>
                </a:lnTo>
                <a:close/>
                <a:lnTo>
                  <a:pt x="1678753" y="772142"/>
                </a:lnTo>
                <a:close/>
                <a:lnTo>
                  <a:pt x="1680242" y="764970"/>
                </a:lnTo>
                <a:close/>
                <a:lnTo>
                  <a:pt x="1683221" y="786208"/>
                </a:lnTo>
                <a:close/>
                <a:lnTo>
                  <a:pt x="1684711" y="793370"/>
                </a:lnTo>
                <a:close/>
                <a:lnTo>
                  <a:pt x="1686201" y="716367"/>
                </a:lnTo>
                <a:close/>
                <a:lnTo>
                  <a:pt x="1689180" y="728391"/>
                </a:lnTo>
                <a:close/>
                <a:lnTo>
                  <a:pt x="1690669" y="717352"/>
                </a:lnTo>
                <a:close/>
                <a:lnTo>
                  <a:pt x="1693648" y="627100"/>
                </a:lnTo>
                <a:close/>
                <a:lnTo>
                  <a:pt x="1698117" y="682530"/>
                </a:lnTo>
                <a:close/>
                <a:lnTo>
                  <a:pt x="1702586" y="493647"/>
                </a:lnTo>
                <a:close/>
                <a:lnTo>
                  <a:pt x="1704075" y="455295"/>
                </a:lnTo>
                <a:close/>
                <a:lnTo>
                  <a:pt x="1705565" y="489140"/>
                </a:lnTo>
                <a:close/>
                <a:lnTo>
                  <a:pt x="1708544" y="422727"/>
                </a:lnTo>
                <a:close/>
                <a:lnTo>
                  <a:pt x="1711523" y="529865"/>
                </a:lnTo>
                <a:close/>
                <a:lnTo>
                  <a:pt x="1713013" y="517263"/>
                </a:lnTo>
                <a:close/>
                <a:lnTo>
                  <a:pt x="1714502" y="486362"/>
                </a:lnTo>
                <a:close/>
                <a:lnTo>
                  <a:pt x="1715992" y="545567"/>
                </a:lnTo>
                <a:close/>
                <a:lnTo>
                  <a:pt x="1717482" y="438264"/>
                </a:lnTo>
                <a:close/>
                <a:lnTo>
                  <a:pt x="1720461" y="569781"/>
                </a:lnTo>
                <a:close/>
                <a:lnTo>
                  <a:pt x="1721950" y="572867"/>
                </a:lnTo>
                <a:close/>
                <a:lnTo>
                  <a:pt x="1723440" y="551067"/>
                </a:lnTo>
                <a:close/>
                <a:lnTo>
                  <a:pt x="1724929" y="583472"/>
                </a:lnTo>
                <a:close/>
                <a:lnTo>
                  <a:pt x="1726419" y="574456"/>
                </a:lnTo>
                <a:close/>
                <a:lnTo>
                  <a:pt x="1729398" y="609227"/>
                </a:lnTo>
                <a:close/>
                <a:lnTo>
                  <a:pt x="1732377" y="536143"/>
                </a:lnTo>
                <a:close/>
                <a:lnTo>
                  <a:pt x="1733867" y="574470"/>
                </a:lnTo>
                <a:close/>
                <a:lnTo>
                  <a:pt x="1735357" y="537766"/>
                </a:lnTo>
                <a:close/>
                <a:lnTo>
                  <a:pt x="1738336" y="664258"/>
                </a:lnTo>
                <a:close/>
                <a:lnTo>
                  <a:pt x="1739825" y="708211"/>
                </a:lnTo>
                <a:close/>
                <a:lnTo>
                  <a:pt x="1741315" y="700687"/>
                </a:lnTo>
                <a:close/>
                <a:lnTo>
                  <a:pt x="1744294" y="666932"/>
                </a:lnTo>
                <a:close/>
                <a:lnTo>
                  <a:pt x="1747273" y="580598"/>
                </a:lnTo>
                <a:close/>
                <a:lnTo>
                  <a:pt x="1748763" y="646238"/>
                </a:lnTo>
                <a:close/>
                <a:lnTo>
                  <a:pt x="1753231" y="533704"/>
                </a:lnTo>
                <a:close/>
                <a:lnTo>
                  <a:pt x="1754721" y="454643"/>
                </a:lnTo>
                <a:close/>
                <a:lnTo>
                  <a:pt x="1759190" y="679000"/>
                </a:lnTo>
                <a:close/>
                <a:lnTo>
                  <a:pt x="1760679" y="598221"/>
                </a:lnTo>
                <a:close/>
                <a:lnTo>
                  <a:pt x="1762169" y="603655"/>
                </a:lnTo>
                <a:close/>
                <a:lnTo>
                  <a:pt x="1763658" y="618917"/>
                </a:lnTo>
                <a:close/>
                <a:lnTo>
                  <a:pt x="1765148" y="611377"/>
                </a:lnTo>
                <a:close/>
                <a:lnTo>
                  <a:pt x="1768127" y="705450"/>
                </a:lnTo>
                <a:close/>
                <a:lnTo>
                  <a:pt x="1769617" y="818197"/>
                </a:lnTo>
                <a:close/>
                <a:lnTo>
                  <a:pt x="1771106" y="772751"/>
                </a:lnTo>
                <a:close/>
                <a:lnTo>
                  <a:pt x="1772596" y="866918"/>
                </a:lnTo>
                <a:close/>
                <a:lnTo>
                  <a:pt x="1774085" y="844306"/>
                </a:lnTo>
                <a:close/>
                <a:lnTo>
                  <a:pt x="1775575" y="931026"/>
                </a:lnTo>
                <a:close/>
                <a:lnTo>
                  <a:pt x="1777065" y="908676"/>
                </a:lnTo>
                <a:close/>
                <a:lnTo>
                  <a:pt x="1778554" y="822611"/>
                </a:lnTo>
                <a:close/>
                <a:lnTo>
                  <a:pt x="1780044" y="835578"/>
                </a:lnTo>
                <a:close/>
                <a:lnTo>
                  <a:pt x="1781533" y="785020"/>
                </a:lnTo>
                <a:close/>
                <a:lnTo>
                  <a:pt x="1783023" y="809984"/>
                </a:lnTo>
                <a:close/>
                <a:lnTo>
                  <a:pt x="1786002" y="719911"/>
                </a:lnTo>
                <a:close/>
                <a:lnTo>
                  <a:pt x="1786002" y="719911"/>
                </a:lnTo>
                <a:close/>
              </a:path>
            </a:pathLst>
          </a:custGeom>
          <a:noFill/>
          <a:ln w="7620">
            <a:solidFill>
              <a:srgbClr val="57A773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3173478" y="2578608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173478" y="3602736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173478" y="4114800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262778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234497" y="520647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72" name="Freeform 171"/>
          <p:cNvSpPr/>
          <p:nvPr/>
        </p:nvSpPr>
        <p:spPr>
          <a:xfrm>
            <a:off x="3560694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475850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74" name="Freeform 173"/>
          <p:cNvSpPr/>
          <p:nvPr/>
        </p:nvSpPr>
        <p:spPr>
          <a:xfrm>
            <a:off x="3858609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773765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176" name="Freeform 175"/>
          <p:cNvSpPr/>
          <p:nvPr/>
        </p:nvSpPr>
        <p:spPr>
          <a:xfrm>
            <a:off x="4156524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071680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178" name="Freeform 177"/>
          <p:cNvSpPr/>
          <p:nvPr/>
        </p:nvSpPr>
        <p:spPr>
          <a:xfrm>
            <a:off x="4454439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369595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180" name="Freeform 179"/>
          <p:cNvSpPr/>
          <p:nvPr/>
        </p:nvSpPr>
        <p:spPr>
          <a:xfrm>
            <a:off x="4752354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639229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182" name="Freeform 181"/>
          <p:cNvSpPr/>
          <p:nvPr/>
        </p:nvSpPr>
        <p:spPr>
          <a:xfrm>
            <a:off x="5050270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937144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184" name="Freeform 183"/>
          <p:cNvSpPr/>
          <p:nvPr/>
        </p:nvSpPr>
        <p:spPr>
          <a:xfrm>
            <a:off x="3129028" y="496348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028016" y="490835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86" name="Freeform 185"/>
          <p:cNvSpPr/>
          <p:nvPr/>
        </p:nvSpPr>
        <p:spPr>
          <a:xfrm>
            <a:off x="3129028" y="46078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028016" y="4552752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88" name="Freeform 187"/>
          <p:cNvSpPr/>
          <p:nvPr/>
        </p:nvSpPr>
        <p:spPr>
          <a:xfrm>
            <a:off x="3129028" y="425227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028016" y="419714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173478" y="39497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191" name="Freeform 190"/>
          <p:cNvSpPr/>
          <p:nvPr/>
        </p:nvSpPr>
        <p:spPr>
          <a:xfrm>
            <a:off x="3262778" y="4161351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637212"/>
                </a:moveTo>
                <a:lnTo>
                  <a:pt x="1490" y="646700"/>
                </a:lnTo>
                <a:close/>
                <a:lnTo>
                  <a:pt x="2979" y="623163"/>
                </a:lnTo>
                <a:close/>
                <a:lnTo>
                  <a:pt x="5959" y="681170"/>
                </a:lnTo>
                <a:close/>
                <a:lnTo>
                  <a:pt x="7448" y="667790"/>
                </a:lnTo>
                <a:close/>
                <a:lnTo>
                  <a:pt x="8938" y="743326"/>
                </a:lnTo>
                <a:close/>
                <a:lnTo>
                  <a:pt x="10427" y="722141"/>
                </a:lnTo>
                <a:close/>
                <a:lnTo>
                  <a:pt x="11917" y="674327"/>
                </a:lnTo>
                <a:close/>
                <a:lnTo>
                  <a:pt x="13406" y="673787"/>
                </a:lnTo>
                <a:close/>
                <a:lnTo>
                  <a:pt x="14896" y="677161"/>
                </a:lnTo>
                <a:close/>
                <a:lnTo>
                  <a:pt x="17875" y="743273"/>
                </a:lnTo>
                <a:close/>
                <a:lnTo>
                  <a:pt x="19365" y="695965"/>
                </a:lnTo>
                <a:close/>
                <a:lnTo>
                  <a:pt x="22344" y="740048"/>
                </a:lnTo>
                <a:close/>
                <a:lnTo>
                  <a:pt x="23834" y="776034"/>
                </a:lnTo>
                <a:close/>
                <a:lnTo>
                  <a:pt x="25323" y="727332"/>
                </a:lnTo>
                <a:close/>
                <a:lnTo>
                  <a:pt x="26813" y="730426"/>
                </a:lnTo>
                <a:close/>
                <a:lnTo>
                  <a:pt x="28302" y="705985"/>
                </a:lnTo>
                <a:close/>
                <a:lnTo>
                  <a:pt x="29792" y="741094"/>
                </a:lnTo>
                <a:close/>
                <a:lnTo>
                  <a:pt x="31281" y="735191"/>
                </a:lnTo>
                <a:close/>
                <a:lnTo>
                  <a:pt x="34261" y="654798"/>
                </a:lnTo>
                <a:close/>
                <a:lnTo>
                  <a:pt x="35750" y="712186"/>
                </a:lnTo>
                <a:close/>
                <a:lnTo>
                  <a:pt x="38729" y="667060"/>
                </a:lnTo>
                <a:close/>
                <a:lnTo>
                  <a:pt x="40219" y="559540"/>
                </a:lnTo>
                <a:close/>
                <a:lnTo>
                  <a:pt x="41708" y="575599"/>
                </a:lnTo>
                <a:close/>
                <a:lnTo>
                  <a:pt x="43198" y="546351"/>
                </a:lnTo>
                <a:close/>
                <a:lnTo>
                  <a:pt x="44688" y="590023"/>
                </a:lnTo>
                <a:close/>
                <a:lnTo>
                  <a:pt x="46177" y="590287"/>
                </a:lnTo>
                <a:close/>
                <a:lnTo>
                  <a:pt x="49156" y="546429"/>
                </a:lnTo>
                <a:close/>
                <a:lnTo>
                  <a:pt x="50646" y="588398"/>
                </a:lnTo>
                <a:close/>
                <a:lnTo>
                  <a:pt x="53625" y="536172"/>
                </a:lnTo>
                <a:close/>
                <a:lnTo>
                  <a:pt x="55115" y="552336"/>
                </a:lnTo>
                <a:close/>
                <a:lnTo>
                  <a:pt x="58094" y="503342"/>
                </a:lnTo>
                <a:close/>
                <a:lnTo>
                  <a:pt x="59583" y="527279"/>
                </a:lnTo>
                <a:close/>
                <a:lnTo>
                  <a:pt x="62563" y="433892"/>
                </a:lnTo>
                <a:close/>
                <a:lnTo>
                  <a:pt x="65542" y="521416"/>
                </a:lnTo>
                <a:close/>
                <a:lnTo>
                  <a:pt x="67031" y="527706"/>
                </a:lnTo>
                <a:close/>
                <a:lnTo>
                  <a:pt x="68521" y="543904"/>
                </a:lnTo>
                <a:close/>
                <a:lnTo>
                  <a:pt x="71500" y="507293"/>
                </a:lnTo>
                <a:close/>
                <a:lnTo>
                  <a:pt x="72990" y="508771"/>
                </a:lnTo>
                <a:close/>
                <a:lnTo>
                  <a:pt x="74479" y="522113"/>
                </a:lnTo>
                <a:close/>
                <a:lnTo>
                  <a:pt x="77458" y="592078"/>
                </a:lnTo>
                <a:close/>
                <a:lnTo>
                  <a:pt x="81927" y="488061"/>
                </a:lnTo>
                <a:close/>
                <a:lnTo>
                  <a:pt x="86396" y="602335"/>
                </a:lnTo>
                <a:close/>
                <a:lnTo>
                  <a:pt x="90864" y="543876"/>
                </a:lnTo>
                <a:close/>
                <a:lnTo>
                  <a:pt x="93844" y="396925"/>
                </a:lnTo>
                <a:close/>
                <a:lnTo>
                  <a:pt x="98312" y="513549"/>
                </a:lnTo>
                <a:close/>
                <a:lnTo>
                  <a:pt x="99802" y="514537"/>
                </a:lnTo>
                <a:close/>
                <a:lnTo>
                  <a:pt x="101291" y="493072"/>
                </a:lnTo>
                <a:close/>
                <a:lnTo>
                  <a:pt x="102781" y="511471"/>
                </a:lnTo>
                <a:close/>
                <a:lnTo>
                  <a:pt x="104271" y="494085"/>
                </a:lnTo>
                <a:close/>
                <a:lnTo>
                  <a:pt x="107250" y="405794"/>
                </a:lnTo>
                <a:close/>
                <a:lnTo>
                  <a:pt x="108739" y="402186"/>
                </a:lnTo>
                <a:close/>
                <a:lnTo>
                  <a:pt x="110229" y="363555"/>
                </a:lnTo>
                <a:close/>
                <a:lnTo>
                  <a:pt x="113208" y="423178"/>
                </a:lnTo>
                <a:close/>
                <a:lnTo>
                  <a:pt x="114698" y="421737"/>
                </a:lnTo>
                <a:close/>
                <a:lnTo>
                  <a:pt x="117677" y="551916"/>
                </a:lnTo>
                <a:close/>
                <a:lnTo>
                  <a:pt x="119166" y="576936"/>
                </a:lnTo>
                <a:close/>
                <a:lnTo>
                  <a:pt x="120656" y="450276"/>
                </a:lnTo>
                <a:close/>
                <a:lnTo>
                  <a:pt x="123635" y="609856"/>
                </a:lnTo>
                <a:close/>
                <a:lnTo>
                  <a:pt x="125125" y="615421"/>
                </a:lnTo>
                <a:close/>
                <a:lnTo>
                  <a:pt x="128104" y="706494"/>
                </a:lnTo>
                <a:close/>
                <a:lnTo>
                  <a:pt x="131083" y="683550"/>
                </a:lnTo>
                <a:close/>
                <a:lnTo>
                  <a:pt x="132573" y="580004"/>
                </a:lnTo>
                <a:close/>
                <a:lnTo>
                  <a:pt x="134062" y="656188"/>
                </a:lnTo>
                <a:close/>
                <a:lnTo>
                  <a:pt x="135552" y="557672"/>
                </a:lnTo>
                <a:close/>
                <a:lnTo>
                  <a:pt x="137041" y="598969"/>
                </a:lnTo>
                <a:close/>
                <a:lnTo>
                  <a:pt x="140020" y="533530"/>
                </a:lnTo>
                <a:close/>
                <a:lnTo>
                  <a:pt x="141510" y="525431"/>
                </a:lnTo>
                <a:close/>
                <a:lnTo>
                  <a:pt x="143000" y="574768"/>
                </a:lnTo>
                <a:close/>
                <a:lnTo>
                  <a:pt x="144489" y="486851"/>
                </a:lnTo>
                <a:close/>
                <a:lnTo>
                  <a:pt x="147468" y="523793"/>
                </a:lnTo>
                <a:close/>
                <a:lnTo>
                  <a:pt x="150447" y="459133"/>
                </a:lnTo>
                <a:close/>
                <a:lnTo>
                  <a:pt x="151937" y="358182"/>
                </a:lnTo>
                <a:close/>
                <a:lnTo>
                  <a:pt x="153427" y="375120"/>
                </a:lnTo>
                <a:close/>
                <a:lnTo>
                  <a:pt x="157895" y="508620"/>
                </a:lnTo>
                <a:close/>
                <a:lnTo>
                  <a:pt x="159385" y="518337"/>
                </a:lnTo>
                <a:close/>
                <a:lnTo>
                  <a:pt x="165343" y="618522"/>
                </a:lnTo>
                <a:close/>
                <a:lnTo>
                  <a:pt x="166833" y="607029"/>
                </a:lnTo>
                <a:close/>
                <a:lnTo>
                  <a:pt x="169812" y="552375"/>
                </a:lnTo>
                <a:close/>
                <a:lnTo>
                  <a:pt x="171302" y="528700"/>
                </a:lnTo>
                <a:close/>
                <a:lnTo>
                  <a:pt x="172791" y="592013"/>
                </a:lnTo>
                <a:close/>
                <a:lnTo>
                  <a:pt x="174281" y="574659"/>
                </a:lnTo>
                <a:close/>
                <a:lnTo>
                  <a:pt x="175770" y="598814"/>
                </a:lnTo>
                <a:close/>
                <a:lnTo>
                  <a:pt x="177260" y="599950"/>
                </a:lnTo>
                <a:close/>
                <a:lnTo>
                  <a:pt x="178749" y="652506"/>
                </a:lnTo>
                <a:close/>
                <a:lnTo>
                  <a:pt x="180239" y="655194"/>
                </a:lnTo>
                <a:close/>
                <a:lnTo>
                  <a:pt x="181729" y="625953"/>
                </a:lnTo>
                <a:close/>
                <a:lnTo>
                  <a:pt x="183218" y="631757"/>
                </a:lnTo>
                <a:close/>
                <a:lnTo>
                  <a:pt x="186197" y="695353"/>
                </a:lnTo>
                <a:close/>
                <a:lnTo>
                  <a:pt x="187687" y="708711"/>
                </a:lnTo>
                <a:close/>
                <a:lnTo>
                  <a:pt x="189176" y="695981"/>
                </a:lnTo>
                <a:close/>
                <a:lnTo>
                  <a:pt x="192156" y="743622"/>
                </a:lnTo>
                <a:close/>
                <a:lnTo>
                  <a:pt x="193645" y="708275"/>
                </a:lnTo>
                <a:close/>
                <a:lnTo>
                  <a:pt x="195135" y="736471"/>
                </a:lnTo>
                <a:close/>
                <a:lnTo>
                  <a:pt x="196624" y="720334"/>
                </a:lnTo>
                <a:close/>
                <a:lnTo>
                  <a:pt x="199604" y="764237"/>
                </a:lnTo>
                <a:close/>
                <a:lnTo>
                  <a:pt x="202583" y="699445"/>
                </a:lnTo>
                <a:close/>
                <a:lnTo>
                  <a:pt x="204072" y="740849"/>
                </a:lnTo>
                <a:close/>
                <a:lnTo>
                  <a:pt x="205562" y="700961"/>
                </a:lnTo>
                <a:close/>
                <a:lnTo>
                  <a:pt x="208541" y="823707"/>
                </a:lnTo>
                <a:close/>
                <a:lnTo>
                  <a:pt x="210031" y="803246"/>
                </a:lnTo>
                <a:close/>
                <a:lnTo>
                  <a:pt x="211520" y="906625"/>
                </a:lnTo>
                <a:close/>
                <a:lnTo>
                  <a:pt x="213010" y="899008"/>
                </a:lnTo>
                <a:close/>
                <a:lnTo>
                  <a:pt x="215989" y="824513"/>
                </a:lnTo>
                <a:close/>
                <a:lnTo>
                  <a:pt x="217478" y="742180"/>
                </a:lnTo>
                <a:close/>
                <a:lnTo>
                  <a:pt x="218968" y="760195"/>
                </a:lnTo>
                <a:close/>
                <a:lnTo>
                  <a:pt x="220458" y="813600"/>
                </a:lnTo>
                <a:close/>
                <a:lnTo>
                  <a:pt x="221947" y="796833"/>
                </a:lnTo>
                <a:close/>
                <a:lnTo>
                  <a:pt x="224926" y="631382"/>
                </a:lnTo>
                <a:close/>
                <a:lnTo>
                  <a:pt x="226416" y="634135"/>
                </a:lnTo>
                <a:close/>
                <a:lnTo>
                  <a:pt x="227905" y="612430"/>
                </a:lnTo>
                <a:close/>
                <a:lnTo>
                  <a:pt x="229395" y="621041"/>
                </a:lnTo>
                <a:close/>
                <a:lnTo>
                  <a:pt x="230885" y="581534"/>
                </a:lnTo>
                <a:close/>
                <a:lnTo>
                  <a:pt x="233864" y="675974"/>
                </a:lnTo>
                <a:close/>
                <a:lnTo>
                  <a:pt x="242801" y="818347"/>
                </a:lnTo>
                <a:close/>
                <a:lnTo>
                  <a:pt x="244291" y="806615"/>
                </a:lnTo>
                <a:close/>
                <a:lnTo>
                  <a:pt x="245780" y="880017"/>
                </a:lnTo>
                <a:close/>
                <a:lnTo>
                  <a:pt x="247270" y="842082"/>
                </a:lnTo>
                <a:close/>
                <a:lnTo>
                  <a:pt x="248760" y="764192"/>
                </a:lnTo>
                <a:close/>
                <a:lnTo>
                  <a:pt x="250249" y="834263"/>
                </a:lnTo>
                <a:close/>
                <a:lnTo>
                  <a:pt x="251739" y="692228"/>
                </a:lnTo>
                <a:close/>
                <a:lnTo>
                  <a:pt x="253228" y="687321"/>
                </a:lnTo>
                <a:close/>
                <a:lnTo>
                  <a:pt x="259187" y="537520"/>
                </a:lnTo>
                <a:close/>
                <a:lnTo>
                  <a:pt x="260676" y="531575"/>
                </a:lnTo>
                <a:close/>
                <a:lnTo>
                  <a:pt x="263655" y="432496"/>
                </a:lnTo>
                <a:close/>
                <a:lnTo>
                  <a:pt x="265145" y="397560"/>
                </a:lnTo>
                <a:close/>
                <a:lnTo>
                  <a:pt x="266634" y="395881"/>
                </a:lnTo>
                <a:close/>
                <a:lnTo>
                  <a:pt x="268124" y="408325"/>
                </a:lnTo>
                <a:close/>
                <a:lnTo>
                  <a:pt x="269614" y="396564"/>
                </a:lnTo>
                <a:close/>
                <a:lnTo>
                  <a:pt x="271103" y="363861"/>
                </a:lnTo>
                <a:close/>
                <a:lnTo>
                  <a:pt x="274082" y="401162"/>
                </a:lnTo>
                <a:close/>
                <a:lnTo>
                  <a:pt x="275572" y="339955"/>
                </a:lnTo>
                <a:close/>
                <a:lnTo>
                  <a:pt x="277061" y="362041"/>
                </a:lnTo>
                <a:close/>
                <a:lnTo>
                  <a:pt x="278551" y="327489"/>
                </a:lnTo>
                <a:close/>
                <a:lnTo>
                  <a:pt x="280041" y="228826"/>
                </a:lnTo>
                <a:close/>
                <a:lnTo>
                  <a:pt x="283020" y="338509"/>
                </a:lnTo>
                <a:close/>
                <a:lnTo>
                  <a:pt x="288978" y="182328"/>
                </a:lnTo>
                <a:close/>
                <a:lnTo>
                  <a:pt x="290468" y="186338"/>
                </a:lnTo>
                <a:close/>
                <a:lnTo>
                  <a:pt x="291957" y="182465"/>
                </a:lnTo>
                <a:close/>
                <a:lnTo>
                  <a:pt x="293447" y="199784"/>
                </a:lnTo>
                <a:close/>
                <a:lnTo>
                  <a:pt x="294936" y="234110"/>
                </a:lnTo>
                <a:close/>
                <a:lnTo>
                  <a:pt x="297916" y="191185"/>
                </a:lnTo>
                <a:close/>
                <a:lnTo>
                  <a:pt x="299405" y="227781"/>
                </a:lnTo>
                <a:close/>
                <a:lnTo>
                  <a:pt x="302384" y="162974"/>
                </a:lnTo>
                <a:close/>
                <a:lnTo>
                  <a:pt x="305363" y="257675"/>
                </a:lnTo>
                <a:close/>
                <a:lnTo>
                  <a:pt x="308343" y="156212"/>
                </a:lnTo>
                <a:close/>
                <a:lnTo>
                  <a:pt x="309832" y="202551"/>
                </a:lnTo>
                <a:close/>
                <a:lnTo>
                  <a:pt x="311322" y="131373"/>
                </a:lnTo>
                <a:close/>
                <a:lnTo>
                  <a:pt x="312811" y="189393"/>
                </a:lnTo>
                <a:close/>
                <a:lnTo>
                  <a:pt x="314301" y="137248"/>
                </a:lnTo>
                <a:close/>
                <a:lnTo>
                  <a:pt x="315790" y="213984"/>
                </a:lnTo>
                <a:close/>
                <a:lnTo>
                  <a:pt x="317280" y="203379"/>
                </a:lnTo>
                <a:close/>
                <a:lnTo>
                  <a:pt x="326217" y="410804"/>
                </a:lnTo>
                <a:close/>
                <a:lnTo>
                  <a:pt x="330686" y="497781"/>
                </a:lnTo>
                <a:close/>
                <a:lnTo>
                  <a:pt x="333665" y="449763"/>
                </a:lnTo>
                <a:close/>
                <a:lnTo>
                  <a:pt x="336645" y="446928"/>
                </a:lnTo>
                <a:close/>
                <a:lnTo>
                  <a:pt x="338134" y="431013"/>
                </a:lnTo>
                <a:close/>
                <a:lnTo>
                  <a:pt x="339624" y="490526"/>
                </a:lnTo>
                <a:close/>
                <a:lnTo>
                  <a:pt x="341113" y="472081"/>
                </a:lnTo>
                <a:close/>
                <a:lnTo>
                  <a:pt x="342603" y="403167"/>
                </a:lnTo>
                <a:close/>
                <a:lnTo>
                  <a:pt x="348561" y="528722"/>
                </a:lnTo>
                <a:close/>
                <a:lnTo>
                  <a:pt x="353030" y="399791"/>
                </a:lnTo>
                <a:close/>
                <a:lnTo>
                  <a:pt x="357499" y="258031"/>
                </a:lnTo>
                <a:close/>
                <a:lnTo>
                  <a:pt x="358988" y="275599"/>
                </a:lnTo>
                <a:close/>
                <a:lnTo>
                  <a:pt x="360478" y="333869"/>
                </a:lnTo>
                <a:close/>
                <a:lnTo>
                  <a:pt x="361967" y="310352"/>
                </a:lnTo>
                <a:close/>
                <a:lnTo>
                  <a:pt x="363457" y="311176"/>
                </a:lnTo>
                <a:close/>
                <a:lnTo>
                  <a:pt x="366436" y="465530"/>
                </a:lnTo>
                <a:close/>
                <a:lnTo>
                  <a:pt x="367926" y="467492"/>
                </a:lnTo>
                <a:close/>
                <a:lnTo>
                  <a:pt x="369415" y="436672"/>
                </a:lnTo>
                <a:close/>
                <a:lnTo>
                  <a:pt x="370905" y="453347"/>
                </a:lnTo>
                <a:close/>
                <a:lnTo>
                  <a:pt x="372394" y="436753"/>
                </a:lnTo>
                <a:close/>
                <a:lnTo>
                  <a:pt x="373884" y="491272"/>
                </a:lnTo>
                <a:close/>
                <a:lnTo>
                  <a:pt x="375373" y="423512"/>
                </a:lnTo>
                <a:close/>
                <a:lnTo>
                  <a:pt x="378353" y="443146"/>
                </a:lnTo>
                <a:close/>
                <a:lnTo>
                  <a:pt x="379842" y="511432"/>
                </a:lnTo>
                <a:close/>
                <a:lnTo>
                  <a:pt x="382821" y="458693"/>
                </a:lnTo>
                <a:close/>
                <a:lnTo>
                  <a:pt x="384311" y="420602"/>
                </a:lnTo>
                <a:close/>
                <a:lnTo>
                  <a:pt x="387290" y="298872"/>
                </a:lnTo>
                <a:close/>
                <a:lnTo>
                  <a:pt x="388780" y="336384"/>
                </a:lnTo>
                <a:close/>
                <a:lnTo>
                  <a:pt x="390269" y="325145"/>
                </a:lnTo>
                <a:close/>
                <a:lnTo>
                  <a:pt x="391759" y="380161"/>
                </a:lnTo>
                <a:close/>
                <a:lnTo>
                  <a:pt x="393248" y="365386"/>
                </a:lnTo>
                <a:close/>
                <a:lnTo>
                  <a:pt x="394738" y="447516"/>
                </a:lnTo>
                <a:close/>
                <a:lnTo>
                  <a:pt x="396228" y="407634"/>
                </a:lnTo>
                <a:close/>
                <a:lnTo>
                  <a:pt x="397717" y="454444"/>
                </a:lnTo>
                <a:close/>
                <a:lnTo>
                  <a:pt x="400696" y="568716"/>
                </a:lnTo>
                <a:close/>
                <a:lnTo>
                  <a:pt x="403675" y="638922"/>
                </a:lnTo>
                <a:close/>
                <a:lnTo>
                  <a:pt x="408144" y="490099"/>
                </a:lnTo>
                <a:close/>
                <a:lnTo>
                  <a:pt x="409634" y="454869"/>
                </a:lnTo>
                <a:close/>
                <a:lnTo>
                  <a:pt x="411123" y="382375"/>
                </a:lnTo>
                <a:close/>
                <a:lnTo>
                  <a:pt x="412613" y="417003"/>
                </a:lnTo>
                <a:close/>
                <a:lnTo>
                  <a:pt x="415592" y="341332"/>
                </a:lnTo>
                <a:close/>
                <a:lnTo>
                  <a:pt x="417082" y="331641"/>
                </a:lnTo>
                <a:close/>
                <a:lnTo>
                  <a:pt x="420061" y="442311"/>
                </a:lnTo>
                <a:close/>
                <a:lnTo>
                  <a:pt x="424530" y="294231"/>
                </a:lnTo>
                <a:close/>
                <a:lnTo>
                  <a:pt x="426019" y="305065"/>
                </a:lnTo>
                <a:close/>
                <a:lnTo>
                  <a:pt x="427509" y="374634"/>
                </a:lnTo>
                <a:close/>
                <a:lnTo>
                  <a:pt x="428998" y="338837"/>
                </a:lnTo>
                <a:close/>
                <a:lnTo>
                  <a:pt x="430488" y="413421"/>
                </a:lnTo>
                <a:close/>
                <a:lnTo>
                  <a:pt x="431977" y="403107"/>
                </a:lnTo>
                <a:close/>
                <a:lnTo>
                  <a:pt x="433467" y="403245"/>
                </a:lnTo>
                <a:close/>
                <a:lnTo>
                  <a:pt x="434957" y="378447"/>
                </a:lnTo>
                <a:close/>
                <a:lnTo>
                  <a:pt x="442404" y="574461"/>
                </a:lnTo>
                <a:close/>
                <a:lnTo>
                  <a:pt x="443894" y="567547"/>
                </a:lnTo>
                <a:close/>
                <a:lnTo>
                  <a:pt x="445384" y="560179"/>
                </a:lnTo>
                <a:close/>
                <a:lnTo>
                  <a:pt x="446873" y="582005"/>
                </a:lnTo>
                <a:close/>
                <a:lnTo>
                  <a:pt x="448363" y="567694"/>
                </a:lnTo>
                <a:close/>
                <a:lnTo>
                  <a:pt x="449852" y="585539"/>
                </a:lnTo>
                <a:close/>
                <a:lnTo>
                  <a:pt x="451342" y="570196"/>
                </a:lnTo>
                <a:close/>
                <a:lnTo>
                  <a:pt x="452831" y="594968"/>
                </a:lnTo>
                <a:close/>
                <a:lnTo>
                  <a:pt x="457300" y="711284"/>
                </a:lnTo>
                <a:close/>
                <a:lnTo>
                  <a:pt x="458790" y="713550"/>
                </a:lnTo>
                <a:close/>
                <a:lnTo>
                  <a:pt x="460279" y="729659"/>
                </a:lnTo>
                <a:close/>
                <a:lnTo>
                  <a:pt x="463258" y="622953"/>
                </a:lnTo>
                <a:close/>
                <a:lnTo>
                  <a:pt x="464748" y="574138"/>
                </a:lnTo>
                <a:close/>
                <a:lnTo>
                  <a:pt x="466238" y="582654"/>
                </a:lnTo>
                <a:close/>
                <a:lnTo>
                  <a:pt x="470706" y="685318"/>
                </a:lnTo>
                <a:close/>
                <a:lnTo>
                  <a:pt x="473686" y="620258"/>
                </a:lnTo>
                <a:close/>
                <a:lnTo>
                  <a:pt x="475175" y="647442"/>
                </a:lnTo>
                <a:close/>
                <a:lnTo>
                  <a:pt x="476665" y="544789"/>
                </a:lnTo>
                <a:close/>
                <a:lnTo>
                  <a:pt x="478154" y="540654"/>
                </a:lnTo>
                <a:close/>
                <a:lnTo>
                  <a:pt x="479644" y="459915"/>
                </a:lnTo>
                <a:close/>
                <a:lnTo>
                  <a:pt x="481133" y="467063"/>
                </a:lnTo>
                <a:close/>
                <a:lnTo>
                  <a:pt x="485602" y="667605"/>
                </a:lnTo>
                <a:close/>
                <a:lnTo>
                  <a:pt x="488581" y="691435"/>
                </a:lnTo>
                <a:close/>
                <a:lnTo>
                  <a:pt x="490071" y="714774"/>
                </a:lnTo>
                <a:close/>
                <a:lnTo>
                  <a:pt x="493050" y="544401"/>
                </a:lnTo>
                <a:close/>
                <a:lnTo>
                  <a:pt x="494540" y="556582"/>
                </a:lnTo>
                <a:close/>
                <a:lnTo>
                  <a:pt x="497519" y="490964"/>
                </a:lnTo>
                <a:close/>
                <a:lnTo>
                  <a:pt x="499008" y="490964"/>
                </a:lnTo>
                <a:close/>
                <a:lnTo>
                  <a:pt x="500498" y="476026"/>
                </a:lnTo>
                <a:close/>
                <a:lnTo>
                  <a:pt x="501987" y="521067"/>
                </a:lnTo>
                <a:close/>
                <a:lnTo>
                  <a:pt x="503477" y="478643"/>
                </a:lnTo>
                <a:close/>
                <a:lnTo>
                  <a:pt x="509435" y="597135"/>
                </a:lnTo>
                <a:close/>
                <a:lnTo>
                  <a:pt x="510925" y="510057"/>
                </a:lnTo>
                <a:close/>
                <a:lnTo>
                  <a:pt x="513904" y="579649"/>
                </a:lnTo>
                <a:close/>
                <a:lnTo>
                  <a:pt x="516883" y="555155"/>
                </a:lnTo>
                <a:close/>
                <a:lnTo>
                  <a:pt x="518373" y="581457"/>
                </a:lnTo>
                <a:close/>
                <a:lnTo>
                  <a:pt x="519862" y="499541"/>
                </a:lnTo>
                <a:close/>
                <a:lnTo>
                  <a:pt x="521352" y="508540"/>
                </a:lnTo>
                <a:close/>
                <a:lnTo>
                  <a:pt x="522842" y="440182"/>
                </a:lnTo>
                <a:close/>
                <a:lnTo>
                  <a:pt x="525821" y="497371"/>
                </a:lnTo>
                <a:close/>
                <a:lnTo>
                  <a:pt x="527310" y="468491"/>
                </a:lnTo>
                <a:close/>
                <a:lnTo>
                  <a:pt x="528800" y="534722"/>
                </a:lnTo>
                <a:close/>
                <a:lnTo>
                  <a:pt x="530289" y="482714"/>
                </a:lnTo>
                <a:close/>
                <a:lnTo>
                  <a:pt x="531779" y="510406"/>
                </a:lnTo>
                <a:close/>
                <a:lnTo>
                  <a:pt x="534758" y="602147"/>
                </a:lnTo>
                <a:close/>
                <a:lnTo>
                  <a:pt x="536248" y="610256"/>
                </a:lnTo>
                <a:close/>
                <a:lnTo>
                  <a:pt x="537737" y="606548"/>
                </a:lnTo>
                <a:close/>
                <a:lnTo>
                  <a:pt x="539227" y="571626"/>
                </a:lnTo>
                <a:close/>
                <a:lnTo>
                  <a:pt x="543696" y="634612"/>
                </a:lnTo>
                <a:close/>
                <a:lnTo>
                  <a:pt x="545185" y="529418"/>
                </a:lnTo>
                <a:close/>
                <a:lnTo>
                  <a:pt x="546675" y="549487"/>
                </a:lnTo>
                <a:close/>
                <a:lnTo>
                  <a:pt x="551143" y="392225"/>
                </a:lnTo>
                <a:close/>
                <a:lnTo>
                  <a:pt x="552633" y="429903"/>
                </a:lnTo>
                <a:close/>
                <a:lnTo>
                  <a:pt x="554123" y="412366"/>
                </a:lnTo>
                <a:close/>
                <a:lnTo>
                  <a:pt x="555612" y="430296"/>
                </a:lnTo>
                <a:close/>
                <a:lnTo>
                  <a:pt x="557102" y="474233"/>
                </a:lnTo>
                <a:close/>
                <a:lnTo>
                  <a:pt x="558591" y="426883"/>
                </a:lnTo>
                <a:close/>
                <a:lnTo>
                  <a:pt x="560081" y="451235"/>
                </a:lnTo>
                <a:close/>
                <a:lnTo>
                  <a:pt x="561571" y="431612"/>
                </a:lnTo>
                <a:close/>
                <a:lnTo>
                  <a:pt x="563060" y="447873"/>
                </a:lnTo>
                <a:close/>
                <a:lnTo>
                  <a:pt x="566039" y="518493"/>
                </a:lnTo>
                <a:close/>
                <a:lnTo>
                  <a:pt x="569018" y="416197"/>
                </a:lnTo>
                <a:close/>
                <a:lnTo>
                  <a:pt x="570508" y="455591"/>
                </a:lnTo>
                <a:close/>
                <a:lnTo>
                  <a:pt x="573487" y="422456"/>
                </a:lnTo>
                <a:close/>
                <a:lnTo>
                  <a:pt x="577956" y="529738"/>
                </a:lnTo>
                <a:close/>
                <a:lnTo>
                  <a:pt x="579445" y="521755"/>
                </a:lnTo>
                <a:close/>
                <a:lnTo>
                  <a:pt x="583914" y="325351"/>
                </a:lnTo>
                <a:close/>
                <a:lnTo>
                  <a:pt x="586893" y="359368"/>
                </a:lnTo>
                <a:close/>
                <a:lnTo>
                  <a:pt x="588383" y="444300"/>
                </a:lnTo>
                <a:close/>
                <a:lnTo>
                  <a:pt x="589872" y="438026"/>
                </a:lnTo>
                <a:close/>
                <a:lnTo>
                  <a:pt x="592852" y="638244"/>
                </a:lnTo>
                <a:close/>
                <a:lnTo>
                  <a:pt x="594341" y="604181"/>
                </a:lnTo>
                <a:close/>
                <a:lnTo>
                  <a:pt x="595831" y="606228"/>
                </a:lnTo>
                <a:close/>
                <a:lnTo>
                  <a:pt x="597320" y="556477"/>
                </a:lnTo>
                <a:close/>
                <a:lnTo>
                  <a:pt x="598810" y="614282"/>
                </a:lnTo>
                <a:close/>
                <a:lnTo>
                  <a:pt x="601789" y="512030"/>
                </a:lnTo>
                <a:close/>
                <a:lnTo>
                  <a:pt x="603279" y="543974"/>
                </a:lnTo>
                <a:close/>
                <a:lnTo>
                  <a:pt x="604768" y="528923"/>
                </a:lnTo>
                <a:close/>
                <a:lnTo>
                  <a:pt x="606258" y="565972"/>
                </a:lnTo>
                <a:close/>
                <a:lnTo>
                  <a:pt x="609237" y="554177"/>
                </a:lnTo>
                <a:close/>
                <a:lnTo>
                  <a:pt x="610727" y="534573"/>
                </a:lnTo>
                <a:close/>
                <a:lnTo>
                  <a:pt x="612216" y="573992"/>
                </a:lnTo>
                <a:close/>
                <a:lnTo>
                  <a:pt x="615195" y="425578"/>
                </a:lnTo>
                <a:close/>
                <a:lnTo>
                  <a:pt x="616685" y="439736"/>
                </a:lnTo>
                <a:close/>
                <a:lnTo>
                  <a:pt x="618174" y="354476"/>
                </a:lnTo>
                <a:close/>
                <a:lnTo>
                  <a:pt x="619664" y="410338"/>
                </a:lnTo>
                <a:close/>
                <a:lnTo>
                  <a:pt x="622643" y="337002"/>
                </a:lnTo>
                <a:close/>
                <a:lnTo>
                  <a:pt x="624133" y="344057"/>
                </a:lnTo>
                <a:close/>
                <a:lnTo>
                  <a:pt x="625622" y="320334"/>
                </a:lnTo>
                <a:close/>
                <a:lnTo>
                  <a:pt x="628601" y="359417"/>
                </a:lnTo>
                <a:close/>
                <a:lnTo>
                  <a:pt x="633070" y="644897"/>
                </a:lnTo>
                <a:close/>
                <a:lnTo>
                  <a:pt x="636049" y="517427"/>
                </a:lnTo>
                <a:close/>
                <a:lnTo>
                  <a:pt x="637539" y="434548"/>
                </a:lnTo>
                <a:close/>
                <a:lnTo>
                  <a:pt x="639028" y="440488"/>
                </a:lnTo>
                <a:close/>
                <a:lnTo>
                  <a:pt x="640518" y="424626"/>
                </a:lnTo>
                <a:close/>
                <a:lnTo>
                  <a:pt x="642008" y="540103"/>
                </a:lnTo>
                <a:close/>
                <a:lnTo>
                  <a:pt x="646476" y="369197"/>
                </a:lnTo>
                <a:close/>
                <a:lnTo>
                  <a:pt x="647966" y="363101"/>
                </a:lnTo>
                <a:close/>
                <a:lnTo>
                  <a:pt x="649456" y="398113"/>
                </a:lnTo>
                <a:close/>
                <a:lnTo>
                  <a:pt x="650945" y="392695"/>
                </a:lnTo>
                <a:close/>
                <a:lnTo>
                  <a:pt x="652435" y="434430"/>
                </a:lnTo>
                <a:close/>
                <a:lnTo>
                  <a:pt x="656903" y="320094"/>
                </a:lnTo>
                <a:close/>
                <a:lnTo>
                  <a:pt x="659883" y="405594"/>
                </a:lnTo>
                <a:close/>
                <a:lnTo>
                  <a:pt x="662862" y="343760"/>
                </a:lnTo>
                <a:close/>
                <a:lnTo>
                  <a:pt x="664351" y="403214"/>
                </a:lnTo>
                <a:close/>
                <a:lnTo>
                  <a:pt x="665841" y="376354"/>
                </a:lnTo>
                <a:close/>
                <a:lnTo>
                  <a:pt x="668820" y="406726"/>
                </a:lnTo>
                <a:close/>
                <a:lnTo>
                  <a:pt x="670310" y="385818"/>
                </a:lnTo>
                <a:close/>
                <a:lnTo>
                  <a:pt x="671799" y="400981"/>
                </a:lnTo>
                <a:close/>
                <a:lnTo>
                  <a:pt x="673289" y="375128"/>
                </a:lnTo>
                <a:close/>
                <a:lnTo>
                  <a:pt x="677757" y="486318"/>
                </a:lnTo>
                <a:close/>
                <a:lnTo>
                  <a:pt x="679247" y="480637"/>
                </a:lnTo>
                <a:close/>
                <a:lnTo>
                  <a:pt x="680737" y="405639"/>
                </a:lnTo>
                <a:close/>
                <a:lnTo>
                  <a:pt x="682226" y="495373"/>
                </a:lnTo>
                <a:close/>
                <a:lnTo>
                  <a:pt x="683716" y="473959"/>
                </a:lnTo>
                <a:close/>
                <a:lnTo>
                  <a:pt x="685205" y="488984"/>
                </a:lnTo>
                <a:close/>
                <a:lnTo>
                  <a:pt x="686695" y="521405"/>
                </a:lnTo>
                <a:close/>
                <a:lnTo>
                  <a:pt x="689674" y="598314"/>
                </a:lnTo>
                <a:close/>
                <a:lnTo>
                  <a:pt x="694143" y="512629"/>
                </a:lnTo>
                <a:close/>
                <a:lnTo>
                  <a:pt x="695632" y="527949"/>
                </a:lnTo>
                <a:close/>
                <a:lnTo>
                  <a:pt x="698612" y="441269"/>
                </a:lnTo>
                <a:close/>
                <a:lnTo>
                  <a:pt x="700101" y="460474"/>
                </a:lnTo>
                <a:close/>
                <a:lnTo>
                  <a:pt x="701591" y="449765"/>
                </a:lnTo>
                <a:close/>
                <a:lnTo>
                  <a:pt x="704570" y="509117"/>
                </a:lnTo>
                <a:close/>
                <a:lnTo>
                  <a:pt x="706059" y="563963"/>
                </a:lnTo>
                <a:close/>
                <a:lnTo>
                  <a:pt x="709039" y="563772"/>
                </a:lnTo>
                <a:close/>
                <a:lnTo>
                  <a:pt x="710528" y="547193"/>
                </a:lnTo>
                <a:close/>
                <a:lnTo>
                  <a:pt x="714997" y="690182"/>
                </a:lnTo>
                <a:close/>
                <a:lnTo>
                  <a:pt x="716486" y="683600"/>
                </a:lnTo>
                <a:close/>
                <a:lnTo>
                  <a:pt x="717976" y="704339"/>
                </a:lnTo>
                <a:close/>
                <a:lnTo>
                  <a:pt x="722445" y="581614"/>
                </a:lnTo>
                <a:close/>
                <a:lnTo>
                  <a:pt x="723934" y="574542"/>
                </a:lnTo>
                <a:close/>
                <a:lnTo>
                  <a:pt x="728403" y="506515"/>
                </a:lnTo>
                <a:close/>
                <a:lnTo>
                  <a:pt x="731382" y="436374"/>
                </a:lnTo>
                <a:close/>
                <a:lnTo>
                  <a:pt x="734361" y="464174"/>
                </a:lnTo>
                <a:close/>
                <a:lnTo>
                  <a:pt x="735851" y="466211"/>
                </a:lnTo>
                <a:close/>
                <a:lnTo>
                  <a:pt x="737341" y="497237"/>
                </a:lnTo>
                <a:close/>
                <a:lnTo>
                  <a:pt x="738830" y="492334"/>
                </a:lnTo>
                <a:close/>
                <a:lnTo>
                  <a:pt x="741809" y="601658"/>
                </a:lnTo>
                <a:close/>
                <a:lnTo>
                  <a:pt x="743299" y="599993"/>
                </a:lnTo>
                <a:close/>
                <a:lnTo>
                  <a:pt x="744788" y="482671"/>
                </a:lnTo>
                <a:close/>
                <a:lnTo>
                  <a:pt x="746278" y="491914"/>
                </a:lnTo>
                <a:close/>
                <a:lnTo>
                  <a:pt x="747768" y="485366"/>
                </a:lnTo>
                <a:close/>
                <a:lnTo>
                  <a:pt x="750747" y="456971"/>
                </a:lnTo>
                <a:close/>
                <a:lnTo>
                  <a:pt x="752236" y="559909"/>
                </a:lnTo>
                <a:close/>
                <a:lnTo>
                  <a:pt x="753726" y="564051"/>
                </a:lnTo>
                <a:close/>
                <a:lnTo>
                  <a:pt x="755215" y="575417"/>
                </a:lnTo>
                <a:close/>
                <a:lnTo>
                  <a:pt x="756705" y="538677"/>
                </a:lnTo>
                <a:close/>
                <a:lnTo>
                  <a:pt x="759684" y="579931"/>
                </a:lnTo>
                <a:close/>
                <a:lnTo>
                  <a:pt x="765642" y="875215"/>
                </a:lnTo>
                <a:close/>
                <a:lnTo>
                  <a:pt x="767132" y="879387"/>
                </a:lnTo>
                <a:close/>
                <a:lnTo>
                  <a:pt x="768622" y="896892"/>
                </a:lnTo>
                <a:close/>
                <a:lnTo>
                  <a:pt x="771601" y="848999"/>
                </a:lnTo>
                <a:close/>
                <a:lnTo>
                  <a:pt x="773090" y="904058"/>
                </a:lnTo>
                <a:close/>
                <a:lnTo>
                  <a:pt x="774580" y="871497"/>
                </a:lnTo>
                <a:close/>
                <a:lnTo>
                  <a:pt x="777559" y="931026"/>
                </a:lnTo>
                <a:close/>
                <a:lnTo>
                  <a:pt x="780538" y="838862"/>
                </a:lnTo>
                <a:close/>
                <a:lnTo>
                  <a:pt x="782028" y="864461"/>
                </a:lnTo>
                <a:close/>
                <a:lnTo>
                  <a:pt x="783517" y="743782"/>
                </a:lnTo>
                <a:close/>
                <a:lnTo>
                  <a:pt x="785007" y="796601"/>
                </a:lnTo>
                <a:close/>
                <a:lnTo>
                  <a:pt x="786497" y="787282"/>
                </a:lnTo>
                <a:close/>
                <a:lnTo>
                  <a:pt x="787986" y="816017"/>
                </a:lnTo>
                <a:close/>
                <a:lnTo>
                  <a:pt x="792455" y="709388"/>
                </a:lnTo>
                <a:close/>
                <a:lnTo>
                  <a:pt x="793944" y="716300"/>
                </a:lnTo>
                <a:close/>
                <a:lnTo>
                  <a:pt x="796924" y="813477"/>
                </a:lnTo>
                <a:close/>
                <a:lnTo>
                  <a:pt x="798413" y="806898"/>
                </a:lnTo>
                <a:close/>
                <a:lnTo>
                  <a:pt x="801392" y="690976"/>
                </a:lnTo>
                <a:close/>
                <a:lnTo>
                  <a:pt x="802882" y="684638"/>
                </a:lnTo>
                <a:close/>
                <a:lnTo>
                  <a:pt x="804371" y="718003"/>
                </a:lnTo>
                <a:close/>
                <a:lnTo>
                  <a:pt x="805861" y="599663"/>
                </a:lnTo>
                <a:close/>
                <a:lnTo>
                  <a:pt x="808840" y="678918"/>
                </a:lnTo>
                <a:close/>
                <a:lnTo>
                  <a:pt x="810330" y="678953"/>
                </a:lnTo>
                <a:close/>
                <a:lnTo>
                  <a:pt x="813309" y="542288"/>
                </a:lnTo>
                <a:close/>
                <a:lnTo>
                  <a:pt x="817778" y="671145"/>
                </a:lnTo>
                <a:close/>
                <a:lnTo>
                  <a:pt x="819267" y="587346"/>
                </a:lnTo>
                <a:close/>
                <a:lnTo>
                  <a:pt x="820757" y="619697"/>
                </a:lnTo>
                <a:close/>
                <a:lnTo>
                  <a:pt x="822246" y="686588"/>
                </a:lnTo>
                <a:close/>
                <a:lnTo>
                  <a:pt x="825225" y="598326"/>
                </a:lnTo>
                <a:close/>
                <a:lnTo>
                  <a:pt x="826715" y="606960"/>
                </a:lnTo>
                <a:close/>
                <a:lnTo>
                  <a:pt x="829694" y="665359"/>
                </a:lnTo>
                <a:close/>
                <a:lnTo>
                  <a:pt x="831184" y="624504"/>
                </a:lnTo>
                <a:close/>
                <a:lnTo>
                  <a:pt x="837142" y="740756"/>
                </a:lnTo>
                <a:close/>
                <a:lnTo>
                  <a:pt x="838632" y="733239"/>
                </a:lnTo>
                <a:close/>
                <a:lnTo>
                  <a:pt x="840121" y="734358"/>
                </a:lnTo>
                <a:close/>
                <a:lnTo>
                  <a:pt x="841611" y="794177"/>
                </a:lnTo>
                <a:close/>
                <a:lnTo>
                  <a:pt x="846080" y="636169"/>
                </a:lnTo>
                <a:close/>
                <a:lnTo>
                  <a:pt x="850548" y="552564"/>
                </a:lnTo>
                <a:close/>
                <a:lnTo>
                  <a:pt x="852038" y="546758"/>
                </a:lnTo>
                <a:close/>
                <a:lnTo>
                  <a:pt x="853527" y="549000"/>
                </a:lnTo>
                <a:close/>
                <a:lnTo>
                  <a:pt x="855017" y="578383"/>
                </a:lnTo>
                <a:close/>
                <a:lnTo>
                  <a:pt x="856507" y="540645"/>
                </a:lnTo>
                <a:close/>
                <a:lnTo>
                  <a:pt x="857996" y="549590"/>
                </a:lnTo>
                <a:close/>
                <a:lnTo>
                  <a:pt x="860975" y="734442"/>
                </a:lnTo>
                <a:close/>
                <a:lnTo>
                  <a:pt x="862465" y="672386"/>
                </a:lnTo>
                <a:close/>
                <a:lnTo>
                  <a:pt x="863954" y="694386"/>
                </a:lnTo>
                <a:close/>
                <a:lnTo>
                  <a:pt x="866934" y="652642"/>
                </a:lnTo>
                <a:close/>
                <a:lnTo>
                  <a:pt x="868423" y="587459"/>
                </a:lnTo>
                <a:close/>
                <a:lnTo>
                  <a:pt x="869913" y="586795"/>
                </a:lnTo>
                <a:close/>
                <a:lnTo>
                  <a:pt x="871402" y="666132"/>
                </a:lnTo>
                <a:close/>
                <a:lnTo>
                  <a:pt x="874382" y="538827"/>
                </a:lnTo>
                <a:close/>
                <a:lnTo>
                  <a:pt x="875871" y="558684"/>
                </a:lnTo>
                <a:close/>
                <a:lnTo>
                  <a:pt x="880340" y="449041"/>
                </a:lnTo>
                <a:close/>
                <a:lnTo>
                  <a:pt x="881829" y="363762"/>
                </a:lnTo>
                <a:close/>
                <a:lnTo>
                  <a:pt x="884809" y="435890"/>
                </a:lnTo>
                <a:close/>
                <a:lnTo>
                  <a:pt x="886298" y="398969"/>
                </a:lnTo>
                <a:close/>
                <a:lnTo>
                  <a:pt x="887788" y="317490"/>
                </a:lnTo>
                <a:close/>
                <a:lnTo>
                  <a:pt x="890767" y="471870"/>
                </a:lnTo>
                <a:close/>
                <a:lnTo>
                  <a:pt x="892256" y="440339"/>
                </a:lnTo>
                <a:close/>
                <a:lnTo>
                  <a:pt x="893746" y="452978"/>
                </a:lnTo>
                <a:close/>
                <a:lnTo>
                  <a:pt x="899704" y="556631"/>
                </a:lnTo>
                <a:close/>
                <a:lnTo>
                  <a:pt x="902683" y="577029"/>
                </a:lnTo>
                <a:close/>
                <a:lnTo>
                  <a:pt x="904173" y="686952"/>
                </a:lnTo>
                <a:close/>
                <a:lnTo>
                  <a:pt x="905663" y="663525"/>
                </a:lnTo>
                <a:close/>
                <a:lnTo>
                  <a:pt x="907152" y="743341"/>
                </a:lnTo>
                <a:close/>
                <a:lnTo>
                  <a:pt x="908642" y="743341"/>
                </a:lnTo>
                <a:close/>
                <a:lnTo>
                  <a:pt x="913110" y="704003"/>
                </a:lnTo>
                <a:close/>
                <a:lnTo>
                  <a:pt x="916090" y="645971"/>
                </a:lnTo>
                <a:close/>
                <a:lnTo>
                  <a:pt x="917579" y="682316"/>
                </a:lnTo>
                <a:close/>
                <a:lnTo>
                  <a:pt x="919069" y="630566"/>
                </a:lnTo>
                <a:close/>
                <a:lnTo>
                  <a:pt x="920558" y="640116"/>
                </a:lnTo>
                <a:close/>
                <a:lnTo>
                  <a:pt x="922048" y="610233"/>
                </a:lnTo>
                <a:close/>
                <a:lnTo>
                  <a:pt x="925027" y="650721"/>
                </a:lnTo>
                <a:close/>
                <a:lnTo>
                  <a:pt x="926517" y="580864"/>
                </a:lnTo>
                <a:close/>
                <a:lnTo>
                  <a:pt x="928006" y="583359"/>
                </a:lnTo>
                <a:close/>
                <a:lnTo>
                  <a:pt x="929496" y="560029"/>
                </a:lnTo>
                <a:close/>
                <a:lnTo>
                  <a:pt x="930985" y="618443"/>
                </a:lnTo>
                <a:close/>
                <a:lnTo>
                  <a:pt x="932475" y="597891"/>
                </a:lnTo>
                <a:close/>
                <a:lnTo>
                  <a:pt x="933965" y="615605"/>
                </a:lnTo>
                <a:close/>
                <a:lnTo>
                  <a:pt x="935454" y="609249"/>
                </a:lnTo>
                <a:close/>
                <a:lnTo>
                  <a:pt x="936944" y="615927"/>
                </a:lnTo>
                <a:close/>
                <a:lnTo>
                  <a:pt x="939923" y="528876"/>
                </a:lnTo>
                <a:close/>
                <a:lnTo>
                  <a:pt x="941412" y="575242"/>
                </a:lnTo>
                <a:close/>
                <a:lnTo>
                  <a:pt x="942902" y="529182"/>
                </a:lnTo>
                <a:close/>
                <a:lnTo>
                  <a:pt x="944392" y="533205"/>
                </a:lnTo>
                <a:close/>
                <a:lnTo>
                  <a:pt x="947371" y="403603"/>
                </a:lnTo>
                <a:close/>
                <a:lnTo>
                  <a:pt x="948860" y="406903"/>
                </a:lnTo>
                <a:close/>
                <a:lnTo>
                  <a:pt x="950350" y="361312"/>
                </a:lnTo>
                <a:close/>
                <a:lnTo>
                  <a:pt x="951839" y="376211"/>
                </a:lnTo>
                <a:close/>
                <a:lnTo>
                  <a:pt x="953329" y="410066"/>
                </a:lnTo>
                <a:close/>
                <a:lnTo>
                  <a:pt x="954819" y="409878"/>
                </a:lnTo>
                <a:close/>
                <a:lnTo>
                  <a:pt x="956308" y="504748"/>
                </a:lnTo>
                <a:close/>
                <a:lnTo>
                  <a:pt x="957798" y="446775"/>
                </a:lnTo>
                <a:close/>
                <a:lnTo>
                  <a:pt x="960777" y="464043"/>
                </a:lnTo>
                <a:close/>
                <a:lnTo>
                  <a:pt x="962266" y="521515"/>
                </a:lnTo>
                <a:close/>
                <a:lnTo>
                  <a:pt x="963756" y="468753"/>
                </a:lnTo>
                <a:close/>
                <a:lnTo>
                  <a:pt x="968225" y="615118"/>
                </a:lnTo>
                <a:close/>
                <a:lnTo>
                  <a:pt x="969714" y="612814"/>
                </a:lnTo>
                <a:close/>
                <a:lnTo>
                  <a:pt x="971204" y="562510"/>
                </a:lnTo>
                <a:close/>
                <a:lnTo>
                  <a:pt x="972694" y="561512"/>
                </a:lnTo>
                <a:close/>
                <a:lnTo>
                  <a:pt x="975673" y="474598"/>
                </a:lnTo>
                <a:close/>
                <a:lnTo>
                  <a:pt x="977162" y="497998"/>
                </a:lnTo>
                <a:close/>
                <a:lnTo>
                  <a:pt x="980141" y="441107"/>
                </a:lnTo>
                <a:close/>
                <a:lnTo>
                  <a:pt x="981631" y="438340"/>
                </a:lnTo>
                <a:close/>
                <a:lnTo>
                  <a:pt x="983121" y="441194"/>
                </a:lnTo>
                <a:close/>
                <a:lnTo>
                  <a:pt x="986100" y="372967"/>
                </a:lnTo>
                <a:close/>
                <a:lnTo>
                  <a:pt x="990568" y="600860"/>
                </a:lnTo>
                <a:close/>
                <a:lnTo>
                  <a:pt x="992058" y="562416"/>
                </a:lnTo>
                <a:close/>
                <a:lnTo>
                  <a:pt x="995037" y="458864"/>
                </a:lnTo>
                <a:close/>
                <a:lnTo>
                  <a:pt x="996527" y="443570"/>
                </a:lnTo>
                <a:close/>
                <a:lnTo>
                  <a:pt x="1000995" y="335504"/>
                </a:lnTo>
                <a:close/>
                <a:lnTo>
                  <a:pt x="1002485" y="370036"/>
                </a:lnTo>
                <a:close/>
                <a:lnTo>
                  <a:pt x="1003975" y="515323"/>
                </a:lnTo>
                <a:close/>
                <a:lnTo>
                  <a:pt x="1005464" y="428328"/>
                </a:lnTo>
                <a:close/>
                <a:lnTo>
                  <a:pt x="1009933" y="523169"/>
                </a:lnTo>
                <a:close/>
                <a:lnTo>
                  <a:pt x="1011423" y="464157"/>
                </a:lnTo>
                <a:close/>
                <a:lnTo>
                  <a:pt x="1012912" y="502233"/>
                </a:lnTo>
                <a:close/>
                <a:lnTo>
                  <a:pt x="1014402" y="450102"/>
                </a:lnTo>
                <a:close/>
                <a:lnTo>
                  <a:pt x="1015891" y="463455"/>
                </a:lnTo>
                <a:close/>
                <a:lnTo>
                  <a:pt x="1017381" y="440224"/>
                </a:lnTo>
                <a:close/>
                <a:lnTo>
                  <a:pt x="1018870" y="447409"/>
                </a:lnTo>
                <a:close/>
                <a:lnTo>
                  <a:pt x="1020360" y="480699"/>
                </a:lnTo>
                <a:close/>
                <a:lnTo>
                  <a:pt x="1021850" y="477036"/>
                </a:lnTo>
                <a:close/>
                <a:lnTo>
                  <a:pt x="1024829" y="445236"/>
                </a:lnTo>
                <a:close/>
                <a:lnTo>
                  <a:pt x="1026318" y="541765"/>
                </a:lnTo>
                <a:close/>
                <a:lnTo>
                  <a:pt x="1027808" y="499397"/>
                </a:lnTo>
                <a:close/>
                <a:lnTo>
                  <a:pt x="1029297" y="525749"/>
                </a:lnTo>
                <a:close/>
                <a:lnTo>
                  <a:pt x="1032277" y="405293"/>
                </a:lnTo>
                <a:close/>
                <a:lnTo>
                  <a:pt x="1033766" y="396191"/>
                </a:lnTo>
                <a:close/>
                <a:lnTo>
                  <a:pt x="1035256" y="354784"/>
                </a:lnTo>
                <a:close/>
                <a:lnTo>
                  <a:pt x="1038235" y="438382"/>
                </a:lnTo>
                <a:close/>
                <a:lnTo>
                  <a:pt x="1039724" y="398851"/>
                </a:lnTo>
                <a:close/>
                <a:lnTo>
                  <a:pt x="1041214" y="397250"/>
                </a:lnTo>
                <a:close/>
                <a:lnTo>
                  <a:pt x="1042704" y="304525"/>
                </a:lnTo>
                <a:close/>
                <a:lnTo>
                  <a:pt x="1045683" y="358509"/>
                </a:lnTo>
                <a:close/>
                <a:lnTo>
                  <a:pt x="1047172" y="375034"/>
                </a:lnTo>
                <a:close/>
                <a:lnTo>
                  <a:pt x="1048662" y="374970"/>
                </a:lnTo>
                <a:close/>
                <a:lnTo>
                  <a:pt x="1050151" y="405455"/>
                </a:lnTo>
                <a:close/>
                <a:lnTo>
                  <a:pt x="1053131" y="365157"/>
                </a:lnTo>
                <a:close/>
                <a:lnTo>
                  <a:pt x="1054620" y="338717"/>
                </a:lnTo>
                <a:close/>
                <a:lnTo>
                  <a:pt x="1056110" y="363804"/>
                </a:lnTo>
                <a:close/>
                <a:lnTo>
                  <a:pt x="1057599" y="355810"/>
                </a:lnTo>
                <a:close/>
                <a:lnTo>
                  <a:pt x="1059089" y="393520"/>
                </a:lnTo>
                <a:close/>
                <a:lnTo>
                  <a:pt x="1060579" y="374788"/>
                </a:lnTo>
                <a:close/>
                <a:lnTo>
                  <a:pt x="1062068" y="337110"/>
                </a:lnTo>
                <a:close/>
                <a:lnTo>
                  <a:pt x="1063558" y="346106"/>
                </a:lnTo>
                <a:close/>
                <a:lnTo>
                  <a:pt x="1065047" y="368740"/>
                </a:lnTo>
                <a:close/>
                <a:lnTo>
                  <a:pt x="1066537" y="437945"/>
                </a:lnTo>
                <a:close/>
                <a:lnTo>
                  <a:pt x="1069516" y="405142"/>
                </a:lnTo>
                <a:close/>
                <a:lnTo>
                  <a:pt x="1071006" y="413234"/>
                </a:lnTo>
                <a:close/>
                <a:lnTo>
                  <a:pt x="1072495" y="448210"/>
                </a:lnTo>
                <a:close/>
                <a:lnTo>
                  <a:pt x="1073985" y="376961"/>
                </a:lnTo>
                <a:close/>
                <a:lnTo>
                  <a:pt x="1075474" y="414583"/>
                </a:lnTo>
                <a:close/>
                <a:lnTo>
                  <a:pt x="1076964" y="402989"/>
                </a:lnTo>
                <a:close/>
                <a:lnTo>
                  <a:pt x="1081433" y="281816"/>
                </a:lnTo>
                <a:close/>
                <a:lnTo>
                  <a:pt x="1085901" y="462112"/>
                </a:lnTo>
                <a:close/>
                <a:lnTo>
                  <a:pt x="1087391" y="487452"/>
                </a:lnTo>
                <a:close/>
                <a:lnTo>
                  <a:pt x="1090370" y="565239"/>
                </a:lnTo>
                <a:close/>
                <a:lnTo>
                  <a:pt x="1096328" y="400489"/>
                </a:lnTo>
                <a:close/>
                <a:lnTo>
                  <a:pt x="1097818" y="383187"/>
                </a:lnTo>
                <a:close/>
                <a:lnTo>
                  <a:pt x="1099308" y="322517"/>
                </a:lnTo>
                <a:close/>
                <a:lnTo>
                  <a:pt x="1102287" y="377597"/>
                </a:lnTo>
                <a:close/>
                <a:lnTo>
                  <a:pt x="1103776" y="411597"/>
                </a:lnTo>
                <a:close/>
                <a:lnTo>
                  <a:pt x="1106755" y="358987"/>
                </a:lnTo>
                <a:close/>
                <a:lnTo>
                  <a:pt x="1109735" y="409731"/>
                </a:lnTo>
                <a:close/>
                <a:lnTo>
                  <a:pt x="1111224" y="491109"/>
                </a:lnTo>
                <a:close/>
                <a:lnTo>
                  <a:pt x="1112714" y="423513"/>
                </a:lnTo>
                <a:close/>
                <a:lnTo>
                  <a:pt x="1114203" y="479521"/>
                </a:lnTo>
                <a:close/>
                <a:lnTo>
                  <a:pt x="1115693" y="477639"/>
                </a:lnTo>
                <a:close/>
                <a:lnTo>
                  <a:pt x="1117182" y="576277"/>
                </a:lnTo>
                <a:close/>
                <a:lnTo>
                  <a:pt x="1118672" y="556564"/>
                </a:lnTo>
                <a:close/>
                <a:lnTo>
                  <a:pt x="1120162" y="559904"/>
                </a:lnTo>
                <a:close/>
                <a:lnTo>
                  <a:pt x="1121651" y="576572"/>
                </a:lnTo>
                <a:close/>
                <a:lnTo>
                  <a:pt x="1124630" y="515102"/>
                </a:lnTo>
                <a:close/>
                <a:lnTo>
                  <a:pt x="1132078" y="714132"/>
                </a:lnTo>
                <a:close/>
                <a:lnTo>
                  <a:pt x="1135057" y="662019"/>
                </a:lnTo>
                <a:close/>
                <a:lnTo>
                  <a:pt x="1138036" y="676846"/>
                </a:lnTo>
                <a:close/>
                <a:lnTo>
                  <a:pt x="1139526" y="800718"/>
                </a:lnTo>
                <a:close/>
                <a:lnTo>
                  <a:pt x="1145484" y="633192"/>
                </a:lnTo>
                <a:close/>
                <a:lnTo>
                  <a:pt x="1146974" y="648487"/>
                </a:lnTo>
                <a:close/>
                <a:lnTo>
                  <a:pt x="1148464" y="730986"/>
                </a:lnTo>
                <a:close/>
                <a:lnTo>
                  <a:pt x="1149953" y="716776"/>
                </a:lnTo>
                <a:close/>
                <a:lnTo>
                  <a:pt x="1151443" y="744062"/>
                </a:lnTo>
                <a:close/>
                <a:lnTo>
                  <a:pt x="1155911" y="639093"/>
                </a:lnTo>
                <a:close/>
                <a:lnTo>
                  <a:pt x="1157401" y="649617"/>
                </a:lnTo>
                <a:close/>
                <a:lnTo>
                  <a:pt x="1160380" y="670111"/>
                </a:lnTo>
                <a:close/>
                <a:lnTo>
                  <a:pt x="1161870" y="647888"/>
                </a:lnTo>
                <a:close/>
                <a:lnTo>
                  <a:pt x="1163359" y="707250"/>
                </a:lnTo>
                <a:close/>
                <a:lnTo>
                  <a:pt x="1164849" y="707062"/>
                </a:lnTo>
                <a:close/>
                <a:lnTo>
                  <a:pt x="1166338" y="685630"/>
                </a:lnTo>
                <a:close/>
                <a:lnTo>
                  <a:pt x="1167828" y="699051"/>
                </a:lnTo>
                <a:close/>
                <a:lnTo>
                  <a:pt x="1169318" y="687529"/>
                </a:lnTo>
                <a:close/>
                <a:lnTo>
                  <a:pt x="1172297" y="617062"/>
                </a:lnTo>
                <a:close/>
                <a:lnTo>
                  <a:pt x="1173786" y="633876"/>
                </a:lnTo>
                <a:close/>
                <a:lnTo>
                  <a:pt x="1176765" y="622820"/>
                </a:lnTo>
                <a:close/>
                <a:lnTo>
                  <a:pt x="1179745" y="709085"/>
                </a:lnTo>
                <a:close/>
                <a:lnTo>
                  <a:pt x="1181234" y="711637"/>
                </a:lnTo>
                <a:close/>
                <a:lnTo>
                  <a:pt x="1182724" y="620135"/>
                </a:lnTo>
                <a:close/>
                <a:lnTo>
                  <a:pt x="1184213" y="630554"/>
                </a:lnTo>
                <a:close/>
                <a:lnTo>
                  <a:pt x="1185703" y="694564"/>
                </a:lnTo>
                <a:close/>
                <a:lnTo>
                  <a:pt x="1187193" y="589588"/>
                </a:lnTo>
                <a:close/>
                <a:lnTo>
                  <a:pt x="1188682" y="632120"/>
                </a:lnTo>
                <a:close/>
                <a:lnTo>
                  <a:pt x="1193151" y="522377"/>
                </a:lnTo>
                <a:close/>
                <a:lnTo>
                  <a:pt x="1197620" y="666743"/>
                </a:lnTo>
                <a:close/>
                <a:lnTo>
                  <a:pt x="1199109" y="636170"/>
                </a:lnTo>
                <a:close/>
                <a:lnTo>
                  <a:pt x="1200599" y="520736"/>
                </a:lnTo>
                <a:close/>
                <a:lnTo>
                  <a:pt x="1202088" y="548399"/>
                </a:lnTo>
                <a:close/>
                <a:lnTo>
                  <a:pt x="1203578" y="516452"/>
                </a:lnTo>
                <a:close/>
                <a:lnTo>
                  <a:pt x="1205067" y="538809"/>
                </a:lnTo>
                <a:close/>
                <a:lnTo>
                  <a:pt x="1206557" y="524367"/>
                </a:lnTo>
                <a:close/>
                <a:lnTo>
                  <a:pt x="1209536" y="563914"/>
                </a:lnTo>
                <a:close/>
                <a:lnTo>
                  <a:pt x="1211026" y="562538"/>
                </a:lnTo>
                <a:close/>
                <a:lnTo>
                  <a:pt x="1212515" y="493165"/>
                </a:lnTo>
                <a:close/>
                <a:lnTo>
                  <a:pt x="1214005" y="578341"/>
                </a:lnTo>
                <a:close/>
                <a:lnTo>
                  <a:pt x="1216984" y="542965"/>
                </a:lnTo>
                <a:close/>
                <a:lnTo>
                  <a:pt x="1218474" y="549054"/>
                </a:lnTo>
                <a:close/>
                <a:lnTo>
                  <a:pt x="1222942" y="399921"/>
                </a:lnTo>
                <a:close/>
                <a:lnTo>
                  <a:pt x="1224432" y="393873"/>
                </a:lnTo>
                <a:close/>
                <a:lnTo>
                  <a:pt x="1225921" y="414703"/>
                </a:lnTo>
                <a:close/>
                <a:lnTo>
                  <a:pt x="1227411" y="459826"/>
                </a:lnTo>
                <a:close/>
                <a:lnTo>
                  <a:pt x="1228901" y="558925"/>
                </a:lnTo>
                <a:close/>
                <a:lnTo>
                  <a:pt x="1231880" y="516713"/>
                </a:lnTo>
                <a:close/>
                <a:lnTo>
                  <a:pt x="1233369" y="561543"/>
                </a:lnTo>
                <a:close/>
                <a:lnTo>
                  <a:pt x="1234859" y="559168"/>
                </a:lnTo>
                <a:close/>
                <a:lnTo>
                  <a:pt x="1236349" y="520032"/>
                </a:lnTo>
                <a:close/>
                <a:lnTo>
                  <a:pt x="1237838" y="609362"/>
                </a:lnTo>
                <a:close/>
                <a:lnTo>
                  <a:pt x="1239328" y="592220"/>
                </a:lnTo>
                <a:close/>
                <a:lnTo>
                  <a:pt x="1240817" y="637289"/>
                </a:lnTo>
                <a:close/>
                <a:lnTo>
                  <a:pt x="1242307" y="587310"/>
                </a:lnTo>
                <a:close/>
                <a:lnTo>
                  <a:pt x="1243796" y="617811"/>
                </a:lnTo>
                <a:close/>
                <a:lnTo>
                  <a:pt x="1245286" y="607731"/>
                </a:lnTo>
                <a:close/>
                <a:lnTo>
                  <a:pt x="1248265" y="684048"/>
                </a:lnTo>
                <a:close/>
                <a:lnTo>
                  <a:pt x="1249755" y="668708"/>
                </a:lnTo>
                <a:close/>
                <a:lnTo>
                  <a:pt x="1251244" y="684609"/>
                </a:lnTo>
                <a:close/>
                <a:lnTo>
                  <a:pt x="1252734" y="719661"/>
                </a:lnTo>
                <a:close/>
                <a:lnTo>
                  <a:pt x="1255713" y="574309"/>
                </a:lnTo>
                <a:close/>
                <a:lnTo>
                  <a:pt x="1258692" y="652142"/>
                </a:lnTo>
                <a:close/>
                <a:lnTo>
                  <a:pt x="1263161" y="683024"/>
                </a:lnTo>
                <a:close/>
                <a:lnTo>
                  <a:pt x="1264650" y="732194"/>
                </a:lnTo>
                <a:close/>
                <a:lnTo>
                  <a:pt x="1270609" y="493521"/>
                </a:lnTo>
                <a:close/>
                <a:lnTo>
                  <a:pt x="1272098" y="468060"/>
                </a:lnTo>
                <a:close/>
                <a:lnTo>
                  <a:pt x="1273588" y="505060"/>
                </a:lnTo>
                <a:close/>
                <a:lnTo>
                  <a:pt x="1281036" y="421268"/>
                </a:lnTo>
                <a:close/>
                <a:lnTo>
                  <a:pt x="1282525" y="524619"/>
                </a:lnTo>
                <a:close/>
                <a:lnTo>
                  <a:pt x="1285505" y="452929"/>
                </a:lnTo>
                <a:close/>
                <a:lnTo>
                  <a:pt x="1288484" y="504731"/>
                </a:lnTo>
                <a:close/>
                <a:lnTo>
                  <a:pt x="1291463" y="420168"/>
                </a:lnTo>
                <a:close/>
                <a:lnTo>
                  <a:pt x="1292952" y="340242"/>
                </a:lnTo>
                <a:close/>
                <a:lnTo>
                  <a:pt x="1295932" y="400158"/>
                </a:lnTo>
                <a:close/>
                <a:lnTo>
                  <a:pt x="1297421" y="317338"/>
                </a:lnTo>
                <a:close/>
                <a:lnTo>
                  <a:pt x="1298911" y="376351"/>
                </a:lnTo>
                <a:close/>
                <a:lnTo>
                  <a:pt x="1301890" y="307503"/>
                </a:lnTo>
                <a:close/>
                <a:lnTo>
                  <a:pt x="1303379" y="360120"/>
                </a:lnTo>
                <a:close/>
                <a:lnTo>
                  <a:pt x="1304869" y="330727"/>
                </a:lnTo>
                <a:close/>
                <a:lnTo>
                  <a:pt x="1306359" y="388147"/>
                </a:lnTo>
                <a:close/>
                <a:lnTo>
                  <a:pt x="1307848" y="364965"/>
                </a:lnTo>
                <a:close/>
                <a:lnTo>
                  <a:pt x="1310827" y="438577"/>
                </a:lnTo>
                <a:close/>
                <a:lnTo>
                  <a:pt x="1312317" y="424845"/>
                </a:lnTo>
                <a:close/>
                <a:lnTo>
                  <a:pt x="1315296" y="464837"/>
                </a:lnTo>
                <a:close/>
                <a:lnTo>
                  <a:pt x="1318275" y="596543"/>
                </a:lnTo>
                <a:close/>
                <a:lnTo>
                  <a:pt x="1319765" y="641078"/>
                </a:lnTo>
                <a:close/>
                <a:lnTo>
                  <a:pt x="1321254" y="632733"/>
                </a:lnTo>
                <a:close/>
                <a:lnTo>
                  <a:pt x="1322744" y="641135"/>
                </a:lnTo>
                <a:close/>
                <a:lnTo>
                  <a:pt x="1325723" y="727740"/>
                </a:lnTo>
                <a:close/>
                <a:lnTo>
                  <a:pt x="1327213" y="695161"/>
                </a:lnTo>
                <a:close/>
                <a:lnTo>
                  <a:pt x="1330192" y="744252"/>
                </a:lnTo>
                <a:close/>
                <a:lnTo>
                  <a:pt x="1331681" y="707183"/>
                </a:lnTo>
                <a:close/>
                <a:lnTo>
                  <a:pt x="1334661" y="581537"/>
                </a:lnTo>
                <a:close/>
                <a:lnTo>
                  <a:pt x="1337640" y="556280"/>
                </a:lnTo>
                <a:close/>
                <a:lnTo>
                  <a:pt x="1339129" y="567955"/>
                </a:lnTo>
                <a:close/>
                <a:lnTo>
                  <a:pt x="1340619" y="623941"/>
                </a:lnTo>
                <a:close/>
                <a:lnTo>
                  <a:pt x="1342108" y="617998"/>
                </a:lnTo>
                <a:close/>
                <a:lnTo>
                  <a:pt x="1345088" y="561546"/>
                </a:lnTo>
                <a:close/>
                <a:lnTo>
                  <a:pt x="1346577" y="548695"/>
                </a:lnTo>
                <a:close/>
                <a:lnTo>
                  <a:pt x="1348067" y="514149"/>
                </a:lnTo>
                <a:close/>
                <a:lnTo>
                  <a:pt x="1351046" y="520702"/>
                </a:lnTo>
                <a:close/>
                <a:lnTo>
                  <a:pt x="1352535" y="435282"/>
                </a:lnTo>
                <a:close/>
                <a:lnTo>
                  <a:pt x="1355515" y="517115"/>
                </a:lnTo>
                <a:close/>
                <a:lnTo>
                  <a:pt x="1358494" y="439027"/>
                </a:lnTo>
                <a:close/>
                <a:lnTo>
                  <a:pt x="1359983" y="446552"/>
                </a:lnTo>
                <a:close/>
                <a:lnTo>
                  <a:pt x="1362962" y="487829"/>
                </a:lnTo>
                <a:close/>
                <a:lnTo>
                  <a:pt x="1367431" y="345275"/>
                </a:lnTo>
                <a:close/>
                <a:lnTo>
                  <a:pt x="1368921" y="350072"/>
                </a:lnTo>
                <a:close/>
                <a:lnTo>
                  <a:pt x="1370410" y="348448"/>
                </a:lnTo>
                <a:close/>
                <a:lnTo>
                  <a:pt x="1371900" y="404576"/>
                </a:lnTo>
                <a:close/>
                <a:lnTo>
                  <a:pt x="1377858" y="340609"/>
                </a:lnTo>
                <a:close/>
                <a:lnTo>
                  <a:pt x="1379348" y="396763"/>
                </a:lnTo>
                <a:close/>
                <a:lnTo>
                  <a:pt x="1380837" y="354358"/>
                </a:lnTo>
                <a:close/>
                <a:lnTo>
                  <a:pt x="1385306" y="485833"/>
                </a:lnTo>
                <a:close/>
                <a:lnTo>
                  <a:pt x="1386796" y="437598"/>
                </a:lnTo>
                <a:close/>
                <a:lnTo>
                  <a:pt x="1389775" y="513830"/>
                </a:lnTo>
                <a:close/>
                <a:lnTo>
                  <a:pt x="1391264" y="455596"/>
                </a:lnTo>
                <a:close/>
                <a:lnTo>
                  <a:pt x="1392754" y="455596"/>
                </a:lnTo>
                <a:close/>
                <a:lnTo>
                  <a:pt x="1394244" y="450330"/>
                </a:lnTo>
                <a:close/>
                <a:lnTo>
                  <a:pt x="1395733" y="421284"/>
                </a:lnTo>
                <a:close/>
                <a:lnTo>
                  <a:pt x="1397223" y="452969"/>
                </a:lnTo>
                <a:close/>
                <a:lnTo>
                  <a:pt x="1398712" y="441015"/>
                </a:lnTo>
                <a:close/>
                <a:lnTo>
                  <a:pt x="1403181" y="310499"/>
                </a:lnTo>
                <a:close/>
                <a:lnTo>
                  <a:pt x="1404671" y="364373"/>
                </a:lnTo>
                <a:close/>
                <a:lnTo>
                  <a:pt x="1407650" y="300254"/>
                </a:lnTo>
                <a:close/>
                <a:lnTo>
                  <a:pt x="1409139" y="315435"/>
                </a:lnTo>
                <a:close/>
                <a:lnTo>
                  <a:pt x="1410629" y="347061"/>
                </a:lnTo>
                <a:close/>
                <a:lnTo>
                  <a:pt x="1412118" y="458874"/>
                </a:lnTo>
                <a:close/>
                <a:lnTo>
                  <a:pt x="1416587" y="314172"/>
                </a:lnTo>
                <a:close/>
                <a:lnTo>
                  <a:pt x="1418077" y="346454"/>
                </a:lnTo>
                <a:close/>
                <a:lnTo>
                  <a:pt x="1419566" y="432728"/>
                </a:lnTo>
                <a:close/>
                <a:lnTo>
                  <a:pt x="1421056" y="432728"/>
                </a:lnTo>
                <a:close/>
                <a:lnTo>
                  <a:pt x="1422546" y="430870"/>
                </a:lnTo>
                <a:close/>
                <a:lnTo>
                  <a:pt x="1427014" y="347422"/>
                </a:lnTo>
                <a:close/>
                <a:lnTo>
                  <a:pt x="1429993" y="376043"/>
                </a:lnTo>
                <a:close/>
                <a:lnTo>
                  <a:pt x="1431483" y="355086"/>
                </a:lnTo>
                <a:close/>
                <a:lnTo>
                  <a:pt x="1432973" y="292398"/>
                </a:lnTo>
                <a:close/>
                <a:lnTo>
                  <a:pt x="1434462" y="291542"/>
                </a:lnTo>
                <a:close/>
                <a:lnTo>
                  <a:pt x="1435952" y="276187"/>
                </a:lnTo>
                <a:close/>
                <a:lnTo>
                  <a:pt x="1437441" y="335500"/>
                </a:lnTo>
                <a:close/>
                <a:lnTo>
                  <a:pt x="1438931" y="269262"/>
                </a:lnTo>
                <a:close/>
                <a:lnTo>
                  <a:pt x="1440420" y="308304"/>
                </a:lnTo>
                <a:close/>
                <a:lnTo>
                  <a:pt x="1441910" y="305127"/>
                </a:lnTo>
                <a:close/>
                <a:lnTo>
                  <a:pt x="1443400" y="347012"/>
                </a:lnTo>
                <a:close/>
                <a:lnTo>
                  <a:pt x="1449358" y="218966"/>
                </a:lnTo>
                <a:close/>
                <a:lnTo>
                  <a:pt x="1452337" y="190584"/>
                </a:lnTo>
                <a:close/>
                <a:lnTo>
                  <a:pt x="1453827" y="218640"/>
                </a:lnTo>
                <a:close/>
                <a:lnTo>
                  <a:pt x="1458295" y="117908"/>
                </a:lnTo>
                <a:close/>
                <a:lnTo>
                  <a:pt x="1461275" y="18035"/>
                </a:lnTo>
                <a:close/>
                <a:lnTo>
                  <a:pt x="1462764" y="0"/>
                </a:lnTo>
                <a:close/>
                <a:lnTo>
                  <a:pt x="1465743" y="118696"/>
                </a:lnTo>
                <a:close/>
                <a:lnTo>
                  <a:pt x="1467233" y="122950"/>
                </a:lnTo>
                <a:close/>
                <a:lnTo>
                  <a:pt x="1468722" y="115449"/>
                </a:lnTo>
                <a:close/>
                <a:lnTo>
                  <a:pt x="1473191" y="323202"/>
                </a:lnTo>
                <a:close/>
                <a:lnTo>
                  <a:pt x="1476170" y="352437"/>
                </a:lnTo>
                <a:close/>
                <a:lnTo>
                  <a:pt x="1477660" y="327260"/>
                </a:lnTo>
                <a:close/>
                <a:lnTo>
                  <a:pt x="1479149" y="373888"/>
                </a:lnTo>
                <a:close/>
                <a:lnTo>
                  <a:pt x="1480639" y="341970"/>
                </a:lnTo>
                <a:close/>
                <a:lnTo>
                  <a:pt x="1485108" y="488422"/>
                </a:lnTo>
                <a:close/>
                <a:lnTo>
                  <a:pt x="1486597" y="460102"/>
                </a:lnTo>
                <a:close/>
                <a:lnTo>
                  <a:pt x="1488087" y="460355"/>
                </a:lnTo>
                <a:close/>
                <a:lnTo>
                  <a:pt x="1489576" y="518428"/>
                </a:lnTo>
                <a:close/>
                <a:lnTo>
                  <a:pt x="1491066" y="510304"/>
                </a:lnTo>
                <a:close/>
                <a:lnTo>
                  <a:pt x="1494045" y="620758"/>
                </a:lnTo>
                <a:close/>
                <a:lnTo>
                  <a:pt x="1497024" y="644058"/>
                </a:lnTo>
                <a:close/>
                <a:lnTo>
                  <a:pt x="1498514" y="658003"/>
                </a:lnTo>
                <a:close/>
                <a:lnTo>
                  <a:pt x="1500003" y="638791"/>
                </a:lnTo>
                <a:close/>
                <a:lnTo>
                  <a:pt x="1501493" y="592850"/>
                </a:lnTo>
                <a:close/>
                <a:lnTo>
                  <a:pt x="1502983" y="611486"/>
                </a:lnTo>
                <a:close/>
                <a:lnTo>
                  <a:pt x="1505962" y="572608"/>
                </a:lnTo>
                <a:close/>
                <a:lnTo>
                  <a:pt x="1507451" y="571826"/>
                </a:lnTo>
                <a:close/>
                <a:lnTo>
                  <a:pt x="1508941" y="563138"/>
                </a:lnTo>
                <a:close/>
                <a:lnTo>
                  <a:pt x="1510431" y="569128"/>
                </a:lnTo>
                <a:close/>
                <a:lnTo>
                  <a:pt x="1511920" y="511580"/>
                </a:lnTo>
                <a:close/>
                <a:lnTo>
                  <a:pt x="1513410" y="548005"/>
                </a:lnTo>
                <a:close/>
                <a:lnTo>
                  <a:pt x="1514899" y="543895"/>
                </a:lnTo>
                <a:close/>
                <a:lnTo>
                  <a:pt x="1517878" y="493244"/>
                </a:lnTo>
                <a:close/>
                <a:lnTo>
                  <a:pt x="1519368" y="501681"/>
                </a:lnTo>
                <a:close/>
                <a:lnTo>
                  <a:pt x="1520858" y="440445"/>
                </a:lnTo>
                <a:close/>
                <a:lnTo>
                  <a:pt x="1522347" y="440445"/>
                </a:lnTo>
                <a:close/>
                <a:lnTo>
                  <a:pt x="1523837" y="453968"/>
                </a:lnTo>
                <a:close/>
                <a:lnTo>
                  <a:pt x="1525326" y="379141"/>
                </a:lnTo>
                <a:close/>
                <a:lnTo>
                  <a:pt x="1526816" y="442447"/>
                </a:lnTo>
                <a:close/>
                <a:lnTo>
                  <a:pt x="1528305" y="441911"/>
                </a:lnTo>
                <a:close/>
                <a:lnTo>
                  <a:pt x="1529795" y="462765"/>
                </a:lnTo>
                <a:close/>
                <a:lnTo>
                  <a:pt x="1532774" y="456963"/>
                </a:lnTo>
                <a:close/>
                <a:lnTo>
                  <a:pt x="1535753" y="376149"/>
                </a:lnTo>
                <a:close/>
                <a:lnTo>
                  <a:pt x="1537243" y="391933"/>
                </a:lnTo>
                <a:close/>
                <a:lnTo>
                  <a:pt x="1540222" y="361594"/>
                </a:lnTo>
                <a:close/>
                <a:lnTo>
                  <a:pt x="1541712" y="319965"/>
                </a:lnTo>
                <a:close/>
                <a:lnTo>
                  <a:pt x="1546180" y="442597"/>
                </a:lnTo>
                <a:close/>
                <a:lnTo>
                  <a:pt x="1547670" y="437303"/>
                </a:lnTo>
                <a:close/>
                <a:lnTo>
                  <a:pt x="1550649" y="548780"/>
                </a:lnTo>
                <a:close/>
                <a:lnTo>
                  <a:pt x="1552139" y="543747"/>
                </a:lnTo>
                <a:close/>
                <a:lnTo>
                  <a:pt x="1555118" y="546591"/>
                </a:lnTo>
                <a:close/>
                <a:lnTo>
                  <a:pt x="1556607" y="569483"/>
                </a:lnTo>
                <a:close/>
                <a:lnTo>
                  <a:pt x="1558097" y="472289"/>
                </a:lnTo>
                <a:close/>
                <a:lnTo>
                  <a:pt x="1559587" y="489515"/>
                </a:lnTo>
                <a:close/>
                <a:lnTo>
                  <a:pt x="1561076" y="475613"/>
                </a:lnTo>
                <a:close/>
                <a:lnTo>
                  <a:pt x="1564055" y="572249"/>
                </a:lnTo>
                <a:close/>
                <a:lnTo>
                  <a:pt x="1565545" y="540197"/>
                </a:lnTo>
                <a:close/>
                <a:lnTo>
                  <a:pt x="1567034" y="556962"/>
                </a:lnTo>
                <a:close/>
                <a:lnTo>
                  <a:pt x="1568524" y="518362"/>
                </a:lnTo>
                <a:close/>
                <a:lnTo>
                  <a:pt x="1570014" y="548917"/>
                </a:lnTo>
                <a:close/>
                <a:lnTo>
                  <a:pt x="1574482" y="424842"/>
                </a:lnTo>
                <a:close/>
                <a:lnTo>
                  <a:pt x="1575972" y="434727"/>
                </a:lnTo>
                <a:close/>
                <a:lnTo>
                  <a:pt x="1577461" y="431683"/>
                </a:lnTo>
                <a:close/>
                <a:lnTo>
                  <a:pt x="1578951" y="384202"/>
                </a:lnTo>
                <a:close/>
                <a:lnTo>
                  <a:pt x="1580441" y="388720"/>
                </a:lnTo>
                <a:close/>
                <a:lnTo>
                  <a:pt x="1581930" y="316313"/>
                </a:lnTo>
                <a:close/>
                <a:lnTo>
                  <a:pt x="1584909" y="451392"/>
                </a:lnTo>
                <a:close/>
                <a:lnTo>
                  <a:pt x="1586399" y="421836"/>
                </a:lnTo>
                <a:close/>
                <a:lnTo>
                  <a:pt x="1587888" y="431427"/>
                </a:lnTo>
                <a:close/>
                <a:lnTo>
                  <a:pt x="1590868" y="608192"/>
                </a:lnTo>
                <a:close/>
                <a:lnTo>
                  <a:pt x="1593847" y="564526"/>
                </a:lnTo>
                <a:close/>
                <a:lnTo>
                  <a:pt x="1598316" y="639062"/>
                </a:lnTo>
                <a:close/>
                <a:lnTo>
                  <a:pt x="1599805" y="580363"/>
                </a:lnTo>
                <a:close/>
                <a:lnTo>
                  <a:pt x="1601295" y="587750"/>
                </a:lnTo>
                <a:close/>
                <a:lnTo>
                  <a:pt x="1602784" y="501929"/>
                </a:lnTo>
                <a:close/>
                <a:lnTo>
                  <a:pt x="1605763" y="642828"/>
                </a:lnTo>
                <a:close/>
                <a:lnTo>
                  <a:pt x="1608743" y="576007"/>
                </a:lnTo>
                <a:close/>
                <a:lnTo>
                  <a:pt x="1610232" y="608966"/>
                </a:lnTo>
                <a:close/>
                <a:lnTo>
                  <a:pt x="1611722" y="545209"/>
                </a:lnTo>
                <a:close/>
                <a:lnTo>
                  <a:pt x="1613211" y="571812"/>
                </a:lnTo>
                <a:close/>
                <a:lnTo>
                  <a:pt x="1614701" y="552639"/>
                </a:lnTo>
                <a:close/>
                <a:lnTo>
                  <a:pt x="1617680" y="632117"/>
                </a:lnTo>
                <a:close/>
                <a:lnTo>
                  <a:pt x="1619170" y="632774"/>
                </a:lnTo>
                <a:close/>
                <a:lnTo>
                  <a:pt x="1620659" y="636051"/>
                </a:lnTo>
                <a:close/>
                <a:lnTo>
                  <a:pt x="1622149" y="572363"/>
                </a:lnTo>
                <a:close/>
                <a:lnTo>
                  <a:pt x="1625128" y="624370"/>
                </a:lnTo>
                <a:close/>
                <a:lnTo>
                  <a:pt x="1628107" y="591285"/>
                </a:lnTo>
                <a:close/>
                <a:lnTo>
                  <a:pt x="1629597" y="609124"/>
                </a:lnTo>
                <a:close/>
                <a:lnTo>
                  <a:pt x="1631086" y="650586"/>
                </a:lnTo>
                <a:close/>
                <a:lnTo>
                  <a:pt x="1637044" y="450132"/>
                </a:lnTo>
                <a:close/>
                <a:lnTo>
                  <a:pt x="1640024" y="489858"/>
                </a:lnTo>
                <a:close/>
                <a:lnTo>
                  <a:pt x="1641513" y="489463"/>
                </a:lnTo>
                <a:close/>
                <a:lnTo>
                  <a:pt x="1644492" y="201972"/>
                </a:lnTo>
                <a:close/>
                <a:lnTo>
                  <a:pt x="1645982" y="223713"/>
                </a:lnTo>
                <a:close/>
                <a:lnTo>
                  <a:pt x="1648961" y="184803"/>
                </a:lnTo>
                <a:close/>
                <a:lnTo>
                  <a:pt x="1651940" y="216742"/>
                </a:lnTo>
                <a:close/>
                <a:lnTo>
                  <a:pt x="1654919" y="142487"/>
                </a:lnTo>
                <a:close/>
                <a:lnTo>
                  <a:pt x="1657899" y="209822"/>
                </a:lnTo>
                <a:close/>
                <a:lnTo>
                  <a:pt x="1659388" y="191646"/>
                </a:lnTo>
                <a:close/>
                <a:lnTo>
                  <a:pt x="1660878" y="226187"/>
                </a:lnTo>
                <a:close/>
                <a:lnTo>
                  <a:pt x="1665346" y="157832"/>
                </a:lnTo>
                <a:close/>
                <a:lnTo>
                  <a:pt x="1668326" y="310466"/>
                </a:lnTo>
                <a:close/>
                <a:lnTo>
                  <a:pt x="1669815" y="273751"/>
                </a:lnTo>
                <a:close/>
                <a:lnTo>
                  <a:pt x="1671305" y="359644"/>
                </a:lnTo>
                <a:close/>
                <a:lnTo>
                  <a:pt x="1672794" y="362721"/>
                </a:lnTo>
                <a:close/>
                <a:lnTo>
                  <a:pt x="1677263" y="294198"/>
                </a:lnTo>
                <a:close/>
                <a:lnTo>
                  <a:pt x="1678753" y="300164"/>
                </a:lnTo>
                <a:close/>
                <a:lnTo>
                  <a:pt x="1680242" y="352718"/>
                </a:lnTo>
                <a:close/>
                <a:lnTo>
                  <a:pt x="1681732" y="301090"/>
                </a:lnTo>
                <a:close/>
                <a:lnTo>
                  <a:pt x="1683221" y="321531"/>
                </a:lnTo>
                <a:close/>
                <a:lnTo>
                  <a:pt x="1684711" y="295750"/>
                </a:lnTo>
                <a:close/>
                <a:lnTo>
                  <a:pt x="1687690" y="361647"/>
                </a:lnTo>
                <a:close/>
                <a:lnTo>
                  <a:pt x="1689180" y="318328"/>
                </a:lnTo>
                <a:close/>
                <a:lnTo>
                  <a:pt x="1690669" y="451147"/>
                </a:lnTo>
                <a:close/>
                <a:lnTo>
                  <a:pt x="1692159" y="417627"/>
                </a:lnTo>
                <a:close/>
                <a:lnTo>
                  <a:pt x="1693648" y="433332"/>
                </a:lnTo>
                <a:close/>
                <a:lnTo>
                  <a:pt x="1696628" y="425832"/>
                </a:lnTo>
                <a:close/>
                <a:lnTo>
                  <a:pt x="1698117" y="506125"/>
                </a:lnTo>
                <a:close/>
                <a:lnTo>
                  <a:pt x="1699607" y="486554"/>
                </a:lnTo>
                <a:close/>
                <a:lnTo>
                  <a:pt x="1705565" y="587518"/>
                </a:lnTo>
                <a:close/>
                <a:lnTo>
                  <a:pt x="1707055" y="580142"/>
                </a:lnTo>
                <a:close/>
                <a:lnTo>
                  <a:pt x="1708544" y="648381"/>
                </a:lnTo>
                <a:close/>
                <a:lnTo>
                  <a:pt x="1711523" y="478954"/>
                </a:lnTo>
                <a:close/>
                <a:lnTo>
                  <a:pt x="1713013" y="485980"/>
                </a:lnTo>
                <a:close/>
                <a:lnTo>
                  <a:pt x="1715992" y="529976"/>
                </a:lnTo>
                <a:close/>
                <a:lnTo>
                  <a:pt x="1717482" y="539190"/>
                </a:lnTo>
                <a:close/>
                <a:lnTo>
                  <a:pt x="1718971" y="563419"/>
                </a:lnTo>
                <a:close/>
                <a:lnTo>
                  <a:pt x="1723440" y="455236"/>
                </a:lnTo>
                <a:close/>
                <a:lnTo>
                  <a:pt x="1724929" y="397286"/>
                </a:lnTo>
                <a:close/>
                <a:lnTo>
                  <a:pt x="1727909" y="476617"/>
                </a:lnTo>
                <a:close/>
                <a:lnTo>
                  <a:pt x="1729398" y="530670"/>
                </a:lnTo>
                <a:close/>
                <a:lnTo>
                  <a:pt x="1730888" y="494378"/>
                </a:lnTo>
                <a:close/>
                <a:lnTo>
                  <a:pt x="1732377" y="533484"/>
                </a:lnTo>
                <a:close/>
                <a:lnTo>
                  <a:pt x="1733867" y="506323"/>
                </a:lnTo>
                <a:close/>
                <a:lnTo>
                  <a:pt x="1735357" y="415504"/>
                </a:lnTo>
                <a:close/>
                <a:lnTo>
                  <a:pt x="1736846" y="413689"/>
                </a:lnTo>
                <a:close/>
                <a:lnTo>
                  <a:pt x="1739825" y="359129"/>
                </a:lnTo>
                <a:close/>
                <a:lnTo>
                  <a:pt x="1742804" y="301732"/>
                </a:lnTo>
                <a:close/>
                <a:lnTo>
                  <a:pt x="1745784" y="257668"/>
                </a:lnTo>
                <a:close/>
                <a:lnTo>
                  <a:pt x="1747273" y="231108"/>
                </a:lnTo>
                <a:close/>
                <a:lnTo>
                  <a:pt x="1748763" y="236603"/>
                </a:lnTo>
                <a:close/>
                <a:lnTo>
                  <a:pt x="1750252" y="221472"/>
                </a:lnTo>
                <a:close/>
                <a:lnTo>
                  <a:pt x="1751742" y="236472"/>
                </a:lnTo>
                <a:close/>
                <a:lnTo>
                  <a:pt x="1754721" y="443396"/>
                </a:lnTo>
                <a:close/>
                <a:lnTo>
                  <a:pt x="1756211" y="438967"/>
                </a:lnTo>
                <a:close/>
                <a:lnTo>
                  <a:pt x="1757700" y="385825"/>
                </a:lnTo>
                <a:close/>
                <a:lnTo>
                  <a:pt x="1759190" y="392194"/>
                </a:lnTo>
                <a:close/>
                <a:lnTo>
                  <a:pt x="1760679" y="368037"/>
                </a:lnTo>
                <a:close/>
                <a:lnTo>
                  <a:pt x="1763658" y="257858"/>
                </a:lnTo>
                <a:close/>
                <a:lnTo>
                  <a:pt x="1765148" y="341915"/>
                </a:lnTo>
                <a:close/>
                <a:lnTo>
                  <a:pt x="1769617" y="234363"/>
                </a:lnTo>
                <a:close/>
                <a:lnTo>
                  <a:pt x="1772596" y="140568"/>
                </a:lnTo>
                <a:close/>
                <a:lnTo>
                  <a:pt x="1774085" y="165230"/>
                </a:lnTo>
                <a:close/>
                <a:lnTo>
                  <a:pt x="1775575" y="99620"/>
                </a:lnTo>
                <a:close/>
                <a:lnTo>
                  <a:pt x="1778554" y="132733"/>
                </a:lnTo>
                <a:close/>
                <a:lnTo>
                  <a:pt x="1783023" y="217297"/>
                </a:lnTo>
                <a:close/>
                <a:lnTo>
                  <a:pt x="1786002" y="368665"/>
                </a:lnTo>
                <a:close/>
                <a:lnTo>
                  <a:pt x="1786002" y="368665"/>
                </a:lnTo>
                <a:close/>
              </a:path>
            </a:pathLst>
          </a:custGeom>
          <a:noFill/>
          <a:ln w="7620">
            <a:solidFill>
              <a:srgbClr val="57A773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3173478" y="4114800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3173478" y="5138928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3173478" y="5650992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3262778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234497" y="6742670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97" name="Freeform 196"/>
          <p:cNvSpPr/>
          <p:nvPr/>
        </p:nvSpPr>
        <p:spPr>
          <a:xfrm>
            <a:off x="3560694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475850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99" name="Freeform 198"/>
          <p:cNvSpPr/>
          <p:nvPr/>
        </p:nvSpPr>
        <p:spPr>
          <a:xfrm>
            <a:off x="3858609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773765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201" name="Freeform 200"/>
          <p:cNvSpPr/>
          <p:nvPr/>
        </p:nvSpPr>
        <p:spPr>
          <a:xfrm>
            <a:off x="4156524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071680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203" name="Freeform 202"/>
          <p:cNvSpPr/>
          <p:nvPr/>
        </p:nvSpPr>
        <p:spPr>
          <a:xfrm>
            <a:off x="4454439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369595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205" name="Freeform 204"/>
          <p:cNvSpPr/>
          <p:nvPr/>
        </p:nvSpPr>
        <p:spPr>
          <a:xfrm>
            <a:off x="4752354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639229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207" name="Freeform 206"/>
          <p:cNvSpPr/>
          <p:nvPr/>
        </p:nvSpPr>
        <p:spPr>
          <a:xfrm>
            <a:off x="5050270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937144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888930" y="6877984"/>
            <a:ext cx="6096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MCMC step</a:t>
            </a:r>
          </a:p>
        </p:txBody>
      </p:sp>
      <p:sp>
        <p:nvSpPr>
          <p:cNvPr id="210" name="Freeform 209"/>
          <p:cNvSpPr/>
          <p:nvPr/>
        </p:nvSpPr>
        <p:spPr>
          <a:xfrm>
            <a:off x="3129028" y="66175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886637" y="6562379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212" name="Freeform 211"/>
          <p:cNvSpPr/>
          <p:nvPr/>
        </p:nvSpPr>
        <p:spPr>
          <a:xfrm>
            <a:off x="3129028" y="632095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886637" y="626582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214" name="Freeform 213"/>
          <p:cNvSpPr/>
          <p:nvPr/>
        </p:nvSpPr>
        <p:spPr>
          <a:xfrm>
            <a:off x="3129028" y="602439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886637" y="5969272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216" name="Freeform 215"/>
          <p:cNvSpPr/>
          <p:nvPr/>
        </p:nvSpPr>
        <p:spPr>
          <a:xfrm>
            <a:off x="3129028" y="57278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886637" y="5672719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218" name="Freeform 217"/>
          <p:cNvSpPr/>
          <p:nvPr/>
        </p:nvSpPr>
        <p:spPr>
          <a:xfrm>
            <a:off x="3262778" y="5697543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418408"/>
                </a:moveTo>
                <a:lnTo>
                  <a:pt x="2979" y="436183"/>
                </a:lnTo>
                <a:close/>
                <a:lnTo>
                  <a:pt x="4469" y="370083"/>
                </a:lnTo>
                <a:close/>
                <a:lnTo>
                  <a:pt x="5959" y="397336"/>
                </a:lnTo>
                <a:close/>
                <a:lnTo>
                  <a:pt x="11917" y="199453"/>
                </a:lnTo>
                <a:close/>
                <a:lnTo>
                  <a:pt x="13406" y="255673"/>
                </a:lnTo>
                <a:close/>
                <a:lnTo>
                  <a:pt x="14896" y="249586"/>
                </a:lnTo>
                <a:close/>
                <a:lnTo>
                  <a:pt x="16386" y="274945"/>
                </a:lnTo>
                <a:close/>
                <a:lnTo>
                  <a:pt x="19365" y="122373"/>
                </a:lnTo>
                <a:close/>
                <a:lnTo>
                  <a:pt x="20854" y="137446"/>
                </a:lnTo>
                <a:close/>
                <a:lnTo>
                  <a:pt x="23834" y="255842"/>
                </a:lnTo>
                <a:close/>
                <a:lnTo>
                  <a:pt x="25323" y="252613"/>
                </a:lnTo>
                <a:close/>
                <a:lnTo>
                  <a:pt x="28302" y="362766"/>
                </a:lnTo>
                <a:close/>
                <a:lnTo>
                  <a:pt x="29792" y="352734"/>
                </a:lnTo>
                <a:close/>
                <a:lnTo>
                  <a:pt x="31281" y="358405"/>
                </a:lnTo>
                <a:close/>
                <a:lnTo>
                  <a:pt x="32771" y="396187"/>
                </a:lnTo>
                <a:close/>
                <a:lnTo>
                  <a:pt x="34261" y="355026"/>
                </a:lnTo>
                <a:close/>
                <a:lnTo>
                  <a:pt x="35750" y="408715"/>
                </a:lnTo>
                <a:close/>
                <a:lnTo>
                  <a:pt x="37240" y="357353"/>
                </a:lnTo>
                <a:close/>
                <a:lnTo>
                  <a:pt x="38729" y="377571"/>
                </a:lnTo>
                <a:close/>
                <a:lnTo>
                  <a:pt x="43198" y="324949"/>
                </a:lnTo>
                <a:close/>
                <a:lnTo>
                  <a:pt x="44688" y="356850"/>
                </a:lnTo>
                <a:close/>
                <a:lnTo>
                  <a:pt x="47667" y="264571"/>
                </a:lnTo>
                <a:close/>
                <a:lnTo>
                  <a:pt x="50646" y="319577"/>
                </a:lnTo>
                <a:close/>
                <a:lnTo>
                  <a:pt x="52135" y="303411"/>
                </a:lnTo>
                <a:close/>
                <a:lnTo>
                  <a:pt x="53625" y="317809"/>
                </a:lnTo>
                <a:close/>
                <a:lnTo>
                  <a:pt x="55115" y="300094"/>
                </a:lnTo>
                <a:close/>
                <a:lnTo>
                  <a:pt x="56604" y="339291"/>
                </a:lnTo>
                <a:close/>
                <a:lnTo>
                  <a:pt x="58094" y="272872"/>
                </a:lnTo>
                <a:close/>
                <a:lnTo>
                  <a:pt x="61073" y="303430"/>
                </a:lnTo>
                <a:close/>
                <a:lnTo>
                  <a:pt x="64052" y="470498"/>
                </a:lnTo>
                <a:close/>
                <a:lnTo>
                  <a:pt x="65542" y="462107"/>
                </a:lnTo>
                <a:close/>
                <a:lnTo>
                  <a:pt x="67031" y="491425"/>
                </a:lnTo>
                <a:close/>
                <a:lnTo>
                  <a:pt x="68521" y="557464"/>
                </a:lnTo>
                <a:close/>
                <a:lnTo>
                  <a:pt x="70010" y="492996"/>
                </a:lnTo>
                <a:close/>
                <a:lnTo>
                  <a:pt x="71500" y="514074"/>
                </a:lnTo>
                <a:close/>
                <a:lnTo>
                  <a:pt x="72990" y="561130"/>
                </a:lnTo>
                <a:close/>
                <a:lnTo>
                  <a:pt x="74479" y="549528"/>
                </a:lnTo>
                <a:close/>
                <a:lnTo>
                  <a:pt x="75969" y="591351"/>
                </a:lnTo>
                <a:close/>
                <a:lnTo>
                  <a:pt x="77458" y="457511"/>
                </a:lnTo>
                <a:close/>
                <a:lnTo>
                  <a:pt x="78948" y="521170"/>
                </a:lnTo>
                <a:close/>
                <a:lnTo>
                  <a:pt x="81927" y="379360"/>
                </a:lnTo>
                <a:close/>
                <a:lnTo>
                  <a:pt x="83417" y="392228"/>
                </a:lnTo>
                <a:close/>
                <a:lnTo>
                  <a:pt x="84906" y="391280"/>
                </a:lnTo>
                <a:close/>
                <a:lnTo>
                  <a:pt x="87885" y="302017"/>
                </a:lnTo>
                <a:close/>
                <a:lnTo>
                  <a:pt x="89375" y="310063"/>
                </a:lnTo>
                <a:close/>
                <a:lnTo>
                  <a:pt x="90864" y="311192"/>
                </a:lnTo>
                <a:close/>
                <a:lnTo>
                  <a:pt x="92354" y="341289"/>
                </a:lnTo>
                <a:close/>
                <a:lnTo>
                  <a:pt x="93844" y="469190"/>
                </a:lnTo>
                <a:close/>
                <a:lnTo>
                  <a:pt x="95333" y="407298"/>
                </a:lnTo>
                <a:close/>
                <a:lnTo>
                  <a:pt x="99802" y="461421"/>
                </a:lnTo>
                <a:close/>
                <a:lnTo>
                  <a:pt x="101291" y="415838"/>
                </a:lnTo>
                <a:close/>
                <a:lnTo>
                  <a:pt x="102781" y="434757"/>
                </a:lnTo>
                <a:close/>
                <a:lnTo>
                  <a:pt x="104271" y="403739"/>
                </a:lnTo>
                <a:close/>
                <a:lnTo>
                  <a:pt x="105760" y="501556"/>
                </a:lnTo>
                <a:close/>
                <a:lnTo>
                  <a:pt x="108739" y="432790"/>
                </a:lnTo>
                <a:close/>
                <a:lnTo>
                  <a:pt x="111719" y="479665"/>
                </a:lnTo>
                <a:close/>
                <a:lnTo>
                  <a:pt x="113208" y="465186"/>
                </a:lnTo>
                <a:close/>
                <a:lnTo>
                  <a:pt x="114698" y="424727"/>
                </a:lnTo>
                <a:close/>
                <a:lnTo>
                  <a:pt x="116187" y="426670"/>
                </a:lnTo>
                <a:close/>
                <a:lnTo>
                  <a:pt x="119166" y="376655"/>
                </a:lnTo>
                <a:close/>
                <a:lnTo>
                  <a:pt x="120656" y="257997"/>
                </a:lnTo>
                <a:close/>
                <a:lnTo>
                  <a:pt x="122146" y="329019"/>
                </a:lnTo>
                <a:close/>
                <a:lnTo>
                  <a:pt x="123635" y="309945"/>
                </a:lnTo>
                <a:close/>
                <a:lnTo>
                  <a:pt x="125125" y="330688"/>
                </a:lnTo>
                <a:close/>
                <a:lnTo>
                  <a:pt x="126614" y="262960"/>
                </a:lnTo>
                <a:close/>
                <a:lnTo>
                  <a:pt x="128104" y="301390"/>
                </a:lnTo>
                <a:close/>
                <a:lnTo>
                  <a:pt x="131083" y="424614"/>
                </a:lnTo>
                <a:close/>
                <a:lnTo>
                  <a:pt x="132573" y="416948"/>
                </a:lnTo>
                <a:close/>
                <a:lnTo>
                  <a:pt x="134062" y="456645"/>
                </a:lnTo>
                <a:close/>
                <a:lnTo>
                  <a:pt x="135552" y="434904"/>
                </a:lnTo>
                <a:close/>
                <a:lnTo>
                  <a:pt x="137041" y="435875"/>
                </a:lnTo>
                <a:close/>
                <a:lnTo>
                  <a:pt x="138531" y="424373"/>
                </a:lnTo>
                <a:close/>
                <a:lnTo>
                  <a:pt x="140020" y="373893"/>
                </a:lnTo>
                <a:close/>
                <a:lnTo>
                  <a:pt x="141510" y="375808"/>
                </a:lnTo>
                <a:close/>
                <a:lnTo>
                  <a:pt x="143000" y="424362"/>
                </a:lnTo>
                <a:close/>
                <a:lnTo>
                  <a:pt x="144489" y="420045"/>
                </a:lnTo>
                <a:close/>
                <a:lnTo>
                  <a:pt x="145979" y="430394"/>
                </a:lnTo>
                <a:close/>
                <a:lnTo>
                  <a:pt x="148958" y="380771"/>
                </a:lnTo>
                <a:close/>
                <a:lnTo>
                  <a:pt x="150447" y="423802"/>
                </a:lnTo>
                <a:close/>
                <a:lnTo>
                  <a:pt x="153427" y="255858"/>
                </a:lnTo>
                <a:close/>
                <a:lnTo>
                  <a:pt x="154916" y="340733"/>
                </a:lnTo>
                <a:close/>
                <a:lnTo>
                  <a:pt x="157895" y="343374"/>
                </a:lnTo>
                <a:close/>
                <a:lnTo>
                  <a:pt x="159385" y="325548"/>
                </a:lnTo>
                <a:close/>
                <a:lnTo>
                  <a:pt x="160875" y="223271"/>
                </a:lnTo>
                <a:close/>
                <a:lnTo>
                  <a:pt x="163854" y="274014"/>
                </a:lnTo>
                <a:close/>
                <a:lnTo>
                  <a:pt x="165343" y="307894"/>
                </a:lnTo>
                <a:close/>
                <a:lnTo>
                  <a:pt x="166833" y="293144"/>
                </a:lnTo>
                <a:close/>
                <a:lnTo>
                  <a:pt x="168322" y="302286"/>
                </a:lnTo>
                <a:close/>
                <a:lnTo>
                  <a:pt x="169812" y="346438"/>
                </a:lnTo>
                <a:close/>
                <a:lnTo>
                  <a:pt x="171302" y="342573"/>
                </a:lnTo>
                <a:close/>
                <a:lnTo>
                  <a:pt x="172791" y="376416"/>
                </a:lnTo>
                <a:close/>
                <a:lnTo>
                  <a:pt x="175770" y="305325"/>
                </a:lnTo>
                <a:close/>
                <a:lnTo>
                  <a:pt x="177260" y="316917"/>
                </a:lnTo>
                <a:close/>
                <a:lnTo>
                  <a:pt x="180239" y="261808"/>
                </a:lnTo>
                <a:close/>
                <a:lnTo>
                  <a:pt x="181729" y="287619"/>
                </a:lnTo>
                <a:close/>
                <a:lnTo>
                  <a:pt x="183218" y="278960"/>
                </a:lnTo>
                <a:close/>
                <a:lnTo>
                  <a:pt x="187687" y="470316"/>
                </a:lnTo>
                <a:close/>
                <a:lnTo>
                  <a:pt x="193645" y="329450"/>
                </a:lnTo>
                <a:close/>
                <a:lnTo>
                  <a:pt x="195135" y="327800"/>
                </a:lnTo>
                <a:close/>
                <a:lnTo>
                  <a:pt x="196624" y="321310"/>
                </a:lnTo>
                <a:close/>
                <a:lnTo>
                  <a:pt x="201093" y="383819"/>
                </a:lnTo>
                <a:close/>
                <a:lnTo>
                  <a:pt x="202583" y="348091"/>
                </a:lnTo>
                <a:close/>
                <a:lnTo>
                  <a:pt x="204072" y="255423"/>
                </a:lnTo>
                <a:close/>
                <a:lnTo>
                  <a:pt x="205562" y="275257"/>
                </a:lnTo>
                <a:close/>
                <a:lnTo>
                  <a:pt x="207051" y="181798"/>
                </a:lnTo>
                <a:close/>
                <a:lnTo>
                  <a:pt x="210031" y="258017"/>
                </a:lnTo>
                <a:close/>
                <a:lnTo>
                  <a:pt x="213010" y="169374"/>
                </a:lnTo>
                <a:close/>
                <a:lnTo>
                  <a:pt x="214499" y="119927"/>
                </a:lnTo>
                <a:close/>
                <a:lnTo>
                  <a:pt x="217478" y="135230"/>
                </a:lnTo>
                <a:close/>
                <a:lnTo>
                  <a:pt x="220458" y="104102"/>
                </a:lnTo>
                <a:close/>
                <a:lnTo>
                  <a:pt x="223437" y="251908"/>
                </a:lnTo>
                <a:close/>
                <a:lnTo>
                  <a:pt x="224926" y="211006"/>
                </a:lnTo>
                <a:close/>
                <a:lnTo>
                  <a:pt x="227905" y="294520"/>
                </a:lnTo>
                <a:close/>
                <a:lnTo>
                  <a:pt x="232374" y="487592"/>
                </a:lnTo>
                <a:close/>
                <a:lnTo>
                  <a:pt x="235353" y="369673"/>
                </a:lnTo>
                <a:close/>
                <a:lnTo>
                  <a:pt x="236843" y="389239"/>
                </a:lnTo>
                <a:close/>
                <a:lnTo>
                  <a:pt x="238332" y="367771"/>
                </a:lnTo>
                <a:close/>
                <a:lnTo>
                  <a:pt x="241312" y="406016"/>
                </a:lnTo>
                <a:close/>
                <a:lnTo>
                  <a:pt x="242801" y="388739"/>
                </a:lnTo>
                <a:close/>
                <a:lnTo>
                  <a:pt x="244291" y="422338"/>
                </a:lnTo>
                <a:close/>
                <a:lnTo>
                  <a:pt x="247270" y="271754"/>
                </a:lnTo>
                <a:close/>
                <a:lnTo>
                  <a:pt x="248760" y="277801"/>
                </a:lnTo>
                <a:close/>
                <a:lnTo>
                  <a:pt x="251739" y="197961"/>
                </a:lnTo>
                <a:close/>
                <a:lnTo>
                  <a:pt x="253228" y="235298"/>
                </a:lnTo>
                <a:close/>
                <a:lnTo>
                  <a:pt x="254718" y="233649"/>
                </a:lnTo>
                <a:close/>
                <a:lnTo>
                  <a:pt x="260676" y="547075"/>
                </a:lnTo>
                <a:close/>
                <a:lnTo>
                  <a:pt x="262166" y="496441"/>
                </a:lnTo>
                <a:close/>
                <a:lnTo>
                  <a:pt x="265145" y="558343"/>
                </a:lnTo>
                <a:close/>
                <a:lnTo>
                  <a:pt x="266634" y="516494"/>
                </a:lnTo>
                <a:close/>
                <a:lnTo>
                  <a:pt x="269614" y="623933"/>
                </a:lnTo>
                <a:close/>
                <a:lnTo>
                  <a:pt x="271103" y="646183"/>
                </a:lnTo>
                <a:close/>
                <a:lnTo>
                  <a:pt x="272593" y="610833"/>
                </a:lnTo>
                <a:close/>
                <a:lnTo>
                  <a:pt x="274082" y="651698"/>
                </a:lnTo>
                <a:close/>
                <a:lnTo>
                  <a:pt x="277061" y="547888"/>
                </a:lnTo>
                <a:close/>
                <a:lnTo>
                  <a:pt x="280041" y="586184"/>
                </a:lnTo>
                <a:close/>
                <a:lnTo>
                  <a:pt x="283020" y="739716"/>
                </a:lnTo>
                <a:close/>
                <a:lnTo>
                  <a:pt x="284509" y="814906"/>
                </a:lnTo>
                <a:close/>
                <a:lnTo>
                  <a:pt x="287489" y="710565"/>
                </a:lnTo>
                <a:close/>
                <a:lnTo>
                  <a:pt x="288978" y="725074"/>
                </a:lnTo>
                <a:close/>
                <a:lnTo>
                  <a:pt x="291957" y="812707"/>
                </a:lnTo>
                <a:close/>
                <a:lnTo>
                  <a:pt x="299405" y="667284"/>
                </a:lnTo>
                <a:close/>
                <a:lnTo>
                  <a:pt x="302384" y="775083"/>
                </a:lnTo>
                <a:close/>
                <a:lnTo>
                  <a:pt x="306853" y="907955"/>
                </a:lnTo>
                <a:close/>
                <a:lnTo>
                  <a:pt x="308343" y="830014"/>
                </a:lnTo>
                <a:close/>
                <a:lnTo>
                  <a:pt x="309832" y="854224"/>
                </a:lnTo>
                <a:close/>
                <a:lnTo>
                  <a:pt x="311322" y="813937"/>
                </a:lnTo>
                <a:close/>
                <a:lnTo>
                  <a:pt x="312811" y="831171"/>
                </a:lnTo>
                <a:close/>
                <a:lnTo>
                  <a:pt x="314301" y="792736"/>
                </a:lnTo>
                <a:close/>
                <a:lnTo>
                  <a:pt x="317280" y="833284"/>
                </a:lnTo>
                <a:close/>
                <a:lnTo>
                  <a:pt x="320259" y="822201"/>
                </a:lnTo>
                <a:close/>
                <a:lnTo>
                  <a:pt x="321749" y="833109"/>
                </a:lnTo>
                <a:close/>
                <a:lnTo>
                  <a:pt x="323238" y="826347"/>
                </a:lnTo>
                <a:close/>
                <a:lnTo>
                  <a:pt x="324728" y="811151"/>
                </a:lnTo>
                <a:close/>
                <a:lnTo>
                  <a:pt x="327707" y="878004"/>
                </a:lnTo>
                <a:close/>
                <a:lnTo>
                  <a:pt x="329197" y="931026"/>
                </a:lnTo>
                <a:close/>
                <a:lnTo>
                  <a:pt x="332176" y="753835"/>
                </a:lnTo>
                <a:close/>
                <a:lnTo>
                  <a:pt x="333665" y="767362"/>
                </a:lnTo>
                <a:close/>
                <a:lnTo>
                  <a:pt x="335155" y="836540"/>
                </a:lnTo>
                <a:close/>
                <a:lnTo>
                  <a:pt x="339624" y="571710"/>
                </a:lnTo>
                <a:close/>
                <a:lnTo>
                  <a:pt x="345582" y="375162"/>
                </a:lnTo>
                <a:close/>
                <a:lnTo>
                  <a:pt x="347072" y="368599"/>
                </a:lnTo>
                <a:close/>
                <a:lnTo>
                  <a:pt x="350051" y="316446"/>
                </a:lnTo>
                <a:close/>
                <a:lnTo>
                  <a:pt x="351540" y="364861"/>
                </a:lnTo>
                <a:close/>
                <a:lnTo>
                  <a:pt x="353030" y="284840"/>
                </a:lnTo>
                <a:close/>
                <a:lnTo>
                  <a:pt x="356009" y="329609"/>
                </a:lnTo>
                <a:close/>
                <a:lnTo>
                  <a:pt x="357499" y="285063"/>
                </a:lnTo>
                <a:close/>
                <a:lnTo>
                  <a:pt x="358988" y="291727"/>
                </a:lnTo>
                <a:close/>
                <a:lnTo>
                  <a:pt x="360478" y="269813"/>
                </a:lnTo>
                <a:close/>
                <a:lnTo>
                  <a:pt x="361967" y="269104"/>
                </a:lnTo>
                <a:close/>
                <a:lnTo>
                  <a:pt x="363457" y="277809"/>
                </a:lnTo>
                <a:close/>
                <a:lnTo>
                  <a:pt x="364946" y="268491"/>
                </a:lnTo>
                <a:close/>
                <a:lnTo>
                  <a:pt x="366436" y="146529"/>
                </a:lnTo>
                <a:close/>
                <a:lnTo>
                  <a:pt x="367926" y="179922"/>
                </a:lnTo>
                <a:close/>
                <a:lnTo>
                  <a:pt x="369415" y="143627"/>
                </a:lnTo>
                <a:close/>
                <a:lnTo>
                  <a:pt x="372394" y="321178"/>
                </a:lnTo>
                <a:close/>
                <a:lnTo>
                  <a:pt x="375373" y="228065"/>
                </a:lnTo>
                <a:close/>
                <a:lnTo>
                  <a:pt x="376863" y="237559"/>
                </a:lnTo>
                <a:close/>
                <a:lnTo>
                  <a:pt x="379842" y="331427"/>
                </a:lnTo>
                <a:close/>
                <a:lnTo>
                  <a:pt x="382821" y="371231"/>
                </a:lnTo>
                <a:close/>
                <a:lnTo>
                  <a:pt x="385801" y="283365"/>
                </a:lnTo>
                <a:close/>
                <a:lnTo>
                  <a:pt x="387290" y="277395"/>
                </a:lnTo>
                <a:close/>
                <a:lnTo>
                  <a:pt x="390269" y="344343"/>
                </a:lnTo>
                <a:close/>
                <a:lnTo>
                  <a:pt x="393248" y="434474"/>
                </a:lnTo>
                <a:close/>
                <a:lnTo>
                  <a:pt x="397717" y="329603"/>
                </a:lnTo>
                <a:close/>
                <a:lnTo>
                  <a:pt x="399207" y="318652"/>
                </a:lnTo>
                <a:close/>
                <a:lnTo>
                  <a:pt x="400696" y="261195"/>
                </a:lnTo>
                <a:close/>
                <a:lnTo>
                  <a:pt x="403675" y="387605"/>
                </a:lnTo>
                <a:close/>
                <a:lnTo>
                  <a:pt x="405165" y="373220"/>
                </a:lnTo>
                <a:close/>
                <a:lnTo>
                  <a:pt x="406655" y="392749"/>
                </a:lnTo>
                <a:close/>
                <a:lnTo>
                  <a:pt x="408144" y="363036"/>
                </a:lnTo>
                <a:close/>
                <a:lnTo>
                  <a:pt x="409634" y="367643"/>
                </a:lnTo>
                <a:close/>
                <a:lnTo>
                  <a:pt x="411123" y="363493"/>
                </a:lnTo>
                <a:close/>
                <a:lnTo>
                  <a:pt x="412613" y="390256"/>
                </a:lnTo>
                <a:close/>
                <a:lnTo>
                  <a:pt x="414102" y="320226"/>
                </a:lnTo>
                <a:close/>
                <a:lnTo>
                  <a:pt x="415592" y="334886"/>
                </a:lnTo>
                <a:close/>
                <a:lnTo>
                  <a:pt x="418571" y="266390"/>
                </a:lnTo>
                <a:close/>
                <a:lnTo>
                  <a:pt x="423040" y="429971"/>
                </a:lnTo>
                <a:close/>
                <a:lnTo>
                  <a:pt x="424530" y="428367"/>
                </a:lnTo>
                <a:close/>
                <a:lnTo>
                  <a:pt x="426019" y="531263"/>
                </a:lnTo>
                <a:close/>
                <a:lnTo>
                  <a:pt x="427509" y="507574"/>
                </a:lnTo>
                <a:close/>
                <a:lnTo>
                  <a:pt x="430488" y="408848"/>
                </a:lnTo>
                <a:close/>
                <a:lnTo>
                  <a:pt x="434957" y="468246"/>
                </a:lnTo>
                <a:close/>
                <a:lnTo>
                  <a:pt x="437936" y="420918"/>
                </a:lnTo>
                <a:close/>
                <a:lnTo>
                  <a:pt x="440915" y="465242"/>
                </a:lnTo>
                <a:close/>
                <a:lnTo>
                  <a:pt x="442404" y="484690"/>
                </a:lnTo>
                <a:close/>
                <a:lnTo>
                  <a:pt x="443894" y="602031"/>
                </a:lnTo>
                <a:close/>
                <a:lnTo>
                  <a:pt x="445384" y="595407"/>
                </a:lnTo>
                <a:close/>
                <a:lnTo>
                  <a:pt x="446873" y="641286"/>
                </a:lnTo>
                <a:close/>
                <a:lnTo>
                  <a:pt x="449852" y="545986"/>
                </a:lnTo>
                <a:close/>
                <a:lnTo>
                  <a:pt x="451342" y="532962"/>
                </a:lnTo>
                <a:close/>
                <a:lnTo>
                  <a:pt x="455811" y="637418"/>
                </a:lnTo>
                <a:close/>
                <a:lnTo>
                  <a:pt x="458790" y="564632"/>
                </a:lnTo>
                <a:close/>
                <a:lnTo>
                  <a:pt x="460279" y="588223"/>
                </a:lnTo>
                <a:close/>
                <a:lnTo>
                  <a:pt x="464748" y="526071"/>
                </a:lnTo>
                <a:close/>
                <a:lnTo>
                  <a:pt x="466238" y="549059"/>
                </a:lnTo>
                <a:close/>
                <a:lnTo>
                  <a:pt x="467727" y="520973"/>
                </a:lnTo>
                <a:close/>
                <a:lnTo>
                  <a:pt x="469217" y="520392"/>
                </a:lnTo>
                <a:close/>
                <a:lnTo>
                  <a:pt x="470706" y="542100"/>
                </a:lnTo>
                <a:close/>
                <a:lnTo>
                  <a:pt x="473686" y="633075"/>
                </a:lnTo>
                <a:close/>
                <a:lnTo>
                  <a:pt x="475175" y="615245"/>
                </a:lnTo>
                <a:close/>
                <a:lnTo>
                  <a:pt x="476665" y="623481"/>
                </a:lnTo>
                <a:close/>
                <a:lnTo>
                  <a:pt x="478154" y="561276"/>
                </a:lnTo>
                <a:close/>
                <a:lnTo>
                  <a:pt x="479644" y="565444"/>
                </a:lnTo>
                <a:close/>
                <a:lnTo>
                  <a:pt x="481133" y="491456"/>
                </a:lnTo>
                <a:close/>
                <a:lnTo>
                  <a:pt x="482623" y="516176"/>
                </a:lnTo>
                <a:close/>
                <a:lnTo>
                  <a:pt x="484113" y="513640"/>
                </a:lnTo>
                <a:close/>
                <a:lnTo>
                  <a:pt x="485602" y="471182"/>
                </a:lnTo>
                <a:close/>
                <a:lnTo>
                  <a:pt x="487092" y="517140"/>
                </a:lnTo>
                <a:close/>
                <a:lnTo>
                  <a:pt x="490071" y="404922"/>
                </a:lnTo>
                <a:close/>
                <a:lnTo>
                  <a:pt x="491560" y="418275"/>
                </a:lnTo>
                <a:close/>
                <a:lnTo>
                  <a:pt x="493050" y="459514"/>
                </a:lnTo>
                <a:close/>
                <a:lnTo>
                  <a:pt x="496029" y="409660"/>
                </a:lnTo>
                <a:close/>
                <a:lnTo>
                  <a:pt x="497519" y="227048"/>
                </a:lnTo>
                <a:close/>
                <a:lnTo>
                  <a:pt x="499008" y="227048"/>
                </a:lnTo>
                <a:close/>
                <a:lnTo>
                  <a:pt x="500498" y="280361"/>
                </a:lnTo>
                <a:close/>
                <a:lnTo>
                  <a:pt x="501987" y="277448"/>
                </a:lnTo>
                <a:close/>
                <a:lnTo>
                  <a:pt x="503477" y="326579"/>
                </a:lnTo>
                <a:close/>
                <a:lnTo>
                  <a:pt x="504967" y="316517"/>
                </a:lnTo>
                <a:close/>
                <a:lnTo>
                  <a:pt x="506456" y="291443"/>
                </a:lnTo>
                <a:close/>
                <a:lnTo>
                  <a:pt x="507946" y="328995"/>
                </a:lnTo>
                <a:close/>
                <a:lnTo>
                  <a:pt x="509435" y="319377"/>
                </a:lnTo>
                <a:close/>
                <a:lnTo>
                  <a:pt x="510925" y="278967"/>
                </a:lnTo>
                <a:close/>
                <a:lnTo>
                  <a:pt x="512415" y="315501"/>
                </a:lnTo>
                <a:close/>
                <a:lnTo>
                  <a:pt x="513904" y="311770"/>
                </a:lnTo>
                <a:close/>
                <a:lnTo>
                  <a:pt x="515394" y="342488"/>
                </a:lnTo>
                <a:close/>
                <a:lnTo>
                  <a:pt x="518373" y="303847"/>
                </a:lnTo>
                <a:close/>
                <a:lnTo>
                  <a:pt x="522842" y="453108"/>
                </a:lnTo>
                <a:close/>
                <a:lnTo>
                  <a:pt x="524331" y="400321"/>
                </a:lnTo>
                <a:close/>
                <a:lnTo>
                  <a:pt x="525821" y="431012"/>
                </a:lnTo>
                <a:close/>
                <a:lnTo>
                  <a:pt x="528800" y="399778"/>
                </a:lnTo>
                <a:close/>
                <a:lnTo>
                  <a:pt x="530289" y="480593"/>
                </a:lnTo>
                <a:close/>
                <a:lnTo>
                  <a:pt x="531779" y="476392"/>
                </a:lnTo>
                <a:close/>
                <a:lnTo>
                  <a:pt x="534758" y="408159"/>
                </a:lnTo>
                <a:close/>
                <a:lnTo>
                  <a:pt x="536248" y="407050"/>
                </a:lnTo>
                <a:close/>
                <a:lnTo>
                  <a:pt x="537737" y="320816"/>
                </a:lnTo>
                <a:close/>
                <a:lnTo>
                  <a:pt x="540716" y="369271"/>
                </a:lnTo>
                <a:close/>
                <a:lnTo>
                  <a:pt x="542206" y="303723"/>
                </a:lnTo>
                <a:close/>
                <a:lnTo>
                  <a:pt x="543696" y="337809"/>
                </a:lnTo>
                <a:close/>
                <a:lnTo>
                  <a:pt x="546675" y="223631"/>
                </a:lnTo>
                <a:close/>
                <a:lnTo>
                  <a:pt x="548164" y="333755"/>
                </a:lnTo>
                <a:close/>
                <a:lnTo>
                  <a:pt x="551143" y="219925"/>
                </a:lnTo>
                <a:close/>
                <a:lnTo>
                  <a:pt x="552633" y="307533"/>
                </a:lnTo>
                <a:close/>
                <a:lnTo>
                  <a:pt x="554123" y="292136"/>
                </a:lnTo>
                <a:close/>
                <a:lnTo>
                  <a:pt x="558591" y="169097"/>
                </a:lnTo>
                <a:close/>
                <a:lnTo>
                  <a:pt x="560081" y="156787"/>
                </a:lnTo>
                <a:close/>
                <a:lnTo>
                  <a:pt x="561571" y="67118"/>
                </a:lnTo>
                <a:close/>
                <a:lnTo>
                  <a:pt x="563060" y="97428"/>
                </a:lnTo>
                <a:close/>
                <a:lnTo>
                  <a:pt x="564550" y="65619"/>
                </a:lnTo>
                <a:close/>
                <a:lnTo>
                  <a:pt x="566039" y="89247"/>
                </a:lnTo>
                <a:close/>
                <a:lnTo>
                  <a:pt x="569018" y="19065"/>
                </a:lnTo>
                <a:close/>
                <a:lnTo>
                  <a:pt x="571998" y="153823"/>
                </a:lnTo>
                <a:close/>
                <a:lnTo>
                  <a:pt x="574977" y="22799"/>
                </a:lnTo>
                <a:close/>
                <a:lnTo>
                  <a:pt x="577956" y="80978"/>
                </a:lnTo>
                <a:close/>
                <a:lnTo>
                  <a:pt x="580935" y="177299"/>
                </a:lnTo>
                <a:close/>
                <a:lnTo>
                  <a:pt x="582425" y="177382"/>
                </a:lnTo>
                <a:close/>
                <a:lnTo>
                  <a:pt x="583914" y="228393"/>
                </a:lnTo>
                <a:close/>
                <a:lnTo>
                  <a:pt x="585404" y="221670"/>
                </a:lnTo>
                <a:close/>
                <a:lnTo>
                  <a:pt x="586893" y="206990"/>
                </a:lnTo>
                <a:close/>
                <a:lnTo>
                  <a:pt x="588383" y="174305"/>
                </a:lnTo>
                <a:close/>
                <a:lnTo>
                  <a:pt x="594341" y="259348"/>
                </a:lnTo>
                <a:close/>
                <a:lnTo>
                  <a:pt x="597320" y="284420"/>
                </a:lnTo>
                <a:close/>
                <a:lnTo>
                  <a:pt x="598810" y="283461"/>
                </a:lnTo>
                <a:close/>
                <a:lnTo>
                  <a:pt x="601789" y="350758"/>
                </a:lnTo>
                <a:close/>
                <a:lnTo>
                  <a:pt x="603279" y="293227"/>
                </a:lnTo>
                <a:close/>
                <a:lnTo>
                  <a:pt x="604768" y="366865"/>
                </a:lnTo>
                <a:close/>
                <a:lnTo>
                  <a:pt x="607747" y="304746"/>
                </a:lnTo>
                <a:close/>
                <a:lnTo>
                  <a:pt x="610727" y="339924"/>
                </a:lnTo>
                <a:close/>
                <a:lnTo>
                  <a:pt x="613706" y="320882"/>
                </a:lnTo>
                <a:close/>
                <a:lnTo>
                  <a:pt x="615195" y="372817"/>
                </a:lnTo>
                <a:close/>
                <a:lnTo>
                  <a:pt x="616685" y="320530"/>
                </a:lnTo>
                <a:close/>
                <a:lnTo>
                  <a:pt x="619664" y="410149"/>
                </a:lnTo>
                <a:close/>
                <a:lnTo>
                  <a:pt x="622643" y="417221"/>
                </a:lnTo>
                <a:close/>
                <a:lnTo>
                  <a:pt x="624133" y="394350"/>
                </a:lnTo>
                <a:close/>
                <a:lnTo>
                  <a:pt x="627112" y="246745"/>
                </a:lnTo>
                <a:close/>
                <a:lnTo>
                  <a:pt x="628601" y="313582"/>
                </a:lnTo>
                <a:close/>
                <a:lnTo>
                  <a:pt x="631581" y="231211"/>
                </a:lnTo>
                <a:close/>
                <a:lnTo>
                  <a:pt x="633070" y="265513"/>
                </a:lnTo>
                <a:close/>
                <a:lnTo>
                  <a:pt x="634560" y="223657"/>
                </a:lnTo>
                <a:close/>
                <a:lnTo>
                  <a:pt x="636049" y="274832"/>
                </a:lnTo>
                <a:close/>
                <a:lnTo>
                  <a:pt x="639028" y="142340"/>
                </a:lnTo>
                <a:close/>
                <a:lnTo>
                  <a:pt x="640518" y="193679"/>
                </a:lnTo>
                <a:close/>
                <a:lnTo>
                  <a:pt x="642008" y="76194"/>
                </a:lnTo>
                <a:close/>
                <a:lnTo>
                  <a:pt x="643497" y="79292"/>
                </a:lnTo>
                <a:close/>
                <a:lnTo>
                  <a:pt x="644987" y="44856"/>
                </a:lnTo>
                <a:close/>
                <a:lnTo>
                  <a:pt x="646476" y="80757"/>
                </a:lnTo>
                <a:close/>
                <a:lnTo>
                  <a:pt x="647966" y="58025"/>
                </a:lnTo>
                <a:close/>
                <a:lnTo>
                  <a:pt x="650945" y="67965"/>
                </a:lnTo>
                <a:close/>
                <a:lnTo>
                  <a:pt x="652435" y="31839"/>
                </a:lnTo>
                <a:close/>
                <a:lnTo>
                  <a:pt x="655414" y="105829"/>
                </a:lnTo>
                <a:close/>
                <a:lnTo>
                  <a:pt x="656903" y="54552"/>
                </a:lnTo>
                <a:close/>
                <a:lnTo>
                  <a:pt x="661372" y="223227"/>
                </a:lnTo>
                <a:close/>
                <a:lnTo>
                  <a:pt x="665841" y="73881"/>
                </a:lnTo>
                <a:close/>
                <a:lnTo>
                  <a:pt x="667330" y="132003"/>
                </a:lnTo>
                <a:close/>
                <a:lnTo>
                  <a:pt x="668820" y="35275"/>
                </a:lnTo>
                <a:close/>
                <a:lnTo>
                  <a:pt x="674778" y="316619"/>
                </a:lnTo>
                <a:close/>
                <a:lnTo>
                  <a:pt x="676268" y="316036"/>
                </a:lnTo>
                <a:close/>
                <a:lnTo>
                  <a:pt x="677757" y="373985"/>
                </a:lnTo>
                <a:close/>
                <a:lnTo>
                  <a:pt x="680737" y="266724"/>
                </a:lnTo>
                <a:close/>
                <a:lnTo>
                  <a:pt x="682226" y="283852"/>
                </a:lnTo>
                <a:close/>
                <a:lnTo>
                  <a:pt x="683716" y="332539"/>
                </a:lnTo>
                <a:close/>
                <a:lnTo>
                  <a:pt x="685205" y="332661"/>
                </a:lnTo>
                <a:close/>
                <a:lnTo>
                  <a:pt x="688184" y="356274"/>
                </a:lnTo>
                <a:close/>
                <a:lnTo>
                  <a:pt x="691164" y="248711"/>
                </a:lnTo>
                <a:close/>
                <a:lnTo>
                  <a:pt x="692653" y="147267"/>
                </a:lnTo>
                <a:close/>
                <a:lnTo>
                  <a:pt x="697122" y="266516"/>
                </a:lnTo>
                <a:close/>
                <a:lnTo>
                  <a:pt x="700101" y="149912"/>
                </a:lnTo>
                <a:close/>
                <a:lnTo>
                  <a:pt x="701591" y="181062"/>
                </a:lnTo>
                <a:close/>
                <a:lnTo>
                  <a:pt x="703080" y="133559"/>
                </a:lnTo>
                <a:close/>
                <a:lnTo>
                  <a:pt x="704570" y="156920"/>
                </a:lnTo>
                <a:close/>
                <a:lnTo>
                  <a:pt x="706059" y="254969"/>
                </a:lnTo>
                <a:close/>
                <a:lnTo>
                  <a:pt x="707549" y="254969"/>
                </a:lnTo>
                <a:close/>
                <a:lnTo>
                  <a:pt x="710528" y="171501"/>
                </a:lnTo>
                <a:close/>
                <a:lnTo>
                  <a:pt x="712018" y="210724"/>
                </a:lnTo>
                <a:close/>
                <a:lnTo>
                  <a:pt x="713507" y="384713"/>
                </a:lnTo>
                <a:close/>
                <a:lnTo>
                  <a:pt x="714997" y="389443"/>
                </a:lnTo>
                <a:close/>
                <a:lnTo>
                  <a:pt x="717976" y="381499"/>
                </a:lnTo>
                <a:close/>
                <a:lnTo>
                  <a:pt x="720955" y="259172"/>
                </a:lnTo>
                <a:close/>
                <a:lnTo>
                  <a:pt x="722445" y="232652"/>
                </a:lnTo>
                <a:close/>
                <a:lnTo>
                  <a:pt x="723934" y="239495"/>
                </a:lnTo>
                <a:close/>
                <a:lnTo>
                  <a:pt x="725424" y="113280"/>
                </a:lnTo>
                <a:close/>
                <a:lnTo>
                  <a:pt x="726913" y="116825"/>
                </a:lnTo>
                <a:close/>
                <a:lnTo>
                  <a:pt x="728403" y="135842"/>
                </a:lnTo>
                <a:close/>
                <a:lnTo>
                  <a:pt x="729893" y="174358"/>
                </a:lnTo>
                <a:close/>
                <a:lnTo>
                  <a:pt x="732872" y="139813"/>
                </a:lnTo>
                <a:close/>
                <a:lnTo>
                  <a:pt x="734361" y="140523"/>
                </a:lnTo>
                <a:close/>
                <a:lnTo>
                  <a:pt x="735851" y="264770"/>
                </a:lnTo>
                <a:close/>
                <a:lnTo>
                  <a:pt x="738830" y="206628"/>
                </a:lnTo>
                <a:close/>
                <a:lnTo>
                  <a:pt x="740320" y="214367"/>
                </a:lnTo>
                <a:close/>
                <a:lnTo>
                  <a:pt x="741809" y="111517"/>
                </a:lnTo>
                <a:close/>
                <a:lnTo>
                  <a:pt x="743299" y="134910"/>
                </a:lnTo>
                <a:close/>
                <a:lnTo>
                  <a:pt x="746278" y="188656"/>
                </a:lnTo>
                <a:close/>
                <a:lnTo>
                  <a:pt x="747768" y="164336"/>
                </a:lnTo>
                <a:close/>
                <a:lnTo>
                  <a:pt x="749257" y="166690"/>
                </a:lnTo>
                <a:close/>
                <a:lnTo>
                  <a:pt x="750747" y="145209"/>
                </a:lnTo>
                <a:close/>
                <a:lnTo>
                  <a:pt x="753726" y="184030"/>
                </a:lnTo>
                <a:close/>
                <a:lnTo>
                  <a:pt x="755215" y="170659"/>
                </a:lnTo>
                <a:close/>
                <a:lnTo>
                  <a:pt x="756705" y="272448"/>
                </a:lnTo>
                <a:close/>
                <a:lnTo>
                  <a:pt x="758195" y="269984"/>
                </a:lnTo>
                <a:close/>
                <a:lnTo>
                  <a:pt x="759684" y="346337"/>
                </a:lnTo>
                <a:close/>
                <a:lnTo>
                  <a:pt x="761174" y="279679"/>
                </a:lnTo>
                <a:close/>
                <a:lnTo>
                  <a:pt x="762663" y="330320"/>
                </a:lnTo>
                <a:close/>
                <a:lnTo>
                  <a:pt x="764153" y="316513"/>
                </a:lnTo>
                <a:close/>
                <a:lnTo>
                  <a:pt x="770111" y="505721"/>
                </a:lnTo>
                <a:close/>
                <a:lnTo>
                  <a:pt x="771601" y="495319"/>
                </a:lnTo>
                <a:close/>
                <a:lnTo>
                  <a:pt x="774580" y="440567"/>
                </a:lnTo>
                <a:close/>
                <a:lnTo>
                  <a:pt x="776069" y="439320"/>
                </a:lnTo>
                <a:close/>
                <a:lnTo>
                  <a:pt x="779049" y="465732"/>
                </a:lnTo>
                <a:close/>
                <a:lnTo>
                  <a:pt x="780538" y="477555"/>
                </a:lnTo>
                <a:close/>
                <a:lnTo>
                  <a:pt x="782028" y="438660"/>
                </a:lnTo>
                <a:close/>
                <a:lnTo>
                  <a:pt x="785007" y="621473"/>
                </a:lnTo>
                <a:close/>
                <a:lnTo>
                  <a:pt x="789476" y="403274"/>
                </a:lnTo>
                <a:close/>
                <a:lnTo>
                  <a:pt x="790965" y="372478"/>
                </a:lnTo>
                <a:close/>
                <a:lnTo>
                  <a:pt x="792455" y="303591"/>
                </a:lnTo>
                <a:close/>
                <a:lnTo>
                  <a:pt x="793944" y="334698"/>
                </a:lnTo>
                <a:close/>
                <a:lnTo>
                  <a:pt x="795434" y="411787"/>
                </a:lnTo>
                <a:close/>
                <a:lnTo>
                  <a:pt x="798413" y="284577"/>
                </a:lnTo>
                <a:close/>
                <a:lnTo>
                  <a:pt x="799903" y="316805"/>
                </a:lnTo>
                <a:close/>
                <a:lnTo>
                  <a:pt x="801392" y="408318"/>
                </a:lnTo>
                <a:close/>
                <a:lnTo>
                  <a:pt x="802882" y="356537"/>
                </a:lnTo>
                <a:close/>
                <a:lnTo>
                  <a:pt x="805861" y="486897"/>
                </a:lnTo>
                <a:close/>
                <a:lnTo>
                  <a:pt x="807351" y="411538"/>
                </a:lnTo>
                <a:close/>
                <a:lnTo>
                  <a:pt x="810330" y="429588"/>
                </a:lnTo>
                <a:close/>
                <a:lnTo>
                  <a:pt x="811819" y="422131"/>
                </a:lnTo>
                <a:close/>
                <a:lnTo>
                  <a:pt x="813309" y="375475"/>
                </a:lnTo>
                <a:close/>
                <a:lnTo>
                  <a:pt x="817778" y="518994"/>
                </a:lnTo>
                <a:close/>
                <a:lnTo>
                  <a:pt x="820757" y="582785"/>
                </a:lnTo>
                <a:close/>
                <a:lnTo>
                  <a:pt x="822246" y="580646"/>
                </a:lnTo>
                <a:close/>
                <a:lnTo>
                  <a:pt x="823736" y="490303"/>
                </a:lnTo>
                <a:close/>
                <a:lnTo>
                  <a:pt x="826715" y="614133"/>
                </a:lnTo>
                <a:close/>
                <a:lnTo>
                  <a:pt x="828205" y="650775"/>
                </a:lnTo>
                <a:close/>
                <a:lnTo>
                  <a:pt x="829694" y="616428"/>
                </a:lnTo>
                <a:close/>
                <a:lnTo>
                  <a:pt x="832673" y="485410"/>
                </a:lnTo>
                <a:close/>
                <a:lnTo>
                  <a:pt x="834163" y="501027"/>
                </a:lnTo>
                <a:close/>
                <a:lnTo>
                  <a:pt x="835653" y="548371"/>
                </a:lnTo>
                <a:close/>
                <a:lnTo>
                  <a:pt x="838632" y="494335"/>
                </a:lnTo>
                <a:close/>
                <a:lnTo>
                  <a:pt x="840121" y="505975"/>
                </a:lnTo>
                <a:close/>
                <a:lnTo>
                  <a:pt x="841611" y="474285"/>
                </a:lnTo>
                <a:close/>
                <a:lnTo>
                  <a:pt x="843100" y="362246"/>
                </a:lnTo>
                <a:close/>
                <a:lnTo>
                  <a:pt x="846080" y="443569"/>
                </a:lnTo>
                <a:close/>
                <a:lnTo>
                  <a:pt x="847569" y="411281"/>
                </a:lnTo>
                <a:close/>
                <a:lnTo>
                  <a:pt x="850548" y="560787"/>
                </a:lnTo>
                <a:close/>
                <a:lnTo>
                  <a:pt x="852038" y="507399"/>
                </a:lnTo>
                <a:close/>
                <a:lnTo>
                  <a:pt x="853527" y="522848"/>
                </a:lnTo>
                <a:close/>
                <a:lnTo>
                  <a:pt x="857996" y="397226"/>
                </a:lnTo>
                <a:close/>
                <a:lnTo>
                  <a:pt x="859486" y="395976"/>
                </a:lnTo>
                <a:close/>
                <a:lnTo>
                  <a:pt x="862465" y="310366"/>
                </a:lnTo>
                <a:close/>
                <a:lnTo>
                  <a:pt x="866934" y="366077"/>
                </a:lnTo>
                <a:close/>
                <a:lnTo>
                  <a:pt x="868423" y="420664"/>
                </a:lnTo>
                <a:close/>
                <a:lnTo>
                  <a:pt x="874382" y="248518"/>
                </a:lnTo>
                <a:close/>
                <a:lnTo>
                  <a:pt x="875871" y="225023"/>
                </a:lnTo>
                <a:close/>
                <a:lnTo>
                  <a:pt x="877361" y="296666"/>
                </a:lnTo>
                <a:close/>
                <a:lnTo>
                  <a:pt x="878850" y="280689"/>
                </a:lnTo>
                <a:close/>
                <a:lnTo>
                  <a:pt x="880340" y="288323"/>
                </a:lnTo>
                <a:close/>
                <a:lnTo>
                  <a:pt x="883319" y="423298"/>
                </a:lnTo>
                <a:close/>
                <a:lnTo>
                  <a:pt x="884809" y="357472"/>
                </a:lnTo>
                <a:close/>
                <a:lnTo>
                  <a:pt x="889277" y="480872"/>
                </a:lnTo>
                <a:close/>
                <a:lnTo>
                  <a:pt x="890767" y="461745"/>
                </a:lnTo>
                <a:close/>
                <a:lnTo>
                  <a:pt x="892256" y="462497"/>
                </a:lnTo>
                <a:close/>
                <a:lnTo>
                  <a:pt x="893746" y="426717"/>
                </a:lnTo>
                <a:close/>
                <a:lnTo>
                  <a:pt x="896725" y="270146"/>
                </a:lnTo>
                <a:close/>
                <a:lnTo>
                  <a:pt x="898215" y="243762"/>
                </a:lnTo>
                <a:close/>
                <a:lnTo>
                  <a:pt x="899704" y="287660"/>
                </a:lnTo>
                <a:close/>
                <a:lnTo>
                  <a:pt x="902683" y="238583"/>
                </a:lnTo>
                <a:close/>
                <a:lnTo>
                  <a:pt x="904173" y="273319"/>
                </a:lnTo>
                <a:close/>
                <a:lnTo>
                  <a:pt x="905663" y="263732"/>
                </a:lnTo>
                <a:close/>
                <a:lnTo>
                  <a:pt x="907152" y="197821"/>
                </a:lnTo>
                <a:close/>
                <a:lnTo>
                  <a:pt x="908642" y="197821"/>
                </a:lnTo>
                <a:close/>
                <a:lnTo>
                  <a:pt x="910131" y="200326"/>
                </a:lnTo>
                <a:close/>
                <a:lnTo>
                  <a:pt x="911621" y="221803"/>
                </a:lnTo>
                <a:close/>
                <a:lnTo>
                  <a:pt x="913110" y="202632"/>
                </a:lnTo>
                <a:close/>
                <a:lnTo>
                  <a:pt x="914600" y="57266"/>
                </a:lnTo>
                <a:close/>
                <a:lnTo>
                  <a:pt x="916090" y="67181"/>
                </a:lnTo>
                <a:close/>
                <a:lnTo>
                  <a:pt x="917579" y="46324"/>
                </a:lnTo>
                <a:close/>
                <a:lnTo>
                  <a:pt x="919069" y="67314"/>
                </a:lnTo>
                <a:close/>
                <a:lnTo>
                  <a:pt x="922048" y="15254"/>
                </a:lnTo>
                <a:close/>
                <a:lnTo>
                  <a:pt x="923538" y="24862"/>
                </a:lnTo>
                <a:close/>
                <a:lnTo>
                  <a:pt x="926517" y="0"/>
                </a:lnTo>
                <a:close/>
                <a:lnTo>
                  <a:pt x="928006" y="26321"/>
                </a:lnTo>
                <a:close/>
                <a:lnTo>
                  <a:pt x="929496" y="8174"/>
                </a:lnTo>
                <a:close/>
                <a:lnTo>
                  <a:pt x="932475" y="129127"/>
                </a:lnTo>
                <a:close/>
                <a:lnTo>
                  <a:pt x="933965" y="127535"/>
                </a:lnTo>
                <a:close/>
                <a:lnTo>
                  <a:pt x="935454" y="163962"/>
                </a:lnTo>
                <a:close/>
                <a:lnTo>
                  <a:pt x="936944" y="98965"/>
                </a:lnTo>
                <a:close/>
                <a:lnTo>
                  <a:pt x="938433" y="113072"/>
                </a:lnTo>
                <a:close/>
                <a:lnTo>
                  <a:pt x="939923" y="147383"/>
                </a:lnTo>
                <a:close/>
                <a:lnTo>
                  <a:pt x="942902" y="119858"/>
                </a:lnTo>
                <a:close/>
                <a:lnTo>
                  <a:pt x="944392" y="161005"/>
                </a:lnTo>
                <a:close/>
                <a:lnTo>
                  <a:pt x="948860" y="362004"/>
                </a:lnTo>
                <a:close/>
                <a:lnTo>
                  <a:pt x="950350" y="382213"/>
                </a:lnTo>
                <a:close/>
                <a:lnTo>
                  <a:pt x="954819" y="519607"/>
                </a:lnTo>
                <a:close/>
                <a:lnTo>
                  <a:pt x="956308" y="464599"/>
                </a:lnTo>
                <a:close/>
                <a:lnTo>
                  <a:pt x="957798" y="492933"/>
                </a:lnTo>
                <a:close/>
                <a:lnTo>
                  <a:pt x="960777" y="569565"/>
                </a:lnTo>
                <a:close/>
                <a:lnTo>
                  <a:pt x="963756" y="511092"/>
                </a:lnTo>
                <a:close/>
                <a:lnTo>
                  <a:pt x="965246" y="534554"/>
                </a:lnTo>
                <a:close/>
                <a:lnTo>
                  <a:pt x="966735" y="489652"/>
                </a:lnTo>
                <a:close/>
                <a:lnTo>
                  <a:pt x="969714" y="540897"/>
                </a:lnTo>
                <a:close/>
                <a:lnTo>
                  <a:pt x="971204" y="573727"/>
                </a:lnTo>
                <a:close/>
                <a:lnTo>
                  <a:pt x="974183" y="471318"/>
                </a:lnTo>
                <a:close/>
                <a:lnTo>
                  <a:pt x="975673" y="485018"/>
                </a:lnTo>
                <a:close/>
                <a:lnTo>
                  <a:pt x="980141" y="416927"/>
                </a:lnTo>
                <a:close/>
                <a:lnTo>
                  <a:pt x="983121" y="519789"/>
                </a:lnTo>
                <a:close/>
                <a:lnTo>
                  <a:pt x="986100" y="375692"/>
                </a:lnTo>
                <a:close/>
                <a:lnTo>
                  <a:pt x="987589" y="329717"/>
                </a:lnTo>
                <a:close/>
                <a:lnTo>
                  <a:pt x="990568" y="468211"/>
                </a:lnTo>
                <a:close/>
                <a:lnTo>
                  <a:pt x="992058" y="444070"/>
                </a:lnTo>
                <a:close/>
                <a:lnTo>
                  <a:pt x="993548" y="520296"/>
                </a:lnTo>
                <a:close/>
                <a:lnTo>
                  <a:pt x="995037" y="483529"/>
                </a:lnTo>
                <a:close/>
                <a:lnTo>
                  <a:pt x="996527" y="547330"/>
                </a:lnTo>
                <a:close/>
                <a:lnTo>
                  <a:pt x="998016" y="519745"/>
                </a:lnTo>
                <a:close/>
                <a:lnTo>
                  <a:pt x="999506" y="437338"/>
                </a:lnTo>
                <a:close/>
                <a:lnTo>
                  <a:pt x="1000995" y="443323"/>
                </a:lnTo>
                <a:close/>
                <a:lnTo>
                  <a:pt x="1002485" y="398918"/>
                </a:lnTo>
                <a:close/>
                <a:lnTo>
                  <a:pt x="1003975" y="420247"/>
                </a:lnTo>
                <a:close/>
                <a:lnTo>
                  <a:pt x="1005464" y="528207"/>
                </a:lnTo>
                <a:close/>
                <a:lnTo>
                  <a:pt x="1006954" y="413342"/>
                </a:lnTo>
                <a:close/>
                <a:lnTo>
                  <a:pt x="1008443" y="421149"/>
                </a:lnTo>
                <a:close/>
                <a:lnTo>
                  <a:pt x="1012912" y="635026"/>
                </a:lnTo>
                <a:close/>
                <a:lnTo>
                  <a:pt x="1014402" y="681541"/>
                </a:lnTo>
                <a:close/>
                <a:lnTo>
                  <a:pt x="1015891" y="677875"/>
                </a:lnTo>
                <a:close/>
                <a:lnTo>
                  <a:pt x="1017381" y="730407"/>
                </a:lnTo>
                <a:close/>
                <a:lnTo>
                  <a:pt x="1023339" y="512695"/>
                </a:lnTo>
                <a:close/>
                <a:lnTo>
                  <a:pt x="1026318" y="591059"/>
                </a:lnTo>
                <a:close/>
                <a:lnTo>
                  <a:pt x="1027808" y="582704"/>
                </a:lnTo>
                <a:close/>
                <a:lnTo>
                  <a:pt x="1029297" y="626250"/>
                </a:lnTo>
                <a:close/>
                <a:lnTo>
                  <a:pt x="1030787" y="546892"/>
                </a:lnTo>
                <a:close/>
                <a:lnTo>
                  <a:pt x="1032277" y="569976"/>
                </a:lnTo>
                <a:close/>
                <a:lnTo>
                  <a:pt x="1033766" y="536858"/>
                </a:lnTo>
                <a:close/>
                <a:lnTo>
                  <a:pt x="1035256" y="462777"/>
                </a:lnTo>
                <a:close/>
                <a:lnTo>
                  <a:pt x="1036745" y="491784"/>
                </a:lnTo>
                <a:close/>
                <a:lnTo>
                  <a:pt x="1039724" y="404978"/>
                </a:lnTo>
                <a:close/>
                <a:lnTo>
                  <a:pt x="1041214" y="392967"/>
                </a:lnTo>
                <a:close/>
                <a:lnTo>
                  <a:pt x="1042704" y="400245"/>
                </a:lnTo>
                <a:close/>
                <a:lnTo>
                  <a:pt x="1044193" y="400208"/>
                </a:lnTo>
                <a:close/>
                <a:lnTo>
                  <a:pt x="1045683" y="349234"/>
                </a:lnTo>
                <a:close/>
                <a:lnTo>
                  <a:pt x="1048662" y="420920"/>
                </a:lnTo>
                <a:close/>
                <a:lnTo>
                  <a:pt x="1050151" y="368481"/>
                </a:lnTo>
                <a:close/>
                <a:lnTo>
                  <a:pt x="1051641" y="383074"/>
                </a:lnTo>
                <a:close/>
                <a:lnTo>
                  <a:pt x="1056110" y="505717"/>
                </a:lnTo>
                <a:close/>
                <a:lnTo>
                  <a:pt x="1057599" y="475123"/>
                </a:lnTo>
                <a:close/>
                <a:lnTo>
                  <a:pt x="1059089" y="495315"/>
                </a:lnTo>
                <a:close/>
                <a:lnTo>
                  <a:pt x="1066537" y="346654"/>
                </a:lnTo>
                <a:close/>
                <a:lnTo>
                  <a:pt x="1069516" y="371178"/>
                </a:lnTo>
                <a:close/>
                <a:lnTo>
                  <a:pt x="1073985" y="577005"/>
                </a:lnTo>
                <a:close/>
                <a:lnTo>
                  <a:pt x="1075474" y="613522"/>
                </a:lnTo>
                <a:close/>
                <a:lnTo>
                  <a:pt x="1076964" y="592342"/>
                </a:lnTo>
                <a:close/>
                <a:lnTo>
                  <a:pt x="1081433" y="432018"/>
                </a:lnTo>
                <a:close/>
                <a:lnTo>
                  <a:pt x="1082922" y="492391"/>
                </a:lnTo>
                <a:close/>
                <a:lnTo>
                  <a:pt x="1085901" y="294686"/>
                </a:lnTo>
                <a:close/>
                <a:lnTo>
                  <a:pt x="1090370" y="231498"/>
                </a:lnTo>
                <a:close/>
                <a:lnTo>
                  <a:pt x="1093349" y="366282"/>
                </a:lnTo>
                <a:close/>
                <a:lnTo>
                  <a:pt x="1096328" y="336558"/>
                </a:lnTo>
                <a:close/>
                <a:lnTo>
                  <a:pt x="1097818" y="373567"/>
                </a:lnTo>
                <a:close/>
                <a:lnTo>
                  <a:pt x="1100797" y="255533"/>
                </a:lnTo>
                <a:close/>
                <a:lnTo>
                  <a:pt x="1102287" y="288843"/>
                </a:lnTo>
                <a:close/>
                <a:lnTo>
                  <a:pt x="1103776" y="261998"/>
                </a:lnTo>
                <a:close/>
                <a:lnTo>
                  <a:pt x="1105266" y="315067"/>
                </a:lnTo>
                <a:close/>
                <a:lnTo>
                  <a:pt x="1109735" y="573674"/>
                </a:lnTo>
                <a:close/>
                <a:lnTo>
                  <a:pt x="1112714" y="501778"/>
                </a:lnTo>
                <a:close/>
                <a:lnTo>
                  <a:pt x="1114203" y="549422"/>
                </a:lnTo>
                <a:close/>
                <a:lnTo>
                  <a:pt x="1115693" y="536894"/>
                </a:lnTo>
                <a:close/>
                <a:lnTo>
                  <a:pt x="1118672" y="391099"/>
                </a:lnTo>
                <a:close/>
                <a:lnTo>
                  <a:pt x="1120162" y="418417"/>
                </a:lnTo>
                <a:close/>
                <a:lnTo>
                  <a:pt x="1121651" y="367937"/>
                </a:lnTo>
                <a:close/>
                <a:lnTo>
                  <a:pt x="1123141" y="491839"/>
                </a:lnTo>
                <a:close/>
                <a:lnTo>
                  <a:pt x="1127609" y="395632"/>
                </a:lnTo>
                <a:close/>
                <a:lnTo>
                  <a:pt x="1129099" y="400602"/>
                </a:lnTo>
                <a:close/>
                <a:lnTo>
                  <a:pt x="1133568" y="467074"/>
                </a:lnTo>
                <a:close/>
                <a:lnTo>
                  <a:pt x="1135057" y="441009"/>
                </a:lnTo>
                <a:close/>
                <a:lnTo>
                  <a:pt x="1138036" y="373931"/>
                </a:lnTo>
                <a:close/>
                <a:lnTo>
                  <a:pt x="1142505" y="491689"/>
                </a:lnTo>
                <a:close/>
                <a:lnTo>
                  <a:pt x="1143995" y="423321"/>
                </a:lnTo>
                <a:close/>
                <a:lnTo>
                  <a:pt x="1145484" y="455414"/>
                </a:lnTo>
                <a:close/>
                <a:lnTo>
                  <a:pt x="1146974" y="435745"/>
                </a:lnTo>
                <a:close/>
                <a:lnTo>
                  <a:pt x="1148464" y="445905"/>
                </a:lnTo>
                <a:close/>
                <a:lnTo>
                  <a:pt x="1149953" y="418918"/>
                </a:lnTo>
                <a:close/>
                <a:lnTo>
                  <a:pt x="1151443" y="430339"/>
                </a:lnTo>
                <a:close/>
                <a:lnTo>
                  <a:pt x="1152932" y="455774"/>
                </a:lnTo>
                <a:close/>
                <a:lnTo>
                  <a:pt x="1157401" y="374833"/>
                </a:lnTo>
                <a:close/>
                <a:lnTo>
                  <a:pt x="1158891" y="421452"/>
                </a:lnTo>
                <a:close/>
                <a:lnTo>
                  <a:pt x="1160380" y="418671"/>
                </a:lnTo>
                <a:close/>
                <a:lnTo>
                  <a:pt x="1163359" y="329219"/>
                </a:lnTo>
                <a:close/>
                <a:lnTo>
                  <a:pt x="1164849" y="358709"/>
                </a:lnTo>
                <a:close/>
                <a:lnTo>
                  <a:pt x="1167828" y="312687"/>
                </a:lnTo>
                <a:close/>
                <a:lnTo>
                  <a:pt x="1169318" y="339054"/>
                </a:lnTo>
                <a:close/>
                <a:lnTo>
                  <a:pt x="1170807" y="435397"/>
                </a:lnTo>
                <a:close/>
                <a:lnTo>
                  <a:pt x="1172297" y="360690"/>
                </a:lnTo>
                <a:close/>
                <a:lnTo>
                  <a:pt x="1173786" y="362354"/>
                </a:lnTo>
                <a:close/>
                <a:lnTo>
                  <a:pt x="1175276" y="225069"/>
                </a:lnTo>
                <a:close/>
                <a:lnTo>
                  <a:pt x="1176765" y="348360"/>
                </a:lnTo>
                <a:close/>
                <a:lnTo>
                  <a:pt x="1178255" y="300820"/>
                </a:lnTo>
                <a:close/>
                <a:lnTo>
                  <a:pt x="1179745" y="304314"/>
                </a:lnTo>
                <a:close/>
                <a:lnTo>
                  <a:pt x="1181234" y="299609"/>
                </a:lnTo>
                <a:close/>
                <a:lnTo>
                  <a:pt x="1184213" y="389150"/>
                </a:lnTo>
                <a:close/>
                <a:lnTo>
                  <a:pt x="1185703" y="367807"/>
                </a:lnTo>
                <a:close/>
                <a:lnTo>
                  <a:pt x="1187193" y="246593"/>
                </a:lnTo>
                <a:close/>
                <a:lnTo>
                  <a:pt x="1188682" y="241375"/>
                </a:lnTo>
                <a:close/>
                <a:lnTo>
                  <a:pt x="1190172" y="270980"/>
                </a:lnTo>
                <a:close/>
                <a:lnTo>
                  <a:pt x="1191661" y="268680"/>
                </a:lnTo>
                <a:close/>
                <a:lnTo>
                  <a:pt x="1194640" y="394899"/>
                </a:lnTo>
                <a:close/>
                <a:lnTo>
                  <a:pt x="1196130" y="347764"/>
                </a:lnTo>
                <a:close/>
                <a:lnTo>
                  <a:pt x="1200599" y="470805"/>
                </a:lnTo>
                <a:close/>
                <a:lnTo>
                  <a:pt x="1202088" y="459871"/>
                </a:lnTo>
                <a:close/>
                <a:lnTo>
                  <a:pt x="1203578" y="463946"/>
                </a:lnTo>
                <a:close/>
                <a:lnTo>
                  <a:pt x="1208047" y="342457"/>
                </a:lnTo>
                <a:close/>
                <a:lnTo>
                  <a:pt x="1211026" y="409370"/>
                </a:lnTo>
                <a:close/>
                <a:lnTo>
                  <a:pt x="1212515" y="480155"/>
                </a:lnTo>
                <a:close/>
                <a:lnTo>
                  <a:pt x="1214005" y="463569"/>
                </a:lnTo>
                <a:close/>
                <a:lnTo>
                  <a:pt x="1216984" y="531377"/>
                </a:lnTo>
                <a:close/>
                <a:lnTo>
                  <a:pt x="1219963" y="588955"/>
                </a:lnTo>
                <a:close/>
                <a:lnTo>
                  <a:pt x="1221453" y="578877"/>
                </a:lnTo>
                <a:close/>
                <a:lnTo>
                  <a:pt x="1222942" y="584256"/>
                </a:lnTo>
                <a:close/>
                <a:lnTo>
                  <a:pt x="1224432" y="528552"/>
                </a:lnTo>
                <a:close/>
                <a:lnTo>
                  <a:pt x="1225921" y="554012"/>
                </a:lnTo>
                <a:close/>
                <a:lnTo>
                  <a:pt x="1228901" y="527436"/>
                </a:lnTo>
                <a:close/>
                <a:lnTo>
                  <a:pt x="1230390" y="640183"/>
                </a:lnTo>
                <a:close/>
                <a:lnTo>
                  <a:pt x="1231880" y="594648"/>
                </a:lnTo>
                <a:close/>
                <a:lnTo>
                  <a:pt x="1233369" y="630179"/>
                </a:lnTo>
                <a:close/>
                <a:lnTo>
                  <a:pt x="1236349" y="785805"/>
                </a:lnTo>
                <a:close/>
                <a:lnTo>
                  <a:pt x="1237838" y="755057"/>
                </a:lnTo>
                <a:close/>
                <a:lnTo>
                  <a:pt x="1239328" y="765427"/>
                </a:lnTo>
                <a:close/>
                <a:lnTo>
                  <a:pt x="1240817" y="750652"/>
                </a:lnTo>
                <a:close/>
                <a:lnTo>
                  <a:pt x="1242307" y="761617"/>
                </a:lnTo>
                <a:close/>
                <a:lnTo>
                  <a:pt x="1243796" y="724549"/>
                </a:lnTo>
                <a:close/>
                <a:lnTo>
                  <a:pt x="1246776" y="884692"/>
                </a:lnTo>
                <a:close/>
                <a:lnTo>
                  <a:pt x="1248265" y="872783"/>
                </a:lnTo>
                <a:close/>
                <a:lnTo>
                  <a:pt x="1249755" y="875942"/>
                </a:lnTo>
                <a:close/>
                <a:lnTo>
                  <a:pt x="1251244" y="887349"/>
                </a:lnTo>
                <a:close/>
                <a:lnTo>
                  <a:pt x="1252734" y="801217"/>
                </a:lnTo>
                <a:close/>
                <a:lnTo>
                  <a:pt x="1255713" y="906270"/>
                </a:lnTo>
                <a:close/>
                <a:lnTo>
                  <a:pt x="1257203" y="867430"/>
                </a:lnTo>
                <a:close/>
                <a:lnTo>
                  <a:pt x="1258692" y="887482"/>
                </a:lnTo>
                <a:close/>
                <a:lnTo>
                  <a:pt x="1260182" y="881141"/>
                </a:lnTo>
                <a:close/>
                <a:lnTo>
                  <a:pt x="1261671" y="898202"/>
                </a:lnTo>
                <a:close/>
                <a:lnTo>
                  <a:pt x="1263161" y="875651"/>
                </a:lnTo>
                <a:close/>
                <a:lnTo>
                  <a:pt x="1264650" y="826326"/>
                </a:lnTo>
                <a:close/>
                <a:lnTo>
                  <a:pt x="1266140" y="899518"/>
                </a:lnTo>
                <a:close/>
                <a:lnTo>
                  <a:pt x="1273588" y="728589"/>
                </a:lnTo>
                <a:close/>
                <a:lnTo>
                  <a:pt x="1275077" y="779645"/>
                </a:lnTo>
                <a:close/>
                <a:lnTo>
                  <a:pt x="1276567" y="735665"/>
                </a:lnTo>
                <a:close/>
                <a:lnTo>
                  <a:pt x="1278057" y="767048"/>
                </a:lnTo>
                <a:close/>
                <a:lnTo>
                  <a:pt x="1279546" y="835434"/>
                </a:lnTo>
                <a:close/>
                <a:lnTo>
                  <a:pt x="1281036" y="825267"/>
                </a:lnTo>
                <a:close/>
                <a:lnTo>
                  <a:pt x="1282525" y="826116"/>
                </a:lnTo>
                <a:close/>
                <a:lnTo>
                  <a:pt x="1285505" y="776536"/>
                </a:lnTo>
                <a:close/>
                <a:lnTo>
                  <a:pt x="1288484" y="927117"/>
                </a:lnTo>
                <a:close/>
                <a:lnTo>
                  <a:pt x="1289973" y="928138"/>
                </a:lnTo>
                <a:close/>
                <a:lnTo>
                  <a:pt x="1292952" y="753671"/>
                </a:lnTo>
                <a:close/>
                <a:lnTo>
                  <a:pt x="1294442" y="774202"/>
                </a:lnTo>
                <a:close/>
                <a:lnTo>
                  <a:pt x="1300400" y="676939"/>
                </a:lnTo>
                <a:close/>
                <a:lnTo>
                  <a:pt x="1303379" y="591786"/>
                </a:lnTo>
                <a:close/>
                <a:lnTo>
                  <a:pt x="1306359" y="661132"/>
                </a:lnTo>
                <a:close/>
                <a:lnTo>
                  <a:pt x="1307848" y="595228"/>
                </a:lnTo>
                <a:close/>
                <a:lnTo>
                  <a:pt x="1309338" y="621195"/>
                </a:lnTo>
                <a:close/>
                <a:lnTo>
                  <a:pt x="1312317" y="555998"/>
                </a:lnTo>
                <a:close/>
                <a:lnTo>
                  <a:pt x="1313806" y="561643"/>
                </a:lnTo>
                <a:close/>
                <a:lnTo>
                  <a:pt x="1318275" y="493933"/>
                </a:lnTo>
                <a:close/>
                <a:lnTo>
                  <a:pt x="1319765" y="612134"/>
                </a:lnTo>
                <a:close/>
                <a:lnTo>
                  <a:pt x="1321254" y="561815"/>
                </a:lnTo>
                <a:close/>
                <a:lnTo>
                  <a:pt x="1322744" y="569516"/>
                </a:lnTo>
                <a:close/>
                <a:lnTo>
                  <a:pt x="1325723" y="406893"/>
                </a:lnTo>
                <a:close/>
                <a:lnTo>
                  <a:pt x="1331681" y="543991"/>
                </a:lnTo>
                <a:close/>
                <a:lnTo>
                  <a:pt x="1333171" y="541522"/>
                </a:lnTo>
                <a:close/>
                <a:lnTo>
                  <a:pt x="1334661" y="484155"/>
                </a:lnTo>
                <a:close/>
                <a:lnTo>
                  <a:pt x="1336150" y="487636"/>
                </a:lnTo>
                <a:close/>
                <a:lnTo>
                  <a:pt x="1340619" y="404718"/>
                </a:lnTo>
                <a:close/>
                <a:lnTo>
                  <a:pt x="1348067" y="590985"/>
                </a:lnTo>
                <a:close/>
                <a:lnTo>
                  <a:pt x="1349556" y="605518"/>
                </a:lnTo>
                <a:close/>
                <a:lnTo>
                  <a:pt x="1351046" y="636999"/>
                </a:lnTo>
                <a:close/>
                <a:lnTo>
                  <a:pt x="1355515" y="451483"/>
                </a:lnTo>
                <a:close/>
                <a:lnTo>
                  <a:pt x="1358494" y="536471"/>
                </a:lnTo>
                <a:close/>
                <a:lnTo>
                  <a:pt x="1359983" y="552162"/>
                </a:lnTo>
                <a:close/>
                <a:lnTo>
                  <a:pt x="1361473" y="546765"/>
                </a:lnTo>
                <a:close/>
                <a:lnTo>
                  <a:pt x="1362962" y="599670"/>
                </a:lnTo>
                <a:close/>
                <a:lnTo>
                  <a:pt x="1364452" y="593398"/>
                </a:lnTo>
                <a:close/>
                <a:lnTo>
                  <a:pt x="1365942" y="602033"/>
                </a:lnTo>
                <a:close/>
                <a:lnTo>
                  <a:pt x="1367431" y="648003"/>
                </a:lnTo>
                <a:close/>
                <a:lnTo>
                  <a:pt x="1380837" y="324005"/>
                </a:lnTo>
                <a:close/>
                <a:lnTo>
                  <a:pt x="1382327" y="247481"/>
                </a:lnTo>
                <a:close/>
                <a:lnTo>
                  <a:pt x="1383817" y="297197"/>
                </a:lnTo>
                <a:close/>
                <a:lnTo>
                  <a:pt x="1386796" y="239832"/>
                </a:lnTo>
                <a:close/>
                <a:lnTo>
                  <a:pt x="1389775" y="170835"/>
                </a:lnTo>
                <a:close/>
                <a:lnTo>
                  <a:pt x="1391264" y="187260"/>
                </a:lnTo>
                <a:close/>
                <a:lnTo>
                  <a:pt x="1392754" y="187260"/>
                </a:lnTo>
                <a:close/>
                <a:lnTo>
                  <a:pt x="1394244" y="142004"/>
                </a:lnTo>
                <a:close/>
                <a:lnTo>
                  <a:pt x="1397223" y="281543"/>
                </a:lnTo>
                <a:close/>
                <a:lnTo>
                  <a:pt x="1400202" y="284878"/>
                </a:lnTo>
                <a:close/>
                <a:lnTo>
                  <a:pt x="1401691" y="250962"/>
                </a:lnTo>
                <a:close/>
                <a:lnTo>
                  <a:pt x="1403181" y="251439"/>
                </a:lnTo>
                <a:close/>
                <a:lnTo>
                  <a:pt x="1406160" y="159698"/>
                </a:lnTo>
                <a:close/>
                <a:lnTo>
                  <a:pt x="1407650" y="194957"/>
                </a:lnTo>
                <a:close/>
                <a:lnTo>
                  <a:pt x="1410629" y="143946"/>
                </a:lnTo>
                <a:close/>
                <a:lnTo>
                  <a:pt x="1412118" y="95282"/>
                </a:lnTo>
                <a:close/>
                <a:lnTo>
                  <a:pt x="1413608" y="103902"/>
                </a:lnTo>
                <a:close/>
                <a:lnTo>
                  <a:pt x="1415098" y="153703"/>
                </a:lnTo>
                <a:close/>
                <a:lnTo>
                  <a:pt x="1416587" y="105630"/>
                </a:lnTo>
                <a:close/>
                <a:lnTo>
                  <a:pt x="1419566" y="163767"/>
                </a:lnTo>
                <a:close/>
                <a:lnTo>
                  <a:pt x="1421056" y="163767"/>
                </a:lnTo>
                <a:close/>
                <a:lnTo>
                  <a:pt x="1424035" y="230003"/>
                </a:lnTo>
                <a:close/>
                <a:lnTo>
                  <a:pt x="1425525" y="232409"/>
                </a:lnTo>
                <a:close/>
                <a:lnTo>
                  <a:pt x="1427014" y="136224"/>
                </a:lnTo>
                <a:close/>
                <a:lnTo>
                  <a:pt x="1429993" y="278372"/>
                </a:lnTo>
                <a:close/>
                <a:lnTo>
                  <a:pt x="1432973" y="329726"/>
                </a:lnTo>
                <a:close/>
                <a:lnTo>
                  <a:pt x="1434462" y="306340"/>
                </a:lnTo>
                <a:close/>
                <a:lnTo>
                  <a:pt x="1437441" y="378205"/>
                </a:lnTo>
                <a:close/>
                <a:lnTo>
                  <a:pt x="1438931" y="386195"/>
                </a:lnTo>
                <a:close/>
                <a:lnTo>
                  <a:pt x="1441910" y="354773"/>
                </a:lnTo>
                <a:close/>
                <a:lnTo>
                  <a:pt x="1443400" y="240884"/>
                </a:lnTo>
                <a:close/>
                <a:lnTo>
                  <a:pt x="1446379" y="315168"/>
                </a:lnTo>
                <a:close/>
                <a:lnTo>
                  <a:pt x="1447868" y="292361"/>
                </a:lnTo>
                <a:close/>
                <a:lnTo>
                  <a:pt x="1453827" y="358775"/>
                </a:lnTo>
                <a:close/>
                <a:lnTo>
                  <a:pt x="1455316" y="347065"/>
                </a:lnTo>
                <a:close/>
                <a:lnTo>
                  <a:pt x="1458295" y="410643"/>
                </a:lnTo>
                <a:close/>
                <a:lnTo>
                  <a:pt x="1459785" y="390842"/>
                </a:lnTo>
                <a:close/>
                <a:lnTo>
                  <a:pt x="1461275" y="396294"/>
                </a:lnTo>
                <a:close/>
                <a:lnTo>
                  <a:pt x="1462764" y="418667"/>
                </a:lnTo>
                <a:close/>
                <a:lnTo>
                  <a:pt x="1464254" y="371928"/>
                </a:lnTo>
                <a:close/>
                <a:lnTo>
                  <a:pt x="1465743" y="370200"/>
                </a:lnTo>
                <a:close/>
                <a:lnTo>
                  <a:pt x="1467233" y="388808"/>
                </a:lnTo>
                <a:close/>
                <a:lnTo>
                  <a:pt x="1471702" y="561893"/>
                </a:lnTo>
                <a:close/>
                <a:lnTo>
                  <a:pt x="1473191" y="513803"/>
                </a:lnTo>
                <a:close/>
                <a:lnTo>
                  <a:pt x="1474681" y="521841"/>
                </a:lnTo>
                <a:close/>
                <a:lnTo>
                  <a:pt x="1479149" y="405005"/>
                </a:lnTo>
                <a:close/>
                <a:lnTo>
                  <a:pt x="1482129" y="559331"/>
                </a:lnTo>
                <a:close/>
                <a:lnTo>
                  <a:pt x="1483618" y="565223"/>
                </a:lnTo>
                <a:close/>
                <a:lnTo>
                  <a:pt x="1485108" y="606772"/>
                </a:lnTo>
                <a:close/>
                <a:lnTo>
                  <a:pt x="1486597" y="596372"/>
                </a:lnTo>
                <a:close/>
                <a:lnTo>
                  <a:pt x="1488087" y="638680"/>
                </a:lnTo>
                <a:close/>
                <a:lnTo>
                  <a:pt x="1491066" y="498038"/>
                </a:lnTo>
                <a:close/>
                <a:lnTo>
                  <a:pt x="1494045" y="472439"/>
                </a:lnTo>
                <a:close/>
                <a:lnTo>
                  <a:pt x="1495535" y="459110"/>
                </a:lnTo>
                <a:close/>
                <a:lnTo>
                  <a:pt x="1497024" y="496412"/>
                </a:lnTo>
                <a:close/>
                <a:lnTo>
                  <a:pt x="1498514" y="437808"/>
                </a:lnTo>
                <a:close/>
                <a:lnTo>
                  <a:pt x="1500003" y="443654"/>
                </a:lnTo>
                <a:close/>
                <a:lnTo>
                  <a:pt x="1504472" y="494733"/>
                </a:lnTo>
                <a:close/>
                <a:lnTo>
                  <a:pt x="1505962" y="368802"/>
                </a:lnTo>
                <a:close/>
                <a:lnTo>
                  <a:pt x="1507451" y="372157"/>
                </a:lnTo>
                <a:close/>
                <a:lnTo>
                  <a:pt x="1508941" y="368108"/>
                </a:lnTo>
                <a:close/>
                <a:lnTo>
                  <a:pt x="1511920" y="319724"/>
                </a:lnTo>
                <a:close/>
                <a:lnTo>
                  <a:pt x="1514899" y="419789"/>
                </a:lnTo>
                <a:close/>
                <a:lnTo>
                  <a:pt x="1516389" y="409269"/>
                </a:lnTo>
                <a:close/>
                <a:lnTo>
                  <a:pt x="1519368" y="423458"/>
                </a:lnTo>
                <a:close/>
                <a:lnTo>
                  <a:pt x="1522347" y="424540"/>
                </a:lnTo>
                <a:close/>
                <a:lnTo>
                  <a:pt x="1523837" y="497677"/>
                </a:lnTo>
                <a:close/>
                <a:lnTo>
                  <a:pt x="1525326" y="457046"/>
                </a:lnTo>
                <a:close/>
                <a:lnTo>
                  <a:pt x="1526816" y="465189"/>
                </a:lnTo>
                <a:close/>
                <a:lnTo>
                  <a:pt x="1531285" y="343014"/>
                </a:lnTo>
                <a:close/>
                <a:lnTo>
                  <a:pt x="1534264" y="508937"/>
                </a:lnTo>
                <a:close/>
                <a:lnTo>
                  <a:pt x="1540222" y="598418"/>
                </a:lnTo>
                <a:close/>
                <a:lnTo>
                  <a:pt x="1544691" y="494595"/>
                </a:lnTo>
                <a:close/>
                <a:lnTo>
                  <a:pt x="1549160" y="569142"/>
                </a:lnTo>
                <a:close/>
                <a:lnTo>
                  <a:pt x="1550649" y="551101"/>
                </a:lnTo>
                <a:close/>
                <a:lnTo>
                  <a:pt x="1552139" y="582189"/>
                </a:lnTo>
                <a:close/>
                <a:lnTo>
                  <a:pt x="1553628" y="546172"/>
                </a:lnTo>
                <a:close/>
                <a:lnTo>
                  <a:pt x="1555118" y="551419"/>
                </a:lnTo>
                <a:close/>
                <a:lnTo>
                  <a:pt x="1556607" y="524061"/>
                </a:lnTo>
                <a:close/>
                <a:lnTo>
                  <a:pt x="1558097" y="535562"/>
                </a:lnTo>
                <a:close/>
                <a:lnTo>
                  <a:pt x="1561076" y="624413"/>
                </a:lnTo>
                <a:close/>
                <a:lnTo>
                  <a:pt x="1562566" y="536946"/>
                </a:lnTo>
                <a:close/>
                <a:lnTo>
                  <a:pt x="1564055" y="573357"/>
                </a:lnTo>
                <a:close/>
                <a:lnTo>
                  <a:pt x="1565545" y="514891"/>
                </a:lnTo>
                <a:close/>
                <a:lnTo>
                  <a:pt x="1568524" y="567897"/>
                </a:lnTo>
                <a:close/>
                <a:lnTo>
                  <a:pt x="1571503" y="503917"/>
                </a:lnTo>
                <a:close/>
                <a:lnTo>
                  <a:pt x="1574482" y="581700"/>
                </a:lnTo>
                <a:close/>
                <a:lnTo>
                  <a:pt x="1577461" y="522132"/>
                </a:lnTo>
                <a:close/>
                <a:lnTo>
                  <a:pt x="1580441" y="513472"/>
                </a:lnTo>
                <a:close/>
                <a:lnTo>
                  <a:pt x="1581930" y="522817"/>
                </a:lnTo>
                <a:close/>
                <a:lnTo>
                  <a:pt x="1583420" y="504359"/>
                </a:lnTo>
                <a:close/>
                <a:lnTo>
                  <a:pt x="1586399" y="608039"/>
                </a:lnTo>
                <a:close/>
                <a:lnTo>
                  <a:pt x="1587888" y="612194"/>
                </a:lnTo>
                <a:close/>
                <a:lnTo>
                  <a:pt x="1592357" y="494195"/>
                </a:lnTo>
                <a:close/>
                <a:lnTo>
                  <a:pt x="1593847" y="503143"/>
                </a:lnTo>
                <a:close/>
                <a:lnTo>
                  <a:pt x="1596826" y="355800"/>
                </a:lnTo>
                <a:close/>
                <a:lnTo>
                  <a:pt x="1598316" y="335932"/>
                </a:lnTo>
                <a:close/>
                <a:lnTo>
                  <a:pt x="1599805" y="369195"/>
                </a:lnTo>
                <a:close/>
                <a:lnTo>
                  <a:pt x="1601295" y="259652"/>
                </a:lnTo>
                <a:close/>
                <a:lnTo>
                  <a:pt x="1602784" y="291093"/>
                </a:lnTo>
                <a:close/>
                <a:lnTo>
                  <a:pt x="1604274" y="284951"/>
                </a:lnTo>
                <a:close/>
                <a:lnTo>
                  <a:pt x="1607253" y="244514"/>
                </a:lnTo>
                <a:close/>
                <a:lnTo>
                  <a:pt x="1610232" y="182818"/>
                </a:lnTo>
                <a:close/>
                <a:lnTo>
                  <a:pt x="1613211" y="266097"/>
                </a:lnTo>
                <a:close/>
                <a:lnTo>
                  <a:pt x="1614701" y="241660"/>
                </a:lnTo>
                <a:close/>
                <a:lnTo>
                  <a:pt x="1617680" y="326692"/>
                </a:lnTo>
                <a:close/>
                <a:lnTo>
                  <a:pt x="1620659" y="297162"/>
                </a:lnTo>
                <a:close/>
                <a:lnTo>
                  <a:pt x="1622149" y="279101"/>
                </a:lnTo>
                <a:close/>
                <a:lnTo>
                  <a:pt x="1625128" y="325713"/>
                </a:lnTo>
                <a:close/>
                <a:lnTo>
                  <a:pt x="1626617" y="365529"/>
                </a:lnTo>
                <a:close/>
                <a:lnTo>
                  <a:pt x="1628107" y="320043"/>
                </a:lnTo>
                <a:close/>
                <a:lnTo>
                  <a:pt x="1629597" y="376074"/>
                </a:lnTo>
                <a:close/>
                <a:lnTo>
                  <a:pt x="1631086" y="308139"/>
                </a:lnTo>
                <a:close/>
                <a:lnTo>
                  <a:pt x="1632576" y="347555"/>
                </a:lnTo>
                <a:close/>
                <a:lnTo>
                  <a:pt x="1634065" y="335427"/>
                </a:lnTo>
                <a:close/>
                <a:lnTo>
                  <a:pt x="1637044" y="399338"/>
                </a:lnTo>
                <a:close/>
                <a:lnTo>
                  <a:pt x="1638534" y="314614"/>
                </a:lnTo>
                <a:close/>
                <a:lnTo>
                  <a:pt x="1640024" y="352776"/>
                </a:lnTo>
                <a:close/>
                <a:lnTo>
                  <a:pt x="1641513" y="291887"/>
                </a:lnTo>
                <a:close/>
                <a:lnTo>
                  <a:pt x="1644492" y="365949"/>
                </a:lnTo>
                <a:close/>
                <a:lnTo>
                  <a:pt x="1645982" y="218760"/>
                </a:lnTo>
                <a:close/>
                <a:lnTo>
                  <a:pt x="1647472" y="231804"/>
                </a:lnTo>
                <a:close/>
                <a:lnTo>
                  <a:pt x="1648961" y="275529"/>
                </a:lnTo>
                <a:close/>
                <a:lnTo>
                  <a:pt x="1651940" y="147991"/>
                </a:lnTo>
                <a:close/>
                <a:lnTo>
                  <a:pt x="1653430" y="161861"/>
                </a:lnTo>
                <a:close/>
                <a:lnTo>
                  <a:pt x="1654919" y="196096"/>
                </a:lnTo>
                <a:close/>
                <a:lnTo>
                  <a:pt x="1656409" y="162136"/>
                </a:lnTo>
                <a:close/>
                <a:lnTo>
                  <a:pt x="1657899" y="163039"/>
                </a:lnTo>
                <a:close/>
                <a:lnTo>
                  <a:pt x="1659388" y="149304"/>
                </a:lnTo>
                <a:close/>
                <a:lnTo>
                  <a:pt x="1660878" y="178581"/>
                </a:lnTo>
                <a:close/>
                <a:lnTo>
                  <a:pt x="1662367" y="143007"/>
                </a:lnTo>
                <a:close/>
                <a:lnTo>
                  <a:pt x="1663857" y="165544"/>
                </a:lnTo>
                <a:close/>
                <a:lnTo>
                  <a:pt x="1665346" y="146944"/>
                </a:lnTo>
                <a:close/>
                <a:lnTo>
                  <a:pt x="1666836" y="110042"/>
                </a:lnTo>
                <a:close/>
                <a:lnTo>
                  <a:pt x="1671305" y="192897"/>
                </a:lnTo>
                <a:close/>
                <a:lnTo>
                  <a:pt x="1672794" y="172410"/>
                </a:lnTo>
                <a:close/>
                <a:lnTo>
                  <a:pt x="1675773" y="186574"/>
                </a:lnTo>
                <a:close/>
                <a:lnTo>
                  <a:pt x="1677263" y="121812"/>
                </a:lnTo>
                <a:close/>
                <a:lnTo>
                  <a:pt x="1680242" y="196287"/>
                </a:lnTo>
                <a:close/>
                <a:lnTo>
                  <a:pt x="1681732" y="196571"/>
                </a:lnTo>
                <a:close/>
                <a:lnTo>
                  <a:pt x="1683221" y="216338"/>
                </a:lnTo>
                <a:close/>
                <a:lnTo>
                  <a:pt x="1684711" y="183518"/>
                </a:lnTo>
                <a:close/>
                <a:lnTo>
                  <a:pt x="1686201" y="247108"/>
                </a:lnTo>
                <a:close/>
                <a:lnTo>
                  <a:pt x="1687690" y="231615"/>
                </a:lnTo>
                <a:close/>
                <a:lnTo>
                  <a:pt x="1690669" y="149276"/>
                </a:lnTo>
                <a:close/>
                <a:lnTo>
                  <a:pt x="1692159" y="156077"/>
                </a:lnTo>
                <a:close/>
                <a:lnTo>
                  <a:pt x="1693648" y="245317"/>
                </a:lnTo>
                <a:close/>
                <a:lnTo>
                  <a:pt x="1695138" y="135466"/>
                </a:lnTo>
                <a:close/>
                <a:lnTo>
                  <a:pt x="1696628" y="217727"/>
                </a:lnTo>
                <a:close/>
                <a:lnTo>
                  <a:pt x="1699607" y="187840"/>
                </a:lnTo>
                <a:close/>
                <a:lnTo>
                  <a:pt x="1702586" y="303187"/>
                </a:lnTo>
                <a:close/>
                <a:lnTo>
                  <a:pt x="1704075" y="359255"/>
                </a:lnTo>
                <a:close/>
                <a:lnTo>
                  <a:pt x="1705565" y="357356"/>
                </a:lnTo>
                <a:close/>
                <a:lnTo>
                  <a:pt x="1707055" y="312329"/>
                </a:lnTo>
                <a:close/>
                <a:lnTo>
                  <a:pt x="1710034" y="338437"/>
                </a:lnTo>
                <a:close/>
                <a:lnTo>
                  <a:pt x="1711523" y="314621"/>
                </a:lnTo>
                <a:close/>
                <a:lnTo>
                  <a:pt x="1713013" y="314482"/>
                </a:lnTo>
                <a:close/>
                <a:lnTo>
                  <a:pt x="1714502" y="379278"/>
                </a:lnTo>
                <a:close/>
                <a:lnTo>
                  <a:pt x="1720461" y="326435"/>
                </a:lnTo>
                <a:close/>
                <a:lnTo>
                  <a:pt x="1723440" y="431002"/>
                </a:lnTo>
                <a:close/>
                <a:lnTo>
                  <a:pt x="1724929" y="410666"/>
                </a:lnTo>
                <a:close/>
                <a:lnTo>
                  <a:pt x="1726419" y="425375"/>
                </a:lnTo>
                <a:close/>
                <a:lnTo>
                  <a:pt x="1727909" y="395073"/>
                </a:lnTo>
                <a:close/>
                <a:lnTo>
                  <a:pt x="1729398" y="410493"/>
                </a:lnTo>
                <a:close/>
                <a:lnTo>
                  <a:pt x="1730888" y="295604"/>
                </a:lnTo>
                <a:close/>
                <a:lnTo>
                  <a:pt x="1732377" y="316167"/>
                </a:lnTo>
                <a:close/>
                <a:lnTo>
                  <a:pt x="1733867" y="270150"/>
                </a:lnTo>
                <a:close/>
                <a:lnTo>
                  <a:pt x="1735357" y="328888"/>
                </a:lnTo>
                <a:close/>
                <a:lnTo>
                  <a:pt x="1738336" y="264118"/>
                </a:lnTo>
                <a:close/>
                <a:lnTo>
                  <a:pt x="1741315" y="290553"/>
                </a:lnTo>
                <a:close/>
                <a:lnTo>
                  <a:pt x="1745784" y="498422"/>
                </a:lnTo>
                <a:close/>
                <a:lnTo>
                  <a:pt x="1748763" y="434616"/>
                </a:lnTo>
                <a:close/>
                <a:lnTo>
                  <a:pt x="1753231" y="542917"/>
                </a:lnTo>
                <a:close/>
                <a:lnTo>
                  <a:pt x="1754721" y="438326"/>
                </a:lnTo>
                <a:close/>
                <a:lnTo>
                  <a:pt x="1756211" y="448358"/>
                </a:lnTo>
                <a:close/>
                <a:lnTo>
                  <a:pt x="1757700" y="364506"/>
                </a:lnTo>
                <a:close/>
                <a:lnTo>
                  <a:pt x="1760679" y="447041"/>
                </a:lnTo>
                <a:close/>
                <a:lnTo>
                  <a:pt x="1763658" y="354644"/>
                </a:lnTo>
                <a:close/>
                <a:lnTo>
                  <a:pt x="1765148" y="371884"/>
                </a:lnTo>
                <a:close/>
                <a:lnTo>
                  <a:pt x="1766638" y="347920"/>
                </a:lnTo>
                <a:close/>
                <a:lnTo>
                  <a:pt x="1769617" y="439034"/>
                </a:lnTo>
                <a:close/>
                <a:lnTo>
                  <a:pt x="1771106" y="362272"/>
                </a:lnTo>
                <a:close/>
                <a:lnTo>
                  <a:pt x="1772596" y="358755"/>
                </a:lnTo>
                <a:close/>
                <a:lnTo>
                  <a:pt x="1774085" y="344913"/>
                </a:lnTo>
                <a:close/>
                <a:lnTo>
                  <a:pt x="1778554" y="209433"/>
                </a:lnTo>
                <a:close/>
                <a:lnTo>
                  <a:pt x="1781533" y="260076"/>
                </a:lnTo>
                <a:close/>
                <a:lnTo>
                  <a:pt x="1786002" y="199637"/>
                </a:lnTo>
                <a:close/>
                <a:lnTo>
                  <a:pt x="1786002" y="199637"/>
                </a:lnTo>
                <a:close/>
              </a:path>
            </a:pathLst>
          </a:custGeom>
          <a:noFill/>
          <a:ln w="7620">
            <a:solidFill>
              <a:srgbClr val="57A773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3173478" y="5650992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3173478" y="6675120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825691" y="1042416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5914991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886710" y="2134094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24" name="Freeform 223"/>
          <p:cNvSpPr/>
          <p:nvPr/>
        </p:nvSpPr>
        <p:spPr>
          <a:xfrm>
            <a:off x="6212906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128062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26" name="Freeform 225"/>
          <p:cNvSpPr/>
          <p:nvPr/>
        </p:nvSpPr>
        <p:spPr>
          <a:xfrm>
            <a:off x="6510821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425978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228" name="Freeform 227"/>
          <p:cNvSpPr/>
          <p:nvPr/>
        </p:nvSpPr>
        <p:spPr>
          <a:xfrm>
            <a:off x="6808737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723893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230" name="Freeform 229"/>
          <p:cNvSpPr/>
          <p:nvPr/>
        </p:nvSpPr>
        <p:spPr>
          <a:xfrm>
            <a:off x="7106652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021808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232" name="Freeform 231"/>
          <p:cNvSpPr/>
          <p:nvPr/>
        </p:nvSpPr>
        <p:spPr>
          <a:xfrm>
            <a:off x="7404567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291442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234" name="Freeform 233"/>
          <p:cNvSpPr/>
          <p:nvPr/>
        </p:nvSpPr>
        <p:spPr>
          <a:xfrm>
            <a:off x="7702482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7589357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236" name="Freeform 235"/>
          <p:cNvSpPr/>
          <p:nvPr/>
        </p:nvSpPr>
        <p:spPr>
          <a:xfrm>
            <a:off x="5781241" y="197836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595412" y="192323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238" name="Freeform 237"/>
          <p:cNvSpPr/>
          <p:nvPr/>
        </p:nvSpPr>
        <p:spPr>
          <a:xfrm>
            <a:off x="5781241" y="16418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595412" y="1586727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240" name="Freeform 239"/>
          <p:cNvSpPr/>
          <p:nvPr/>
        </p:nvSpPr>
        <p:spPr>
          <a:xfrm>
            <a:off x="5781241" y="130534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595412" y="125021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825691" y="8773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243" name="Freeform 242"/>
          <p:cNvSpPr/>
          <p:nvPr/>
        </p:nvSpPr>
        <p:spPr>
          <a:xfrm>
            <a:off x="5914991" y="1088967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189843"/>
                </a:moveTo>
                <a:lnTo>
                  <a:pt x="4469" y="561226"/>
                </a:lnTo>
                <a:close/>
                <a:lnTo>
                  <a:pt x="7448" y="143341"/>
                </a:lnTo>
                <a:close/>
                <a:lnTo>
                  <a:pt x="8937" y="309626"/>
                </a:lnTo>
                <a:close/>
                <a:lnTo>
                  <a:pt x="10427" y="271134"/>
                </a:lnTo>
                <a:close/>
                <a:lnTo>
                  <a:pt x="11917" y="524785"/>
                </a:lnTo>
                <a:close/>
                <a:lnTo>
                  <a:pt x="13406" y="530165"/>
                </a:lnTo>
                <a:close/>
                <a:lnTo>
                  <a:pt x="16385" y="651054"/>
                </a:lnTo>
                <a:close/>
                <a:lnTo>
                  <a:pt x="19364" y="311125"/>
                </a:lnTo>
                <a:close/>
                <a:lnTo>
                  <a:pt x="20854" y="434235"/>
                </a:lnTo>
                <a:close/>
                <a:lnTo>
                  <a:pt x="23833" y="289120"/>
                </a:lnTo>
                <a:close/>
                <a:lnTo>
                  <a:pt x="26812" y="752367"/>
                </a:lnTo>
                <a:close/>
                <a:lnTo>
                  <a:pt x="28302" y="435430"/>
                </a:lnTo>
                <a:close/>
                <a:lnTo>
                  <a:pt x="29792" y="449217"/>
                </a:lnTo>
                <a:close/>
                <a:lnTo>
                  <a:pt x="32771" y="555994"/>
                </a:lnTo>
                <a:close/>
                <a:lnTo>
                  <a:pt x="34260" y="658031"/>
                </a:lnTo>
                <a:close/>
                <a:lnTo>
                  <a:pt x="38729" y="349315"/>
                </a:lnTo>
                <a:close/>
                <a:lnTo>
                  <a:pt x="40219" y="230390"/>
                </a:lnTo>
                <a:close/>
                <a:lnTo>
                  <a:pt x="43198" y="394779"/>
                </a:lnTo>
                <a:close/>
                <a:lnTo>
                  <a:pt x="44687" y="177596"/>
                </a:lnTo>
                <a:close/>
                <a:lnTo>
                  <a:pt x="47666" y="419153"/>
                </a:lnTo>
                <a:close/>
                <a:lnTo>
                  <a:pt x="50646" y="507899"/>
                </a:lnTo>
                <a:close/>
                <a:lnTo>
                  <a:pt x="52135" y="442411"/>
                </a:lnTo>
                <a:close/>
                <a:lnTo>
                  <a:pt x="55114" y="870169"/>
                </a:lnTo>
                <a:close/>
                <a:lnTo>
                  <a:pt x="56604" y="799212"/>
                </a:lnTo>
                <a:close/>
                <a:lnTo>
                  <a:pt x="58093" y="927797"/>
                </a:lnTo>
                <a:close/>
                <a:lnTo>
                  <a:pt x="59583" y="813121"/>
                </a:lnTo>
                <a:close/>
                <a:lnTo>
                  <a:pt x="61073" y="808362"/>
                </a:lnTo>
                <a:close/>
                <a:lnTo>
                  <a:pt x="62562" y="906810"/>
                </a:lnTo>
                <a:close/>
                <a:lnTo>
                  <a:pt x="64052" y="876171"/>
                </a:lnTo>
                <a:close/>
                <a:lnTo>
                  <a:pt x="65541" y="905021"/>
                </a:lnTo>
                <a:close/>
                <a:lnTo>
                  <a:pt x="67031" y="816701"/>
                </a:lnTo>
                <a:close/>
                <a:lnTo>
                  <a:pt x="68520" y="509459"/>
                </a:lnTo>
                <a:close/>
                <a:lnTo>
                  <a:pt x="70010" y="841106"/>
                </a:lnTo>
                <a:close/>
                <a:lnTo>
                  <a:pt x="71500" y="658982"/>
                </a:lnTo>
                <a:close/>
                <a:lnTo>
                  <a:pt x="74479" y="148919"/>
                </a:lnTo>
                <a:close/>
                <a:lnTo>
                  <a:pt x="75968" y="22493"/>
                </a:lnTo>
                <a:close/>
                <a:lnTo>
                  <a:pt x="78948" y="268165"/>
                </a:lnTo>
                <a:close/>
                <a:lnTo>
                  <a:pt x="80437" y="186621"/>
                </a:lnTo>
                <a:close/>
                <a:lnTo>
                  <a:pt x="83416" y="692582"/>
                </a:lnTo>
                <a:close/>
                <a:lnTo>
                  <a:pt x="84906" y="876489"/>
                </a:lnTo>
                <a:close/>
                <a:lnTo>
                  <a:pt x="87885" y="319446"/>
                </a:lnTo>
                <a:close/>
                <a:lnTo>
                  <a:pt x="89375" y="560431"/>
                </a:lnTo>
                <a:close/>
                <a:lnTo>
                  <a:pt x="92354" y="206381"/>
                </a:lnTo>
                <a:close/>
                <a:lnTo>
                  <a:pt x="98312" y="717451"/>
                </a:lnTo>
                <a:close/>
                <a:lnTo>
                  <a:pt x="101291" y="289232"/>
                </a:lnTo>
                <a:close/>
                <a:lnTo>
                  <a:pt x="102781" y="334912"/>
                </a:lnTo>
                <a:close/>
                <a:lnTo>
                  <a:pt x="104270" y="543888"/>
                </a:lnTo>
                <a:close/>
                <a:lnTo>
                  <a:pt x="107249" y="150156"/>
                </a:lnTo>
                <a:close/>
                <a:lnTo>
                  <a:pt x="108739" y="435056"/>
                </a:lnTo>
                <a:close/>
                <a:lnTo>
                  <a:pt x="110229" y="356713"/>
                </a:lnTo>
                <a:close/>
                <a:lnTo>
                  <a:pt x="113208" y="765257"/>
                </a:lnTo>
                <a:close/>
                <a:lnTo>
                  <a:pt x="116187" y="568791"/>
                </a:lnTo>
                <a:close/>
                <a:lnTo>
                  <a:pt x="117677" y="496686"/>
                </a:lnTo>
                <a:close/>
                <a:lnTo>
                  <a:pt x="120656" y="694168"/>
                </a:lnTo>
                <a:close/>
                <a:lnTo>
                  <a:pt x="122145" y="607571"/>
                </a:lnTo>
                <a:close/>
                <a:lnTo>
                  <a:pt x="126614" y="919812"/>
                </a:lnTo>
                <a:close/>
                <a:lnTo>
                  <a:pt x="129593" y="413060"/>
                </a:lnTo>
                <a:close/>
                <a:lnTo>
                  <a:pt x="132572" y="786671"/>
                </a:lnTo>
                <a:close/>
                <a:lnTo>
                  <a:pt x="137041" y="412128"/>
                </a:lnTo>
                <a:close/>
                <a:lnTo>
                  <a:pt x="138531" y="538513"/>
                </a:lnTo>
                <a:close/>
                <a:lnTo>
                  <a:pt x="141510" y="269318"/>
                </a:lnTo>
                <a:close/>
                <a:lnTo>
                  <a:pt x="142999" y="203688"/>
                </a:lnTo>
                <a:close/>
                <a:lnTo>
                  <a:pt x="144489" y="0"/>
                </a:lnTo>
                <a:close/>
                <a:lnTo>
                  <a:pt x="147468" y="453296"/>
                </a:lnTo>
                <a:close/>
                <a:lnTo>
                  <a:pt x="148958" y="390705"/>
                </a:lnTo>
                <a:close/>
                <a:lnTo>
                  <a:pt x="150447" y="429486"/>
                </a:lnTo>
                <a:close/>
                <a:lnTo>
                  <a:pt x="151937" y="392882"/>
                </a:lnTo>
                <a:close/>
                <a:lnTo>
                  <a:pt x="154916" y="511174"/>
                </a:lnTo>
                <a:close/>
                <a:lnTo>
                  <a:pt x="159385" y="226570"/>
                </a:lnTo>
                <a:close/>
                <a:lnTo>
                  <a:pt x="160874" y="320432"/>
                </a:lnTo>
                <a:close/>
                <a:lnTo>
                  <a:pt x="162364" y="288974"/>
                </a:lnTo>
                <a:close/>
                <a:lnTo>
                  <a:pt x="163853" y="163538"/>
                </a:lnTo>
                <a:close/>
                <a:lnTo>
                  <a:pt x="166833" y="374572"/>
                </a:lnTo>
                <a:close/>
                <a:lnTo>
                  <a:pt x="168322" y="222862"/>
                </a:lnTo>
                <a:close/>
                <a:lnTo>
                  <a:pt x="172791" y="751719"/>
                </a:lnTo>
                <a:close/>
                <a:lnTo>
                  <a:pt x="174280" y="548578"/>
                </a:lnTo>
                <a:close/>
                <a:lnTo>
                  <a:pt x="175770" y="554002"/>
                </a:lnTo>
                <a:close/>
                <a:lnTo>
                  <a:pt x="178749" y="339194"/>
                </a:lnTo>
                <a:close/>
                <a:lnTo>
                  <a:pt x="180239" y="407945"/>
                </a:lnTo>
                <a:close/>
                <a:lnTo>
                  <a:pt x="181728" y="588396"/>
                </a:lnTo>
                <a:close/>
                <a:lnTo>
                  <a:pt x="183218" y="395441"/>
                </a:lnTo>
                <a:close/>
                <a:lnTo>
                  <a:pt x="187687" y="593508"/>
                </a:lnTo>
                <a:close/>
                <a:lnTo>
                  <a:pt x="189176" y="589715"/>
                </a:lnTo>
                <a:close/>
                <a:lnTo>
                  <a:pt x="190666" y="590387"/>
                </a:lnTo>
                <a:close/>
                <a:lnTo>
                  <a:pt x="192155" y="661360"/>
                </a:lnTo>
                <a:close/>
                <a:lnTo>
                  <a:pt x="193645" y="591135"/>
                </a:lnTo>
                <a:close/>
                <a:lnTo>
                  <a:pt x="195134" y="790603"/>
                </a:lnTo>
                <a:close/>
                <a:lnTo>
                  <a:pt x="196624" y="775587"/>
                </a:lnTo>
                <a:close/>
                <a:lnTo>
                  <a:pt x="199603" y="527259"/>
                </a:lnTo>
                <a:close/>
                <a:lnTo>
                  <a:pt x="201093" y="316884"/>
                </a:lnTo>
                <a:close/>
                <a:lnTo>
                  <a:pt x="204072" y="670261"/>
                </a:lnTo>
                <a:close/>
                <a:lnTo>
                  <a:pt x="205561" y="772687"/>
                </a:lnTo>
                <a:close/>
                <a:lnTo>
                  <a:pt x="211520" y="220228"/>
                </a:lnTo>
                <a:close/>
                <a:lnTo>
                  <a:pt x="213009" y="343815"/>
                </a:lnTo>
                <a:close/>
                <a:lnTo>
                  <a:pt x="215989" y="619315"/>
                </a:lnTo>
                <a:close/>
                <a:lnTo>
                  <a:pt x="217478" y="511515"/>
                </a:lnTo>
                <a:close/>
                <a:lnTo>
                  <a:pt x="218968" y="655451"/>
                </a:lnTo>
                <a:close/>
                <a:lnTo>
                  <a:pt x="220457" y="268129"/>
                </a:lnTo>
                <a:close/>
                <a:lnTo>
                  <a:pt x="221947" y="455847"/>
                </a:lnTo>
                <a:close/>
                <a:lnTo>
                  <a:pt x="224926" y="67350"/>
                </a:lnTo>
                <a:close/>
                <a:lnTo>
                  <a:pt x="227905" y="294245"/>
                </a:lnTo>
                <a:close/>
                <a:lnTo>
                  <a:pt x="233863" y="519045"/>
                </a:lnTo>
                <a:close/>
                <a:lnTo>
                  <a:pt x="235353" y="404968"/>
                </a:lnTo>
                <a:close/>
                <a:lnTo>
                  <a:pt x="238332" y="751904"/>
                </a:lnTo>
                <a:close/>
                <a:lnTo>
                  <a:pt x="241311" y="456709"/>
                </a:lnTo>
                <a:close/>
                <a:lnTo>
                  <a:pt x="244290" y="647747"/>
                </a:lnTo>
                <a:close/>
                <a:lnTo>
                  <a:pt x="245780" y="492001"/>
                </a:lnTo>
                <a:close/>
                <a:lnTo>
                  <a:pt x="247270" y="589818"/>
                </a:lnTo>
                <a:close/>
                <a:lnTo>
                  <a:pt x="248759" y="507470"/>
                </a:lnTo>
                <a:close/>
                <a:lnTo>
                  <a:pt x="250249" y="524386"/>
                </a:lnTo>
                <a:close/>
                <a:lnTo>
                  <a:pt x="251738" y="505068"/>
                </a:lnTo>
                <a:close/>
                <a:lnTo>
                  <a:pt x="253228" y="752056"/>
                </a:lnTo>
                <a:close/>
                <a:lnTo>
                  <a:pt x="254718" y="611264"/>
                </a:lnTo>
                <a:close/>
                <a:lnTo>
                  <a:pt x="256207" y="628425"/>
                </a:lnTo>
                <a:close/>
                <a:lnTo>
                  <a:pt x="257697" y="672994"/>
                </a:lnTo>
                <a:close/>
                <a:lnTo>
                  <a:pt x="259186" y="668844"/>
                </a:lnTo>
                <a:close/>
                <a:lnTo>
                  <a:pt x="260676" y="603488"/>
                </a:lnTo>
                <a:close/>
                <a:lnTo>
                  <a:pt x="262165" y="628336"/>
                </a:lnTo>
                <a:close/>
                <a:lnTo>
                  <a:pt x="263655" y="595250"/>
                </a:lnTo>
                <a:close/>
                <a:lnTo>
                  <a:pt x="265145" y="636950"/>
                </a:lnTo>
                <a:close/>
                <a:lnTo>
                  <a:pt x="268124" y="491578"/>
                </a:lnTo>
                <a:close/>
                <a:lnTo>
                  <a:pt x="269613" y="348686"/>
                </a:lnTo>
                <a:close/>
                <a:lnTo>
                  <a:pt x="271103" y="456115"/>
                </a:lnTo>
                <a:close/>
                <a:lnTo>
                  <a:pt x="272592" y="392173"/>
                </a:lnTo>
                <a:close/>
                <a:lnTo>
                  <a:pt x="275572" y="676967"/>
                </a:lnTo>
                <a:close/>
                <a:lnTo>
                  <a:pt x="277061" y="645904"/>
                </a:lnTo>
                <a:close/>
                <a:lnTo>
                  <a:pt x="280040" y="314106"/>
                </a:lnTo>
                <a:close/>
                <a:lnTo>
                  <a:pt x="281530" y="533481"/>
                </a:lnTo>
                <a:close/>
                <a:lnTo>
                  <a:pt x="283019" y="414456"/>
                </a:lnTo>
                <a:close/>
                <a:lnTo>
                  <a:pt x="284509" y="494304"/>
                </a:lnTo>
                <a:close/>
                <a:lnTo>
                  <a:pt x="285999" y="482029"/>
                </a:lnTo>
                <a:close/>
                <a:lnTo>
                  <a:pt x="287488" y="690545"/>
                </a:lnTo>
                <a:close/>
                <a:lnTo>
                  <a:pt x="288978" y="647164"/>
                </a:lnTo>
                <a:close/>
                <a:lnTo>
                  <a:pt x="291957" y="772909"/>
                </a:lnTo>
                <a:close/>
                <a:lnTo>
                  <a:pt x="293446" y="612288"/>
                </a:lnTo>
                <a:close/>
                <a:lnTo>
                  <a:pt x="294936" y="811273"/>
                </a:lnTo>
                <a:close/>
                <a:lnTo>
                  <a:pt x="296426" y="784962"/>
                </a:lnTo>
                <a:close/>
                <a:lnTo>
                  <a:pt x="300894" y="480789"/>
                </a:lnTo>
                <a:close/>
                <a:lnTo>
                  <a:pt x="302384" y="488526"/>
                </a:lnTo>
                <a:close/>
                <a:lnTo>
                  <a:pt x="303874" y="566425"/>
                </a:lnTo>
                <a:close/>
                <a:lnTo>
                  <a:pt x="306853" y="279117"/>
                </a:lnTo>
                <a:close/>
                <a:lnTo>
                  <a:pt x="308342" y="380207"/>
                </a:lnTo>
                <a:close/>
                <a:lnTo>
                  <a:pt x="309832" y="645314"/>
                </a:lnTo>
                <a:close/>
                <a:lnTo>
                  <a:pt x="311321" y="514345"/>
                </a:lnTo>
                <a:close/>
                <a:lnTo>
                  <a:pt x="312811" y="608442"/>
                </a:lnTo>
                <a:close/>
                <a:lnTo>
                  <a:pt x="314301" y="590990"/>
                </a:lnTo>
                <a:close/>
                <a:lnTo>
                  <a:pt x="317280" y="706132"/>
                </a:lnTo>
                <a:close/>
                <a:lnTo>
                  <a:pt x="318769" y="602079"/>
                </a:lnTo>
                <a:close/>
                <a:lnTo>
                  <a:pt x="320259" y="657260"/>
                </a:lnTo>
                <a:close/>
                <a:lnTo>
                  <a:pt x="321748" y="473597"/>
                </a:lnTo>
                <a:close/>
                <a:lnTo>
                  <a:pt x="323238" y="593358"/>
                </a:lnTo>
                <a:close/>
                <a:lnTo>
                  <a:pt x="326217" y="553067"/>
                </a:lnTo>
                <a:close/>
                <a:lnTo>
                  <a:pt x="327707" y="447519"/>
                </a:lnTo>
                <a:close/>
                <a:lnTo>
                  <a:pt x="329196" y="577723"/>
                </a:lnTo>
                <a:close/>
                <a:lnTo>
                  <a:pt x="330686" y="576978"/>
                </a:lnTo>
                <a:close/>
                <a:lnTo>
                  <a:pt x="335155" y="181864"/>
                </a:lnTo>
                <a:close/>
                <a:lnTo>
                  <a:pt x="336644" y="637522"/>
                </a:lnTo>
                <a:close/>
                <a:lnTo>
                  <a:pt x="338134" y="635965"/>
                </a:lnTo>
                <a:close/>
                <a:lnTo>
                  <a:pt x="339623" y="405055"/>
                </a:lnTo>
                <a:close/>
                <a:lnTo>
                  <a:pt x="341113" y="448598"/>
                </a:lnTo>
                <a:close/>
                <a:lnTo>
                  <a:pt x="342602" y="379313"/>
                </a:lnTo>
                <a:close/>
                <a:lnTo>
                  <a:pt x="344092" y="383406"/>
                </a:lnTo>
                <a:close/>
                <a:lnTo>
                  <a:pt x="345582" y="415555"/>
                </a:lnTo>
                <a:close/>
                <a:lnTo>
                  <a:pt x="347071" y="374516"/>
                </a:lnTo>
                <a:close/>
                <a:lnTo>
                  <a:pt x="348561" y="428672"/>
                </a:lnTo>
                <a:close/>
                <a:lnTo>
                  <a:pt x="350050" y="287909"/>
                </a:lnTo>
                <a:close/>
                <a:lnTo>
                  <a:pt x="351540" y="309023"/>
                </a:lnTo>
                <a:close/>
                <a:lnTo>
                  <a:pt x="353030" y="721166"/>
                </a:lnTo>
                <a:close/>
                <a:lnTo>
                  <a:pt x="354519" y="520201"/>
                </a:lnTo>
                <a:close/>
                <a:lnTo>
                  <a:pt x="356009" y="620512"/>
                </a:lnTo>
                <a:close/>
                <a:lnTo>
                  <a:pt x="357498" y="592483"/>
                </a:lnTo>
                <a:close/>
                <a:lnTo>
                  <a:pt x="358988" y="593887"/>
                </a:lnTo>
                <a:close/>
                <a:lnTo>
                  <a:pt x="360477" y="652385"/>
                </a:lnTo>
                <a:close/>
                <a:lnTo>
                  <a:pt x="363457" y="425180"/>
                </a:lnTo>
                <a:close/>
                <a:lnTo>
                  <a:pt x="364946" y="480291"/>
                </a:lnTo>
                <a:close/>
                <a:lnTo>
                  <a:pt x="366436" y="613712"/>
                </a:lnTo>
                <a:close/>
                <a:lnTo>
                  <a:pt x="367925" y="592479"/>
                </a:lnTo>
                <a:close/>
                <a:lnTo>
                  <a:pt x="369415" y="669353"/>
                </a:lnTo>
                <a:close/>
                <a:lnTo>
                  <a:pt x="370904" y="531214"/>
                </a:lnTo>
                <a:close/>
                <a:lnTo>
                  <a:pt x="373884" y="632892"/>
                </a:lnTo>
                <a:close/>
                <a:lnTo>
                  <a:pt x="376863" y="432691"/>
                </a:lnTo>
                <a:close/>
                <a:lnTo>
                  <a:pt x="378352" y="412526"/>
                </a:lnTo>
                <a:close/>
                <a:lnTo>
                  <a:pt x="381331" y="460811"/>
                </a:lnTo>
                <a:close/>
                <a:lnTo>
                  <a:pt x="382821" y="220371"/>
                </a:lnTo>
                <a:close/>
                <a:lnTo>
                  <a:pt x="384311" y="237974"/>
                </a:lnTo>
                <a:close/>
                <a:lnTo>
                  <a:pt x="387290" y="381521"/>
                </a:lnTo>
                <a:close/>
                <a:lnTo>
                  <a:pt x="388779" y="394613"/>
                </a:lnTo>
                <a:close/>
                <a:lnTo>
                  <a:pt x="390269" y="194304"/>
                </a:lnTo>
                <a:close/>
                <a:lnTo>
                  <a:pt x="391759" y="397884"/>
                </a:lnTo>
                <a:close/>
                <a:lnTo>
                  <a:pt x="393248" y="396381"/>
                </a:lnTo>
                <a:close/>
                <a:lnTo>
                  <a:pt x="394738" y="370837"/>
                </a:lnTo>
                <a:close/>
                <a:lnTo>
                  <a:pt x="397717" y="497023"/>
                </a:lnTo>
                <a:close/>
                <a:lnTo>
                  <a:pt x="399206" y="415689"/>
                </a:lnTo>
                <a:close/>
                <a:lnTo>
                  <a:pt x="400696" y="482427"/>
                </a:lnTo>
                <a:close/>
                <a:lnTo>
                  <a:pt x="402186" y="443590"/>
                </a:lnTo>
                <a:close/>
                <a:lnTo>
                  <a:pt x="403675" y="258810"/>
                </a:lnTo>
                <a:close/>
                <a:lnTo>
                  <a:pt x="405165" y="458336"/>
                </a:lnTo>
                <a:close/>
                <a:lnTo>
                  <a:pt x="406654" y="357790"/>
                </a:lnTo>
                <a:close/>
                <a:lnTo>
                  <a:pt x="408144" y="525093"/>
                </a:lnTo>
                <a:close/>
                <a:lnTo>
                  <a:pt x="409633" y="505363"/>
                </a:lnTo>
                <a:close/>
                <a:lnTo>
                  <a:pt x="411123" y="543678"/>
                </a:lnTo>
                <a:close/>
                <a:lnTo>
                  <a:pt x="412613" y="306131"/>
                </a:lnTo>
                <a:close/>
                <a:lnTo>
                  <a:pt x="415592" y="339987"/>
                </a:lnTo>
                <a:close/>
                <a:lnTo>
                  <a:pt x="417081" y="315279"/>
                </a:lnTo>
                <a:close/>
                <a:lnTo>
                  <a:pt x="420060" y="760178"/>
                </a:lnTo>
                <a:close/>
                <a:lnTo>
                  <a:pt x="423040" y="440011"/>
                </a:lnTo>
                <a:close/>
                <a:lnTo>
                  <a:pt x="426019" y="232894"/>
                </a:lnTo>
                <a:close/>
                <a:lnTo>
                  <a:pt x="427508" y="266549"/>
                </a:lnTo>
                <a:close/>
                <a:lnTo>
                  <a:pt x="428998" y="805524"/>
                </a:lnTo>
                <a:close/>
                <a:lnTo>
                  <a:pt x="434956" y="272174"/>
                </a:lnTo>
                <a:close/>
                <a:lnTo>
                  <a:pt x="436446" y="294907"/>
                </a:lnTo>
                <a:close/>
                <a:lnTo>
                  <a:pt x="439425" y="697940"/>
                </a:lnTo>
                <a:close/>
                <a:lnTo>
                  <a:pt x="442404" y="399037"/>
                </a:lnTo>
                <a:close/>
                <a:lnTo>
                  <a:pt x="443894" y="387354"/>
                </a:lnTo>
                <a:close/>
                <a:lnTo>
                  <a:pt x="445383" y="392411"/>
                </a:lnTo>
                <a:close/>
                <a:lnTo>
                  <a:pt x="446873" y="387897"/>
                </a:lnTo>
                <a:close/>
                <a:lnTo>
                  <a:pt x="448362" y="332206"/>
                </a:lnTo>
                <a:close/>
                <a:lnTo>
                  <a:pt x="449852" y="397129"/>
                </a:lnTo>
                <a:close/>
                <a:lnTo>
                  <a:pt x="451342" y="361062"/>
                </a:lnTo>
                <a:close/>
                <a:lnTo>
                  <a:pt x="452831" y="209248"/>
                </a:lnTo>
                <a:close/>
                <a:lnTo>
                  <a:pt x="454321" y="512893"/>
                </a:lnTo>
                <a:close/>
                <a:lnTo>
                  <a:pt x="455810" y="506658"/>
                </a:lnTo>
                <a:close/>
                <a:lnTo>
                  <a:pt x="457300" y="534303"/>
                </a:lnTo>
                <a:close/>
                <a:lnTo>
                  <a:pt x="460279" y="741308"/>
                </a:lnTo>
                <a:close/>
                <a:lnTo>
                  <a:pt x="461769" y="836436"/>
                </a:lnTo>
                <a:close/>
                <a:lnTo>
                  <a:pt x="463258" y="469062"/>
                </a:lnTo>
                <a:close/>
                <a:lnTo>
                  <a:pt x="464748" y="471575"/>
                </a:lnTo>
                <a:close/>
                <a:lnTo>
                  <a:pt x="466237" y="428846"/>
                </a:lnTo>
                <a:close/>
                <a:lnTo>
                  <a:pt x="469216" y="680583"/>
                </a:lnTo>
                <a:close/>
                <a:lnTo>
                  <a:pt x="473685" y="352626"/>
                </a:lnTo>
                <a:close/>
                <a:lnTo>
                  <a:pt x="475175" y="568603"/>
                </a:lnTo>
                <a:close/>
                <a:lnTo>
                  <a:pt x="479644" y="302571"/>
                </a:lnTo>
                <a:close/>
                <a:lnTo>
                  <a:pt x="481133" y="245022"/>
                </a:lnTo>
                <a:close/>
                <a:lnTo>
                  <a:pt x="484112" y="528513"/>
                </a:lnTo>
                <a:close/>
                <a:lnTo>
                  <a:pt x="485602" y="515880"/>
                </a:lnTo>
                <a:close/>
                <a:lnTo>
                  <a:pt x="487091" y="281980"/>
                </a:lnTo>
                <a:close/>
                <a:lnTo>
                  <a:pt x="488581" y="563819"/>
                </a:lnTo>
                <a:close/>
                <a:lnTo>
                  <a:pt x="490071" y="355979"/>
                </a:lnTo>
                <a:close/>
                <a:lnTo>
                  <a:pt x="491560" y="412442"/>
                </a:lnTo>
                <a:close/>
                <a:lnTo>
                  <a:pt x="493050" y="304521"/>
                </a:lnTo>
                <a:close/>
                <a:lnTo>
                  <a:pt x="494539" y="302195"/>
                </a:lnTo>
                <a:close/>
                <a:lnTo>
                  <a:pt x="497518" y="691656"/>
                </a:lnTo>
                <a:close/>
                <a:lnTo>
                  <a:pt x="499008" y="427048"/>
                </a:lnTo>
                <a:close/>
                <a:lnTo>
                  <a:pt x="500498" y="473965"/>
                </a:lnTo>
                <a:close/>
                <a:lnTo>
                  <a:pt x="503477" y="237340"/>
                </a:lnTo>
                <a:close/>
                <a:lnTo>
                  <a:pt x="507945" y="555498"/>
                </a:lnTo>
                <a:close/>
                <a:lnTo>
                  <a:pt x="509435" y="491645"/>
                </a:lnTo>
                <a:close/>
                <a:lnTo>
                  <a:pt x="510925" y="570698"/>
                </a:lnTo>
                <a:close/>
                <a:lnTo>
                  <a:pt x="513904" y="470250"/>
                </a:lnTo>
                <a:close/>
                <a:lnTo>
                  <a:pt x="515393" y="377151"/>
                </a:lnTo>
                <a:close/>
                <a:lnTo>
                  <a:pt x="516883" y="494019"/>
                </a:lnTo>
                <a:close/>
                <a:lnTo>
                  <a:pt x="518372" y="751609"/>
                </a:lnTo>
                <a:close/>
                <a:lnTo>
                  <a:pt x="521352" y="632096"/>
                </a:lnTo>
                <a:close/>
                <a:lnTo>
                  <a:pt x="524331" y="531765"/>
                </a:lnTo>
                <a:close/>
                <a:lnTo>
                  <a:pt x="525820" y="775901"/>
                </a:lnTo>
                <a:close/>
                <a:lnTo>
                  <a:pt x="527310" y="744442"/>
                </a:lnTo>
                <a:close/>
                <a:lnTo>
                  <a:pt x="528800" y="661908"/>
                </a:lnTo>
                <a:close/>
                <a:lnTo>
                  <a:pt x="530289" y="710847"/>
                </a:lnTo>
                <a:close/>
                <a:lnTo>
                  <a:pt x="531779" y="463179"/>
                </a:lnTo>
                <a:close/>
                <a:lnTo>
                  <a:pt x="534758" y="497753"/>
                </a:lnTo>
                <a:close/>
                <a:lnTo>
                  <a:pt x="536247" y="497753"/>
                </a:lnTo>
                <a:close/>
                <a:lnTo>
                  <a:pt x="537737" y="297004"/>
                </a:lnTo>
                <a:close/>
                <a:lnTo>
                  <a:pt x="539227" y="441372"/>
                </a:lnTo>
                <a:close/>
                <a:lnTo>
                  <a:pt x="542206" y="283622"/>
                </a:lnTo>
                <a:close/>
                <a:lnTo>
                  <a:pt x="546674" y="552422"/>
                </a:lnTo>
                <a:close/>
                <a:lnTo>
                  <a:pt x="548164" y="596493"/>
                </a:lnTo>
                <a:close/>
                <a:lnTo>
                  <a:pt x="549654" y="405551"/>
                </a:lnTo>
                <a:close/>
                <a:lnTo>
                  <a:pt x="551143" y="699702"/>
                </a:lnTo>
                <a:close/>
                <a:lnTo>
                  <a:pt x="552633" y="367177"/>
                </a:lnTo>
                <a:close/>
                <a:lnTo>
                  <a:pt x="554122" y="516618"/>
                </a:lnTo>
                <a:close/>
                <a:lnTo>
                  <a:pt x="555612" y="462534"/>
                </a:lnTo>
                <a:close/>
                <a:lnTo>
                  <a:pt x="557101" y="522232"/>
                </a:lnTo>
                <a:close/>
                <a:lnTo>
                  <a:pt x="558591" y="482959"/>
                </a:lnTo>
                <a:close/>
                <a:lnTo>
                  <a:pt x="563060" y="764157"/>
                </a:lnTo>
                <a:close/>
                <a:lnTo>
                  <a:pt x="564549" y="516052"/>
                </a:lnTo>
                <a:close/>
                <a:lnTo>
                  <a:pt x="567528" y="682056"/>
                </a:lnTo>
                <a:close/>
                <a:lnTo>
                  <a:pt x="570508" y="452971"/>
                </a:lnTo>
                <a:close/>
                <a:lnTo>
                  <a:pt x="571997" y="347538"/>
                </a:lnTo>
                <a:close/>
                <a:lnTo>
                  <a:pt x="573487" y="546396"/>
                </a:lnTo>
                <a:close/>
                <a:lnTo>
                  <a:pt x="574976" y="479098"/>
                </a:lnTo>
                <a:close/>
                <a:lnTo>
                  <a:pt x="576466" y="596650"/>
                </a:lnTo>
                <a:close/>
                <a:lnTo>
                  <a:pt x="577956" y="600212"/>
                </a:lnTo>
                <a:close/>
                <a:lnTo>
                  <a:pt x="579445" y="461827"/>
                </a:lnTo>
                <a:close/>
                <a:lnTo>
                  <a:pt x="582424" y="571674"/>
                </a:lnTo>
                <a:close/>
                <a:lnTo>
                  <a:pt x="585403" y="253058"/>
                </a:lnTo>
                <a:close/>
                <a:lnTo>
                  <a:pt x="589872" y="830022"/>
                </a:lnTo>
                <a:close/>
                <a:lnTo>
                  <a:pt x="592851" y="380877"/>
                </a:lnTo>
                <a:close/>
                <a:lnTo>
                  <a:pt x="594341" y="448778"/>
                </a:lnTo>
                <a:close/>
                <a:lnTo>
                  <a:pt x="595830" y="815785"/>
                </a:lnTo>
                <a:close/>
                <a:lnTo>
                  <a:pt x="597320" y="656864"/>
                </a:lnTo>
                <a:close/>
                <a:lnTo>
                  <a:pt x="598810" y="671308"/>
                </a:lnTo>
                <a:close/>
                <a:lnTo>
                  <a:pt x="600299" y="534330"/>
                </a:lnTo>
                <a:close/>
                <a:lnTo>
                  <a:pt x="601789" y="673771"/>
                </a:lnTo>
                <a:close/>
                <a:lnTo>
                  <a:pt x="603278" y="373615"/>
                </a:lnTo>
                <a:close/>
                <a:lnTo>
                  <a:pt x="606257" y="564840"/>
                </a:lnTo>
                <a:close/>
                <a:lnTo>
                  <a:pt x="607747" y="554730"/>
                </a:lnTo>
                <a:close/>
                <a:lnTo>
                  <a:pt x="612216" y="453407"/>
                </a:lnTo>
                <a:close/>
                <a:lnTo>
                  <a:pt x="613705" y="706277"/>
                </a:lnTo>
                <a:close/>
                <a:lnTo>
                  <a:pt x="619664" y="474109"/>
                </a:lnTo>
                <a:close/>
                <a:lnTo>
                  <a:pt x="621153" y="609925"/>
                </a:lnTo>
                <a:close/>
                <a:lnTo>
                  <a:pt x="622643" y="609925"/>
                </a:lnTo>
                <a:close/>
                <a:lnTo>
                  <a:pt x="627112" y="333532"/>
                </a:lnTo>
                <a:close/>
                <a:lnTo>
                  <a:pt x="631580" y="768437"/>
                </a:lnTo>
                <a:close/>
                <a:lnTo>
                  <a:pt x="633070" y="800414"/>
                </a:lnTo>
                <a:close/>
                <a:lnTo>
                  <a:pt x="636049" y="612511"/>
                </a:lnTo>
                <a:close/>
                <a:lnTo>
                  <a:pt x="637539" y="775383"/>
                </a:lnTo>
                <a:close/>
                <a:lnTo>
                  <a:pt x="640518" y="675906"/>
                </a:lnTo>
                <a:close/>
                <a:lnTo>
                  <a:pt x="642007" y="618527"/>
                </a:lnTo>
                <a:close/>
                <a:lnTo>
                  <a:pt x="643497" y="867183"/>
                </a:lnTo>
                <a:close/>
                <a:lnTo>
                  <a:pt x="647966" y="542684"/>
                </a:lnTo>
                <a:close/>
                <a:lnTo>
                  <a:pt x="649455" y="578613"/>
                </a:lnTo>
                <a:close/>
                <a:lnTo>
                  <a:pt x="650945" y="438747"/>
                </a:lnTo>
                <a:close/>
                <a:lnTo>
                  <a:pt x="652434" y="437060"/>
                </a:lnTo>
                <a:close/>
                <a:lnTo>
                  <a:pt x="655413" y="804350"/>
                </a:lnTo>
                <a:close/>
                <a:lnTo>
                  <a:pt x="656903" y="632499"/>
                </a:lnTo>
                <a:close/>
                <a:lnTo>
                  <a:pt x="658393" y="652211"/>
                </a:lnTo>
                <a:close/>
                <a:lnTo>
                  <a:pt x="659882" y="724884"/>
                </a:lnTo>
                <a:close/>
                <a:lnTo>
                  <a:pt x="661372" y="681231"/>
                </a:lnTo>
                <a:close/>
                <a:lnTo>
                  <a:pt x="662861" y="853505"/>
                </a:lnTo>
                <a:close/>
                <a:lnTo>
                  <a:pt x="665841" y="491530"/>
                </a:lnTo>
                <a:close/>
                <a:lnTo>
                  <a:pt x="667330" y="491530"/>
                </a:lnTo>
                <a:close/>
                <a:lnTo>
                  <a:pt x="668820" y="488731"/>
                </a:lnTo>
                <a:close/>
                <a:lnTo>
                  <a:pt x="670309" y="560952"/>
                </a:lnTo>
                <a:close/>
                <a:lnTo>
                  <a:pt x="671799" y="501128"/>
                </a:lnTo>
                <a:close/>
                <a:lnTo>
                  <a:pt x="673288" y="555606"/>
                </a:lnTo>
                <a:close/>
                <a:lnTo>
                  <a:pt x="674778" y="548891"/>
                </a:lnTo>
                <a:close/>
                <a:lnTo>
                  <a:pt x="676268" y="418073"/>
                </a:lnTo>
                <a:close/>
                <a:lnTo>
                  <a:pt x="677757" y="426283"/>
                </a:lnTo>
                <a:close/>
                <a:lnTo>
                  <a:pt x="679247" y="330736"/>
                </a:lnTo>
                <a:close/>
                <a:lnTo>
                  <a:pt x="680736" y="332803"/>
                </a:lnTo>
                <a:close/>
                <a:lnTo>
                  <a:pt x="682226" y="196333"/>
                </a:lnTo>
                <a:close/>
                <a:lnTo>
                  <a:pt x="683715" y="220977"/>
                </a:lnTo>
                <a:close/>
                <a:lnTo>
                  <a:pt x="685205" y="207868"/>
                </a:lnTo>
                <a:close/>
                <a:lnTo>
                  <a:pt x="686695" y="416935"/>
                </a:lnTo>
                <a:close/>
                <a:lnTo>
                  <a:pt x="688184" y="326323"/>
                </a:lnTo>
                <a:close/>
                <a:lnTo>
                  <a:pt x="691163" y="748775"/>
                </a:lnTo>
                <a:close/>
                <a:lnTo>
                  <a:pt x="692653" y="653019"/>
                </a:lnTo>
                <a:close/>
                <a:lnTo>
                  <a:pt x="694142" y="793828"/>
                </a:lnTo>
                <a:close/>
                <a:lnTo>
                  <a:pt x="695632" y="553583"/>
                </a:lnTo>
                <a:close/>
                <a:lnTo>
                  <a:pt x="697122" y="595681"/>
                </a:lnTo>
                <a:close/>
                <a:lnTo>
                  <a:pt x="700101" y="813624"/>
                </a:lnTo>
                <a:close/>
                <a:lnTo>
                  <a:pt x="701590" y="504876"/>
                </a:lnTo>
                <a:close/>
                <a:lnTo>
                  <a:pt x="703080" y="510591"/>
                </a:lnTo>
                <a:close/>
                <a:lnTo>
                  <a:pt x="704569" y="662174"/>
                </a:lnTo>
                <a:close/>
                <a:lnTo>
                  <a:pt x="706059" y="580292"/>
                </a:lnTo>
                <a:close/>
                <a:lnTo>
                  <a:pt x="707549" y="607558"/>
                </a:lnTo>
                <a:close/>
                <a:lnTo>
                  <a:pt x="710528" y="358374"/>
                </a:lnTo>
                <a:close/>
                <a:lnTo>
                  <a:pt x="713507" y="367095"/>
                </a:lnTo>
                <a:close/>
                <a:lnTo>
                  <a:pt x="714997" y="458512"/>
                </a:lnTo>
                <a:close/>
                <a:lnTo>
                  <a:pt x="716486" y="664590"/>
                </a:lnTo>
                <a:close/>
                <a:lnTo>
                  <a:pt x="717976" y="636132"/>
                </a:lnTo>
                <a:close/>
                <a:lnTo>
                  <a:pt x="719465" y="812363"/>
                </a:lnTo>
                <a:close/>
                <a:lnTo>
                  <a:pt x="722444" y="677633"/>
                </a:lnTo>
                <a:close/>
                <a:lnTo>
                  <a:pt x="723934" y="402927"/>
                </a:lnTo>
                <a:close/>
                <a:lnTo>
                  <a:pt x="726913" y="578750"/>
                </a:lnTo>
                <a:close/>
                <a:lnTo>
                  <a:pt x="729892" y="426760"/>
                </a:lnTo>
                <a:close/>
                <a:lnTo>
                  <a:pt x="731382" y="648463"/>
                </a:lnTo>
                <a:close/>
                <a:lnTo>
                  <a:pt x="732871" y="477786"/>
                </a:lnTo>
                <a:close/>
                <a:lnTo>
                  <a:pt x="734361" y="479372"/>
                </a:lnTo>
                <a:close/>
                <a:lnTo>
                  <a:pt x="735851" y="334019"/>
                </a:lnTo>
                <a:close/>
                <a:lnTo>
                  <a:pt x="737340" y="708666"/>
                </a:lnTo>
                <a:close/>
                <a:lnTo>
                  <a:pt x="738830" y="709462"/>
                </a:lnTo>
                <a:close/>
                <a:lnTo>
                  <a:pt x="740319" y="350482"/>
                </a:lnTo>
                <a:close/>
                <a:lnTo>
                  <a:pt x="741809" y="368823"/>
                </a:lnTo>
                <a:close/>
                <a:lnTo>
                  <a:pt x="743298" y="725144"/>
                </a:lnTo>
                <a:close/>
                <a:lnTo>
                  <a:pt x="744788" y="693955"/>
                </a:lnTo>
                <a:close/>
                <a:lnTo>
                  <a:pt x="746278" y="536154"/>
                </a:lnTo>
                <a:close/>
                <a:lnTo>
                  <a:pt x="747767" y="607574"/>
                </a:lnTo>
                <a:close/>
                <a:lnTo>
                  <a:pt x="749257" y="795062"/>
                </a:lnTo>
                <a:close/>
                <a:lnTo>
                  <a:pt x="750746" y="506077"/>
                </a:lnTo>
                <a:close/>
                <a:lnTo>
                  <a:pt x="753726" y="714103"/>
                </a:lnTo>
                <a:close/>
                <a:lnTo>
                  <a:pt x="755215" y="703708"/>
                </a:lnTo>
                <a:close/>
                <a:lnTo>
                  <a:pt x="758194" y="462026"/>
                </a:lnTo>
                <a:close/>
                <a:lnTo>
                  <a:pt x="759684" y="455781"/>
                </a:lnTo>
                <a:close/>
                <a:lnTo>
                  <a:pt x="761173" y="469485"/>
                </a:lnTo>
                <a:close/>
                <a:lnTo>
                  <a:pt x="762663" y="550788"/>
                </a:lnTo>
                <a:close/>
                <a:lnTo>
                  <a:pt x="765642" y="234991"/>
                </a:lnTo>
                <a:close/>
                <a:lnTo>
                  <a:pt x="768621" y="695695"/>
                </a:lnTo>
                <a:close/>
                <a:lnTo>
                  <a:pt x="770111" y="555159"/>
                </a:lnTo>
                <a:close/>
                <a:lnTo>
                  <a:pt x="773090" y="603380"/>
                </a:lnTo>
                <a:close/>
                <a:lnTo>
                  <a:pt x="774580" y="615466"/>
                </a:lnTo>
                <a:close/>
                <a:lnTo>
                  <a:pt x="776069" y="473190"/>
                </a:lnTo>
                <a:close/>
                <a:lnTo>
                  <a:pt x="777559" y="545707"/>
                </a:lnTo>
                <a:close/>
                <a:lnTo>
                  <a:pt x="779048" y="293917"/>
                </a:lnTo>
                <a:close/>
                <a:lnTo>
                  <a:pt x="780538" y="510327"/>
                </a:lnTo>
                <a:close/>
                <a:lnTo>
                  <a:pt x="782027" y="427083"/>
                </a:lnTo>
                <a:close/>
                <a:lnTo>
                  <a:pt x="785007" y="124452"/>
                </a:lnTo>
                <a:close/>
                <a:lnTo>
                  <a:pt x="786496" y="228867"/>
                </a:lnTo>
                <a:close/>
                <a:lnTo>
                  <a:pt x="787986" y="223750"/>
                </a:lnTo>
                <a:close/>
                <a:lnTo>
                  <a:pt x="789475" y="270953"/>
                </a:lnTo>
                <a:close/>
                <a:lnTo>
                  <a:pt x="792454" y="479372"/>
                </a:lnTo>
                <a:close/>
                <a:lnTo>
                  <a:pt x="793944" y="396630"/>
                </a:lnTo>
                <a:close/>
                <a:lnTo>
                  <a:pt x="795434" y="412027"/>
                </a:lnTo>
                <a:close/>
                <a:lnTo>
                  <a:pt x="798413" y="538349"/>
                </a:lnTo>
                <a:close/>
                <a:lnTo>
                  <a:pt x="799902" y="413371"/>
                </a:lnTo>
                <a:close/>
                <a:lnTo>
                  <a:pt x="801392" y="410589"/>
                </a:lnTo>
                <a:close/>
                <a:lnTo>
                  <a:pt x="802882" y="78071"/>
                </a:lnTo>
                <a:close/>
                <a:lnTo>
                  <a:pt x="804371" y="97077"/>
                </a:lnTo>
                <a:close/>
                <a:lnTo>
                  <a:pt x="805861" y="167384"/>
                </a:lnTo>
                <a:close/>
                <a:lnTo>
                  <a:pt x="807350" y="683335"/>
                </a:lnTo>
                <a:close/>
                <a:lnTo>
                  <a:pt x="811819" y="520053"/>
                </a:lnTo>
                <a:close/>
                <a:lnTo>
                  <a:pt x="813309" y="554834"/>
                </a:lnTo>
                <a:close/>
                <a:lnTo>
                  <a:pt x="816288" y="298087"/>
                </a:lnTo>
                <a:close/>
                <a:lnTo>
                  <a:pt x="817777" y="273839"/>
                </a:lnTo>
                <a:close/>
                <a:lnTo>
                  <a:pt x="819267" y="210780"/>
                </a:lnTo>
                <a:close/>
                <a:lnTo>
                  <a:pt x="822246" y="374112"/>
                </a:lnTo>
                <a:close/>
                <a:lnTo>
                  <a:pt x="823736" y="257581"/>
                </a:lnTo>
                <a:close/>
                <a:lnTo>
                  <a:pt x="825225" y="362710"/>
                </a:lnTo>
                <a:close/>
                <a:lnTo>
                  <a:pt x="828204" y="280456"/>
                </a:lnTo>
                <a:close/>
                <a:lnTo>
                  <a:pt x="829694" y="417155"/>
                </a:lnTo>
                <a:close/>
                <a:lnTo>
                  <a:pt x="831183" y="149521"/>
                </a:lnTo>
                <a:close/>
                <a:lnTo>
                  <a:pt x="832673" y="190983"/>
                </a:lnTo>
                <a:close/>
                <a:lnTo>
                  <a:pt x="835652" y="466743"/>
                </a:lnTo>
                <a:close/>
                <a:lnTo>
                  <a:pt x="837142" y="398529"/>
                </a:lnTo>
                <a:close/>
                <a:lnTo>
                  <a:pt x="838631" y="490839"/>
                </a:lnTo>
                <a:close/>
                <a:lnTo>
                  <a:pt x="840121" y="470570"/>
                </a:lnTo>
                <a:close/>
                <a:lnTo>
                  <a:pt x="843100" y="592771"/>
                </a:lnTo>
                <a:close/>
                <a:lnTo>
                  <a:pt x="844590" y="518073"/>
                </a:lnTo>
                <a:close/>
                <a:lnTo>
                  <a:pt x="846079" y="524805"/>
                </a:lnTo>
                <a:close/>
                <a:lnTo>
                  <a:pt x="847569" y="376937"/>
                </a:lnTo>
                <a:close/>
                <a:lnTo>
                  <a:pt x="849058" y="433470"/>
                </a:lnTo>
                <a:close/>
                <a:lnTo>
                  <a:pt x="850548" y="307273"/>
                </a:lnTo>
                <a:close/>
                <a:lnTo>
                  <a:pt x="853527" y="573275"/>
                </a:lnTo>
                <a:close/>
                <a:lnTo>
                  <a:pt x="855017" y="458888"/>
                </a:lnTo>
                <a:close/>
                <a:lnTo>
                  <a:pt x="856506" y="585579"/>
                </a:lnTo>
                <a:close/>
                <a:lnTo>
                  <a:pt x="857996" y="411208"/>
                </a:lnTo>
                <a:close/>
                <a:lnTo>
                  <a:pt x="859485" y="481200"/>
                </a:lnTo>
                <a:close/>
                <a:lnTo>
                  <a:pt x="860975" y="481200"/>
                </a:lnTo>
                <a:close/>
                <a:lnTo>
                  <a:pt x="862465" y="314095"/>
                </a:lnTo>
                <a:close/>
                <a:lnTo>
                  <a:pt x="863954" y="350926"/>
                </a:lnTo>
                <a:close/>
                <a:lnTo>
                  <a:pt x="865444" y="452029"/>
                </a:lnTo>
                <a:close/>
                <a:lnTo>
                  <a:pt x="866933" y="396718"/>
                </a:lnTo>
                <a:close/>
                <a:lnTo>
                  <a:pt x="868423" y="222471"/>
                </a:lnTo>
                <a:close/>
                <a:lnTo>
                  <a:pt x="869912" y="495952"/>
                </a:lnTo>
                <a:close/>
                <a:lnTo>
                  <a:pt x="871402" y="444459"/>
                </a:lnTo>
                <a:close/>
                <a:lnTo>
                  <a:pt x="875871" y="179582"/>
                </a:lnTo>
                <a:close/>
                <a:lnTo>
                  <a:pt x="877360" y="236789"/>
                </a:lnTo>
                <a:close/>
                <a:lnTo>
                  <a:pt x="880339" y="439174"/>
                </a:lnTo>
                <a:close/>
                <a:lnTo>
                  <a:pt x="881829" y="468296"/>
                </a:lnTo>
                <a:close/>
                <a:lnTo>
                  <a:pt x="884808" y="659680"/>
                </a:lnTo>
                <a:close/>
                <a:lnTo>
                  <a:pt x="887787" y="314856"/>
                </a:lnTo>
                <a:close/>
                <a:lnTo>
                  <a:pt x="889277" y="219982"/>
                </a:lnTo>
                <a:close/>
                <a:lnTo>
                  <a:pt x="890767" y="234508"/>
                </a:lnTo>
                <a:close/>
                <a:lnTo>
                  <a:pt x="892256" y="282105"/>
                </a:lnTo>
                <a:close/>
                <a:lnTo>
                  <a:pt x="893746" y="699925"/>
                </a:lnTo>
                <a:close/>
                <a:lnTo>
                  <a:pt x="896725" y="404900"/>
                </a:lnTo>
                <a:close/>
                <a:lnTo>
                  <a:pt x="898214" y="306890"/>
                </a:lnTo>
                <a:close/>
                <a:lnTo>
                  <a:pt x="899704" y="397848"/>
                </a:lnTo>
                <a:close/>
                <a:lnTo>
                  <a:pt x="902683" y="863018"/>
                </a:lnTo>
                <a:close/>
                <a:lnTo>
                  <a:pt x="905662" y="592074"/>
                </a:lnTo>
                <a:close/>
                <a:lnTo>
                  <a:pt x="907152" y="564309"/>
                </a:lnTo>
                <a:close/>
                <a:lnTo>
                  <a:pt x="908641" y="658301"/>
                </a:lnTo>
                <a:close/>
                <a:lnTo>
                  <a:pt x="910131" y="516622"/>
                </a:lnTo>
                <a:close/>
                <a:lnTo>
                  <a:pt x="911621" y="601070"/>
                </a:lnTo>
                <a:close/>
                <a:lnTo>
                  <a:pt x="913110" y="574909"/>
                </a:lnTo>
                <a:close/>
                <a:lnTo>
                  <a:pt x="916089" y="373345"/>
                </a:lnTo>
                <a:close/>
                <a:lnTo>
                  <a:pt x="920558" y="830912"/>
                </a:lnTo>
                <a:close/>
                <a:lnTo>
                  <a:pt x="923537" y="415006"/>
                </a:lnTo>
                <a:close/>
                <a:lnTo>
                  <a:pt x="925027" y="580937"/>
                </a:lnTo>
                <a:close/>
                <a:lnTo>
                  <a:pt x="928006" y="335256"/>
                </a:lnTo>
                <a:close/>
                <a:lnTo>
                  <a:pt x="930985" y="719753"/>
                </a:lnTo>
                <a:close/>
                <a:lnTo>
                  <a:pt x="933964" y="562513"/>
                </a:lnTo>
                <a:close/>
                <a:lnTo>
                  <a:pt x="935454" y="538631"/>
                </a:lnTo>
                <a:close/>
                <a:lnTo>
                  <a:pt x="936943" y="389216"/>
                </a:lnTo>
                <a:close/>
                <a:lnTo>
                  <a:pt x="938433" y="715921"/>
                </a:lnTo>
                <a:close/>
                <a:lnTo>
                  <a:pt x="939923" y="621338"/>
                </a:lnTo>
                <a:close/>
                <a:lnTo>
                  <a:pt x="941412" y="652939"/>
                </a:lnTo>
                <a:close/>
                <a:lnTo>
                  <a:pt x="944391" y="400585"/>
                </a:lnTo>
                <a:close/>
                <a:lnTo>
                  <a:pt x="947370" y="222512"/>
                </a:lnTo>
                <a:close/>
                <a:lnTo>
                  <a:pt x="948860" y="568513"/>
                </a:lnTo>
                <a:close/>
                <a:lnTo>
                  <a:pt x="950350" y="376003"/>
                </a:lnTo>
                <a:close/>
                <a:lnTo>
                  <a:pt x="953329" y="696732"/>
                </a:lnTo>
                <a:close/>
                <a:lnTo>
                  <a:pt x="956308" y="545397"/>
                </a:lnTo>
                <a:close/>
                <a:lnTo>
                  <a:pt x="957797" y="852479"/>
                </a:lnTo>
                <a:close/>
                <a:lnTo>
                  <a:pt x="963756" y="347289"/>
                </a:lnTo>
                <a:close/>
                <a:lnTo>
                  <a:pt x="965245" y="471630"/>
                </a:lnTo>
                <a:close/>
                <a:lnTo>
                  <a:pt x="966735" y="713936"/>
                </a:lnTo>
                <a:close/>
                <a:lnTo>
                  <a:pt x="968224" y="541170"/>
                </a:lnTo>
                <a:close/>
                <a:lnTo>
                  <a:pt x="969714" y="688236"/>
                </a:lnTo>
                <a:close/>
                <a:lnTo>
                  <a:pt x="972693" y="445787"/>
                </a:lnTo>
                <a:close/>
                <a:lnTo>
                  <a:pt x="978652" y="129995"/>
                </a:lnTo>
                <a:close/>
                <a:lnTo>
                  <a:pt x="980141" y="326688"/>
                </a:lnTo>
                <a:close/>
                <a:lnTo>
                  <a:pt x="981631" y="292385"/>
                </a:lnTo>
                <a:close/>
                <a:lnTo>
                  <a:pt x="983120" y="311123"/>
                </a:lnTo>
                <a:close/>
                <a:lnTo>
                  <a:pt x="984610" y="558561"/>
                </a:lnTo>
                <a:close/>
                <a:lnTo>
                  <a:pt x="986099" y="484081"/>
                </a:lnTo>
                <a:close/>
                <a:lnTo>
                  <a:pt x="987589" y="313198"/>
                </a:lnTo>
                <a:close/>
                <a:lnTo>
                  <a:pt x="989079" y="315639"/>
                </a:lnTo>
                <a:close/>
                <a:lnTo>
                  <a:pt x="990568" y="485305"/>
                </a:lnTo>
                <a:close/>
                <a:lnTo>
                  <a:pt x="995037" y="13551"/>
                </a:lnTo>
                <a:close/>
                <a:lnTo>
                  <a:pt x="998016" y="401410"/>
                </a:lnTo>
                <a:close/>
                <a:lnTo>
                  <a:pt x="1000995" y="194833"/>
                </a:lnTo>
                <a:close/>
                <a:lnTo>
                  <a:pt x="1002485" y="270615"/>
                </a:lnTo>
                <a:close/>
                <a:lnTo>
                  <a:pt x="1003974" y="265326"/>
                </a:lnTo>
                <a:close/>
                <a:lnTo>
                  <a:pt x="1005464" y="491146"/>
                </a:lnTo>
                <a:close/>
                <a:lnTo>
                  <a:pt x="1008443" y="513029"/>
                </a:lnTo>
                <a:close/>
                <a:lnTo>
                  <a:pt x="1009933" y="371714"/>
                </a:lnTo>
                <a:close/>
                <a:lnTo>
                  <a:pt x="1011422" y="458194"/>
                </a:lnTo>
                <a:close/>
                <a:lnTo>
                  <a:pt x="1012912" y="459917"/>
                </a:lnTo>
                <a:close/>
                <a:lnTo>
                  <a:pt x="1014401" y="490228"/>
                </a:lnTo>
                <a:close/>
                <a:lnTo>
                  <a:pt x="1017380" y="642665"/>
                </a:lnTo>
                <a:close/>
                <a:lnTo>
                  <a:pt x="1018870" y="665120"/>
                </a:lnTo>
                <a:close/>
                <a:lnTo>
                  <a:pt x="1023339" y="306032"/>
                </a:lnTo>
                <a:close/>
                <a:lnTo>
                  <a:pt x="1024828" y="488477"/>
                </a:lnTo>
                <a:close/>
                <a:lnTo>
                  <a:pt x="1027808" y="205147"/>
                </a:lnTo>
                <a:close/>
                <a:lnTo>
                  <a:pt x="1029297" y="422906"/>
                </a:lnTo>
                <a:close/>
                <a:lnTo>
                  <a:pt x="1030787" y="288722"/>
                </a:lnTo>
                <a:close/>
                <a:lnTo>
                  <a:pt x="1033766" y="395925"/>
                </a:lnTo>
                <a:close/>
                <a:lnTo>
                  <a:pt x="1035255" y="360130"/>
                </a:lnTo>
                <a:close/>
                <a:lnTo>
                  <a:pt x="1036745" y="246521"/>
                </a:lnTo>
                <a:close/>
                <a:lnTo>
                  <a:pt x="1038235" y="452310"/>
                </a:lnTo>
                <a:close/>
                <a:lnTo>
                  <a:pt x="1039724" y="243091"/>
                </a:lnTo>
                <a:close/>
                <a:lnTo>
                  <a:pt x="1045682" y="442476"/>
                </a:lnTo>
                <a:close/>
                <a:lnTo>
                  <a:pt x="1047172" y="698013"/>
                </a:lnTo>
                <a:close/>
                <a:lnTo>
                  <a:pt x="1050151" y="598786"/>
                </a:lnTo>
                <a:close/>
                <a:lnTo>
                  <a:pt x="1051641" y="717168"/>
                </a:lnTo>
                <a:close/>
                <a:lnTo>
                  <a:pt x="1053130" y="524606"/>
                </a:lnTo>
                <a:close/>
                <a:lnTo>
                  <a:pt x="1054620" y="639349"/>
                </a:lnTo>
                <a:close/>
                <a:lnTo>
                  <a:pt x="1056109" y="460285"/>
                </a:lnTo>
                <a:close/>
                <a:lnTo>
                  <a:pt x="1059089" y="699837"/>
                </a:lnTo>
                <a:close/>
                <a:lnTo>
                  <a:pt x="1060578" y="547416"/>
                </a:lnTo>
                <a:close/>
                <a:lnTo>
                  <a:pt x="1062068" y="548350"/>
                </a:lnTo>
                <a:close/>
                <a:lnTo>
                  <a:pt x="1063557" y="592653"/>
                </a:lnTo>
                <a:close/>
                <a:lnTo>
                  <a:pt x="1065047" y="402935"/>
                </a:lnTo>
                <a:close/>
                <a:lnTo>
                  <a:pt x="1068026" y="784225"/>
                </a:lnTo>
                <a:close/>
                <a:lnTo>
                  <a:pt x="1069516" y="668758"/>
                </a:lnTo>
                <a:close/>
                <a:lnTo>
                  <a:pt x="1071005" y="666455"/>
                </a:lnTo>
                <a:close/>
                <a:lnTo>
                  <a:pt x="1072495" y="618519"/>
                </a:lnTo>
                <a:close/>
                <a:lnTo>
                  <a:pt x="1075474" y="801388"/>
                </a:lnTo>
                <a:close/>
                <a:lnTo>
                  <a:pt x="1076964" y="435433"/>
                </a:lnTo>
                <a:close/>
                <a:lnTo>
                  <a:pt x="1079943" y="629116"/>
                </a:lnTo>
                <a:close/>
                <a:lnTo>
                  <a:pt x="1081432" y="474829"/>
                </a:lnTo>
                <a:close/>
                <a:lnTo>
                  <a:pt x="1082922" y="482051"/>
                </a:lnTo>
                <a:close/>
                <a:lnTo>
                  <a:pt x="1084411" y="731218"/>
                </a:lnTo>
                <a:close/>
                <a:lnTo>
                  <a:pt x="1087391" y="512807"/>
                </a:lnTo>
                <a:close/>
                <a:lnTo>
                  <a:pt x="1088880" y="212680"/>
                </a:lnTo>
                <a:close/>
                <a:lnTo>
                  <a:pt x="1091859" y="319276"/>
                </a:lnTo>
                <a:close/>
                <a:lnTo>
                  <a:pt x="1093349" y="586625"/>
                </a:lnTo>
                <a:close/>
                <a:lnTo>
                  <a:pt x="1094838" y="491796"/>
                </a:lnTo>
                <a:close/>
                <a:lnTo>
                  <a:pt x="1097818" y="630465"/>
                </a:lnTo>
                <a:close/>
                <a:lnTo>
                  <a:pt x="1099307" y="536720"/>
                </a:lnTo>
                <a:close/>
                <a:lnTo>
                  <a:pt x="1100797" y="674149"/>
                </a:lnTo>
                <a:close/>
                <a:lnTo>
                  <a:pt x="1102286" y="659098"/>
                </a:lnTo>
                <a:close/>
                <a:lnTo>
                  <a:pt x="1103776" y="560427"/>
                </a:lnTo>
                <a:close/>
                <a:lnTo>
                  <a:pt x="1105265" y="727903"/>
                </a:lnTo>
                <a:close/>
                <a:lnTo>
                  <a:pt x="1106755" y="728839"/>
                </a:lnTo>
                <a:close/>
                <a:lnTo>
                  <a:pt x="1109734" y="637531"/>
                </a:lnTo>
                <a:close/>
                <a:lnTo>
                  <a:pt x="1112713" y="693295"/>
                </a:lnTo>
                <a:close/>
                <a:lnTo>
                  <a:pt x="1114203" y="667104"/>
                </a:lnTo>
                <a:close/>
                <a:lnTo>
                  <a:pt x="1115693" y="753205"/>
                </a:lnTo>
                <a:close/>
                <a:lnTo>
                  <a:pt x="1118672" y="421368"/>
                </a:lnTo>
                <a:close/>
                <a:lnTo>
                  <a:pt x="1120161" y="290296"/>
                </a:lnTo>
                <a:close/>
                <a:lnTo>
                  <a:pt x="1121651" y="638666"/>
                </a:lnTo>
                <a:close/>
                <a:lnTo>
                  <a:pt x="1126120" y="225882"/>
                </a:lnTo>
                <a:close/>
                <a:lnTo>
                  <a:pt x="1127609" y="507738"/>
                </a:lnTo>
                <a:close/>
                <a:lnTo>
                  <a:pt x="1129099" y="439127"/>
                </a:lnTo>
                <a:close/>
                <a:lnTo>
                  <a:pt x="1130588" y="659247"/>
                </a:lnTo>
                <a:close/>
                <a:lnTo>
                  <a:pt x="1132078" y="385400"/>
                </a:lnTo>
                <a:close/>
                <a:lnTo>
                  <a:pt x="1135057" y="656697"/>
                </a:lnTo>
                <a:close/>
                <a:lnTo>
                  <a:pt x="1138036" y="472064"/>
                </a:lnTo>
                <a:close/>
                <a:lnTo>
                  <a:pt x="1142505" y="748734"/>
                </a:lnTo>
                <a:close/>
                <a:lnTo>
                  <a:pt x="1143994" y="723755"/>
                </a:lnTo>
                <a:close/>
                <a:lnTo>
                  <a:pt x="1145484" y="506941"/>
                </a:lnTo>
                <a:close/>
                <a:lnTo>
                  <a:pt x="1146974" y="598875"/>
                </a:lnTo>
                <a:close/>
                <a:lnTo>
                  <a:pt x="1148463" y="332051"/>
                </a:lnTo>
                <a:close/>
                <a:lnTo>
                  <a:pt x="1151442" y="592867"/>
                </a:lnTo>
                <a:close/>
                <a:lnTo>
                  <a:pt x="1154421" y="470036"/>
                </a:lnTo>
                <a:close/>
                <a:lnTo>
                  <a:pt x="1155911" y="685290"/>
                </a:lnTo>
                <a:close/>
                <a:lnTo>
                  <a:pt x="1157401" y="365726"/>
                </a:lnTo>
                <a:close/>
                <a:lnTo>
                  <a:pt x="1158890" y="378766"/>
                </a:lnTo>
                <a:close/>
                <a:lnTo>
                  <a:pt x="1160380" y="564106"/>
                </a:lnTo>
                <a:close/>
                <a:lnTo>
                  <a:pt x="1161869" y="570076"/>
                </a:lnTo>
                <a:close/>
                <a:lnTo>
                  <a:pt x="1163359" y="540104"/>
                </a:lnTo>
                <a:close/>
                <a:lnTo>
                  <a:pt x="1164849" y="701473"/>
                </a:lnTo>
                <a:close/>
                <a:lnTo>
                  <a:pt x="1167828" y="550037"/>
                </a:lnTo>
                <a:close/>
                <a:lnTo>
                  <a:pt x="1169317" y="526463"/>
                </a:lnTo>
                <a:close/>
                <a:lnTo>
                  <a:pt x="1172296" y="416982"/>
                </a:lnTo>
                <a:close/>
                <a:lnTo>
                  <a:pt x="1173786" y="315116"/>
                </a:lnTo>
                <a:close/>
                <a:lnTo>
                  <a:pt x="1175276" y="32125"/>
                </a:lnTo>
                <a:close/>
                <a:lnTo>
                  <a:pt x="1176765" y="97041"/>
                </a:lnTo>
                <a:close/>
                <a:lnTo>
                  <a:pt x="1184213" y="897477"/>
                </a:lnTo>
                <a:close/>
                <a:lnTo>
                  <a:pt x="1187192" y="431121"/>
                </a:lnTo>
                <a:close/>
                <a:lnTo>
                  <a:pt x="1191661" y="836687"/>
                </a:lnTo>
                <a:close/>
                <a:lnTo>
                  <a:pt x="1194640" y="619615"/>
                </a:lnTo>
                <a:close/>
                <a:lnTo>
                  <a:pt x="1196130" y="653988"/>
                </a:lnTo>
                <a:close/>
                <a:lnTo>
                  <a:pt x="1197619" y="760090"/>
                </a:lnTo>
                <a:close/>
                <a:lnTo>
                  <a:pt x="1200598" y="538773"/>
                </a:lnTo>
                <a:close/>
                <a:lnTo>
                  <a:pt x="1203578" y="790273"/>
                </a:lnTo>
                <a:close/>
                <a:lnTo>
                  <a:pt x="1205067" y="564840"/>
                </a:lnTo>
                <a:close/>
                <a:lnTo>
                  <a:pt x="1206557" y="560226"/>
                </a:lnTo>
                <a:close/>
                <a:lnTo>
                  <a:pt x="1209536" y="317262"/>
                </a:lnTo>
                <a:close/>
                <a:lnTo>
                  <a:pt x="1211025" y="438768"/>
                </a:lnTo>
                <a:close/>
                <a:lnTo>
                  <a:pt x="1212515" y="716924"/>
                </a:lnTo>
                <a:close/>
                <a:lnTo>
                  <a:pt x="1214005" y="641303"/>
                </a:lnTo>
                <a:close/>
                <a:lnTo>
                  <a:pt x="1215494" y="398636"/>
                </a:lnTo>
                <a:close/>
                <a:lnTo>
                  <a:pt x="1218473" y="681565"/>
                </a:lnTo>
                <a:close/>
                <a:lnTo>
                  <a:pt x="1221452" y="302484"/>
                </a:lnTo>
                <a:close/>
                <a:lnTo>
                  <a:pt x="1222942" y="329617"/>
                </a:lnTo>
                <a:close/>
                <a:lnTo>
                  <a:pt x="1224432" y="484193"/>
                </a:lnTo>
                <a:close/>
                <a:lnTo>
                  <a:pt x="1225921" y="403677"/>
                </a:lnTo>
                <a:close/>
                <a:lnTo>
                  <a:pt x="1228900" y="754615"/>
                </a:lnTo>
                <a:close/>
                <a:lnTo>
                  <a:pt x="1230390" y="817237"/>
                </a:lnTo>
                <a:close/>
                <a:lnTo>
                  <a:pt x="1231879" y="742176"/>
                </a:lnTo>
                <a:close/>
                <a:lnTo>
                  <a:pt x="1233369" y="796700"/>
                </a:lnTo>
                <a:close/>
                <a:lnTo>
                  <a:pt x="1234859" y="561731"/>
                </a:lnTo>
                <a:close/>
                <a:lnTo>
                  <a:pt x="1236348" y="626639"/>
                </a:lnTo>
                <a:close/>
                <a:lnTo>
                  <a:pt x="1237838" y="549568"/>
                </a:lnTo>
                <a:close/>
                <a:lnTo>
                  <a:pt x="1240817" y="684930"/>
                </a:lnTo>
                <a:close/>
                <a:lnTo>
                  <a:pt x="1242306" y="669447"/>
                </a:lnTo>
                <a:close/>
                <a:lnTo>
                  <a:pt x="1246775" y="568936"/>
                </a:lnTo>
                <a:close/>
                <a:lnTo>
                  <a:pt x="1248265" y="477315"/>
                </a:lnTo>
                <a:close/>
                <a:lnTo>
                  <a:pt x="1251244" y="618530"/>
                </a:lnTo>
                <a:close/>
                <a:lnTo>
                  <a:pt x="1254223" y="474274"/>
                </a:lnTo>
                <a:close/>
                <a:lnTo>
                  <a:pt x="1255713" y="500328"/>
                </a:lnTo>
                <a:close/>
                <a:lnTo>
                  <a:pt x="1258692" y="905990"/>
                </a:lnTo>
                <a:close/>
                <a:lnTo>
                  <a:pt x="1260181" y="897366"/>
                </a:lnTo>
                <a:close/>
                <a:lnTo>
                  <a:pt x="1263161" y="640469"/>
                </a:lnTo>
                <a:close/>
                <a:lnTo>
                  <a:pt x="1264650" y="647645"/>
                </a:lnTo>
                <a:close/>
                <a:lnTo>
                  <a:pt x="1267629" y="579398"/>
                </a:lnTo>
                <a:close/>
                <a:lnTo>
                  <a:pt x="1269119" y="732003"/>
                </a:lnTo>
                <a:close/>
                <a:lnTo>
                  <a:pt x="1270608" y="732003"/>
                </a:lnTo>
                <a:close/>
                <a:lnTo>
                  <a:pt x="1273588" y="427349"/>
                </a:lnTo>
                <a:close/>
                <a:lnTo>
                  <a:pt x="1275077" y="505405"/>
                </a:lnTo>
                <a:close/>
                <a:lnTo>
                  <a:pt x="1276567" y="491069"/>
                </a:lnTo>
                <a:close/>
                <a:lnTo>
                  <a:pt x="1278056" y="511871"/>
                </a:lnTo>
                <a:close/>
                <a:lnTo>
                  <a:pt x="1279546" y="496612"/>
                </a:lnTo>
                <a:close/>
                <a:lnTo>
                  <a:pt x="1281035" y="602282"/>
                </a:lnTo>
                <a:close/>
                <a:lnTo>
                  <a:pt x="1286994" y="352471"/>
                </a:lnTo>
                <a:close/>
                <a:lnTo>
                  <a:pt x="1289973" y="637420"/>
                </a:lnTo>
                <a:close/>
                <a:lnTo>
                  <a:pt x="1292952" y="510725"/>
                </a:lnTo>
                <a:close/>
                <a:lnTo>
                  <a:pt x="1294442" y="554880"/>
                </a:lnTo>
                <a:close/>
                <a:lnTo>
                  <a:pt x="1295931" y="708923"/>
                </a:lnTo>
                <a:close/>
                <a:lnTo>
                  <a:pt x="1297421" y="665279"/>
                </a:lnTo>
                <a:close/>
                <a:lnTo>
                  <a:pt x="1298910" y="505955"/>
                </a:lnTo>
                <a:close/>
                <a:lnTo>
                  <a:pt x="1300400" y="742854"/>
                </a:lnTo>
                <a:close/>
                <a:lnTo>
                  <a:pt x="1303379" y="539410"/>
                </a:lnTo>
                <a:close/>
                <a:lnTo>
                  <a:pt x="1304869" y="690953"/>
                </a:lnTo>
                <a:close/>
                <a:lnTo>
                  <a:pt x="1306358" y="586041"/>
                </a:lnTo>
                <a:close/>
                <a:lnTo>
                  <a:pt x="1307848" y="612347"/>
                </a:lnTo>
                <a:close/>
                <a:lnTo>
                  <a:pt x="1310827" y="915347"/>
                </a:lnTo>
                <a:close/>
                <a:lnTo>
                  <a:pt x="1313806" y="627670"/>
                </a:lnTo>
                <a:close/>
                <a:lnTo>
                  <a:pt x="1316785" y="324798"/>
                </a:lnTo>
                <a:close/>
                <a:lnTo>
                  <a:pt x="1319764" y="722367"/>
                </a:lnTo>
                <a:close/>
                <a:lnTo>
                  <a:pt x="1321254" y="617578"/>
                </a:lnTo>
                <a:close/>
                <a:lnTo>
                  <a:pt x="1322744" y="635793"/>
                </a:lnTo>
                <a:close/>
                <a:lnTo>
                  <a:pt x="1324233" y="499443"/>
                </a:lnTo>
                <a:close/>
                <a:lnTo>
                  <a:pt x="1325723" y="520217"/>
                </a:lnTo>
                <a:close/>
                <a:lnTo>
                  <a:pt x="1327212" y="490721"/>
                </a:lnTo>
                <a:close/>
                <a:lnTo>
                  <a:pt x="1328702" y="413262"/>
                </a:lnTo>
                <a:close/>
                <a:lnTo>
                  <a:pt x="1330191" y="256424"/>
                </a:lnTo>
                <a:close/>
                <a:lnTo>
                  <a:pt x="1336150" y="906833"/>
                </a:lnTo>
                <a:close/>
                <a:lnTo>
                  <a:pt x="1339129" y="570207"/>
                </a:lnTo>
                <a:close/>
                <a:lnTo>
                  <a:pt x="1340619" y="649157"/>
                </a:lnTo>
                <a:close/>
                <a:lnTo>
                  <a:pt x="1342108" y="532968"/>
                </a:lnTo>
                <a:close/>
                <a:lnTo>
                  <a:pt x="1343598" y="206477"/>
                </a:lnTo>
                <a:close/>
                <a:lnTo>
                  <a:pt x="1345087" y="486983"/>
                </a:lnTo>
                <a:close/>
                <a:lnTo>
                  <a:pt x="1346577" y="265989"/>
                </a:lnTo>
                <a:close/>
                <a:lnTo>
                  <a:pt x="1348066" y="566915"/>
                </a:lnTo>
                <a:close/>
                <a:lnTo>
                  <a:pt x="1349556" y="582417"/>
                </a:lnTo>
                <a:close/>
                <a:lnTo>
                  <a:pt x="1352535" y="384462"/>
                </a:lnTo>
                <a:close/>
                <a:lnTo>
                  <a:pt x="1354025" y="581658"/>
                </a:lnTo>
                <a:close/>
                <a:lnTo>
                  <a:pt x="1355514" y="383544"/>
                </a:lnTo>
                <a:close/>
                <a:lnTo>
                  <a:pt x="1358493" y="581084"/>
                </a:lnTo>
                <a:close/>
                <a:lnTo>
                  <a:pt x="1359983" y="736967"/>
                </a:lnTo>
                <a:close/>
                <a:lnTo>
                  <a:pt x="1361473" y="644901"/>
                </a:lnTo>
                <a:close/>
                <a:lnTo>
                  <a:pt x="1364452" y="683303"/>
                </a:lnTo>
                <a:close/>
                <a:lnTo>
                  <a:pt x="1365941" y="666486"/>
                </a:lnTo>
                <a:close/>
                <a:lnTo>
                  <a:pt x="1367431" y="565085"/>
                </a:lnTo>
                <a:close/>
                <a:lnTo>
                  <a:pt x="1368920" y="632832"/>
                </a:lnTo>
                <a:close/>
                <a:lnTo>
                  <a:pt x="1370410" y="272292"/>
                </a:lnTo>
                <a:close/>
                <a:lnTo>
                  <a:pt x="1371900" y="272292"/>
                </a:lnTo>
                <a:close/>
                <a:lnTo>
                  <a:pt x="1373389" y="402945"/>
                </a:lnTo>
                <a:close/>
                <a:lnTo>
                  <a:pt x="1374879" y="397644"/>
                </a:lnTo>
                <a:close/>
                <a:lnTo>
                  <a:pt x="1376368" y="662975"/>
                </a:lnTo>
                <a:close/>
                <a:lnTo>
                  <a:pt x="1377858" y="565883"/>
                </a:lnTo>
                <a:close/>
                <a:lnTo>
                  <a:pt x="1379347" y="706506"/>
                </a:lnTo>
                <a:close/>
                <a:lnTo>
                  <a:pt x="1380837" y="700850"/>
                </a:lnTo>
                <a:close/>
                <a:lnTo>
                  <a:pt x="1382327" y="673200"/>
                </a:lnTo>
                <a:close/>
                <a:lnTo>
                  <a:pt x="1383816" y="531382"/>
                </a:lnTo>
                <a:close/>
                <a:lnTo>
                  <a:pt x="1385306" y="614455"/>
                </a:lnTo>
                <a:close/>
                <a:lnTo>
                  <a:pt x="1386795" y="602676"/>
                </a:lnTo>
                <a:close/>
                <a:lnTo>
                  <a:pt x="1388285" y="653907"/>
                </a:lnTo>
                <a:close/>
                <a:lnTo>
                  <a:pt x="1391264" y="166445"/>
                </a:lnTo>
                <a:close/>
                <a:lnTo>
                  <a:pt x="1400202" y="931026"/>
                </a:lnTo>
                <a:close/>
                <a:lnTo>
                  <a:pt x="1404670" y="544262"/>
                </a:lnTo>
                <a:close/>
                <a:lnTo>
                  <a:pt x="1406160" y="604976"/>
                </a:lnTo>
                <a:close/>
                <a:lnTo>
                  <a:pt x="1407649" y="905286"/>
                </a:lnTo>
                <a:close/>
                <a:lnTo>
                  <a:pt x="1409139" y="868994"/>
                </a:lnTo>
                <a:close/>
                <a:lnTo>
                  <a:pt x="1412118" y="253999"/>
                </a:lnTo>
                <a:close/>
                <a:lnTo>
                  <a:pt x="1413608" y="416247"/>
                </a:lnTo>
                <a:close/>
                <a:lnTo>
                  <a:pt x="1415097" y="208812"/>
                </a:lnTo>
                <a:close/>
                <a:lnTo>
                  <a:pt x="1418076" y="343004"/>
                </a:lnTo>
                <a:close/>
                <a:lnTo>
                  <a:pt x="1419566" y="433733"/>
                </a:lnTo>
                <a:close/>
                <a:lnTo>
                  <a:pt x="1421056" y="649449"/>
                </a:lnTo>
                <a:close/>
                <a:lnTo>
                  <a:pt x="1422545" y="630361"/>
                </a:lnTo>
                <a:close/>
                <a:lnTo>
                  <a:pt x="1424035" y="402271"/>
                </a:lnTo>
                <a:close/>
                <a:lnTo>
                  <a:pt x="1425524" y="604987"/>
                </a:lnTo>
                <a:close/>
                <a:lnTo>
                  <a:pt x="1427014" y="584909"/>
                </a:lnTo>
                <a:close/>
                <a:lnTo>
                  <a:pt x="1428504" y="705868"/>
                </a:lnTo>
                <a:close/>
                <a:lnTo>
                  <a:pt x="1429993" y="653533"/>
                </a:lnTo>
                <a:close/>
                <a:lnTo>
                  <a:pt x="1431483" y="703545"/>
                </a:lnTo>
                <a:close/>
                <a:lnTo>
                  <a:pt x="1432972" y="425014"/>
                </a:lnTo>
                <a:close/>
                <a:lnTo>
                  <a:pt x="1434462" y="736303"/>
                </a:lnTo>
                <a:close/>
                <a:lnTo>
                  <a:pt x="1435951" y="735637"/>
                </a:lnTo>
                <a:close/>
                <a:lnTo>
                  <a:pt x="1437441" y="537838"/>
                </a:lnTo>
                <a:close/>
                <a:lnTo>
                  <a:pt x="1438931" y="832900"/>
                </a:lnTo>
                <a:close/>
                <a:lnTo>
                  <a:pt x="1440420" y="328932"/>
                </a:lnTo>
                <a:close/>
                <a:lnTo>
                  <a:pt x="1443399" y="644552"/>
                </a:lnTo>
                <a:close/>
                <a:lnTo>
                  <a:pt x="1444889" y="372685"/>
                </a:lnTo>
                <a:close/>
                <a:lnTo>
                  <a:pt x="1447868" y="585538"/>
                </a:lnTo>
                <a:close/>
                <a:lnTo>
                  <a:pt x="1450847" y="220212"/>
                </a:lnTo>
                <a:close/>
                <a:lnTo>
                  <a:pt x="1453826" y="604754"/>
                </a:lnTo>
                <a:close/>
                <a:lnTo>
                  <a:pt x="1456805" y="650565"/>
                </a:lnTo>
                <a:close/>
                <a:lnTo>
                  <a:pt x="1458295" y="499800"/>
                </a:lnTo>
                <a:close/>
                <a:lnTo>
                  <a:pt x="1459785" y="523016"/>
                </a:lnTo>
                <a:close/>
                <a:lnTo>
                  <a:pt x="1462764" y="329761"/>
                </a:lnTo>
                <a:close/>
                <a:lnTo>
                  <a:pt x="1464253" y="401093"/>
                </a:lnTo>
                <a:close/>
                <a:lnTo>
                  <a:pt x="1465743" y="378751"/>
                </a:lnTo>
                <a:close/>
                <a:lnTo>
                  <a:pt x="1467232" y="264344"/>
                </a:lnTo>
                <a:close/>
                <a:lnTo>
                  <a:pt x="1470212" y="543321"/>
                </a:lnTo>
                <a:close/>
                <a:lnTo>
                  <a:pt x="1471701" y="542244"/>
                </a:lnTo>
                <a:close/>
                <a:lnTo>
                  <a:pt x="1474680" y="421294"/>
                </a:lnTo>
                <a:close/>
                <a:lnTo>
                  <a:pt x="1476170" y="419605"/>
                </a:lnTo>
                <a:close/>
                <a:lnTo>
                  <a:pt x="1479149" y="677292"/>
                </a:lnTo>
                <a:close/>
                <a:lnTo>
                  <a:pt x="1480639" y="650463"/>
                </a:lnTo>
                <a:close/>
                <a:lnTo>
                  <a:pt x="1482128" y="829241"/>
                </a:lnTo>
                <a:close/>
                <a:lnTo>
                  <a:pt x="1485107" y="604953"/>
                </a:lnTo>
                <a:close/>
                <a:lnTo>
                  <a:pt x="1488087" y="767297"/>
                </a:lnTo>
                <a:close/>
                <a:lnTo>
                  <a:pt x="1489576" y="790362"/>
                </a:lnTo>
                <a:close/>
                <a:lnTo>
                  <a:pt x="1491066" y="896270"/>
                </a:lnTo>
                <a:close/>
                <a:lnTo>
                  <a:pt x="1492555" y="717622"/>
                </a:lnTo>
                <a:close/>
                <a:lnTo>
                  <a:pt x="1494045" y="348924"/>
                </a:lnTo>
                <a:close/>
                <a:lnTo>
                  <a:pt x="1495534" y="557426"/>
                </a:lnTo>
                <a:close/>
                <a:lnTo>
                  <a:pt x="1497024" y="553351"/>
                </a:lnTo>
                <a:close/>
                <a:lnTo>
                  <a:pt x="1498514" y="903036"/>
                </a:lnTo>
                <a:close/>
                <a:lnTo>
                  <a:pt x="1500003" y="819642"/>
                </a:lnTo>
                <a:close/>
                <a:lnTo>
                  <a:pt x="1501493" y="877126"/>
                </a:lnTo>
                <a:close/>
                <a:lnTo>
                  <a:pt x="1504472" y="465666"/>
                </a:lnTo>
                <a:close/>
                <a:lnTo>
                  <a:pt x="1505961" y="516748"/>
                </a:lnTo>
                <a:close/>
                <a:lnTo>
                  <a:pt x="1507451" y="521232"/>
                </a:lnTo>
                <a:close/>
                <a:lnTo>
                  <a:pt x="1508941" y="366100"/>
                </a:lnTo>
                <a:close/>
                <a:lnTo>
                  <a:pt x="1510430" y="620380"/>
                </a:lnTo>
                <a:close/>
                <a:lnTo>
                  <a:pt x="1513409" y="188147"/>
                </a:lnTo>
                <a:close/>
                <a:lnTo>
                  <a:pt x="1516388" y="617570"/>
                </a:lnTo>
                <a:close/>
                <a:lnTo>
                  <a:pt x="1517878" y="640319"/>
                </a:lnTo>
                <a:close/>
                <a:lnTo>
                  <a:pt x="1519368" y="611313"/>
                </a:lnTo>
                <a:close/>
                <a:lnTo>
                  <a:pt x="1520857" y="802411"/>
                </a:lnTo>
                <a:close/>
                <a:lnTo>
                  <a:pt x="1522347" y="651408"/>
                </a:lnTo>
                <a:close/>
                <a:lnTo>
                  <a:pt x="1525326" y="800236"/>
                </a:lnTo>
                <a:close/>
                <a:lnTo>
                  <a:pt x="1526816" y="748110"/>
                </a:lnTo>
                <a:close/>
                <a:lnTo>
                  <a:pt x="1529795" y="766100"/>
                </a:lnTo>
                <a:close/>
                <a:lnTo>
                  <a:pt x="1531284" y="712526"/>
                </a:lnTo>
                <a:close/>
                <a:lnTo>
                  <a:pt x="1532774" y="852967"/>
                </a:lnTo>
                <a:close/>
                <a:lnTo>
                  <a:pt x="1534263" y="498502"/>
                </a:lnTo>
                <a:close/>
                <a:lnTo>
                  <a:pt x="1537243" y="519939"/>
                </a:lnTo>
                <a:close/>
                <a:lnTo>
                  <a:pt x="1538732" y="644503"/>
                </a:lnTo>
                <a:close/>
                <a:lnTo>
                  <a:pt x="1541711" y="502298"/>
                </a:lnTo>
                <a:close/>
                <a:lnTo>
                  <a:pt x="1543201" y="592766"/>
                </a:lnTo>
                <a:close/>
                <a:lnTo>
                  <a:pt x="1544690" y="489515"/>
                </a:lnTo>
                <a:close/>
                <a:lnTo>
                  <a:pt x="1547670" y="618473"/>
                </a:lnTo>
                <a:close/>
                <a:lnTo>
                  <a:pt x="1549159" y="471426"/>
                </a:lnTo>
                <a:close/>
                <a:lnTo>
                  <a:pt x="1550649" y="750919"/>
                </a:lnTo>
                <a:close/>
                <a:lnTo>
                  <a:pt x="1552138" y="491337"/>
                </a:lnTo>
                <a:close/>
                <a:lnTo>
                  <a:pt x="1553628" y="616760"/>
                </a:lnTo>
                <a:close/>
                <a:lnTo>
                  <a:pt x="1556607" y="358586"/>
                </a:lnTo>
                <a:close/>
                <a:lnTo>
                  <a:pt x="1558097" y="358586"/>
                </a:lnTo>
                <a:close/>
                <a:lnTo>
                  <a:pt x="1559586" y="316245"/>
                </a:lnTo>
                <a:close/>
                <a:lnTo>
                  <a:pt x="1561076" y="572947"/>
                </a:lnTo>
                <a:close/>
                <a:lnTo>
                  <a:pt x="1562565" y="470563"/>
                </a:lnTo>
                <a:close/>
                <a:lnTo>
                  <a:pt x="1567034" y="596335"/>
                </a:lnTo>
                <a:close/>
                <a:lnTo>
                  <a:pt x="1570013" y="424552"/>
                </a:lnTo>
                <a:close/>
                <a:lnTo>
                  <a:pt x="1571503" y="553093"/>
                </a:lnTo>
                <a:close/>
                <a:lnTo>
                  <a:pt x="1572992" y="404987"/>
                </a:lnTo>
                <a:close/>
                <a:lnTo>
                  <a:pt x="1574482" y="534170"/>
                </a:lnTo>
                <a:close/>
                <a:lnTo>
                  <a:pt x="1575972" y="345244"/>
                </a:lnTo>
                <a:close/>
                <a:lnTo>
                  <a:pt x="1578951" y="666650"/>
                </a:lnTo>
                <a:close/>
                <a:lnTo>
                  <a:pt x="1580440" y="590604"/>
                </a:lnTo>
                <a:close/>
                <a:lnTo>
                  <a:pt x="1581930" y="606572"/>
                </a:lnTo>
                <a:close/>
                <a:lnTo>
                  <a:pt x="1583419" y="747901"/>
                </a:lnTo>
                <a:close/>
                <a:lnTo>
                  <a:pt x="1584909" y="490670"/>
                </a:lnTo>
                <a:close/>
                <a:lnTo>
                  <a:pt x="1587888" y="574716"/>
                </a:lnTo>
                <a:close/>
                <a:lnTo>
                  <a:pt x="1590867" y="378366"/>
                </a:lnTo>
                <a:close/>
                <a:lnTo>
                  <a:pt x="1592357" y="528737"/>
                </a:lnTo>
                <a:close/>
                <a:lnTo>
                  <a:pt x="1593846" y="474809"/>
                </a:lnTo>
                <a:close/>
                <a:lnTo>
                  <a:pt x="1596826" y="828474"/>
                </a:lnTo>
                <a:close/>
                <a:lnTo>
                  <a:pt x="1598315" y="404482"/>
                </a:lnTo>
                <a:close/>
                <a:lnTo>
                  <a:pt x="1599805" y="773644"/>
                </a:lnTo>
                <a:close/>
                <a:lnTo>
                  <a:pt x="1601294" y="750959"/>
                </a:lnTo>
                <a:close/>
                <a:lnTo>
                  <a:pt x="1602784" y="789451"/>
                </a:lnTo>
                <a:close/>
                <a:lnTo>
                  <a:pt x="1604273" y="665499"/>
                </a:lnTo>
                <a:close/>
                <a:lnTo>
                  <a:pt x="1605763" y="708329"/>
                </a:lnTo>
                <a:close/>
                <a:lnTo>
                  <a:pt x="1607253" y="888754"/>
                </a:lnTo>
                <a:close/>
                <a:lnTo>
                  <a:pt x="1608742" y="813292"/>
                </a:lnTo>
                <a:close/>
                <a:lnTo>
                  <a:pt x="1611721" y="479501"/>
                </a:lnTo>
                <a:close/>
                <a:lnTo>
                  <a:pt x="1613211" y="469138"/>
                </a:lnTo>
                <a:close/>
                <a:lnTo>
                  <a:pt x="1614701" y="870184"/>
                </a:lnTo>
                <a:close/>
                <a:lnTo>
                  <a:pt x="1616190" y="585954"/>
                </a:lnTo>
                <a:close/>
                <a:lnTo>
                  <a:pt x="1619169" y="833913"/>
                </a:lnTo>
                <a:close/>
                <a:lnTo>
                  <a:pt x="1622148" y="696038"/>
                </a:lnTo>
                <a:close/>
                <a:lnTo>
                  <a:pt x="1623638" y="706217"/>
                </a:lnTo>
                <a:close/>
                <a:lnTo>
                  <a:pt x="1625128" y="699681"/>
                </a:lnTo>
                <a:close/>
                <a:lnTo>
                  <a:pt x="1628107" y="829894"/>
                </a:lnTo>
                <a:close/>
                <a:lnTo>
                  <a:pt x="1629596" y="795673"/>
                </a:lnTo>
                <a:close/>
                <a:lnTo>
                  <a:pt x="1631086" y="838663"/>
                </a:lnTo>
                <a:close/>
                <a:lnTo>
                  <a:pt x="1632575" y="752739"/>
                </a:lnTo>
                <a:close/>
                <a:lnTo>
                  <a:pt x="1634065" y="833158"/>
                </a:lnTo>
                <a:close/>
                <a:lnTo>
                  <a:pt x="1635555" y="609101"/>
                </a:lnTo>
                <a:close/>
                <a:lnTo>
                  <a:pt x="1638534" y="731137"/>
                </a:lnTo>
                <a:close/>
                <a:lnTo>
                  <a:pt x="1641513" y="478178"/>
                </a:lnTo>
                <a:close/>
                <a:lnTo>
                  <a:pt x="1643002" y="451030"/>
                </a:lnTo>
                <a:close/>
                <a:lnTo>
                  <a:pt x="1644492" y="472153"/>
                </a:lnTo>
                <a:close/>
                <a:lnTo>
                  <a:pt x="1645982" y="529319"/>
                </a:lnTo>
                <a:close/>
                <a:lnTo>
                  <a:pt x="1647471" y="273041"/>
                </a:lnTo>
                <a:close/>
                <a:lnTo>
                  <a:pt x="1650450" y="511503"/>
                </a:lnTo>
                <a:close/>
                <a:lnTo>
                  <a:pt x="1651940" y="544877"/>
                </a:lnTo>
                <a:close/>
                <a:lnTo>
                  <a:pt x="1653430" y="444586"/>
                </a:lnTo>
                <a:close/>
                <a:lnTo>
                  <a:pt x="1656409" y="71744"/>
                </a:lnTo>
                <a:close/>
                <a:lnTo>
                  <a:pt x="1660877" y="793041"/>
                </a:lnTo>
                <a:close/>
                <a:lnTo>
                  <a:pt x="1665346" y="277927"/>
                </a:lnTo>
                <a:close/>
                <a:lnTo>
                  <a:pt x="1669815" y="718481"/>
                </a:lnTo>
                <a:close/>
                <a:lnTo>
                  <a:pt x="1672794" y="515120"/>
                </a:lnTo>
                <a:close/>
                <a:lnTo>
                  <a:pt x="1674284" y="502974"/>
                </a:lnTo>
                <a:close/>
                <a:lnTo>
                  <a:pt x="1677263" y="281785"/>
                </a:lnTo>
                <a:close/>
                <a:lnTo>
                  <a:pt x="1680242" y="446963"/>
                </a:lnTo>
                <a:close/>
                <a:lnTo>
                  <a:pt x="1681731" y="346262"/>
                </a:lnTo>
                <a:close/>
                <a:lnTo>
                  <a:pt x="1683221" y="570193"/>
                </a:lnTo>
                <a:close/>
                <a:lnTo>
                  <a:pt x="1684711" y="481082"/>
                </a:lnTo>
                <a:close/>
                <a:lnTo>
                  <a:pt x="1687690" y="930617"/>
                </a:lnTo>
                <a:close/>
                <a:lnTo>
                  <a:pt x="1689179" y="544510"/>
                </a:lnTo>
                <a:close/>
                <a:lnTo>
                  <a:pt x="1690669" y="708510"/>
                </a:lnTo>
                <a:close/>
                <a:lnTo>
                  <a:pt x="1692158" y="592729"/>
                </a:lnTo>
                <a:close/>
                <a:lnTo>
                  <a:pt x="1695138" y="770015"/>
                </a:lnTo>
                <a:close/>
                <a:lnTo>
                  <a:pt x="1696627" y="428855"/>
                </a:lnTo>
                <a:close/>
                <a:lnTo>
                  <a:pt x="1698117" y="416574"/>
                </a:lnTo>
                <a:close/>
                <a:lnTo>
                  <a:pt x="1699606" y="461718"/>
                </a:lnTo>
                <a:close/>
                <a:lnTo>
                  <a:pt x="1701096" y="239069"/>
                </a:lnTo>
                <a:close/>
                <a:lnTo>
                  <a:pt x="1702586" y="273952"/>
                </a:lnTo>
                <a:close/>
                <a:lnTo>
                  <a:pt x="1704075" y="528460"/>
                </a:lnTo>
                <a:close/>
                <a:lnTo>
                  <a:pt x="1705565" y="378398"/>
                </a:lnTo>
                <a:close/>
                <a:lnTo>
                  <a:pt x="1708544" y="661002"/>
                </a:lnTo>
                <a:close/>
                <a:lnTo>
                  <a:pt x="1710033" y="399486"/>
                </a:lnTo>
                <a:close/>
                <a:lnTo>
                  <a:pt x="1711523" y="397596"/>
                </a:lnTo>
                <a:close/>
                <a:lnTo>
                  <a:pt x="1713013" y="442552"/>
                </a:lnTo>
                <a:close/>
                <a:lnTo>
                  <a:pt x="1714502" y="565355"/>
                </a:lnTo>
                <a:close/>
                <a:lnTo>
                  <a:pt x="1717481" y="324324"/>
                </a:lnTo>
                <a:close/>
                <a:lnTo>
                  <a:pt x="1721950" y="716069"/>
                </a:lnTo>
                <a:close/>
                <a:lnTo>
                  <a:pt x="1723440" y="627386"/>
                </a:lnTo>
                <a:close/>
                <a:lnTo>
                  <a:pt x="1724929" y="860203"/>
                </a:lnTo>
                <a:close/>
                <a:lnTo>
                  <a:pt x="1727908" y="546851"/>
                </a:lnTo>
                <a:close/>
                <a:lnTo>
                  <a:pt x="1729398" y="581711"/>
                </a:lnTo>
                <a:close/>
                <a:lnTo>
                  <a:pt x="1732377" y="471635"/>
                </a:lnTo>
                <a:close/>
                <a:lnTo>
                  <a:pt x="1733867" y="466602"/>
                </a:lnTo>
                <a:close/>
                <a:lnTo>
                  <a:pt x="1735356" y="466602"/>
                </a:lnTo>
                <a:close/>
                <a:lnTo>
                  <a:pt x="1739825" y="298739"/>
                </a:lnTo>
                <a:close/>
                <a:lnTo>
                  <a:pt x="1741315" y="489354"/>
                </a:lnTo>
                <a:close/>
                <a:lnTo>
                  <a:pt x="1742804" y="493418"/>
                </a:lnTo>
                <a:close/>
                <a:lnTo>
                  <a:pt x="1744294" y="417534"/>
                </a:lnTo>
                <a:close/>
                <a:lnTo>
                  <a:pt x="1745783" y="764796"/>
                </a:lnTo>
                <a:close/>
                <a:lnTo>
                  <a:pt x="1747273" y="641655"/>
                </a:lnTo>
                <a:close/>
                <a:lnTo>
                  <a:pt x="1750252" y="681923"/>
                </a:lnTo>
                <a:close/>
                <a:lnTo>
                  <a:pt x="1753231" y="381799"/>
                </a:lnTo>
                <a:close/>
                <a:lnTo>
                  <a:pt x="1754721" y="399798"/>
                </a:lnTo>
                <a:close/>
                <a:lnTo>
                  <a:pt x="1756210" y="396713"/>
                </a:lnTo>
                <a:close/>
                <a:lnTo>
                  <a:pt x="1757700" y="185978"/>
                </a:lnTo>
                <a:close/>
                <a:lnTo>
                  <a:pt x="1759189" y="217193"/>
                </a:lnTo>
                <a:close/>
                <a:lnTo>
                  <a:pt x="1760679" y="347665"/>
                </a:lnTo>
                <a:close/>
                <a:lnTo>
                  <a:pt x="1762169" y="307388"/>
                </a:lnTo>
                <a:close/>
                <a:lnTo>
                  <a:pt x="1763658" y="433542"/>
                </a:lnTo>
                <a:close/>
                <a:lnTo>
                  <a:pt x="1765148" y="378763"/>
                </a:lnTo>
                <a:close/>
                <a:lnTo>
                  <a:pt x="1769616" y="671030"/>
                </a:lnTo>
                <a:close/>
                <a:lnTo>
                  <a:pt x="1772596" y="438131"/>
                </a:lnTo>
                <a:close/>
                <a:lnTo>
                  <a:pt x="1774085" y="414558"/>
                </a:lnTo>
                <a:close/>
                <a:lnTo>
                  <a:pt x="1775575" y="276046"/>
                </a:lnTo>
                <a:close/>
                <a:lnTo>
                  <a:pt x="1778554" y="524971"/>
                </a:lnTo>
                <a:close/>
                <a:lnTo>
                  <a:pt x="1783023" y="192375"/>
                </a:lnTo>
                <a:close/>
                <a:lnTo>
                  <a:pt x="1784512" y="396080"/>
                </a:lnTo>
                <a:close/>
                <a:lnTo>
                  <a:pt x="1786002" y="351421"/>
                </a:lnTo>
                <a:close/>
                <a:lnTo>
                  <a:pt x="1786002" y="351421"/>
                </a:lnTo>
                <a:close/>
              </a:path>
            </a:pathLst>
          </a:custGeom>
          <a:noFill/>
          <a:ln w="7620">
            <a:solidFill>
              <a:srgbClr val="C0392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5825691" y="1042416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5825691" y="2066544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463075" y="736542"/>
            <a:ext cx="82042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High stress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825691" y="2578608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5914991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5886710" y="367028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50" name="Freeform 249"/>
          <p:cNvSpPr/>
          <p:nvPr/>
        </p:nvSpPr>
        <p:spPr>
          <a:xfrm>
            <a:off x="6212906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128062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52" name="Freeform 251"/>
          <p:cNvSpPr/>
          <p:nvPr/>
        </p:nvSpPr>
        <p:spPr>
          <a:xfrm>
            <a:off x="6510821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6425978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254" name="Freeform 253"/>
          <p:cNvSpPr/>
          <p:nvPr/>
        </p:nvSpPr>
        <p:spPr>
          <a:xfrm>
            <a:off x="6808737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723893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256" name="Freeform 255"/>
          <p:cNvSpPr/>
          <p:nvPr/>
        </p:nvSpPr>
        <p:spPr>
          <a:xfrm>
            <a:off x="7106652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7021808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258" name="Freeform 257"/>
          <p:cNvSpPr/>
          <p:nvPr/>
        </p:nvSpPr>
        <p:spPr>
          <a:xfrm>
            <a:off x="7404567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291442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260" name="Freeform 259"/>
          <p:cNvSpPr/>
          <p:nvPr/>
        </p:nvSpPr>
        <p:spPr>
          <a:xfrm>
            <a:off x="7702482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7589357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262" name="Freeform 261"/>
          <p:cNvSpPr/>
          <p:nvPr/>
        </p:nvSpPr>
        <p:spPr>
          <a:xfrm>
            <a:off x="5781241" y="33352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5595412" y="328012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64" name="Freeform 263"/>
          <p:cNvSpPr/>
          <p:nvPr/>
        </p:nvSpPr>
        <p:spPr>
          <a:xfrm>
            <a:off x="5781241" y="30096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5595412" y="2954552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1.1</a:t>
            </a:r>
          </a:p>
        </p:txBody>
      </p:sp>
      <p:sp>
        <p:nvSpPr>
          <p:cNvPr id="266" name="Freeform 265"/>
          <p:cNvSpPr/>
          <p:nvPr/>
        </p:nvSpPr>
        <p:spPr>
          <a:xfrm>
            <a:off x="5781241" y="2684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5595412" y="2628977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5825691" y="24135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269" name="Freeform 268"/>
          <p:cNvSpPr/>
          <p:nvPr/>
        </p:nvSpPr>
        <p:spPr>
          <a:xfrm>
            <a:off x="5914991" y="2625159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380995"/>
                </a:moveTo>
                <a:lnTo>
                  <a:pt x="1490" y="423484"/>
                </a:lnTo>
                <a:close/>
                <a:lnTo>
                  <a:pt x="2979" y="336555"/>
                </a:lnTo>
                <a:close/>
                <a:lnTo>
                  <a:pt x="4469" y="495270"/>
                </a:lnTo>
                <a:close/>
                <a:lnTo>
                  <a:pt x="7448" y="429444"/>
                </a:lnTo>
                <a:close/>
                <a:lnTo>
                  <a:pt x="10427" y="579062"/>
                </a:lnTo>
                <a:close/>
                <a:lnTo>
                  <a:pt x="13406" y="486042"/>
                </a:lnTo>
                <a:close/>
                <a:lnTo>
                  <a:pt x="14896" y="514689"/>
                </a:lnTo>
                <a:close/>
                <a:lnTo>
                  <a:pt x="17875" y="429901"/>
                </a:lnTo>
                <a:close/>
                <a:lnTo>
                  <a:pt x="19364" y="487156"/>
                </a:lnTo>
                <a:close/>
                <a:lnTo>
                  <a:pt x="22344" y="421160"/>
                </a:lnTo>
                <a:close/>
                <a:lnTo>
                  <a:pt x="23833" y="470354"/>
                </a:lnTo>
                <a:close/>
                <a:lnTo>
                  <a:pt x="26812" y="405342"/>
                </a:lnTo>
                <a:close/>
                <a:lnTo>
                  <a:pt x="29792" y="526147"/>
                </a:lnTo>
                <a:close/>
                <a:lnTo>
                  <a:pt x="32771" y="571723"/>
                </a:lnTo>
                <a:close/>
                <a:lnTo>
                  <a:pt x="34260" y="568892"/>
                </a:lnTo>
                <a:close/>
                <a:lnTo>
                  <a:pt x="37239" y="780666"/>
                </a:lnTo>
                <a:close/>
                <a:lnTo>
                  <a:pt x="38729" y="762550"/>
                </a:lnTo>
                <a:close/>
                <a:lnTo>
                  <a:pt x="40219" y="811594"/>
                </a:lnTo>
                <a:close/>
                <a:lnTo>
                  <a:pt x="41708" y="773735"/>
                </a:lnTo>
                <a:close/>
                <a:lnTo>
                  <a:pt x="43198" y="822656"/>
                </a:lnTo>
                <a:close/>
                <a:lnTo>
                  <a:pt x="44687" y="790241"/>
                </a:lnTo>
                <a:close/>
                <a:lnTo>
                  <a:pt x="46177" y="837430"/>
                </a:lnTo>
                <a:close/>
                <a:lnTo>
                  <a:pt x="47666" y="837189"/>
                </a:lnTo>
                <a:close/>
                <a:lnTo>
                  <a:pt x="49156" y="850121"/>
                </a:lnTo>
                <a:close/>
                <a:lnTo>
                  <a:pt x="50646" y="756875"/>
                </a:lnTo>
                <a:close/>
                <a:lnTo>
                  <a:pt x="52135" y="806428"/>
                </a:lnTo>
                <a:close/>
                <a:lnTo>
                  <a:pt x="55114" y="736459"/>
                </a:lnTo>
                <a:close/>
                <a:lnTo>
                  <a:pt x="56604" y="735916"/>
                </a:lnTo>
                <a:close/>
                <a:lnTo>
                  <a:pt x="58093" y="589499"/>
                </a:lnTo>
                <a:close/>
                <a:lnTo>
                  <a:pt x="61073" y="634855"/>
                </a:lnTo>
                <a:close/>
                <a:lnTo>
                  <a:pt x="62562" y="476754"/>
                </a:lnTo>
                <a:close/>
                <a:lnTo>
                  <a:pt x="64052" y="504509"/>
                </a:lnTo>
                <a:close/>
                <a:lnTo>
                  <a:pt x="65541" y="461697"/>
                </a:lnTo>
                <a:close/>
                <a:lnTo>
                  <a:pt x="67031" y="493643"/>
                </a:lnTo>
                <a:close/>
                <a:lnTo>
                  <a:pt x="70010" y="433685"/>
                </a:lnTo>
                <a:close/>
                <a:lnTo>
                  <a:pt x="72989" y="555007"/>
                </a:lnTo>
                <a:close/>
                <a:lnTo>
                  <a:pt x="74479" y="594883"/>
                </a:lnTo>
                <a:close/>
                <a:lnTo>
                  <a:pt x="75968" y="536514"/>
                </a:lnTo>
                <a:close/>
                <a:lnTo>
                  <a:pt x="77458" y="561521"/>
                </a:lnTo>
                <a:close/>
                <a:lnTo>
                  <a:pt x="78948" y="663397"/>
                </a:lnTo>
                <a:close/>
                <a:lnTo>
                  <a:pt x="81927" y="602748"/>
                </a:lnTo>
                <a:close/>
                <a:lnTo>
                  <a:pt x="84906" y="636433"/>
                </a:lnTo>
                <a:close/>
                <a:lnTo>
                  <a:pt x="89375" y="499661"/>
                </a:lnTo>
                <a:close/>
                <a:lnTo>
                  <a:pt x="90864" y="670607"/>
                </a:lnTo>
                <a:close/>
                <a:lnTo>
                  <a:pt x="92354" y="652761"/>
                </a:lnTo>
                <a:close/>
                <a:lnTo>
                  <a:pt x="93843" y="602042"/>
                </a:lnTo>
                <a:close/>
                <a:lnTo>
                  <a:pt x="96822" y="711588"/>
                </a:lnTo>
                <a:close/>
                <a:lnTo>
                  <a:pt x="98312" y="747216"/>
                </a:lnTo>
                <a:close/>
                <a:lnTo>
                  <a:pt x="99802" y="740912"/>
                </a:lnTo>
                <a:close/>
                <a:lnTo>
                  <a:pt x="101291" y="788672"/>
                </a:lnTo>
                <a:close/>
                <a:lnTo>
                  <a:pt x="102781" y="785844"/>
                </a:lnTo>
                <a:close/>
                <a:lnTo>
                  <a:pt x="107249" y="638720"/>
                </a:lnTo>
                <a:close/>
                <a:lnTo>
                  <a:pt x="108739" y="535043"/>
                </a:lnTo>
                <a:close/>
                <a:lnTo>
                  <a:pt x="111718" y="589593"/>
                </a:lnTo>
                <a:close/>
                <a:lnTo>
                  <a:pt x="114697" y="431518"/>
                </a:lnTo>
                <a:close/>
                <a:lnTo>
                  <a:pt x="117677" y="525129"/>
                </a:lnTo>
                <a:close/>
                <a:lnTo>
                  <a:pt x="119166" y="525673"/>
                </a:lnTo>
                <a:close/>
                <a:lnTo>
                  <a:pt x="120656" y="378650"/>
                </a:lnTo>
                <a:close/>
                <a:lnTo>
                  <a:pt x="122145" y="428210"/>
                </a:lnTo>
                <a:close/>
                <a:lnTo>
                  <a:pt x="123635" y="538994"/>
                </a:lnTo>
                <a:close/>
                <a:lnTo>
                  <a:pt x="126614" y="432128"/>
                </a:lnTo>
                <a:close/>
                <a:lnTo>
                  <a:pt x="128104" y="532764"/>
                </a:lnTo>
                <a:close/>
                <a:lnTo>
                  <a:pt x="131083" y="400280"/>
                </a:lnTo>
                <a:close/>
                <a:lnTo>
                  <a:pt x="132572" y="483590"/>
                </a:lnTo>
                <a:close/>
                <a:lnTo>
                  <a:pt x="134062" y="411583"/>
                </a:lnTo>
                <a:close/>
                <a:lnTo>
                  <a:pt x="135551" y="451814"/>
                </a:lnTo>
                <a:close/>
                <a:lnTo>
                  <a:pt x="137041" y="402741"/>
                </a:lnTo>
                <a:close/>
                <a:lnTo>
                  <a:pt x="140020" y="484440"/>
                </a:lnTo>
                <a:close/>
                <a:lnTo>
                  <a:pt x="141510" y="449870"/>
                </a:lnTo>
                <a:close/>
                <a:lnTo>
                  <a:pt x="144489" y="594145"/>
                </a:lnTo>
                <a:close/>
                <a:lnTo>
                  <a:pt x="147468" y="487971"/>
                </a:lnTo>
                <a:close/>
                <a:lnTo>
                  <a:pt x="148958" y="570225"/>
                </a:lnTo>
                <a:close/>
                <a:lnTo>
                  <a:pt x="150447" y="548890"/>
                </a:lnTo>
                <a:close/>
                <a:lnTo>
                  <a:pt x="153426" y="444168"/>
                </a:lnTo>
                <a:close/>
                <a:lnTo>
                  <a:pt x="154916" y="449980"/>
                </a:lnTo>
                <a:close/>
                <a:lnTo>
                  <a:pt x="156405" y="267673"/>
                </a:lnTo>
                <a:close/>
                <a:lnTo>
                  <a:pt x="159385" y="502910"/>
                </a:lnTo>
                <a:close/>
                <a:lnTo>
                  <a:pt x="162364" y="440921"/>
                </a:lnTo>
                <a:close/>
                <a:lnTo>
                  <a:pt x="165343" y="489624"/>
                </a:lnTo>
                <a:close/>
                <a:lnTo>
                  <a:pt x="166833" y="330290"/>
                </a:lnTo>
                <a:close/>
                <a:lnTo>
                  <a:pt x="168322" y="342042"/>
                </a:lnTo>
                <a:close/>
                <a:lnTo>
                  <a:pt x="169812" y="293823"/>
                </a:lnTo>
                <a:close/>
                <a:lnTo>
                  <a:pt x="171301" y="318430"/>
                </a:lnTo>
                <a:close/>
                <a:lnTo>
                  <a:pt x="172791" y="408193"/>
                </a:lnTo>
                <a:close/>
                <a:lnTo>
                  <a:pt x="174280" y="274057"/>
                </a:lnTo>
                <a:close/>
                <a:lnTo>
                  <a:pt x="175770" y="326639"/>
                </a:lnTo>
                <a:close/>
                <a:lnTo>
                  <a:pt x="178749" y="504414"/>
                </a:lnTo>
                <a:close/>
                <a:lnTo>
                  <a:pt x="180239" y="479640"/>
                </a:lnTo>
                <a:close/>
                <a:lnTo>
                  <a:pt x="181728" y="406274"/>
                </a:lnTo>
                <a:close/>
                <a:lnTo>
                  <a:pt x="184707" y="472315"/>
                </a:lnTo>
                <a:close/>
                <a:lnTo>
                  <a:pt x="186197" y="463302"/>
                </a:lnTo>
                <a:close/>
                <a:lnTo>
                  <a:pt x="187687" y="558690"/>
                </a:lnTo>
                <a:close/>
                <a:lnTo>
                  <a:pt x="189176" y="559417"/>
                </a:lnTo>
                <a:close/>
                <a:lnTo>
                  <a:pt x="190666" y="459171"/>
                </a:lnTo>
                <a:close/>
                <a:lnTo>
                  <a:pt x="192155" y="458120"/>
                </a:lnTo>
                <a:close/>
                <a:lnTo>
                  <a:pt x="193645" y="419549"/>
                </a:lnTo>
                <a:close/>
                <a:lnTo>
                  <a:pt x="195134" y="445935"/>
                </a:lnTo>
                <a:close/>
                <a:lnTo>
                  <a:pt x="196624" y="539696"/>
                </a:lnTo>
                <a:close/>
                <a:lnTo>
                  <a:pt x="198114" y="479385"/>
                </a:lnTo>
                <a:close/>
                <a:lnTo>
                  <a:pt x="201093" y="508932"/>
                </a:lnTo>
                <a:close/>
                <a:lnTo>
                  <a:pt x="207051" y="301216"/>
                </a:lnTo>
                <a:close/>
                <a:lnTo>
                  <a:pt x="210030" y="359741"/>
                </a:lnTo>
                <a:close/>
                <a:lnTo>
                  <a:pt x="211520" y="344978"/>
                </a:lnTo>
                <a:close/>
                <a:lnTo>
                  <a:pt x="213009" y="300357"/>
                </a:lnTo>
                <a:close/>
                <a:lnTo>
                  <a:pt x="214499" y="327832"/>
                </a:lnTo>
                <a:close/>
                <a:lnTo>
                  <a:pt x="215989" y="320455"/>
                </a:lnTo>
                <a:close/>
                <a:lnTo>
                  <a:pt x="220457" y="193260"/>
                </a:lnTo>
                <a:close/>
                <a:lnTo>
                  <a:pt x="223436" y="306532"/>
                </a:lnTo>
                <a:close/>
                <a:lnTo>
                  <a:pt x="227905" y="215880"/>
                </a:lnTo>
                <a:close/>
                <a:lnTo>
                  <a:pt x="229395" y="224473"/>
                </a:lnTo>
                <a:close/>
                <a:lnTo>
                  <a:pt x="230884" y="239174"/>
                </a:lnTo>
                <a:close/>
                <a:lnTo>
                  <a:pt x="232374" y="275811"/>
                </a:lnTo>
                <a:close/>
                <a:lnTo>
                  <a:pt x="233863" y="266163"/>
                </a:lnTo>
                <a:close/>
                <a:lnTo>
                  <a:pt x="238332" y="434810"/>
                </a:lnTo>
                <a:close/>
                <a:lnTo>
                  <a:pt x="239822" y="325351"/>
                </a:lnTo>
                <a:close/>
                <a:lnTo>
                  <a:pt x="241311" y="369623"/>
                </a:lnTo>
                <a:close/>
                <a:lnTo>
                  <a:pt x="242801" y="343775"/>
                </a:lnTo>
                <a:close/>
                <a:lnTo>
                  <a:pt x="244290" y="464046"/>
                </a:lnTo>
                <a:close/>
                <a:lnTo>
                  <a:pt x="245780" y="459453"/>
                </a:lnTo>
                <a:close/>
                <a:lnTo>
                  <a:pt x="247270" y="364976"/>
                </a:lnTo>
                <a:close/>
                <a:lnTo>
                  <a:pt x="248759" y="379550"/>
                </a:lnTo>
                <a:close/>
                <a:lnTo>
                  <a:pt x="250249" y="410068"/>
                </a:lnTo>
                <a:close/>
                <a:lnTo>
                  <a:pt x="251738" y="352498"/>
                </a:lnTo>
                <a:close/>
                <a:lnTo>
                  <a:pt x="253228" y="428001"/>
                </a:lnTo>
                <a:close/>
                <a:lnTo>
                  <a:pt x="256207" y="353904"/>
                </a:lnTo>
                <a:close/>
                <a:lnTo>
                  <a:pt x="259186" y="416961"/>
                </a:lnTo>
                <a:close/>
                <a:lnTo>
                  <a:pt x="262165" y="257718"/>
                </a:lnTo>
                <a:close/>
                <a:lnTo>
                  <a:pt x="263655" y="291296"/>
                </a:lnTo>
                <a:close/>
                <a:lnTo>
                  <a:pt x="265145" y="250465"/>
                </a:lnTo>
                <a:close/>
                <a:lnTo>
                  <a:pt x="266634" y="315905"/>
                </a:lnTo>
                <a:close/>
                <a:lnTo>
                  <a:pt x="268124" y="203030"/>
                </a:lnTo>
                <a:close/>
                <a:lnTo>
                  <a:pt x="269613" y="332566"/>
                </a:lnTo>
                <a:close/>
                <a:lnTo>
                  <a:pt x="272592" y="219136"/>
                </a:lnTo>
                <a:close/>
                <a:lnTo>
                  <a:pt x="275572" y="342290"/>
                </a:lnTo>
                <a:close/>
                <a:lnTo>
                  <a:pt x="277061" y="258747"/>
                </a:lnTo>
                <a:close/>
                <a:lnTo>
                  <a:pt x="278551" y="280039"/>
                </a:lnTo>
                <a:close/>
                <a:lnTo>
                  <a:pt x="280040" y="324059"/>
                </a:lnTo>
                <a:close/>
                <a:lnTo>
                  <a:pt x="281530" y="259914"/>
                </a:lnTo>
                <a:close/>
                <a:lnTo>
                  <a:pt x="285999" y="402687"/>
                </a:lnTo>
                <a:close/>
                <a:lnTo>
                  <a:pt x="287488" y="400401"/>
                </a:lnTo>
                <a:close/>
                <a:lnTo>
                  <a:pt x="288978" y="436129"/>
                </a:lnTo>
                <a:close/>
                <a:lnTo>
                  <a:pt x="290467" y="352705"/>
                </a:lnTo>
                <a:close/>
                <a:lnTo>
                  <a:pt x="293446" y="374823"/>
                </a:lnTo>
                <a:close/>
                <a:lnTo>
                  <a:pt x="296426" y="295683"/>
                </a:lnTo>
                <a:close/>
                <a:lnTo>
                  <a:pt x="297915" y="291161"/>
                </a:lnTo>
                <a:close/>
                <a:lnTo>
                  <a:pt x="299405" y="449287"/>
                </a:lnTo>
                <a:close/>
                <a:lnTo>
                  <a:pt x="300894" y="327234"/>
                </a:lnTo>
                <a:close/>
                <a:lnTo>
                  <a:pt x="303874" y="455610"/>
                </a:lnTo>
                <a:close/>
                <a:lnTo>
                  <a:pt x="305363" y="419626"/>
                </a:lnTo>
                <a:close/>
                <a:lnTo>
                  <a:pt x="306853" y="428130"/>
                </a:lnTo>
                <a:close/>
                <a:lnTo>
                  <a:pt x="308342" y="527194"/>
                </a:lnTo>
                <a:close/>
                <a:lnTo>
                  <a:pt x="309832" y="456943"/>
                </a:lnTo>
                <a:close/>
                <a:lnTo>
                  <a:pt x="312811" y="514789"/>
                </a:lnTo>
                <a:close/>
                <a:lnTo>
                  <a:pt x="315790" y="443187"/>
                </a:lnTo>
                <a:close/>
                <a:lnTo>
                  <a:pt x="318769" y="377333"/>
                </a:lnTo>
                <a:close/>
                <a:lnTo>
                  <a:pt x="320259" y="438060"/>
                </a:lnTo>
                <a:close/>
                <a:lnTo>
                  <a:pt x="321748" y="438969"/>
                </a:lnTo>
                <a:close/>
                <a:lnTo>
                  <a:pt x="324728" y="538871"/>
                </a:lnTo>
                <a:close/>
                <a:lnTo>
                  <a:pt x="326217" y="577442"/>
                </a:lnTo>
                <a:close/>
                <a:lnTo>
                  <a:pt x="329196" y="533399"/>
                </a:lnTo>
                <a:close/>
                <a:lnTo>
                  <a:pt x="330686" y="551933"/>
                </a:lnTo>
                <a:close/>
                <a:lnTo>
                  <a:pt x="332175" y="507294"/>
                </a:lnTo>
                <a:close/>
                <a:lnTo>
                  <a:pt x="333665" y="514347"/>
                </a:lnTo>
                <a:close/>
                <a:lnTo>
                  <a:pt x="335155" y="451812"/>
                </a:lnTo>
                <a:close/>
                <a:lnTo>
                  <a:pt x="338134" y="534417"/>
                </a:lnTo>
                <a:close/>
                <a:lnTo>
                  <a:pt x="339623" y="506375"/>
                </a:lnTo>
                <a:close/>
                <a:lnTo>
                  <a:pt x="341113" y="528232"/>
                </a:lnTo>
                <a:close/>
                <a:lnTo>
                  <a:pt x="342602" y="505697"/>
                </a:lnTo>
                <a:close/>
                <a:lnTo>
                  <a:pt x="344092" y="507095"/>
                </a:lnTo>
                <a:close/>
                <a:lnTo>
                  <a:pt x="347071" y="317037"/>
                </a:lnTo>
                <a:close/>
                <a:lnTo>
                  <a:pt x="350050" y="378515"/>
                </a:lnTo>
                <a:close/>
                <a:lnTo>
                  <a:pt x="351540" y="311720"/>
                </a:lnTo>
                <a:close/>
                <a:lnTo>
                  <a:pt x="354519" y="464961"/>
                </a:lnTo>
                <a:close/>
                <a:lnTo>
                  <a:pt x="357498" y="367255"/>
                </a:lnTo>
                <a:close/>
                <a:lnTo>
                  <a:pt x="358988" y="470110"/>
                </a:lnTo>
                <a:close/>
                <a:lnTo>
                  <a:pt x="360477" y="432355"/>
                </a:lnTo>
                <a:close/>
                <a:lnTo>
                  <a:pt x="361967" y="502223"/>
                </a:lnTo>
                <a:close/>
                <a:lnTo>
                  <a:pt x="363457" y="463687"/>
                </a:lnTo>
                <a:close/>
                <a:lnTo>
                  <a:pt x="364946" y="566987"/>
                </a:lnTo>
                <a:close/>
                <a:lnTo>
                  <a:pt x="366436" y="425751"/>
                </a:lnTo>
                <a:close/>
                <a:lnTo>
                  <a:pt x="367925" y="421366"/>
                </a:lnTo>
                <a:close/>
                <a:lnTo>
                  <a:pt x="369415" y="531779"/>
                </a:lnTo>
                <a:close/>
                <a:lnTo>
                  <a:pt x="372394" y="502690"/>
                </a:lnTo>
                <a:close/>
                <a:lnTo>
                  <a:pt x="375373" y="364698"/>
                </a:lnTo>
                <a:close/>
                <a:lnTo>
                  <a:pt x="376863" y="374117"/>
                </a:lnTo>
                <a:close/>
                <a:lnTo>
                  <a:pt x="378352" y="368814"/>
                </a:lnTo>
                <a:close/>
                <a:lnTo>
                  <a:pt x="381331" y="250960"/>
                </a:lnTo>
                <a:close/>
                <a:lnTo>
                  <a:pt x="382821" y="406277"/>
                </a:lnTo>
                <a:close/>
                <a:lnTo>
                  <a:pt x="384311" y="161476"/>
                </a:lnTo>
                <a:close/>
                <a:lnTo>
                  <a:pt x="385800" y="177028"/>
                </a:lnTo>
                <a:close/>
                <a:lnTo>
                  <a:pt x="387290" y="210585"/>
                </a:lnTo>
                <a:close/>
                <a:lnTo>
                  <a:pt x="388779" y="190323"/>
                </a:lnTo>
                <a:close/>
                <a:lnTo>
                  <a:pt x="390269" y="207095"/>
                </a:lnTo>
                <a:close/>
                <a:lnTo>
                  <a:pt x="393248" y="87319"/>
                </a:lnTo>
                <a:close/>
                <a:lnTo>
                  <a:pt x="396227" y="244358"/>
                </a:lnTo>
                <a:close/>
                <a:lnTo>
                  <a:pt x="397717" y="244961"/>
                </a:lnTo>
                <a:close/>
                <a:lnTo>
                  <a:pt x="400696" y="330437"/>
                </a:lnTo>
                <a:close/>
                <a:lnTo>
                  <a:pt x="403675" y="287745"/>
                </a:lnTo>
                <a:close/>
                <a:lnTo>
                  <a:pt x="406654" y="406275"/>
                </a:lnTo>
                <a:close/>
                <a:lnTo>
                  <a:pt x="408144" y="324801"/>
                </a:lnTo>
                <a:close/>
                <a:lnTo>
                  <a:pt x="409633" y="387962"/>
                </a:lnTo>
                <a:close/>
                <a:lnTo>
                  <a:pt x="412613" y="261262"/>
                </a:lnTo>
                <a:close/>
                <a:lnTo>
                  <a:pt x="415592" y="301476"/>
                </a:lnTo>
                <a:close/>
                <a:lnTo>
                  <a:pt x="418571" y="386874"/>
                </a:lnTo>
                <a:close/>
                <a:lnTo>
                  <a:pt x="420060" y="359711"/>
                </a:lnTo>
                <a:close/>
                <a:lnTo>
                  <a:pt x="421550" y="376348"/>
                </a:lnTo>
                <a:close/>
                <a:lnTo>
                  <a:pt x="424529" y="465892"/>
                </a:lnTo>
                <a:close/>
                <a:lnTo>
                  <a:pt x="426019" y="429318"/>
                </a:lnTo>
                <a:close/>
                <a:lnTo>
                  <a:pt x="427508" y="435888"/>
                </a:lnTo>
                <a:close/>
                <a:lnTo>
                  <a:pt x="430487" y="401726"/>
                </a:lnTo>
                <a:close/>
                <a:lnTo>
                  <a:pt x="431977" y="445879"/>
                </a:lnTo>
                <a:close/>
                <a:lnTo>
                  <a:pt x="433467" y="396631"/>
                </a:lnTo>
                <a:close/>
                <a:lnTo>
                  <a:pt x="434956" y="395628"/>
                </a:lnTo>
                <a:close/>
                <a:lnTo>
                  <a:pt x="436446" y="380024"/>
                </a:lnTo>
                <a:close/>
                <a:lnTo>
                  <a:pt x="439425" y="436335"/>
                </a:lnTo>
                <a:close/>
                <a:lnTo>
                  <a:pt x="440915" y="368557"/>
                </a:lnTo>
                <a:close/>
                <a:lnTo>
                  <a:pt x="443894" y="492294"/>
                </a:lnTo>
                <a:close/>
                <a:lnTo>
                  <a:pt x="445383" y="507895"/>
                </a:lnTo>
                <a:close/>
                <a:lnTo>
                  <a:pt x="446873" y="557054"/>
                </a:lnTo>
                <a:close/>
                <a:lnTo>
                  <a:pt x="449852" y="438820"/>
                </a:lnTo>
                <a:close/>
                <a:lnTo>
                  <a:pt x="451342" y="482015"/>
                </a:lnTo>
                <a:close/>
                <a:lnTo>
                  <a:pt x="455810" y="242178"/>
                </a:lnTo>
                <a:close/>
                <a:lnTo>
                  <a:pt x="458789" y="354847"/>
                </a:lnTo>
                <a:close/>
                <a:lnTo>
                  <a:pt x="461769" y="178343"/>
                </a:lnTo>
                <a:close/>
                <a:lnTo>
                  <a:pt x="463258" y="197786"/>
                </a:lnTo>
                <a:close/>
                <a:lnTo>
                  <a:pt x="464748" y="164879"/>
                </a:lnTo>
                <a:close/>
                <a:lnTo>
                  <a:pt x="469216" y="474829"/>
                </a:lnTo>
                <a:close/>
                <a:lnTo>
                  <a:pt x="472196" y="307833"/>
                </a:lnTo>
                <a:close/>
                <a:lnTo>
                  <a:pt x="473685" y="260692"/>
                </a:lnTo>
                <a:close/>
                <a:lnTo>
                  <a:pt x="475175" y="366397"/>
                </a:lnTo>
                <a:close/>
                <a:lnTo>
                  <a:pt x="478154" y="288526"/>
                </a:lnTo>
                <a:close/>
                <a:lnTo>
                  <a:pt x="479644" y="387070"/>
                </a:lnTo>
                <a:close/>
                <a:lnTo>
                  <a:pt x="481133" y="192992"/>
                </a:lnTo>
                <a:close/>
                <a:lnTo>
                  <a:pt x="482623" y="216152"/>
                </a:lnTo>
                <a:close/>
                <a:lnTo>
                  <a:pt x="484112" y="166623"/>
                </a:lnTo>
                <a:close/>
                <a:lnTo>
                  <a:pt x="487091" y="252533"/>
                </a:lnTo>
                <a:close/>
                <a:lnTo>
                  <a:pt x="488581" y="221353"/>
                </a:lnTo>
                <a:close/>
                <a:lnTo>
                  <a:pt x="491560" y="246982"/>
                </a:lnTo>
                <a:close/>
                <a:lnTo>
                  <a:pt x="494539" y="176760"/>
                </a:lnTo>
                <a:close/>
                <a:lnTo>
                  <a:pt x="496029" y="198508"/>
                </a:lnTo>
                <a:close/>
                <a:lnTo>
                  <a:pt x="497518" y="164893"/>
                </a:lnTo>
                <a:close/>
                <a:lnTo>
                  <a:pt x="500498" y="225898"/>
                </a:lnTo>
                <a:close/>
                <a:lnTo>
                  <a:pt x="501987" y="186867"/>
                </a:lnTo>
                <a:close/>
                <a:lnTo>
                  <a:pt x="503477" y="212951"/>
                </a:lnTo>
                <a:close/>
                <a:lnTo>
                  <a:pt x="506456" y="15661"/>
                </a:lnTo>
                <a:close/>
                <a:lnTo>
                  <a:pt x="509435" y="29774"/>
                </a:lnTo>
                <a:close/>
                <a:lnTo>
                  <a:pt x="510925" y="55657"/>
                </a:lnTo>
                <a:close/>
                <a:lnTo>
                  <a:pt x="512414" y="0"/>
                </a:lnTo>
                <a:close/>
                <a:lnTo>
                  <a:pt x="515393" y="263625"/>
                </a:lnTo>
                <a:close/>
                <a:lnTo>
                  <a:pt x="516883" y="187244"/>
                </a:lnTo>
                <a:close/>
                <a:lnTo>
                  <a:pt x="518372" y="205455"/>
                </a:lnTo>
                <a:close/>
                <a:lnTo>
                  <a:pt x="519862" y="201555"/>
                </a:lnTo>
                <a:close/>
                <a:lnTo>
                  <a:pt x="521352" y="129146"/>
                </a:lnTo>
                <a:close/>
                <a:lnTo>
                  <a:pt x="522841" y="128313"/>
                </a:lnTo>
                <a:close/>
                <a:lnTo>
                  <a:pt x="525820" y="236360"/>
                </a:lnTo>
                <a:close/>
                <a:lnTo>
                  <a:pt x="527310" y="190382"/>
                </a:lnTo>
                <a:close/>
                <a:lnTo>
                  <a:pt x="530289" y="350457"/>
                </a:lnTo>
                <a:close/>
                <a:lnTo>
                  <a:pt x="531779" y="384960"/>
                </a:lnTo>
                <a:close/>
                <a:lnTo>
                  <a:pt x="534758" y="256499"/>
                </a:lnTo>
                <a:close/>
                <a:lnTo>
                  <a:pt x="536247" y="256499"/>
                </a:lnTo>
                <a:close/>
                <a:lnTo>
                  <a:pt x="537737" y="240570"/>
                </a:lnTo>
                <a:close/>
                <a:lnTo>
                  <a:pt x="539227" y="252139"/>
                </a:lnTo>
                <a:close/>
                <a:lnTo>
                  <a:pt x="540716" y="221792"/>
                </a:lnTo>
                <a:close/>
                <a:lnTo>
                  <a:pt x="543695" y="301790"/>
                </a:lnTo>
                <a:close/>
                <a:lnTo>
                  <a:pt x="545185" y="316224"/>
                </a:lnTo>
                <a:close/>
                <a:lnTo>
                  <a:pt x="546674" y="305317"/>
                </a:lnTo>
                <a:close/>
                <a:lnTo>
                  <a:pt x="548164" y="401999"/>
                </a:lnTo>
                <a:close/>
                <a:lnTo>
                  <a:pt x="554122" y="320846"/>
                </a:lnTo>
                <a:close/>
                <a:lnTo>
                  <a:pt x="557101" y="356216"/>
                </a:lnTo>
                <a:close/>
                <a:lnTo>
                  <a:pt x="560081" y="377586"/>
                </a:lnTo>
                <a:close/>
                <a:lnTo>
                  <a:pt x="561570" y="407802"/>
                </a:lnTo>
                <a:close/>
                <a:lnTo>
                  <a:pt x="563060" y="347688"/>
                </a:lnTo>
                <a:close/>
                <a:lnTo>
                  <a:pt x="566039" y="438770"/>
                </a:lnTo>
                <a:close/>
                <a:lnTo>
                  <a:pt x="567528" y="441533"/>
                </a:lnTo>
                <a:close/>
                <a:lnTo>
                  <a:pt x="570508" y="484835"/>
                </a:lnTo>
                <a:close/>
                <a:lnTo>
                  <a:pt x="571997" y="463494"/>
                </a:lnTo>
                <a:close/>
                <a:lnTo>
                  <a:pt x="573487" y="364295"/>
                </a:lnTo>
                <a:close/>
                <a:lnTo>
                  <a:pt x="574976" y="468030"/>
                </a:lnTo>
                <a:close/>
                <a:lnTo>
                  <a:pt x="576466" y="441263"/>
                </a:lnTo>
                <a:close/>
                <a:lnTo>
                  <a:pt x="577956" y="444687"/>
                </a:lnTo>
                <a:close/>
                <a:lnTo>
                  <a:pt x="579445" y="516724"/>
                </a:lnTo>
                <a:close/>
                <a:lnTo>
                  <a:pt x="580935" y="510666"/>
                </a:lnTo>
                <a:close/>
                <a:lnTo>
                  <a:pt x="583914" y="496168"/>
                </a:lnTo>
                <a:close/>
                <a:lnTo>
                  <a:pt x="585403" y="516245"/>
                </a:lnTo>
                <a:close/>
                <a:lnTo>
                  <a:pt x="591362" y="417428"/>
                </a:lnTo>
                <a:close/>
                <a:lnTo>
                  <a:pt x="592851" y="471520"/>
                </a:lnTo>
                <a:close/>
                <a:lnTo>
                  <a:pt x="594341" y="415941"/>
                </a:lnTo>
                <a:close/>
                <a:lnTo>
                  <a:pt x="595830" y="431729"/>
                </a:lnTo>
                <a:close/>
                <a:lnTo>
                  <a:pt x="597320" y="519333"/>
                </a:lnTo>
                <a:close/>
                <a:lnTo>
                  <a:pt x="600299" y="464328"/>
                </a:lnTo>
                <a:close/>
                <a:lnTo>
                  <a:pt x="606257" y="581910"/>
                </a:lnTo>
                <a:close/>
                <a:lnTo>
                  <a:pt x="607747" y="532086"/>
                </a:lnTo>
                <a:close/>
                <a:lnTo>
                  <a:pt x="609237" y="562320"/>
                </a:lnTo>
                <a:close/>
                <a:lnTo>
                  <a:pt x="612216" y="419712"/>
                </a:lnTo>
                <a:close/>
                <a:lnTo>
                  <a:pt x="613705" y="442214"/>
                </a:lnTo>
                <a:close/>
                <a:lnTo>
                  <a:pt x="615195" y="623033"/>
                </a:lnTo>
                <a:close/>
                <a:lnTo>
                  <a:pt x="616685" y="587755"/>
                </a:lnTo>
                <a:close/>
                <a:lnTo>
                  <a:pt x="619664" y="700600"/>
                </a:lnTo>
                <a:close/>
                <a:lnTo>
                  <a:pt x="621153" y="715235"/>
                </a:lnTo>
                <a:close/>
                <a:lnTo>
                  <a:pt x="622643" y="715235"/>
                </a:lnTo>
                <a:close/>
                <a:lnTo>
                  <a:pt x="624132" y="608891"/>
                </a:lnTo>
                <a:close/>
                <a:lnTo>
                  <a:pt x="627112" y="655784"/>
                </a:lnTo>
                <a:close/>
                <a:lnTo>
                  <a:pt x="630091" y="482151"/>
                </a:lnTo>
                <a:close/>
                <a:lnTo>
                  <a:pt x="631580" y="622384"/>
                </a:lnTo>
                <a:close/>
                <a:lnTo>
                  <a:pt x="634559" y="452691"/>
                </a:lnTo>
                <a:close/>
                <a:lnTo>
                  <a:pt x="636049" y="528130"/>
                </a:lnTo>
                <a:close/>
                <a:lnTo>
                  <a:pt x="637539" y="520413"/>
                </a:lnTo>
                <a:close/>
                <a:lnTo>
                  <a:pt x="639028" y="539160"/>
                </a:lnTo>
                <a:close/>
                <a:lnTo>
                  <a:pt x="642007" y="501510"/>
                </a:lnTo>
                <a:close/>
                <a:lnTo>
                  <a:pt x="643497" y="543386"/>
                </a:lnTo>
                <a:close/>
                <a:lnTo>
                  <a:pt x="644986" y="646574"/>
                </a:lnTo>
                <a:close/>
                <a:lnTo>
                  <a:pt x="646476" y="583825"/>
                </a:lnTo>
                <a:close/>
                <a:lnTo>
                  <a:pt x="647966" y="586654"/>
                </a:lnTo>
                <a:close/>
                <a:lnTo>
                  <a:pt x="650945" y="509702"/>
                </a:lnTo>
                <a:close/>
                <a:lnTo>
                  <a:pt x="652434" y="553625"/>
                </a:lnTo>
                <a:close/>
                <a:lnTo>
                  <a:pt x="653924" y="479175"/>
                </a:lnTo>
                <a:close/>
                <a:lnTo>
                  <a:pt x="655413" y="504393"/>
                </a:lnTo>
                <a:close/>
                <a:lnTo>
                  <a:pt x="656903" y="581907"/>
                </a:lnTo>
                <a:close/>
                <a:lnTo>
                  <a:pt x="659882" y="548790"/>
                </a:lnTo>
                <a:close/>
                <a:lnTo>
                  <a:pt x="662861" y="641140"/>
                </a:lnTo>
                <a:close/>
                <a:lnTo>
                  <a:pt x="664351" y="494089"/>
                </a:lnTo>
                <a:close/>
                <a:lnTo>
                  <a:pt x="665841" y="531016"/>
                </a:lnTo>
                <a:close/>
                <a:lnTo>
                  <a:pt x="667330" y="531016"/>
                </a:lnTo>
                <a:close/>
                <a:lnTo>
                  <a:pt x="668820" y="469391"/>
                </a:lnTo>
                <a:close/>
                <a:lnTo>
                  <a:pt x="670309" y="528009"/>
                </a:lnTo>
                <a:close/>
                <a:lnTo>
                  <a:pt x="671799" y="440545"/>
                </a:lnTo>
                <a:close/>
                <a:lnTo>
                  <a:pt x="673288" y="439571"/>
                </a:lnTo>
                <a:close/>
                <a:lnTo>
                  <a:pt x="676268" y="376499"/>
                </a:lnTo>
                <a:close/>
                <a:lnTo>
                  <a:pt x="677757" y="433774"/>
                </a:lnTo>
                <a:close/>
                <a:lnTo>
                  <a:pt x="680736" y="346210"/>
                </a:lnTo>
                <a:close/>
                <a:lnTo>
                  <a:pt x="682226" y="385647"/>
                </a:lnTo>
                <a:close/>
                <a:lnTo>
                  <a:pt x="683715" y="370440"/>
                </a:lnTo>
                <a:close/>
                <a:lnTo>
                  <a:pt x="685205" y="370232"/>
                </a:lnTo>
                <a:close/>
                <a:lnTo>
                  <a:pt x="686695" y="335992"/>
                </a:lnTo>
                <a:close/>
                <a:lnTo>
                  <a:pt x="688184" y="388058"/>
                </a:lnTo>
                <a:close/>
                <a:lnTo>
                  <a:pt x="689674" y="382373"/>
                </a:lnTo>
                <a:close/>
                <a:lnTo>
                  <a:pt x="691163" y="421540"/>
                </a:lnTo>
                <a:close/>
                <a:lnTo>
                  <a:pt x="692653" y="419121"/>
                </a:lnTo>
                <a:close/>
                <a:lnTo>
                  <a:pt x="695632" y="360014"/>
                </a:lnTo>
                <a:close/>
                <a:lnTo>
                  <a:pt x="697122" y="417872"/>
                </a:lnTo>
                <a:close/>
                <a:lnTo>
                  <a:pt x="700101" y="336305"/>
                </a:lnTo>
                <a:close/>
                <a:lnTo>
                  <a:pt x="701590" y="416145"/>
                </a:lnTo>
                <a:close/>
                <a:lnTo>
                  <a:pt x="703080" y="406439"/>
                </a:lnTo>
                <a:close/>
                <a:lnTo>
                  <a:pt x="704569" y="429494"/>
                </a:lnTo>
                <a:close/>
                <a:lnTo>
                  <a:pt x="706059" y="485823"/>
                </a:lnTo>
                <a:close/>
                <a:lnTo>
                  <a:pt x="707549" y="440259"/>
                </a:lnTo>
                <a:close/>
                <a:lnTo>
                  <a:pt x="709038" y="441911"/>
                </a:lnTo>
                <a:close/>
                <a:lnTo>
                  <a:pt x="710528" y="466500"/>
                </a:lnTo>
                <a:close/>
                <a:lnTo>
                  <a:pt x="712017" y="425910"/>
                </a:lnTo>
                <a:close/>
                <a:lnTo>
                  <a:pt x="713507" y="469924"/>
                </a:lnTo>
                <a:close/>
                <a:lnTo>
                  <a:pt x="714997" y="456621"/>
                </a:lnTo>
                <a:close/>
                <a:lnTo>
                  <a:pt x="716486" y="496698"/>
                </a:lnTo>
                <a:close/>
                <a:lnTo>
                  <a:pt x="719465" y="464867"/>
                </a:lnTo>
                <a:close/>
                <a:lnTo>
                  <a:pt x="720955" y="452139"/>
                </a:lnTo>
                <a:close/>
                <a:lnTo>
                  <a:pt x="722444" y="403885"/>
                </a:lnTo>
                <a:close/>
                <a:lnTo>
                  <a:pt x="723934" y="480103"/>
                </a:lnTo>
                <a:close/>
                <a:lnTo>
                  <a:pt x="725424" y="354831"/>
                </a:lnTo>
                <a:close/>
                <a:lnTo>
                  <a:pt x="728403" y="434280"/>
                </a:lnTo>
                <a:close/>
                <a:lnTo>
                  <a:pt x="729892" y="345835"/>
                </a:lnTo>
                <a:close/>
                <a:lnTo>
                  <a:pt x="731382" y="347776"/>
                </a:lnTo>
                <a:close/>
                <a:lnTo>
                  <a:pt x="734361" y="390076"/>
                </a:lnTo>
                <a:close/>
                <a:lnTo>
                  <a:pt x="735851" y="326115"/>
                </a:lnTo>
                <a:close/>
                <a:lnTo>
                  <a:pt x="738830" y="515437"/>
                </a:lnTo>
                <a:close/>
                <a:lnTo>
                  <a:pt x="740319" y="430277"/>
                </a:lnTo>
                <a:close/>
                <a:lnTo>
                  <a:pt x="741809" y="438122"/>
                </a:lnTo>
                <a:close/>
                <a:lnTo>
                  <a:pt x="743298" y="391912"/>
                </a:lnTo>
                <a:close/>
                <a:lnTo>
                  <a:pt x="744788" y="472044"/>
                </a:lnTo>
                <a:close/>
                <a:lnTo>
                  <a:pt x="749257" y="336335"/>
                </a:lnTo>
                <a:close/>
                <a:lnTo>
                  <a:pt x="750746" y="344392"/>
                </a:lnTo>
                <a:close/>
                <a:lnTo>
                  <a:pt x="753726" y="297846"/>
                </a:lnTo>
                <a:close/>
                <a:lnTo>
                  <a:pt x="755215" y="322873"/>
                </a:lnTo>
                <a:close/>
                <a:lnTo>
                  <a:pt x="756705" y="293987"/>
                </a:lnTo>
                <a:close/>
                <a:lnTo>
                  <a:pt x="759684" y="356887"/>
                </a:lnTo>
                <a:close/>
                <a:lnTo>
                  <a:pt x="761173" y="357965"/>
                </a:lnTo>
                <a:close/>
                <a:lnTo>
                  <a:pt x="764153" y="535932"/>
                </a:lnTo>
                <a:close/>
                <a:lnTo>
                  <a:pt x="765642" y="465121"/>
                </a:lnTo>
                <a:close/>
                <a:lnTo>
                  <a:pt x="768621" y="587532"/>
                </a:lnTo>
                <a:close/>
                <a:lnTo>
                  <a:pt x="770111" y="626011"/>
                </a:lnTo>
                <a:close/>
                <a:lnTo>
                  <a:pt x="771600" y="523374"/>
                </a:lnTo>
                <a:close/>
                <a:lnTo>
                  <a:pt x="773090" y="647328"/>
                </a:lnTo>
                <a:close/>
                <a:lnTo>
                  <a:pt x="774580" y="491452"/>
                </a:lnTo>
                <a:close/>
                <a:lnTo>
                  <a:pt x="777559" y="659271"/>
                </a:lnTo>
                <a:close/>
                <a:lnTo>
                  <a:pt x="779048" y="573806"/>
                </a:lnTo>
                <a:close/>
                <a:lnTo>
                  <a:pt x="780538" y="596265"/>
                </a:lnTo>
                <a:close/>
                <a:lnTo>
                  <a:pt x="782027" y="561561"/>
                </a:lnTo>
                <a:close/>
                <a:lnTo>
                  <a:pt x="785007" y="593721"/>
                </a:lnTo>
                <a:close/>
                <a:lnTo>
                  <a:pt x="786496" y="536365"/>
                </a:lnTo>
                <a:close/>
                <a:lnTo>
                  <a:pt x="787986" y="597680"/>
                </a:lnTo>
                <a:close/>
                <a:lnTo>
                  <a:pt x="789475" y="543886"/>
                </a:lnTo>
                <a:close/>
                <a:lnTo>
                  <a:pt x="790965" y="556884"/>
                </a:lnTo>
                <a:close/>
                <a:lnTo>
                  <a:pt x="795434" y="756267"/>
                </a:lnTo>
                <a:close/>
                <a:lnTo>
                  <a:pt x="796923" y="749052"/>
                </a:lnTo>
                <a:close/>
                <a:lnTo>
                  <a:pt x="798413" y="729540"/>
                </a:lnTo>
                <a:close/>
                <a:lnTo>
                  <a:pt x="799902" y="742077"/>
                </a:lnTo>
                <a:close/>
                <a:lnTo>
                  <a:pt x="801392" y="735341"/>
                </a:lnTo>
                <a:close/>
                <a:lnTo>
                  <a:pt x="804371" y="753997"/>
                </a:lnTo>
                <a:close/>
                <a:lnTo>
                  <a:pt x="805861" y="707433"/>
                </a:lnTo>
                <a:close/>
                <a:lnTo>
                  <a:pt x="807350" y="722063"/>
                </a:lnTo>
                <a:close/>
                <a:lnTo>
                  <a:pt x="808840" y="678913"/>
                </a:lnTo>
                <a:close/>
                <a:lnTo>
                  <a:pt x="813309" y="836559"/>
                </a:lnTo>
                <a:close/>
                <a:lnTo>
                  <a:pt x="814798" y="788134"/>
                </a:lnTo>
                <a:close/>
                <a:lnTo>
                  <a:pt x="816288" y="840143"/>
                </a:lnTo>
                <a:close/>
                <a:lnTo>
                  <a:pt x="817777" y="749502"/>
                </a:lnTo>
                <a:close/>
                <a:lnTo>
                  <a:pt x="819267" y="774568"/>
                </a:lnTo>
                <a:close/>
                <a:lnTo>
                  <a:pt x="820756" y="731187"/>
                </a:lnTo>
                <a:close/>
                <a:lnTo>
                  <a:pt x="822246" y="730013"/>
                </a:lnTo>
                <a:close/>
                <a:lnTo>
                  <a:pt x="825225" y="668074"/>
                </a:lnTo>
                <a:close/>
                <a:lnTo>
                  <a:pt x="826715" y="640685"/>
                </a:lnTo>
                <a:close/>
                <a:lnTo>
                  <a:pt x="828204" y="651910"/>
                </a:lnTo>
                <a:close/>
                <a:lnTo>
                  <a:pt x="829694" y="613357"/>
                </a:lnTo>
                <a:close/>
                <a:lnTo>
                  <a:pt x="831183" y="733560"/>
                </a:lnTo>
                <a:close/>
                <a:lnTo>
                  <a:pt x="834163" y="658924"/>
                </a:lnTo>
                <a:close/>
                <a:lnTo>
                  <a:pt x="835652" y="677131"/>
                </a:lnTo>
                <a:close/>
                <a:lnTo>
                  <a:pt x="837142" y="652571"/>
                </a:lnTo>
                <a:close/>
                <a:lnTo>
                  <a:pt x="838631" y="687493"/>
                </a:lnTo>
                <a:close/>
                <a:lnTo>
                  <a:pt x="840121" y="612272"/>
                </a:lnTo>
                <a:close/>
                <a:lnTo>
                  <a:pt x="841611" y="681553"/>
                </a:lnTo>
                <a:close/>
                <a:lnTo>
                  <a:pt x="843100" y="651481"/>
                </a:lnTo>
                <a:close/>
                <a:lnTo>
                  <a:pt x="844590" y="534373"/>
                </a:lnTo>
                <a:close/>
                <a:lnTo>
                  <a:pt x="846079" y="531256"/>
                </a:lnTo>
                <a:close/>
                <a:lnTo>
                  <a:pt x="847569" y="470486"/>
                </a:lnTo>
                <a:close/>
                <a:lnTo>
                  <a:pt x="850548" y="468103"/>
                </a:lnTo>
                <a:close/>
                <a:lnTo>
                  <a:pt x="852038" y="552564"/>
                </a:lnTo>
                <a:close/>
                <a:lnTo>
                  <a:pt x="853527" y="542483"/>
                </a:lnTo>
                <a:close/>
                <a:lnTo>
                  <a:pt x="855017" y="491925"/>
                </a:lnTo>
                <a:close/>
                <a:lnTo>
                  <a:pt x="857996" y="558160"/>
                </a:lnTo>
                <a:close/>
                <a:lnTo>
                  <a:pt x="859485" y="535932"/>
                </a:lnTo>
                <a:close/>
                <a:lnTo>
                  <a:pt x="860975" y="535932"/>
                </a:lnTo>
                <a:close/>
                <a:lnTo>
                  <a:pt x="862465" y="611838"/>
                </a:lnTo>
                <a:close/>
                <a:lnTo>
                  <a:pt x="863954" y="521904"/>
                </a:lnTo>
                <a:close/>
                <a:lnTo>
                  <a:pt x="865444" y="660936"/>
                </a:lnTo>
                <a:close/>
                <a:lnTo>
                  <a:pt x="866933" y="656644"/>
                </a:lnTo>
                <a:close/>
                <a:lnTo>
                  <a:pt x="868423" y="554792"/>
                </a:lnTo>
                <a:close/>
                <a:lnTo>
                  <a:pt x="869912" y="625811"/>
                </a:lnTo>
                <a:close/>
                <a:lnTo>
                  <a:pt x="871402" y="570623"/>
                </a:lnTo>
                <a:close/>
                <a:lnTo>
                  <a:pt x="872892" y="627447"/>
                </a:lnTo>
                <a:close/>
                <a:lnTo>
                  <a:pt x="874381" y="508678"/>
                </a:lnTo>
                <a:close/>
                <a:lnTo>
                  <a:pt x="875871" y="578601"/>
                </a:lnTo>
                <a:close/>
                <a:lnTo>
                  <a:pt x="877360" y="432426"/>
                </a:lnTo>
                <a:close/>
                <a:lnTo>
                  <a:pt x="878850" y="432397"/>
                </a:lnTo>
                <a:close/>
                <a:lnTo>
                  <a:pt x="880339" y="445771"/>
                </a:lnTo>
                <a:close/>
                <a:lnTo>
                  <a:pt x="881829" y="412957"/>
                </a:lnTo>
                <a:close/>
                <a:lnTo>
                  <a:pt x="883319" y="478647"/>
                </a:lnTo>
                <a:close/>
                <a:lnTo>
                  <a:pt x="884808" y="451526"/>
                </a:lnTo>
                <a:close/>
                <a:lnTo>
                  <a:pt x="886298" y="542925"/>
                </a:lnTo>
                <a:close/>
                <a:lnTo>
                  <a:pt x="887787" y="506910"/>
                </a:lnTo>
                <a:close/>
                <a:lnTo>
                  <a:pt x="890767" y="609329"/>
                </a:lnTo>
                <a:close/>
                <a:lnTo>
                  <a:pt x="892256" y="568448"/>
                </a:lnTo>
                <a:close/>
                <a:lnTo>
                  <a:pt x="895235" y="601770"/>
                </a:lnTo>
                <a:close/>
                <a:lnTo>
                  <a:pt x="896725" y="695986"/>
                </a:lnTo>
                <a:close/>
                <a:lnTo>
                  <a:pt x="899704" y="511635"/>
                </a:lnTo>
                <a:close/>
                <a:lnTo>
                  <a:pt x="902683" y="644927"/>
                </a:lnTo>
                <a:close/>
                <a:lnTo>
                  <a:pt x="904173" y="615104"/>
                </a:lnTo>
                <a:close/>
                <a:lnTo>
                  <a:pt x="905662" y="655574"/>
                </a:lnTo>
                <a:close/>
                <a:lnTo>
                  <a:pt x="907152" y="576014"/>
                </a:lnTo>
                <a:close/>
                <a:lnTo>
                  <a:pt x="910131" y="645207"/>
                </a:lnTo>
                <a:close/>
                <a:lnTo>
                  <a:pt x="911621" y="585879"/>
                </a:lnTo>
                <a:close/>
                <a:lnTo>
                  <a:pt x="913110" y="587627"/>
                </a:lnTo>
                <a:close/>
                <a:lnTo>
                  <a:pt x="916089" y="533796"/>
                </a:lnTo>
                <a:close/>
                <a:lnTo>
                  <a:pt x="917579" y="472949"/>
                </a:lnTo>
                <a:close/>
                <a:lnTo>
                  <a:pt x="919068" y="572583"/>
                </a:lnTo>
                <a:close/>
                <a:lnTo>
                  <a:pt x="920558" y="441297"/>
                </a:lnTo>
                <a:close/>
                <a:lnTo>
                  <a:pt x="922048" y="463577"/>
                </a:lnTo>
                <a:close/>
                <a:lnTo>
                  <a:pt x="923537" y="452950"/>
                </a:lnTo>
                <a:close/>
                <a:lnTo>
                  <a:pt x="929496" y="583703"/>
                </a:lnTo>
                <a:close/>
                <a:lnTo>
                  <a:pt x="932475" y="535653"/>
                </a:lnTo>
                <a:close/>
                <a:lnTo>
                  <a:pt x="933964" y="540817"/>
                </a:lnTo>
                <a:close/>
                <a:lnTo>
                  <a:pt x="935454" y="443163"/>
                </a:lnTo>
                <a:close/>
                <a:lnTo>
                  <a:pt x="938433" y="554239"/>
                </a:lnTo>
                <a:close/>
                <a:lnTo>
                  <a:pt x="939923" y="555868"/>
                </a:lnTo>
                <a:close/>
                <a:lnTo>
                  <a:pt x="942902" y="490318"/>
                </a:lnTo>
                <a:close/>
                <a:lnTo>
                  <a:pt x="944391" y="610085"/>
                </a:lnTo>
                <a:close/>
                <a:lnTo>
                  <a:pt x="945881" y="599394"/>
                </a:lnTo>
                <a:close/>
                <a:lnTo>
                  <a:pt x="948860" y="450698"/>
                </a:lnTo>
                <a:close/>
                <a:lnTo>
                  <a:pt x="950350" y="461254"/>
                </a:lnTo>
                <a:close/>
                <a:lnTo>
                  <a:pt x="951839" y="455626"/>
                </a:lnTo>
                <a:close/>
                <a:lnTo>
                  <a:pt x="953329" y="613056"/>
                </a:lnTo>
                <a:close/>
                <a:lnTo>
                  <a:pt x="956308" y="533773"/>
                </a:lnTo>
                <a:close/>
                <a:lnTo>
                  <a:pt x="957797" y="403229"/>
                </a:lnTo>
                <a:close/>
                <a:lnTo>
                  <a:pt x="959287" y="421019"/>
                </a:lnTo>
                <a:close/>
                <a:lnTo>
                  <a:pt x="960777" y="466375"/>
                </a:lnTo>
                <a:close/>
                <a:lnTo>
                  <a:pt x="962266" y="448443"/>
                </a:lnTo>
                <a:close/>
                <a:lnTo>
                  <a:pt x="963756" y="336595"/>
                </a:lnTo>
                <a:close/>
                <a:lnTo>
                  <a:pt x="966735" y="427817"/>
                </a:lnTo>
                <a:close/>
                <a:lnTo>
                  <a:pt x="968224" y="446079"/>
                </a:lnTo>
                <a:close/>
                <a:lnTo>
                  <a:pt x="969714" y="429949"/>
                </a:lnTo>
                <a:close/>
                <a:lnTo>
                  <a:pt x="971204" y="365246"/>
                </a:lnTo>
                <a:close/>
                <a:lnTo>
                  <a:pt x="972693" y="464748"/>
                </a:lnTo>
                <a:close/>
                <a:lnTo>
                  <a:pt x="977162" y="336933"/>
                </a:lnTo>
                <a:close/>
                <a:lnTo>
                  <a:pt x="978652" y="348126"/>
                </a:lnTo>
                <a:close/>
                <a:lnTo>
                  <a:pt x="980141" y="406530"/>
                </a:lnTo>
                <a:close/>
                <a:lnTo>
                  <a:pt x="981631" y="381472"/>
                </a:lnTo>
                <a:close/>
                <a:lnTo>
                  <a:pt x="983120" y="309563"/>
                </a:lnTo>
                <a:close/>
                <a:lnTo>
                  <a:pt x="984610" y="341804"/>
                </a:lnTo>
                <a:close/>
                <a:lnTo>
                  <a:pt x="987589" y="257474"/>
                </a:lnTo>
                <a:close/>
                <a:lnTo>
                  <a:pt x="990568" y="433657"/>
                </a:lnTo>
                <a:close/>
                <a:lnTo>
                  <a:pt x="993547" y="277621"/>
                </a:lnTo>
                <a:close/>
                <a:lnTo>
                  <a:pt x="995037" y="421118"/>
                </a:lnTo>
                <a:close/>
                <a:lnTo>
                  <a:pt x="996526" y="403080"/>
                </a:lnTo>
                <a:close/>
                <a:lnTo>
                  <a:pt x="998016" y="306140"/>
                </a:lnTo>
                <a:close/>
                <a:lnTo>
                  <a:pt x="999506" y="358263"/>
                </a:lnTo>
                <a:close/>
                <a:lnTo>
                  <a:pt x="1000995" y="341963"/>
                </a:lnTo>
                <a:close/>
                <a:lnTo>
                  <a:pt x="1002485" y="274923"/>
                </a:lnTo>
                <a:close/>
                <a:lnTo>
                  <a:pt x="1003974" y="337064"/>
                </a:lnTo>
                <a:close/>
                <a:lnTo>
                  <a:pt x="1005464" y="320856"/>
                </a:lnTo>
                <a:close/>
                <a:lnTo>
                  <a:pt x="1009933" y="395857"/>
                </a:lnTo>
                <a:close/>
                <a:lnTo>
                  <a:pt x="1011422" y="389805"/>
                </a:lnTo>
                <a:close/>
                <a:lnTo>
                  <a:pt x="1015891" y="280133"/>
                </a:lnTo>
                <a:close/>
                <a:lnTo>
                  <a:pt x="1017380" y="290333"/>
                </a:lnTo>
                <a:close/>
                <a:lnTo>
                  <a:pt x="1018870" y="184824"/>
                </a:lnTo>
                <a:close/>
                <a:lnTo>
                  <a:pt x="1020360" y="201420"/>
                </a:lnTo>
                <a:close/>
                <a:lnTo>
                  <a:pt x="1021849" y="285283"/>
                </a:lnTo>
                <a:close/>
                <a:lnTo>
                  <a:pt x="1023339" y="280745"/>
                </a:lnTo>
                <a:close/>
                <a:lnTo>
                  <a:pt x="1024828" y="297432"/>
                </a:lnTo>
                <a:close/>
                <a:lnTo>
                  <a:pt x="1026318" y="342618"/>
                </a:lnTo>
                <a:close/>
                <a:lnTo>
                  <a:pt x="1029297" y="264783"/>
                </a:lnTo>
                <a:close/>
                <a:lnTo>
                  <a:pt x="1030787" y="282398"/>
                </a:lnTo>
                <a:close/>
                <a:lnTo>
                  <a:pt x="1033766" y="361424"/>
                </a:lnTo>
                <a:close/>
                <a:lnTo>
                  <a:pt x="1035255" y="324324"/>
                </a:lnTo>
                <a:close/>
                <a:lnTo>
                  <a:pt x="1038235" y="435352"/>
                </a:lnTo>
                <a:close/>
                <a:lnTo>
                  <a:pt x="1039724" y="396906"/>
                </a:lnTo>
                <a:close/>
                <a:lnTo>
                  <a:pt x="1045682" y="584188"/>
                </a:lnTo>
                <a:close/>
                <a:lnTo>
                  <a:pt x="1047172" y="600562"/>
                </a:lnTo>
                <a:close/>
                <a:lnTo>
                  <a:pt x="1050151" y="511097"/>
                </a:lnTo>
                <a:close/>
                <a:lnTo>
                  <a:pt x="1054620" y="538162"/>
                </a:lnTo>
                <a:close/>
                <a:lnTo>
                  <a:pt x="1057599" y="585947"/>
                </a:lnTo>
                <a:close/>
                <a:lnTo>
                  <a:pt x="1060578" y="532399"/>
                </a:lnTo>
                <a:close/>
                <a:lnTo>
                  <a:pt x="1062068" y="645625"/>
                </a:lnTo>
                <a:close/>
                <a:lnTo>
                  <a:pt x="1065047" y="476663"/>
                </a:lnTo>
                <a:close/>
                <a:lnTo>
                  <a:pt x="1066537" y="433675"/>
                </a:lnTo>
                <a:close/>
                <a:lnTo>
                  <a:pt x="1068026" y="310564"/>
                </a:lnTo>
                <a:close/>
                <a:lnTo>
                  <a:pt x="1071005" y="480331"/>
                </a:lnTo>
                <a:close/>
                <a:lnTo>
                  <a:pt x="1072495" y="248069"/>
                </a:lnTo>
                <a:close/>
                <a:lnTo>
                  <a:pt x="1075474" y="422413"/>
                </a:lnTo>
                <a:close/>
                <a:lnTo>
                  <a:pt x="1076964" y="382647"/>
                </a:lnTo>
                <a:close/>
                <a:lnTo>
                  <a:pt x="1078453" y="408155"/>
                </a:lnTo>
                <a:close/>
                <a:lnTo>
                  <a:pt x="1081432" y="305298"/>
                </a:lnTo>
                <a:close/>
                <a:lnTo>
                  <a:pt x="1082922" y="308664"/>
                </a:lnTo>
                <a:close/>
                <a:lnTo>
                  <a:pt x="1084411" y="332602"/>
                </a:lnTo>
                <a:close/>
                <a:lnTo>
                  <a:pt x="1085901" y="383884"/>
                </a:lnTo>
                <a:close/>
                <a:lnTo>
                  <a:pt x="1088880" y="282229"/>
                </a:lnTo>
                <a:close/>
                <a:lnTo>
                  <a:pt x="1090370" y="371968"/>
                </a:lnTo>
                <a:close/>
                <a:lnTo>
                  <a:pt x="1093349" y="240359"/>
                </a:lnTo>
                <a:close/>
                <a:lnTo>
                  <a:pt x="1097818" y="413182"/>
                </a:lnTo>
                <a:close/>
                <a:lnTo>
                  <a:pt x="1099307" y="384399"/>
                </a:lnTo>
                <a:close/>
                <a:lnTo>
                  <a:pt x="1100797" y="404908"/>
                </a:lnTo>
                <a:close/>
                <a:lnTo>
                  <a:pt x="1102286" y="453945"/>
                </a:lnTo>
                <a:close/>
                <a:lnTo>
                  <a:pt x="1103776" y="443205"/>
                </a:lnTo>
                <a:close/>
                <a:lnTo>
                  <a:pt x="1105265" y="529063"/>
                </a:lnTo>
                <a:close/>
                <a:lnTo>
                  <a:pt x="1106755" y="477905"/>
                </a:lnTo>
                <a:close/>
                <a:lnTo>
                  <a:pt x="1111224" y="594537"/>
                </a:lnTo>
                <a:close/>
                <a:lnTo>
                  <a:pt x="1112713" y="549244"/>
                </a:lnTo>
                <a:close/>
                <a:lnTo>
                  <a:pt x="1115693" y="557648"/>
                </a:lnTo>
                <a:close/>
                <a:lnTo>
                  <a:pt x="1117182" y="487979"/>
                </a:lnTo>
                <a:close/>
                <a:lnTo>
                  <a:pt x="1118672" y="605015"/>
                </a:lnTo>
                <a:close/>
                <a:lnTo>
                  <a:pt x="1120161" y="562816"/>
                </a:lnTo>
                <a:close/>
                <a:lnTo>
                  <a:pt x="1121651" y="583633"/>
                </a:lnTo>
                <a:close/>
                <a:lnTo>
                  <a:pt x="1123140" y="558116"/>
                </a:lnTo>
                <a:close/>
                <a:lnTo>
                  <a:pt x="1124630" y="503003"/>
                </a:lnTo>
                <a:close/>
                <a:lnTo>
                  <a:pt x="1126120" y="529607"/>
                </a:lnTo>
                <a:close/>
                <a:lnTo>
                  <a:pt x="1130588" y="732853"/>
                </a:lnTo>
                <a:close/>
                <a:lnTo>
                  <a:pt x="1133567" y="555842"/>
                </a:lnTo>
                <a:close/>
                <a:lnTo>
                  <a:pt x="1135057" y="607091"/>
                </a:lnTo>
                <a:close/>
                <a:lnTo>
                  <a:pt x="1138036" y="504703"/>
                </a:lnTo>
                <a:close/>
                <a:lnTo>
                  <a:pt x="1141015" y="732297"/>
                </a:lnTo>
                <a:close/>
                <a:lnTo>
                  <a:pt x="1143994" y="595557"/>
                </a:lnTo>
                <a:close/>
                <a:lnTo>
                  <a:pt x="1145484" y="629652"/>
                </a:lnTo>
                <a:close/>
                <a:lnTo>
                  <a:pt x="1148463" y="743694"/>
                </a:lnTo>
                <a:close/>
                <a:lnTo>
                  <a:pt x="1151442" y="693234"/>
                </a:lnTo>
                <a:close/>
                <a:lnTo>
                  <a:pt x="1152932" y="684734"/>
                </a:lnTo>
                <a:close/>
                <a:lnTo>
                  <a:pt x="1155911" y="591972"/>
                </a:lnTo>
                <a:close/>
                <a:lnTo>
                  <a:pt x="1161869" y="680360"/>
                </a:lnTo>
                <a:close/>
                <a:lnTo>
                  <a:pt x="1164849" y="802533"/>
                </a:lnTo>
                <a:close/>
                <a:lnTo>
                  <a:pt x="1167828" y="767301"/>
                </a:lnTo>
                <a:close/>
                <a:lnTo>
                  <a:pt x="1169317" y="761649"/>
                </a:lnTo>
                <a:close/>
                <a:lnTo>
                  <a:pt x="1172296" y="701015"/>
                </a:lnTo>
                <a:close/>
                <a:lnTo>
                  <a:pt x="1173786" y="708062"/>
                </a:lnTo>
                <a:close/>
                <a:lnTo>
                  <a:pt x="1175276" y="776826"/>
                </a:lnTo>
                <a:close/>
                <a:lnTo>
                  <a:pt x="1178255" y="745745"/>
                </a:lnTo>
                <a:close/>
                <a:lnTo>
                  <a:pt x="1179744" y="679469"/>
                </a:lnTo>
                <a:close/>
                <a:lnTo>
                  <a:pt x="1182723" y="788708"/>
                </a:lnTo>
                <a:close/>
                <a:lnTo>
                  <a:pt x="1184213" y="718189"/>
                </a:lnTo>
                <a:close/>
                <a:lnTo>
                  <a:pt x="1187192" y="768219"/>
                </a:lnTo>
                <a:close/>
                <a:lnTo>
                  <a:pt x="1188682" y="681828"/>
                </a:lnTo>
                <a:close/>
                <a:lnTo>
                  <a:pt x="1190171" y="725096"/>
                </a:lnTo>
                <a:close/>
                <a:lnTo>
                  <a:pt x="1193150" y="593535"/>
                </a:lnTo>
                <a:close/>
                <a:lnTo>
                  <a:pt x="1194640" y="619853"/>
                </a:lnTo>
                <a:close/>
                <a:lnTo>
                  <a:pt x="1196130" y="618214"/>
                </a:lnTo>
                <a:close/>
                <a:lnTo>
                  <a:pt x="1197619" y="596243"/>
                </a:lnTo>
                <a:close/>
                <a:lnTo>
                  <a:pt x="1199109" y="617960"/>
                </a:lnTo>
                <a:close/>
                <a:lnTo>
                  <a:pt x="1200598" y="663517"/>
                </a:lnTo>
                <a:close/>
                <a:lnTo>
                  <a:pt x="1202088" y="637044"/>
                </a:lnTo>
                <a:close/>
                <a:lnTo>
                  <a:pt x="1203578" y="670833"/>
                </a:lnTo>
                <a:close/>
                <a:lnTo>
                  <a:pt x="1208046" y="531854"/>
                </a:lnTo>
                <a:close/>
                <a:lnTo>
                  <a:pt x="1209536" y="562994"/>
                </a:lnTo>
                <a:close/>
                <a:lnTo>
                  <a:pt x="1211025" y="518342"/>
                </a:lnTo>
                <a:close/>
                <a:lnTo>
                  <a:pt x="1212515" y="426530"/>
                </a:lnTo>
                <a:close/>
                <a:lnTo>
                  <a:pt x="1214005" y="456418"/>
                </a:lnTo>
                <a:close/>
                <a:lnTo>
                  <a:pt x="1216984" y="428543"/>
                </a:lnTo>
                <a:close/>
                <a:lnTo>
                  <a:pt x="1218473" y="355562"/>
                </a:lnTo>
                <a:close/>
                <a:lnTo>
                  <a:pt x="1219963" y="377869"/>
                </a:lnTo>
                <a:close/>
                <a:lnTo>
                  <a:pt x="1221452" y="326957"/>
                </a:lnTo>
                <a:close/>
                <a:lnTo>
                  <a:pt x="1222942" y="458388"/>
                </a:lnTo>
                <a:close/>
                <a:lnTo>
                  <a:pt x="1224432" y="424181"/>
                </a:lnTo>
                <a:close/>
                <a:lnTo>
                  <a:pt x="1225921" y="435124"/>
                </a:lnTo>
                <a:close/>
                <a:lnTo>
                  <a:pt x="1227411" y="359348"/>
                </a:lnTo>
                <a:close/>
                <a:lnTo>
                  <a:pt x="1230390" y="498483"/>
                </a:lnTo>
                <a:close/>
                <a:lnTo>
                  <a:pt x="1231879" y="467322"/>
                </a:lnTo>
                <a:close/>
                <a:lnTo>
                  <a:pt x="1233369" y="484239"/>
                </a:lnTo>
                <a:close/>
                <a:lnTo>
                  <a:pt x="1236348" y="602018"/>
                </a:lnTo>
                <a:close/>
                <a:lnTo>
                  <a:pt x="1237838" y="575549"/>
                </a:lnTo>
                <a:close/>
                <a:lnTo>
                  <a:pt x="1240817" y="361425"/>
                </a:lnTo>
                <a:close/>
                <a:lnTo>
                  <a:pt x="1242306" y="387406"/>
                </a:lnTo>
                <a:close/>
                <a:lnTo>
                  <a:pt x="1243796" y="430893"/>
                </a:lnTo>
                <a:close/>
                <a:lnTo>
                  <a:pt x="1245286" y="415659"/>
                </a:lnTo>
                <a:close/>
                <a:lnTo>
                  <a:pt x="1248265" y="494009"/>
                </a:lnTo>
                <a:close/>
                <a:lnTo>
                  <a:pt x="1249754" y="468769"/>
                </a:lnTo>
                <a:close/>
                <a:lnTo>
                  <a:pt x="1251244" y="502666"/>
                </a:lnTo>
                <a:close/>
                <a:lnTo>
                  <a:pt x="1255713" y="469515"/>
                </a:lnTo>
                <a:close/>
                <a:lnTo>
                  <a:pt x="1257202" y="372708"/>
                </a:lnTo>
                <a:close/>
                <a:lnTo>
                  <a:pt x="1260181" y="556292"/>
                </a:lnTo>
                <a:close/>
                <a:lnTo>
                  <a:pt x="1261671" y="450670"/>
                </a:lnTo>
                <a:close/>
                <a:lnTo>
                  <a:pt x="1266140" y="577988"/>
                </a:lnTo>
                <a:close/>
                <a:lnTo>
                  <a:pt x="1269119" y="514888"/>
                </a:lnTo>
                <a:close/>
                <a:lnTo>
                  <a:pt x="1270608" y="514888"/>
                </a:lnTo>
                <a:close/>
                <a:lnTo>
                  <a:pt x="1273588" y="358755"/>
                </a:lnTo>
                <a:close/>
                <a:lnTo>
                  <a:pt x="1275077" y="516325"/>
                </a:lnTo>
                <a:close/>
                <a:lnTo>
                  <a:pt x="1278056" y="373614"/>
                </a:lnTo>
                <a:close/>
                <a:lnTo>
                  <a:pt x="1279546" y="414008"/>
                </a:lnTo>
                <a:close/>
                <a:lnTo>
                  <a:pt x="1284015" y="329233"/>
                </a:lnTo>
                <a:close/>
                <a:lnTo>
                  <a:pt x="1285504" y="336379"/>
                </a:lnTo>
                <a:close/>
                <a:lnTo>
                  <a:pt x="1288483" y="404031"/>
                </a:lnTo>
                <a:close/>
                <a:lnTo>
                  <a:pt x="1289973" y="369625"/>
                </a:lnTo>
                <a:close/>
                <a:lnTo>
                  <a:pt x="1291463" y="506491"/>
                </a:lnTo>
                <a:close/>
                <a:lnTo>
                  <a:pt x="1292952" y="428043"/>
                </a:lnTo>
                <a:close/>
                <a:lnTo>
                  <a:pt x="1295931" y="539531"/>
                </a:lnTo>
                <a:close/>
                <a:lnTo>
                  <a:pt x="1297421" y="573737"/>
                </a:lnTo>
                <a:close/>
                <a:lnTo>
                  <a:pt x="1298910" y="566645"/>
                </a:lnTo>
                <a:close/>
                <a:lnTo>
                  <a:pt x="1301890" y="652992"/>
                </a:lnTo>
                <a:close/>
                <a:lnTo>
                  <a:pt x="1303379" y="651513"/>
                </a:lnTo>
                <a:close/>
                <a:lnTo>
                  <a:pt x="1306358" y="489314"/>
                </a:lnTo>
                <a:close/>
                <a:lnTo>
                  <a:pt x="1307848" y="573806"/>
                </a:lnTo>
                <a:close/>
                <a:lnTo>
                  <a:pt x="1309337" y="519255"/>
                </a:lnTo>
                <a:close/>
                <a:lnTo>
                  <a:pt x="1310827" y="594139"/>
                </a:lnTo>
                <a:close/>
                <a:lnTo>
                  <a:pt x="1312317" y="480481"/>
                </a:lnTo>
                <a:close/>
                <a:lnTo>
                  <a:pt x="1313806" y="489266"/>
                </a:lnTo>
                <a:close/>
                <a:lnTo>
                  <a:pt x="1315296" y="413553"/>
                </a:lnTo>
                <a:close/>
                <a:lnTo>
                  <a:pt x="1316785" y="423770"/>
                </a:lnTo>
                <a:close/>
                <a:lnTo>
                  <a:pt x="1318275" y="305006"/>
                </a:lnTo>
                <a:close/>
                <a:lnTo>
                  <a:pt x="1321254" y="540554"/>
                </a:lnTo>
                <a:close/>
                <a:lnTo>
                  <a:pt x="1322744" y="454399"/>
                </a:lnTo>
                <a:close/>
                <a:lnTo>
                  <a:pt x="1324233" y="505584"/>
                </a:lnTo>
                <a:close/>
                <a:lnTo>
                  <a:pt x="1325723" y="506477"/>
                </a:lnTo>
                <a:close/>
                <a:lnTo>
                  <a:pt x="1327212" y="530412"/>
                </a:lnTo>
                <a:close/>
                <a:lnTo>
                  <a:pt x="1333171" y="392145"/>
                </a:lnTo>
                <a:close/>
                <a:lnTo>
                  <a:pt x="1334660" y="396510"/>
                </a:lnTo>
                <a:close/>
                <a:lnTo>
                  <a:pt x="1336150" y="424444"/>
                </a:lnTo>
                <a:close/>
                <a:lnTo>
                  <a:pt x="1337639" y="333515"/>
                </a:lnTo>
                <a:close/>
                <a:lnTo>
                  <a:pt x="1339129" y="377096"/>
                </a:lnTo>
                <a:close/>
                <a:lnTo>
                  <a:pt x="1340619" y="594376"/>
                </a:lnTo>
                <a:close/>
                <a:lnTo>
                  <a:pt x="1345087" y="320005"/>
                </a:lnTo>
                <a:close/>
                <a:lnTo>
                  <a:pt x="1346577" y="427648"/>
                </a:lnTo>
                <a:close/>
                <a:lnTo>
                  <a:pt x="1349556" y="334641"/>
                </a:lnTo>
                <a:close/>
                <a:lnTo>
                  <a:pt x="1351046" y="376752"/>
                </a:lnTo>
                <a:close/>
                <a:lnTo>
                  <a:pt x="1352535" y="357507"/>
                </a:lnTo>
                <a:close/>
                <a:lnTo>
                  <a:pt x="1354025" y="407174"/>
                </a:lnTo>
                <a:close/>
                <a:lnTo>
                  <a:pt x="1357004" y="303622"/>
                </a:lnTo>
                <a:close/>
                <a:lnTo>
                  <a:pt x="1358493" y="363160"/>
                </a:lnTo>
                <a:close/>
                <a:lnTo>
                  <a:pt x="1359983" y="358566"/>
                </a:lnTo>
                <a:close/>
                <a:lnTo>
                  <a:pt x="1361473" y="344047"/>
                </a:lnTo>
                <a:close/>
                <a:lnTo>
                  <a:pt x="1364452" y="370080"/>
                </a:lnTo>
                <a:close/>
                <a:lnTo>
                  <a:pt x="1365941" y="443122"/>
                </a:lnTo>
                <a:close/>
                <a:lnTo>
                  <a:pt x="1367431" y="411503"/>
                </a:lnTo>
                <a:close/>
                <a:lnTo>
                  <a:pt x="1368920" y="429672"/>
                </a:lnTo>
                <a:close/>
                <a:lnTo>
                  <a:pt x="1370410" y="598583"/>
                </a:lnTo>
                <a:close/>
                <a:lnTo>
                  <a:pt x="1371900" y="598583"/>
                </a:lnTo>
                <a:close/>
                <a:lnTo>
                  <a:pt x="1373389" y="485250"/>
                </a:lnTo>
                <a:close/>
                <a:lnTo>
                  <a:pt x="1374879" y="494460"/>
                </a:lnTo>
                <a:close/>
                <a:lnTo>
                  <a:pt x="1376368" y="470876"/>
                </a:lnTo>
                <a:close/>
                <a:lnTo>
                  <a:pt x="1377858" y="285494"/>
                </a:lnTo>
                <a:close/>
                <a:lnTo>
                  <a:pt x="1379347" y="313734"/>
                </a:lnTo>
                <a:close/>
                <a:lnTo>
                  <a:pt x="1380837" y="279876"/>
                </a:lnTo>
                <a:close/>
                <a:lnTo>
                  <a:pt x="1382327" y="325137"/>
                </a:lnTo>
                <a:close/>
                <a:lnTo>
                  <a:pt x="1386795" y="175106"/>
                </a:lnTo>
                <a:close/>
                <a:lnTo>
                  <a:pt x="1388285" y="58737"/>
                </a:lnTo>
                <a:close/>
                <a:lnTo>
                  <a:pt x="1389775" y="57607"/>
                </a:lnTo>
                <a:close/>
                <a:lnTo>
                  <a:pt x="1391264" y="42745"/>
                </a:lnTo>
                <a:close/>
                <a:lnTo>
                  <a:pt x="1394243" y="138949"/>
                </a:lnTo>
                <a:close/>
                <a:lnTo>
                  <a:pt x="1395733" y="137924"/>
                </a:lnTo>
                <a:close/>
                <a:lnTo>
                  <a:pt x="1398712" y="170686"/>
                </a:lnTo>
                <a:close/>
                <a:lnTo>
                  <a:pt x="1400202" y="255673"/>
                </a:lnTo>
                <a:close/>
                <a:lnTo>
                  <a:pt x="1401691" y="238655"/>
                </a:lnTo>
                <a:close/>
                <a:lnTo>
                  <a:pt x="1403181" y="310509"/>
                </a:lnTo>
                <a:close/>
                <a:lnTo>
                  <a:pt x="1404670" y="313067"/>
                </a:lnTo>
                <a:close/>
                <a:lnTo>
                  <a:pt x="1406160" y="354331"/>
                </a:lnTo>
                <a:close/>
                <a:lnTo>
                  <a:pt x="1407649" y="307055"/>
                </a:lnTo>
                <a:close/>
                <a:lnTo>
                  <a:pt x="1409139" y="363324"/>
                </a:lnTo>
                <a:close/>
                <a:lnTo>
                  <a:pt x="1410629" y="301037"/>
                </a:lnTo>
                <a:close/>
                <a:lnTo>
                  <a:pt x="1412118" y="400084"/>
                </a:lnTo>
                <a:close/>
                <a:lnTo>
                  <a:pt x="1413608" y="401315"/>
                </a:lnTo>
                <a:close/>
                <a:lnTo>
                  <a:pt x="1416587" y="279904"/>
                </a:lnTo>
                <a:close/>
                <a:lnTo>
                  <a:pt x="1419566" y="430137"/>
                </a:lnTo>
                <a:close/>
                <a:lnTo>
                  <a:pt x="1421056" y="427959"/>
                </a:lnTo>
                <a:close/>
                <a:lnTo>
                  <a:pt x="1422545" y="474884"/>
                </a:lnTo>
                <a:close/>
                <a:lnTo>
                  <a:pt x="1424035" y="441319"/>
                </a:lnTo>
                <a:close/>
                <a:lnTo>
                  <a:pt x="1427014" y="466727"/>
                </a:lnTo>
                <a:close/>
                <a:lnTo>
                  <a:pt x="1428504" y="449914"/>
                </a:lnTo>
                <a:close/>
                <a:lnTo>
                  <a:pt x="1431483" y="607266"/>
                </a:lnTo>
                <a:close/>
                <a:lnTo>
                  <a:pt x="1432972" y="540580"/>
                </a:lnTo>
                <a:close/>
                <a:lnTo>
                  <a:pt x="1434462" y="629655"/>
                </a:lnTo>
                <a:close/>
                <a:lnTo>
                  <a:pt x="1435951" y="608791"/>
                </a:lnTo>
                <a:close/>
                <a:lnTo>
                  <a:pt x="1437441" y="496679"/>
                </a:lnTo>
                <a:close/>
                <a:lnTo>
                  <a:pt x="1438931" y="569284"/>
                </a:lnTo>
                <a:close/>
                <a:lnTo>
                  <a:pt x="1441910" y="414835"/>
                </a:lnTo>
                <a:close/>
                <a:lnTo>
                  <a:pt x="1443399" y="408805"/>
                </a:lnTo>
                <a:close/>
                <a:lnTo>
                  <a:pt x="1444889" y="363121"/>
                </a:lnTo>
                <a:close/>
                <a:lnTo>
                  <a:pt x="1446378" y="499164"/>
                </a:lnTo>
                <a:close/>
                <a:lnTo>
                  <a:pt x="1447868" y="504281"/>
                </a:lnTo>
                <a:close/>
                <a:lnTo>
                  <a:pt x="1449358" y="464434"/>
                </a:lnTo>
                <a:close/>
                <a:lnTo>
                  <a:pt x="1450847" y="307555"/>
                </a:lnTo>
                <a:close/>
                <a:lnTo>
                  <a:pt x="1455316" y="469042"/>
                </a:lnTo>
                <a:close/>
                <a:lnTo>
                  <a:pt x="1456805" y="433532"/>
                </a:lnTo>
                <a:close/>
                <a:lnTo>
                  <a:pt x="1458295" y="476376"/>
                </a:lnTo>
                <a:close/>
                <a:lnTo>
                  <a:pt x="1459785" y="567503"/>
                </a:lnTo>
                <a:close/>
                <a:lnTo>
                  <a:pt x="1461274" y="565324"/>
                </a:lnTo>
                <a:close/>
                <a:lnTo>
                  <a:pt x="1462764" y="502022"/>
                </a:lnTo>
                <a:close/>
                <a:lnTo>
                  <a:pt x="1464253" y="510067"/>
                </a:lnTo>
                <a:close/>
                <a:lnTo>
                  <a:pt x="1467232" y="410787"/>
                </a:lnTo>
                <a:close/>
                <a:lnTo>
                  <a:pt x="1468722" y="435994"/>
                </a:lnTo>
                <a:close/>
                <a:lnTo>
                  <a:pt x="1471701" y="332569"/>
                </a:lnTo>
                <a:close/>
                <a:lnTo>
                  <a:pt x="1473191" y="368432"/>
                </a:lnTo>
                <a:close/>
                <a:lnTo>
                  <a:pt x="1474680" y="299561"/>
                </a:lnTo>
                <a:close/>
                <a:lnTo>
                  <a:pt x="1476170" y="327443"/>
                </a:lnTo>
                <a:close/>
                <a:lnTo>
                  <a:pt x="1479149" y="512136"/>
                </a:lnTo>
                <a:close/>
                <a:lnTo>
                  <a:pt x="1480639" y="441616"/>
                </a:lnTo>
                <a:close/>
                <a:lnTo>
                  <a:pt x="1485107" y="611123"/>
                </a:lnTo>
                <a:close/>
                <a:lnTo>
                  <a:pt x="1486597" y="537313"/>
                </a:lnTo>
                <a:close/>
                <a:lnTo>
                  <a:pt x="1488087" y="541069"/>
                </a:lnTo>
                <a:close/>
                <a:lnTo>
                  <a:pt x="1489576" y="527983"/>
                </a:lnTo>
                <a:close/>
                <a:lnTo>
                  <a:pt x="1492555" y="673358"/>
                </a:lnTo>
                <a:close/>
                <a:lnTo>
                  <a:pt x="1494045" y="602442"/>
                </a:lnTo>
                <a:close/>
                <a:lnTo>
                  <a:pt x="1497024" y="616570"/>
                </a:lnTo>
                <a:close/>
                <a:lnTo>
                  <a:pt x="1498514" y="558099"/>
                </a:lnTo>
                <a:close/>
                <a:lnTo>
                  <a:pt x="1501493" y="695170"/>
                </a:lnTo>
                <a:close/>
                <a:lnTo>
                  <a:pt x="1504472" y="528836"/>
                </a:lnTo>
                <a:close/>
                <a:lnTo>
                  <a:pt x="1505961" y="545272"/>
                </a:lnTo>
                <a:close/>
                <a:lnTo>
                  <a:pt x="1507451" y="542848"/>
                </a:lnTo>
                <a:close/>
                <a:lnTo>
                  <a:pt x="1510430" y="474117"/>
                </a:lnTo>
                <a:close/>
                <a:lnTo>
                  <a:pt x="1511920" y="517892"/>
                </a:lnTo>
                <a:close/>
                <a:lnTo>
                  <a:pt x="1513409" y="471098"/>
                </a:lnTo>
                <a:close/>
                <a:lnTo>
                  <a:pt x="1514899" y="530351"/>
                </a:lnTo>
                <a:close/>
                <a:lnTo>
                  <a:pt x="1517878" y="319732"/>
                </a:lnTo>
                <a:close/>
                <a:lnTo>
                  <a:pt x="1519368" y="481305"/>
                </a:lnTo>
                <a:close/>
                <a:lnTo>
                  <a:pt x="1520857" y="352487"/>
                </a:lnTo>
                <a:close/>
                <a:lnTo>
                  <a:pt x="1522347" y="478487"/>
                </a:lnTo>
                <a:close/>
                <a:lnTo>
                  <a:pt x="1523836" y="458066"/>
                </a:lnTo>
                <a:close/>
                <a:lnTo>
                  <a:pt x="1525326" y="514380"/>
                </a:lnTo>
                <a:close/>
                <a:lnTo>
                  <a:pt x="1526816" y="504744"/>
                </a:lnTo>
                <a:close/>
                <a:lnTo>
                  <a:pt x="1531284" y="447263"/>
                </a:lnTo>
                <a:close/>
                <a:lnTo>
                  <a:pt x="1534263" y="545626"/>
                </a:lnTo>
                <a:close/>
                <a:lnTo>
                  <a:pt x="1537243" y="399989"/>
                </a:lnTo>
                <a:close/>
                <a:lnTo>
                  <a:pt x="1538732" y="345823"/>
                </a:lnTo>
                <a:close/>
                <a:lnTo>
                  <a:pt x="1540222" y="475724"/>
                </a:lnTo>
                <a:close/>
                <a:lnTo>
                  <a:pt x="1543201" y="403382"/>
                </a:lnTo>
                <a:close/>
                <a:lnTo>
                  <a:pt x="1544690" y="429203"/>
                </a:lnTo>
                <a:close/>
                <a:lnTo>
                  <a:pt x="1546180" y="369443"/>
                </a:lnTo>
                <a:close/>
                <a:lnTo>
                  <a:pt x="1549159" y="575157"/>
                </a:lnTo>
                <a:close/>
                <a:lnTo>
                  <a:pt x="1553628" y="449904"/>
                </a:lnTo>
                <a:close/>
                <a:lnTo>
                  <a:pt x="1555117" y="458794"/>
                </a:lnTo>
                <a:close/>
                <a:lnTo>
                  <a:pt x="1556607" y="430773"/>
                </a:lnTo>
                <a:close/>
                <a:lnTo>
                  <a:pt x="1558097" y="430773"/>
                </a:lnTo>
                <a:close/>
                <a:lnTo>
                  <a:pt x="1559586" y="403655"/>
                </a:lnTo>
                <a:close/>
                <a:lnTo>
                  <a:pt x="1561076" y="604533"/>
                </a:lnTo>
                <a:close/>
                <a:lnTo>
                  <a:pt x="1562565" y="494503"/>
                </a:lnTo>
                <a:close/>
                <a:lnTo>
                  <a:pt x="1564055" y="517442"/>
                </a:lnTo>
                <a:close/>
                <a:lnTo>
                  <a:pt x="1565545" y="664023"/>
                </a:lnTo>
                <a:close/>
                <a:lnTo>
                  <a:pt x="1567034" y="671153"/>
                </a:lnTo>
                <a:close/>
                <a:lnTo>
                  <a:pt x="1568524" y="620549"/>
                </a:lnTo>
                <a:close/>
                <a:lnTo>
                  <a:pt x="1571503" y="684141"/>
                </a:lnTo>
                <a:close/>
                <a:lnTo>
                  <a:pt x="1572992" y="680831"/>
                </a:lnTo>
                <a:close/>
                <a:lnTo>
                  <a:pt x="1574482" y="685941"/>
                </a:lnTo>
                <a:close/>
                <a:lnTo>
                  <a:pt x="1575972" y="637420"/>
                </a:lnTo>
                <a:close/>
                <a:lnTo>
                  <a:pt x="1578951" y="891158"/>
                </a:lnTo>
                <a:close/>
                <a:lnTo>
                  <a:pt x="1580440" y="931026"/>
                </a:lnTo>
                <a:close/>
                <a:lnTo>
                  <a:pt x="1584909" y="782475"/>
                </a:lnTo>
                <a:close/>
                <a:lnTo>
                  <a:pt x="1587888" y="760691"/>
                </a:lnTo>
                <a:close/>
                <a:lnTo>
                  <a:pt x="1590867" y="853196"/>
                </a:lnTo>
                <a:close/>
                <a:lnTo>
                  <a:pt x="1592357" y="845373"/>
                </a:lnTo>
                <a:close/>
                <a:lnTo>
                  <a:pt x="1593846" y="741122"/>
                </a:lnTo>
                <a:close/>
                <a:lnTo>
                  <a:pt x="1595336" y="795118"/>
                </a:lnTo>
                <a:close/>
                <a:lnTo>
                  <a:pt x="1598315" y="757567"/>
                </a:lnTo>
                <a:close/>
                <a:lnTo>
                  <a:pt x="1601294" y="640344"/>
                </a:lnTo>
                <a:close/>
                <a:lnTo>
                  <a:pt x="1602784" y="724161"/>
                </a:lnTo>
                <a:close/>
                <a:lnTo>
                  <a:pt x="1605763" y="669131"/>
                </a:lnTo>
                <a:close/>
                <a:lnTo>
                  <a:pt x="1608742" y="736757"/>
                </a:lnTo>
                <a:close/>
                <a:lnTo>
                  <a:pt x="1610232" y="675817"/>
                </a:lnTo>
                <a:close/>
                <a:lnTo>
                  <a:pt x="1611721" y="676479"/>
                </a:lnTo>
                <a:close/>
                <a:lnTo>
                  <a:pt x="1616190" y="591628"/>
                </a:lnTo>
                <a:close/>
                <a:lnTo>
                  <a:pt x="1623638" y="736412"/>
                </a:lnTo>
                <a:close/>
                <a:lnTo>
                  <a:pt x="1625128" y="537289"/>
                </a:lnTo>
                <a:close/>
                <a:lnTo>
                  <a:pt x="1626617" y="538176"/>
                </a:lnTo>
                <a:close/>
                <a:lnTo>
                  <a:pt x="1628107" y="630756"/>
                </a:lnTo>
                <a:close/>
                <a:lnTo>
                  <a:pt x="1629596" y="611614"/>
                </a:lnTo>
                <a:close/>
                <a:lnTo>
                  <a:pt x="1632575" y="509444"/>
                </a:lnTo>
                <a:close/>
                <a:lnTo>
                  <a:pt x="1634065" y="566241"/>
                </a:lnTo>
                <a:close/>
                <a:lnTo>
                  <a:pt x="1637044" y="464982"/>
                </a:lnTo>
                <a:close/>
                <a:lnTo>
                  <a:pt x="1638534" y="526391"/>
                </a:lnTo>
                <a:close/>
                <a:lnTo>
                  <a:pt x="1640023" y="490473"/>
                </a:lnTo>
                <a:close/>
                <a:lnTo>
                  <a:pt x="1641513" y="540315"/>
                </a:lnTo>
                <a:close/>
                <a:lnTo>
                  <a:pt x="1645982" y="486399"/>
                </a:lnTo>
                <a:close/>
                <a:lnTo>
                  <a:pt x="1647471" y="423173"/>
                </a:lnTo>
                <a:close/>
                <a:lnTo>
                  <a:pt x="1648961" y="523595"/>
                </a:lnTo>
                <a:close/>
                <a:lnTo>
                  <a:pt x="1650450" y="498657"/>
                </a:lnTo>
                <a:close/>
                <a:lnTo>
                  <a:pt x="1653430" y="330403"/>
                </a:lnTo>
                <a:close/>
                <a:lnTo>
                  <a:pt x="1654919" y="421440"/>
                </a:lnTo>
                <a:close/>
                <a:lnTo>
                  <a:pt x="1657898" y="346420"/>
                </a:lnTo>
                <a:close/>
                <a:lnTo>
                  <a:pt x="1662367" y="468167"/>
                </a:lnTo>
                <a:close/>
                <a:lnTo>
                  <a:pt x="1663857" y="439955"/>
                </a:lnTo>
                <a:close/>
                <a:lnTo>
                  <a:pt x="1665346" y="348626"/>
                </a:lnTo>
                <a:close/>
                <a:lnTo>
                  <a:pt x="1666836" y="376890"/>
                </a:lnTo>
                <a:close/>
                <a:lnTo>
                  <a:pt x="1668325" y="337281"/>
                </a:lnTo>
                <a:close/>
                <a:lnTo>
                  <a:pt x="1669815" y="421683"/>
                </a:lnTo>
                <a:close/>
                <a:lnTo>
                  <a:pt x="1675773" y="211243"/>
                </a:lnTo>
                <a:close/>
                <a:lnTo>
                  <a:pt x="1677263" y="248164"/>
                </a:lnTo>
                <a:close/>
                <a:lnTo>
                  <a:pt x="1678752" y="358557"/>
                </a:lnTo>
                <a:close/>
                <a:lnTo>
                  <a:pt x="1680242" y="332897"/>
                </a:lnTo>
                <a:close/>
                <a:lnTo>
                  <a:pt x="1681731" y="336711"/>
                </a:lnTo>
                <a:close/>
                <a:lnTo>
                  <a:pt x="1683221" y="317196"/>
                </a:lnTo>
                <a:close/>
                <a:lnTo>
                  <a:pt x="1684711" y="364949"/>
                </a:lnTo>
                <a:close/>
                <a:lnTo>
                  <a:pt x="1686200" y="330637"/>
                </a:lnTo>
                <a:close/>
                <a:lnTo>
                  <a:pt x="1687690" y="355885"/>
                </a:lnTo>
                <a:close/>
                <a:lnTo>
                  <a:pt x="1689179" y="350560"/>
                </a:lnTo>
                <a:close/>
                <a:lnTo>
                  <a:pt x="1692158" y="421084"/>
                </a:lnTo>
                <a:close/>
                <a:lnTo>
                  <a:pt x="1695138" y="572218"/>
                </a:lnTo>
                <a:close/>
                <a:lnTo>
                  <a:pt x="1696627" y="486294"/>
                </a:lnTo>
                <a:close/>
                <a:lnTo>
                  <a:pt x="1698117" y="484742"/>
                </a:lnTo>
                <a:close/>
                <a:lnTo>
                  <a:pt x="1699606" y="495125"/>
                </a:lnTo>
                <a:close/>
                <a:lnTo>
                  <a:pt x="1702586" y="623700"/>
                </a:lnTo>
                <a:close/>
                <a:lnTo>
                  <a:pt x="1704075" y="381647"/>
                </a:lnTo>
                <a:close/>
                <a:lnTo>
                  <a:pt x="1707054" y="469979"/>
                </a:lnTo>
                <a:close/>
                <a:lnTo>
                  <a:pt x="1708544" y="498405"/>
                </a:lnTo>
                <a:close/>
                <a:lnTo>
                  <a:pt x="1711523" y="662198"/>
                </a:lnTo>
                <a:close/>
                <a:lnTo>
                  <a:pt x="1713013" y="550338"/>
                </a:lnTo>
                <a:close/>
                <a:lnTo>
                  <a:pt x="1714502" y="608506"/>
                </a:lnTo>
                <a:close/>
                <a:lnTo>
                  <a:pt x="1715992" y="725723"/>
                </a:lnTo>
                <a:close/>
                <a:lnTo>
                  <a:pt x="1717481" y="714499"/>
                </a:lnTo>
                <a:close/>
                <a:lnTo>
                  <a:pt x="1718971" y="786758"/>
                </a:lnTo>
                <a:close/>
                <a:lnTo>
                  <a:pt x="1723440" y="541107"/>
                </a:lnTo>
                <a:close/>
                <a:lnTo>
                  <a:pt x="1724929" y="595927"/>
                </a:lnTo>
                <a:close/>
                <a:lnTo>
                  <a:pt x="1726419" y="563325"/>
                </a:lnTo>
                <a:close/>
                <a:lnTo>
                  <a:pt x="1729398" y="655538"/>
                </a:lnTo>
                <a:close/>
                <a:lnTo>
                  <a:pt x="1730887" y="695948"/>
                </a:lnTo>
                <a:close/>
                <a:lnTo>
                  <a:pt x="1732377" y="697276"/>
                </a:lnTo>
                <a:close/>
                <a:lnTo>
                  <a:pt x="1733867" y="674297"/>
                </a:lnTo>
                <a:close/>
                <a:lnTo>
                  <a:pt x="1735356" y="674297"/>
                </a:lnTo>
                <a:close/>
                <a:lnTo>
                  <a:pt x="1738335" y="788366"/>
                </a:lnTo>
                <a:close/>
                <a:lnTo>
                  <a:pt x="1739825" y="672375"/>
                </a:lnTo>
                <a:close/>
                <a:lnTo>
                  <a:pt x="1741315" y="686465"/>
                </a:lnTo>
                <a:close/>
                <a:lnTo>
                  <a:pt x="1742804" y="620719"/>
                </a:lnTo>
                <a:close/>
                <a:lnTo>
                  <a:pt x="1745783" y="730327"/>
                </a:lnTo>
                <a:close/>
                <a:lnTo>
                  <a:pt x="1748762" y="661852"/>
                </a:lnTo>
                <a:close/>
                <a:lnTo>
                  <a:pt x="1750252" y="657815"/>
                </a:lnTo>
                <a:close/>
                <a:lnTo>
                  <a:pt x="1751742" y="557548"/>
                </a:lnTo>
                <a:close/>
                <a:lnTo>
                  <a:pt x="1754721" y="726923"/>
                </a:lnTo>
                <a:close/>
                <a:lnTo>
                  <a:pt x="1759189" y="601348"/>
                </a:lnTo>
                <a:close/>
                <a:lnTo>
                  <a:pt x="1760679" y="503368"/>
                </a:lnTo>
                <a:close/>
                <a:lnTo>
                  <a:pt x="1762169" y="524676"/>
                </a:lnTo>
                <a:close/>
                <a:lnTo>
                  <a:pt x="1763658" y="677975"/>
                </a:lnTo>
                <a:close/>
                <a:lnTo>
                  <a:pt x="1765148" y="504548"/>
                </a:lnTo>
                <a:close/>
                <a:lnTo>
                  <a:pt x="1766637" y="561483"/>
                </a:lnTo>
                <a:close/>
                <a:lnTo>
                  <a:pt x="1769616" y="465831"/>
                </a:lnTo>
                <a:close/>
                <a:lnTo>
                  <a:pt x="1771106" y="434172"/>
                </a:lnTo>
                <a:close/>
                <a:lnTo>
                  <a:pt x="1772596" y="475292"/>
                </a:lnTo>
                <a:close/>
                <a:lnTo>
                  <a:pt x="1774085" y="394585"/>
                </a:lnTo>
                <a:close/>
                <a:lnTo>
                  <a:pt x="1775575" y="466112"/>
                </a:lnTo>
                <a:close/>
                <a:lnTo>
                  <a:pt x="1780043" y="390563"/>
                </a:lnTo>
                <a:close/>
                <a:lnTo>
                  <a:pt x="1781533" y="410515"/>
                </a:lnTo>
                <a:close/>
                <a:lnTo>
                  <a:pt x="1783023" y="324512"/>
                </a:lnTo>
                <a:close/>
                <a:lnTo>
                  <a:pt x="1786002" y="377589"/>
                </a:lnTo>
                <a:close/>
                <a:lnTo>
                  <a:pt x="1786002" y="377589"/>
                </a:lnTo>
                <a:close/>
              </a:path>
            </a:pathLst>
          </a:custGeom>
          <a:noFill/>
          <a:ln w="7620">
            <a:solidFill>
              <a:srgbClr val="C0392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5825691" y="2578608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5825691" y="3602736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5825691" y="4114800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5914991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5886710" y="520647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75" name="Freeform 274"/>
          <p:cNvSpPr/>
          <p:nvPr/>
        </p:nvSpPr>
        <p:spPr>
          <a:xfrm>
            <a:off x="6212906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6128062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77" name="Freeform 276"/>
          <p:cNvSpPr/>
          <p:nvPr/>
        </p:nvSpPr>
        <p:spPr>
          <a:xfrm>
            <a:off x="6510821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6425978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279" name="Freeform 278"/>
          <p:cNvSpPr/>
          <p:nvPr/>
        </p:nvSpPr>
        <p:spPr>
          <a:xfrm>
            <a:off x="6808737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6723893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281" name="Freeform 280"/>
          <p:cNvSpPr/>
          <p:nvPr/>
        </p:nvSpPr>
        <p:spPr>
          <a:xfrm>
            <a:off x="7106652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7021808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283" name="Freeform 282"/>
          <p:cNvSpPr/>
          <p:nvPr/>
        </p:nvSpPr>
        <p:spPr>
          <a:xfrm>
            <a:off x="7404567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7291442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285" name="Freeform 284"/>
          <p:cNvSpPr/>
          <p:nvPr/>
        </p:nvSpPr>
        <p:spPr>
          <a:xfrm>
            <a:off x="7702482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7589357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287" name="Freeform 286"/>
          <p:cNvSpPr/>
          <p:nvPr/>
        </p:nvSpPr>
        <p:spPr>
          <a:xfrm>
            <a:off x="5781241" y="502662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5680228" y="497149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89" name="Freeform 288"/>
          <p:cNvSpPr/>
          <p:nvPr/>
        </p:nvSpPr>
        <p:spPr>
          <a:xfrm>
            <a:off x="5781241" y="467590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680228" y="462077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91" name="Freeform 290"/>
          <p:cNvSpPr/>
          <p:nvPr/>
        </p:nvSpPr>
        <p:spPr>
          <a:xfrm>
            <a:off x="5781241" y="432518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5680228" y="4270060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5825691" y="39497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294" name="Freeform 293"/>
          <p:cNvSpPr/>
          <p:nvPr/>
        </p:nvSpPr>
        <p:spPr>
          <a:xfrm>
            <a:off x="5914991" y="4161351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590448"/>
                </a:moveTo>
                <a:lnTo>
                  <a:pt x="2979" y="697461"/>
                </a:lnTo>
                <a:close/>
                <a:lnTo>
                  <a:pt x="5958" y="584653"/>
                </a:lnTo>
                <a:close/>
                <a:lnTo>
                  <a:pt x="7448" y="558414"/>
                </a:lnTo>
                <a:close/>
                <a:lnTo>
                  <a:pt x="10427" y="363766"/>
                </a:lnTo>
                <a:close/>
                <a:lnTo>
                  <a:pt x="13406" y="439903"/>
                </a:lnTo>
                <a:close/>
                <a:lnTo>
                  <a:pt x="14896" y="434290"/>
                </a:lnTo>
                <a:close/>
                <a:lnTo>
                  <a:pt x="16385" y="445137"/>
                </a:lnTo>
                <a:close/>
                <a:lnTo>
                  <a:pt x="17875" y="466811"/>
                </a:lnTo>
                <a:close/>
                <a:lnTo>
                  <a:pt x="20854" y="539870"/>
                </a:lnTo>
                <a:close/>
                <a:lnTo>
                  <a:pt x="22344" y="480079"/>
                </a:lnTo>
                <a:close/>
                <a:lnTo>
                  <a:pt x="25323" y="526103"/>
                </a:lnTo>
                <a:close/>
                <a:lnTo>
                  <a:pt x="28302" y="381672"/>
                </a:lnTo>
                <a:close/>
                <a:lnTo>
                  <a:pt x="29792" y="413012"/>
                </a:lnTo>
                <a:close/>
                <a:lnTo>
                  <a:pt x="31281" y="402031"/>
                </a:lnTo>
                <a:close/>
                <a:lnTo>
                  <a:pt x="35750" y="258016"/>
                </a:lnTo>
                <a:close/>
                <a:lnTo>
                  <a:pt x="37239" y="282861"/>
                </a:lnTo>
                <a:close/>
                <a:lnTo>
                  <a:pt x="40219" y="214714"/>
                </a:lnTo>
                <a:close/>
                <a:lnTo>
                  <a:pt x="43198" y="276845"/>
                </a:lnTo>
                <a:close/>
                <a:lnTo>
                  <a:pt x="44687" y="216973"/>
                </a:lnTo>
                <a:close/>
                <a:lnTo>
                  <a:pt x="47666" y="257805"/>
                </a:lnTo>
                <a:close/>
                <a:lnTo>
                  <a:pt x="50646" y="282953"/>
                </a:lnTo>
                <a:close/>
                <a:lnTo>
                  <a:pt x="52135" y="241131"/>
                </a:lnTo>
                <a:close/>
                <a:lnTo>
                  <a:pt x="55114" y="286860"/>
                </a:lnTo>
                <a:close/>
                <a:lnTo>
                  <a:pt x="56604" y="227761"/>
                </a:lnTo>
                <a:close/>
                <a:lnTo>
                  <a:pt x="58093" y="367647"/>
                </a:lnTo>
                <a:close/>
                <a:lnTo>
                  <a:pt x="59583" y="313907"/>
                </a:lnTo>
                <a:close/>
                <a:lnTo>
                  <a:pt x="61073" y="343656"/>
                </a:lnTo>
                <a:close/>
                <a:lnTo>
                  <a:pt x="64052" y="433551"/>
                </a:lnTo>
                <a:close/>
                <a:lnTo>
                  <a:pt x="65541" y="423136"/>
                </a:lnTo>
                <a:close/>
                <a:lnTo>
                  <a:pt x="67031" y="378509"/>
                </a:lnTo>
                <a:close/>
                <a:lnTo>
                  <a:pt x="70010" y="481266"/>
                </a:lnTo>
                <a:close/>
                <a:lnTo>
                  <a:pt x="72989" y="494559"/>
                </a:lnTo>
                <a:close/>
                <a:lnTo>
                  <a:pt x="74479" y="476702"/>
                </a:lnTo>
                <a:close/>
                <a:lnTo>
                  <a:pt x="75968" y="436368"/>
                </a:lnTo>
                <a:close/>
                <a:lnTo>
                  <a:pt x="77458" y="461582"/>
                </a:lnTo>
                <a:close/>
                <a:lnTo>
                  <a:pt x="81927" y="375764"/>
                </a:lnTo>
                <a:close/>
                <a:lnTo>
                  <a:pt x="83416" y="375599"/>
                </a:lnTo>
                <a:close/>
                <a:lnTo>
                  <a:pt x="84906" y="366756"/>
                </a:lnTo>
                <a:close/>
                <a:lnTo>
                  <a:pt x="86395" y="382446"/>
                </a:lnTo>
                <a:close/>
                <a:lnTo>
                  <a:pt x="87885" y="436141"/>
                </a:lnTo>
                <a:close/>
                <a:lnTo>
                  <a:pt x="89375" y="398142"/>
                </a:lnTo>
                <a:close/>
                <a:lnTo>
                  <a:pt x="92354" y="284755"/>
                </a:lnTo>
                <a:close/>
                <a:lnTo>
                  <a:pt x="93843" y="272125"/>
                </a:lnTo>
                <a:close/>
                <a:lnTo>
                  <a:pt x="96822" y="344275"/>
                </a:lnTo>
                <a:close/>
                <a:lnTo>
                  <a:pt x="99802" y="427066"/>
                </a:lnTo>
                <a:close/>
                <a:lnTo>
                  <a:pt x="101291" y="359511"/>
                </a:lnTo>
                <a:close/>
                <a:lnTo>
                  <a:pt x="102781" y="368248"/>
                </a:lnTo>
                <a:close/>
                <a:lnTo>
                  <a:pt x="104270" y="331924"/>
                </a:lnTo>
                <a:close/>
                <a:lnTo>
                  <a:pt x="105760" y="351751"/>
                </a:lnTo>
                <a:close/>
                <a:lnTo>
                  <a:pt x="111718" y="508169"/>
                </a:lnTo>
                <a:close/>
                <a:lnTo>
                  <a:pt x="114697" y="478653"/>
                </a:lnTo>
                <a:close/>
                <a:lnTo>
                  <a:pt x="116187" y="577007"/>
                </a:lnTo>
                <a:close/>
                <a:lnTo>
                  <a:pt x="117677" y="535334"/>
                </a:lnTo>
                <a:close/>
                <a:lnTo>
                  <a:pt x="119166" y="572213"/>
                </a:lnTo>
                <a:close/>
                <a:lnTo>
                  <a:pt x="120656" y="515266"/>
                </a:lnTo>
                <a:close/>
                <a:lnTo>
                  <a:pt x="122145" y="517603"/>
                </a:lnTo>
                <a:close/>
                <a:lnTo>
                  <a:pt x="123635" y="559866"/>
                </a:lnTo>
                <a:close/>
                <a:lnTo>
                  <a:pt x="125124" y="548450"/>
                </a:lnTo>
                <a:close/>
                <a:lnTo>
                  <a:pt x="128104" y="624652"/>
                </a:lnTo>
                <a:close/>
                <a:lnTo>
                  <a:pt x="129593" y="586069"/>
                </a:lnTo>
                <a:close/>
                <a:lnTo>
                  <a:pt x="131083" y="617074"/>
                </a:lnTo>
                <a:close/>
                <a:lnTo>
                  <a:pt x="132572" y="560712"/>
                </a:lnTo>
                <a:close/>
                <a:lnTo>
                  <a:pt x="134062" y="605665"/>
                </a:lnTo>
                <a:close/>
                <a:lnTo>
                  <a:pt x="137041" y="519874"/>
                </a:lnTo>
                <a:close/>
                <a:lnTo>
                  <a:pt x="138531" y="518781"/>
                </a:lnTo>
                <a:close/>
                <a:lnTo>
                  <a:pt x="141510" y="583928"/>
                </a:lnTo>
                <a:close/>
                <a:lnTo>
                  <a:pt x="144489" y="488653"/>
                </a:lnTo>
                <a:close/>
                <a:lnTo>
                  <a:pt x="148958" y="386670"/>
                </a:lnTo>
                <a:close/>
                <a:lnTo>
                  <a:pt x="150447" y="393847"/>
                </a:lnTo>
                <a:close/>
                <a:lnTo>
                  <a:pt x="153426" y="520513"/>
                </a:lnTo>
                <a:close/>
                <a:lnTo>
                  <a:pt x="154916" y="530858"/>
                </a:lnTo>
                <a:close/>
                <a:lnTo>
                  <a:pt x="156405" y="576657"/>
                </a:lnTo>
                <a:close/>
                <a:lnTo>
                  <a:pt x="157895" y="546885"/>
                </a:lnTo>
                <a:close/>
                <a:lnTo>
                  <a:pt x="159385" y="460004"/>
                </a:lnTo>
                <a:close/>
                <a:lnTo>
                  <a:pt x="162364" y="514161"/>
                </a:lnTo>
                <a:close/>
                <a:lnTo>
                  <a:pt x="165343" y="458840"/>
                </a:lnTo>
                <a:close/>
                <a:lnTo>
                  <a:pt x="168322" y="654025"/>
                </a:lnTo>
                <a:close/>
                <a:lnTo>
                  <a:pt x="169812" y="616462"/>
                </a:lnTo>
                <a:close/>
                <a:lnTo>
                  <a:pt x="171301" y="655093"/>
                </a:lnTo>
                <a:close/>
                <a:lnTo>
                  <a:pt x="174280" y="603930"/>
                </a:lnTo>
                <a:close/>
                <a:lnTo>
                  <a:pt x="175770" y="596918"/>
                </a:lnTo>
                <a:close/>
                <a:lnTo>
                  <a:pt x="178749" y="501198"/>
                </a:lnTo>
                <a:close/>
                <a:lnTo>
                  <a:pt x="181728" y="531426"/>
                </a:lnTo>
                <a:close/>
                <a:lnTo>
                  <a:pt x="183218" y="516776"/>
                </a:lnTo>
                <a:close/>
                <a:lnTo>
                  <a:pt x="186197" y="563782"/>
                </a:lnTo>
                <a:close/>
                <a:lnTo>
                  <a:pt x="189176" y="511706"/>
                </a:lnTo>
                <a:close/>
                <a:lnTo>
                  <a:pt x="190666" y="500340"/>
                </a:lnTo>
                <a:close/>
                <a:lnTo>
                  <a:pt x="193645" y="623055"/>
                </a:lnTo>
                <a:close/>
                <a:lnTo>
                  <a:pt x="196624" y="547233"/>
                </a:lnTo>
                <a:close/>
                <a:lnTo>
                  <a:pt x="198114" y="545727"/>
                </a:lnTo>
                <a:close/>
                <a:lnTo>
                  <a:pt x="199603" y="555178"/>
                </a:lnTo>
                <a:close/>
                <a:lnTo>
                  <a:pt x="205561" y="774493"/>
                </a:lnTo>
                <a:close/>
                <a:lnTo>
                  <a:pt x="208541" y="713997"/>
                </a:lnTo>
                <a:close/>
                <a:lnTo>
                  <a:pt x="210030" y="700067"/>
                </a:lnTo>
                <a:close/>
                <a:lnTo>
                  <a:pt x="211520" y="619890"/>
                </a:lnTo>
                <a:close/>
                <a:lnTo>
                  <a:pt x="214499" y="671134"/>
                </a:lnTo>
                <a:close/>
                <a:lnTo>
                  <a:pt x="215989" y="699944"/>
                </a:lnTo>
                <a:close/>
                <a:lnTo>
                  <a:pt x="217478" y="669813"/>
                </a:lnTo>
                <a:close/>
                <a:lnTo>
                  <a:pt x="220457" y="715414"/>
                </a:lnTo>
                <a:close/>
                <a:lnTo>
                  <a:pt x="223436" y="646065"/>
                </a:lnTo>
                <a:close/>
                <a:lnTo>
                  <a:pt x="224926" y="668902"/>
                </a:lnTo>
                <a:close/>
                <a:lnTo>
                  <a:pt x="226416" y="727693"/>
                </a:lnTo>
                <a:close/>
                <a:lnTo>
                  <a:pt x="227905" y="719023"/>
                </a:lnTo>
                <a:close/>
                <a:lnTo>
                  <a:pt x="232374" y="672178"/>
                </a:lnTo>
                <a:close/>
                <a:lnTo>
                  <a:pt x="235353" y="588274"/>
                </a:lnTo>
                <a:close/>
                <a:lnTo>
                  <a:pt x="236843" y="561341"/>
                </a:lnTo>
                <a:close/>
                <a:lnTo>
                  <a:pt x="238332" y="580642"/>
                </a:lnTo>
                <a:close/>
                <a:lnTo>
                  <a:pt x="241311" y="569974"/>
                </a:lnTo>
                <a:close/>
                <a:lnTo>
                  <a:pt x="242801" y="571280"/>
                </a:lnTo>
                <a:close/>
                <a:lnTo>
                  <a:pt x="245780" y="520748"/>
                </a:lnTo>
                <a:close/>
                <a:lnTo>
                  <a:pt x="247270" y="633745"/>
                </a:lnTo>
                <a:close/>
                <a:lnTo>
                  <a:pt x="250249" y="590170"/>
                </a:lnTo>
                <a:close/>
                <a:lnTo>
                  <a:pt x="251738" y="594301"/>
                </a:lnTo>
                <a:close/>
                <a:lnTo>
                  <a:pt x="256207" y="625027"/>
                </a:lnTo>
                <a:close/>
                <a:lnTo>
                  <a:pt x="257697" y="605607"/>
                </a:lnTo>
                <a:close/>
                <a:lnTo>
                  <a:pt x="259186" y="543949"/>
                </a:lnTo>
                <a:close/>
                <a:lnTo>
                  <a:pt x="260676" y="550373"/>
                </a:lnTo>
                <a:close/>
                <a:lnTo>
                  <a:pt x="262165" y="564249"/>
                </a:lnTo>
                <a:close/>
                <a:lnTo>
                  <a:pt x="263655" y="521164"/>
                </a:lnTo>
                <a:close/>
                <a:lnTo>
                  <a:pt x="268124" y="675048"/>
                </a:lnTo>
                <a:close/>
                <a:lnTo>
                  <a:pt x="269613" y="680130"/>
                </a:lnTo>
                <a:close/>
                <a:lnTo>
                  <a:pt x="271103" y="722709"/>
                </a:lnTo>
                <a:close/>
                <a:lnTo>
                  <a:pt x="272592" y="720741"/>
                </a:lnTo>
                <a:close/>
                <a:lnTo>
                  <a:pt x="274082" y="755499"/>
                </a:lnTo>
                <a:close/>
                <a:lnTo>
                  <a:pt x="277061" y="704796"/>
                </a:lnTo>
                <a:close/>
                <a:lnTo>
                  <a:pt x="280040" y="730183"/>
                </a:lnTo>
                <a:close/>
                <a:lnTo>
                  <a:pt x="281530" y="784238"/>
                </a:lnTo>
                <a:close/>
                <a:lnTo>
                  <a:pt x="283019" y="762181"/>
                </a:lnTo>
                <a:close/>
                <a:lnTo>
                  <a:pt x="285999" y="696254"/>
                </a:lnTo>
                <a:close/>
                <a:lnTo>
                  <a:pt x="287488" y="665244"/>
                </a:lnTo>
                <a:close/>
                <a:lnTo>
                  <a:pt x="288978" y="677776"/>
                </a:lnTo>
                <a:close/>
                <a:lnTo>
                  <a:pt x="290467" y="665298"/>
                </a:lnTo>
                <a:close/>
                <a:lnTo>
                  <a:pt x="293446" y="737733"/>
                </a:lnTo>
                <a:close/>
                <a:lnTo>
                  <a:pt x="294936" y="743149"/>
                </a:lnTo>
                <a:close/>
                <a:lnTo>
                  <a:pt x="297915" y="724169"/>
                </a:lnTo>
                <a:close/>
                <a:lnTo>
                  <a:pt x="302384" y="648354"/>
                </a:lnTo>
                <a:close/>
                <a:lnTo>
                  <a:pt x="303874" y="644033"/>
                </a:lnTo>
                <a:close/>
                <a:lnTo>
                  <a:pt x="305363" y="678437"/>
                </a:lnTo>
                <a:close/>
                <a:lnTo>
                  <a:pt x="308342" y="573279"/>
                </a:lnTo>
                <a:close/>
                <a:lnTo>
                  <a:pt x="311321" y="493775"/>
                </a:lnTo>
                <a:close/>
                <a:lnTo>
                  <a:pt x="315790" y="584802"/>
                </a:lnTo>
                <a:close/>
                <a:lnTo>
                  <a:pt x="323238" y="363324"/>
                </a:lnTo>
                <a:close/>
                <a:lnTo>
                  <a:pt x="326217" y="319427"/>
                </a:lnTo>
                <a:close/>
                <a:lnTo>
                  <a:pt x="329196" y="381341"/>
                </a:lnTo>
                <a:close/>
                <a:lnTo>
                  <a:pt x="332175" y="513274"/>
                </a:lnTo>
                <a:close/>
                <a:lnTo>
                  <a:pt x="335155" y="548124"/>
                </a:lnTo>
                <a:close/>
                <a:lnTo>
                  <a:pt x="338134" y="421800"/>
                </a:lnTo>
                <a:close/>
                <a:lnTo>
                  <a:pt x="342602" y="617327"/>
                </a:lnTo>
                <a:close/>
                <a:lnTo>
                  <a:pt x="344092" y="610972"/>
                </a:lnTo>
                <a:close/>
                <a:lnTo>
                  <a:pt x="345582" y="620724"/>
                </a:lnTo>
                <a:close/>
                <a:lnTo>
                  <a:pt x="347071" y="689965"/>
                </a:lnTo>
                <a:close/>
                <a:lnTo>
                  <a:pt x="348561" y="649700"/>
                </a:lnTo>
                <a:close/>
                <a:lnTo>
                  <a:pt x="351540" y="542988"/>
                </a:lnTo>
                <a:close/>
                <a:lnTo>
                  <a:pt x="357498" y="656572"/>
                </a:lnTo>
                <a:close/>
                <a:lnTo>
                  <a:pt x="360477" y="633032"/>
                </a:lnTo>
                <a:close/>
                <a:lnTo>
                  <a:pt x="361967" y="657469"/>
                </a:lnTo>
                <a:close/>
                <a:lnTo>
                  <a:pt x="363457" y="647617"/>
                </a:lnTo>
                <a:close/>
                <a:lnTo>
                  <a:pt x="364946" y="592027"/>
                </a:lnTo>
                <a:close/>
                <a:lnTo>
                  <a:pt x="366436" y="611443"/>
                </a:lnTo>
                <a:close/>
                <a:lnTo>
                  <a:pt x="367925" y="561568"/>
                </a:lnTo>
                <a:close/>
                <a:lnTo>
                  <a:pt x="370904" y="635526"/>
                </a:lnTo>
                <a:close/>
                <a:lnTo>
                  <a:pt x="373884" y="619865"/>
                </a:lnTo>
                <a:close/>
                <a:lnTo>
                  <a:pt x="376863" y="658284"/>
                </a:lnTo>
                <a:close/>
                <a:lnTo>
                  <a:pt x="378352" y="597645"/>
                </a:lnTo>
                <a:close/>
                <a:lnTo>
                  <a:pt x="381331" y="653095"/>
                </a:lnTo>
                <a:close/>
                <a:lnTo>
                  <a:pt x="385800" y="601535"/>
                </a:lnTo>
                <a:close/>
                <a:lnTo>
                  <a:pt x="387290" y="595060"/>
                </a:lnTo>
                <a:close/>
                <a:lnTo>
                  <a:pt x="388779" y="658840"/>
                </a:lnTo>
                <a:close/>
                <a:lnTo>
                  <a:pt x="390269" y="650257"/>
                </a:lnTo>
                <a:close/>
                <a:lnTo>
                  <a:pt x="393248" y="732969"/>
                </a:lnTo>
                <a:close/>
                <a:lnTo>
                  <a:pt x="394738" y="716783"/>
                </a:lnTo>
                <a:close/>
                <a:lnTo>
                  <a:pt x="397717" y="551936"/>
                </a:lnTo>
                <a:close/>
                <a:lnTo>
                  <a:pt x="399206" y="552742"/>
                </a:lnTo>
                <a:close/>
                <a:lnTo>
                  <a:pt x="400696" y="534513"/>
                </a:lnTo>
                <a:close/>
                <a:lnTo>
                  <a:pt x="403675" y="596474"/>
                </a:lnTo>
                <a:close/>
                <a:lnTo>
                  <a:pt x="405165" y="592723"/>
                </a:lnTo>
                <a:close/>
                <a:lnTo>
                  <a:pt x="406654" y="568323"/>
                </a:lnTo>
                <a:close/>
                <a:lnTo>
                  <a:pt x="408144" y="570817"/>
                </a:lnTo>
                <a:close/>
                <a:lnTo>
                  <a:pt x="412613" y="671775"/>
                </a:lnTo>
                <a:close/>
                <a:lnTo>
                  <a:pt x="414102" y="663941"/>
                </a:lnTo>
                <a:close/>
                <a:lnTo>
                  <a:pt x="415592" y="636289"/>
                </a:lnTo>
                <a:close/>
                <a:lnTo>
                  <a:pt x="417081" y="545142"/>
                </a:lnTo>
                <a:close/>
                <a:lnTo>
                  <a:pt x="420060" y="599416"/>
                </a:lnTo>
                <a:close/>
                <a:lnTo>
                  <a:pt x="421550" y="609559"/>
                </a:lnTo>
                <a:close/>
                <a:lnTo>
                  <a:pt x="424529" y="463626"/>
                </a:lnTo>
                <a:close/>
                <a:lnTo>
                  <a:pt x="428998" y="442016"/>
                </a:lnTo>
                <a:close/>
                <a:lnTo>
                  <a:pt x="430487" y="448513"/>
                </a:lnTo>
                <a:close/>
                <a:lnTo>
                  <a:pt x="431977" y="444427"/>
                </a:lnTo>
                <a:close/>
                <a:lnTo>
                  <a:pt x="433467" y="447300"/>
                </a:lnTo>
                <a:close/>
                <a:lnTo>
                  <a:pt x="434956" y="483102"/>
                </a:lnTo>
                <a:close/>
                <a:lnTo>
                  <a:pt x="437935" y="417333"/>
                </a:lnTo>
                <a:close/>
                <a:lnTo>
                  <a:pt x="439425" y="418358"/>
                </a:lnTo>
                <a:close/>
                <a:lnTo>
                  <a:pt x="442404" y="329345"/>
                </a:lnTo>
                <a:close/>
                <a:lnTo>
                  <a:pt x="446873" y="300565"/>
                </a:lnTo>
                <a:close/>
                <a:lnTo>
                  <a:pt x="449852" y="366267"/>
                </a:lnTo>
                <a:close/>
                <a:lnTo>
                  <a:pt x="451342" y="368606"/>
                </a:lnTo>
                <a:close/>
                <a:lnTo>
                  <a:pt x="452831" y="481051"/>
                </a:lnTo>
                <a:close/>
                <a:lnTo>
                  <a:pt x="454321" y="478764"/>
                </a:lnTo>
                <a:close/>
                <a:lnTo>
                  <a:pt x="457300" y="607467"/>
                </a:lnTo>
                <a:close/>
                <a:lnTo>
                  <a:pt x="460279" y="660981"/>
                </a:lnTo>
                <a:close/>
                <a:lnTo>
                  <a:pt x="461769" y="660633"/>
                </a:lnTo>
                <a:close/>
                <a:lnTo>
                  <a:pt x="463258" y="640409"/>
                </a:lnTo>
                <a:close/>
                <a:lnTo>
                  <a:pt x="466237" y="712746"/>
                </a:lnTo>
                <a:close/>
                <a:lnTo>
                  <a:pt x="467727" y="678048"/>
                </a:lnTo>
                <a:close/>
                <a:lnTo>
                  <a:pt x="470706" y="687471"/>
                </a:lnTo>
                <a:close/>
                <a:lnTo>
                  <a:pt x="472196" y="713794"/>
                </a:lnTo>
                <a:close/>
                <a:lnTo>
                  <a:pt x="473685" y="774924"/>
                </a:lnTo>
                <a:close/>
                <a:lnTo>
                  <a:pt x="475175" y="729869"/>
                </a:lnTo>
                <a:close/>
                <a:lnTo>
                  <a:pt x="476664" y="773839"/>
                </a:lnTo>
                <a:close/>
                <a:lnTo>
                  <a:pt x="478154" y="709881"/>
                </a:lnTo>
                <a:close/>
                <a:lnTo>
                  <a:pt x="479644" y="788630"/>
                </a:lnTo>
                <a:close/>
                <a:lnTo>
                  <a:pt x="481133" y="787917"/>
                </a:lnTo>
                <a:close/>
                <a:lnTo>
                  <a:pt x="482623" y="773901"/>
                </a:lnTo>
                <a:close/>
                <a:lnTo>
                  <a:pt x="484112" y="781022"/>
                </a:lnTo>
                <a:close/>
                <a:lnTo>
                  <a:pt x="485602" y="743235"/>
                </a:lnTo>
                <a:close/>
                <a:lnTo>
                  <a:pt x="487091" y="794930"/>
                </a:lnTo>
                <a:close/>
                <a:lnTo>
                  <a:pt x="488581" y="789016"/>
                </a:lnTo>
                <a:close/>
                <a:lnTo>
                  <a:pt x="490071" y="725700"/>
                </a:lnTo>
                <a:close/>
                <a:lnTo>
                  <a:pt x="491560" y="730385"/>
                </a:lnTo>
                <a:close/>
                <a:lnTo>
                  <a:pt x="494539" y="799357"/>
                </a:lnTo>
                <a:close/>
                <a:lnTo>
                  <a:pt x="497518" y="745693"/>
                </a:lnTo>
                <a:close/>
                <a:lnTo>
                  <a:pt x="499008" y="810739"/>
                </a:lnTo>
                <a:close/>
                <a:lnTo>
                  <a:pt x="503477" y="746004"/>
                </a:lnTo>
                <a:close/>
                <a:lnTo>
                  <a:pt x="507945" y="883629"/>
                </a:lnTo>
                <a:close/>
                <a:lnTo>
                  <a:pt x="510925" y="805101"/>
                </a:lnTo>
                <a:close/>
                <a:lnTo>
                  <a:pt x="512414" y="858161"/>
                </a:lnTo>
                <a:close/>
                <a:lnTo>
                  <a:pt x="513904" y="858362"/>
                </a:lnTo>
                <a:close/>
                <a:lnTo>
                  <a:pt x="515393" y="814866"/>
                </a:lnTo>
                <a:close/>
                <a:lnTo>
                  <a:pt x="516883" y="818193"/>
                </a:lnTo>
                <a:close/>
                <a:lnTo>
                  <a:pt x="519862" y="843350"/>
                </a:lnTo>
                <a:close/>
                <a:lnTo>
                  <a:pt x="522841" y="931026"/>
                </a:lnTo>
                <a:close/>
                <a:lnTo>
                  <a:pt x="533268" y="709396"/>
                </a:lnTo>
                <a:close/>
                <a:lnTo>
                  <a:pt x="534758" y="736527"/>
                </a:lnTo>
                <a:close/>
                <a:lnTo>
                  <a:pt x="537737" y="736564"/>
                </a:lnTo>
                <a:close/>
                <a:lnTo>
                  <a:pt x="539227" y="768193"/>
                </a:lnTo>
                <a:close/>
                <a:lnTo>
                  <a:pt x="540716" y="765962"/>
                </a:lnTo>
                <a:close/>
                <a:lnTo>
                  <a:pt x="542206" y="786547"/>
                </a:lnTo>
                <a:close/>
                <a:lnTo>
                  <a:pt x="543695" y="783825"/>
                </a:lnTo>
                <a:close/>
                <a:lnTo>
                  <a:pt x="545185" y="757945"/>
                </a:lnTo>
                <a:close/>
                <a:lnTo>
                  <a:pt x="548164" y="655692"/>
                </a:lnTo>
                <a:close/>
                <a:lnTo>
                  <a:pt x="549654" y="633980"/>
                </a:lnTo>
                <a:close/>
                <a:lnTo>
                  <a:pt x="552633" y="725261"/>
                </a:lnTo>
                <a:close/>
                <a:lnTo>
                  <a:pt x="555612" y="820115"/>
                </a:lnTo>
                <a:close/>
                <a:lnTo>
                  <a:pt x="557101" y="712938"/>
                </a:lnTo>
                <a:close/>
                <a:lnTo>
                  <a:pt x="558591" y="734598"/>
                </a:lnTo>
                <a:close/>
                <a:lnTo>
                  <a:pt x="560081" y="616936"/>
                </a:lnTo>
                <a:close/>
                <a:lnTo>
                  <a:pt x="561570" y="629102"/>
                </a:lnTo>
                <a:close/>
                <a:lnTo>
                  <a:pt x="563060" y="583317"/>
                </a:lnTo>
                <a:close/>
                <a:lnTo>
                  <a:pt x="564549" y="643567"/>
                </a:lnTo>
                <a:close/>
                <a:lnTo>
                  <a:pt x="566039" y="552688"/>
                </a:lnTo>
                <a:close/>
                <a:lnTo>
                  <a:pt x="567528" y="551806"/>
                </a:lnTo>
                <a:close/>
                <a:lnTo>
                  <a:pt x="569018" y="446759"/>
                </a:lnTo>
                <a:close/>
                <a:lnTo>
                  <a:pt x="570508" y="472353"/>
                </a:lnTo>
                <a:close/>
                <a:lnTo>
                  <a:pt x="571997" y="540897"/>
                </a:lnTo>
                <a:close/>
                <a:lnTo>
                  <a:pt x="573487" y="540591"/>
                </a:lnTo>
                <a:close/>
                <a:lnTo>
                  <a:pt x="574976" y="482057"/>
                </a:lnTo>
                <a:close/>
                <a:lnTo>
                  <a:pt x="576466" y="557739"/>
                </a:lnTo>
                <a:close/>
                <a:lnTo>
                  <a:pt x="577956" y="549211"/>
                </a:lnTo>
                <a:close/>
                <a:lnTo>
                  <a:pt x="580935" y="505395"/>
                </a:lnTo>
                <a:close/>
                <a:lnTo>
                  <a:pt x="582424" y="571128"/>
                </a:lnTo>
                <a:close/>
                <a:lnTo>
                  <a:pt x="583914" y="560478"/>
                </a:lnTo>
                <a:close/>
                <a:lnTo>
                  <a:pt x="585403" y="592480"/>
                </a:lnTo>
                <a:close/>
                <a:lnTo>
                  <a:pt x="588383" y="448328"/>
                </a:lnTo>
                <a:close/>
                <a:lnTo>
                  <a:pt x="591362" y="509490"/>
                </a:lnTo>
                <a:close/>
                <a:lnTo>
                  <a:pt x="592851" y="454729"/>
                </a:lnTo>
                <a:close/>
                <a:lnTo>
                  <a:pt x="594341" y="527570"/>
                </a:lnTo>
                <a:close/>
                <a:lnTo>
                  <a:pt x="595830" y="464112"/>
                </a:lnTo>
                <a:close/>
                <a:lnTo>
                  <a:pt x="597320" y="494059"/>
                </a:lnTo>
                <a:close/>
                <a:lnTo>
                  <a:pt x="598810" y="491719"/>
                </a:lnTo>
                <a:close/>
                <a:lnTo>
                  <a:pt x="601789" y="417758"/>
                </a:lnTo>
                <a:close/>
                <a:lnTo>
                  <a:pt x="603278" y="450898"/>
                </a:lnTo>
                <a:close/>
                <a:lnTo>
                  <a:pt x="604768" y="428063"/>
                </a:lnTo>
                <a:close/>
                <a:lnTo>
                  <a:pt x="606257" y="435449"/>
                </a:lnTo>
                <a:close/>
                <a:lnTo>
                  <a:pt x="607747" y="399443"/>
                </a:lnTo>
                <a:close/>
                <a:lnTo>
                  <a:pt x="609237" y="421644"/>
                </a:lnTo>
                <a:close/>
                <a:lnTo>
                  <a:pt x="610726" y="486937"/>
                </a:lnTo>
                <a:close/>
                <a:lnTo>
                  <a:pt x="612216" y="484551"/>
                </a:lnTo>
                <a:close/>
                <a:lnTo>
                  <a:pt x="615195" y="502134"/>
                </a:lnTo>
                <a:close/>
                <a:lnTo>
                  <a:pt x="616685" y="494158"/>
                </a:lnTo>
                <a:close/>
                <a:lnTo>
                  <a:pt x="619664" y="435343"/>
                </a:lnTo>
                <a:close/>
                <a:lnTo>
                  <a:pt x="622643" y="434866"/>
                </a:lnTo>
                <a:close/>
                <a:lnTo>
                  <a:pt x="624132" y="447952"/>
                </a:lnTo>
                <a:close/>
                <a:lnTo>
                  <a:pt x="625622" y="448198"/>
                </a:lnTo>
                <a:close/>
                <a:lnTo>
                  <a:pt x="627112" y="405312"/>
                </a:lnTo>
                <a:close/>
                <a:lnTo>
                  <a:pt x="630091" y="532299"/>
                </a:lnTo>
                <a:close/>
                <a:lnTo>
                  <a:pt x="633070" y="431155"/>
                </a:lnTo>
                <a:close/>
                <a:lnTo>
                  <a:pt x="634559" y="518729"/>
                </a:lnTo>
                <a:close/>
                <a:lnTo>
                  <a:pt x="636049" y="519466"/>
                </a:lnTo>
                <a:close/>
                <a:lnTo>
                  <a:pt x="639028" y="586989"/>
                </a:lnTo>
                <a:close/>
                <a:lnTo>
                  <a:pt x="640518" y="579497"/>
                </a:lnTo>
                <a:close/>
                <a:lnTo>
                  <a:pt x="643497" y="440751"/>
                </a:lnTo>
                <a:close/>
                <a:lnTo>
                  <a:pt x="644986" y="428341"/>
                </a:lnTo>
                <a:close/>
                <a:lnTo>
                  <a:pt x="647966" y="466798"/>
                </a:lnTo>
                <a:close/>
                <a:lnTo>
                  <a:pt x="650945" y="391142"/>
                </a:lnTo>
                <a:close/>
                <a:lnTo>
                  <a:pt x="653924" y="500885"/>
                </a:lnTo>
                <a:close/>
                <a:lnTo>
                  <a:pt x="655413" y="451148"/>
                </a:lnTo>
                <a:close/>
                <a:lnTo>
                  <a:pt x="656903" y="453521"/>
                </a:lnTo>
                <a:close/>
                <a:lnTo>
                  <a:pt x="658393" y="376607"/>
                </a:lnTo>
                <a:close/>
                <a:lnTo>
                  <a:pt x="659882" y="431574"/>
                </a:lnTo>
                <a:close/>
                <a:lnTo>
                  <a:pt x="661372" y="313511"/>
                </a:lnTo>
                <a:close/>
                <a:lnTo>
                  <a:pt x="665841" y="434249"/>
                </a:lnTo>
                <a:close/>
                <a:lnTo>
                  <a:pt x="667330" y="434249"/>
                </a:lnTo>
                <a:close/>
                <a:lnTo>
                  <a:pt x="668820" y="452444"/>
                </a:lnTo>
                <a:close/>
                <a:lnTo>
                  <a:pt x="670309" y="426250"/>
                </a:lnTo>
                <a:close/>
                <a:lnTo>
                  <a:pt x="671799" y="461981"/>
                </a:lnTo>
                <a:close/>
                <a:lnTo>
                  <a:pt x="673288" y="455294"/>
                </a:lnTo>
                <a:close/>
                <a:lnTo>
                  <a:pt x="674778" y="517597"/>
                </a:lnTo>
                <a:close/>
                <a:lnTo>
                  <a:pt x="676268" y="516254"/>
                </a:lnTo>
                <a:close/>
                <a:lnTo>
                  <a:pt x="677757" y="601614"/>
                </a:lnTo>
                <a:close/>
                <a:lnTo>
                  <a:pt x="680736" y="546880"/>
                </a:lnTo>
                <a:close/>
                <a:lnTo>
                  <a:pt x="682226" y="576822"/>
                </a:lnTo>
                <a:close/>
                <a:lnTo>
                  <a:pt x="683715" y="512541"/>
                </a:lnTo>
                <a:close/>
                <a:lnTo>
                  <a:pt x="686695" y="634151"/>
                </a:lnTo>
                <a:close/>
                <a:lnTo>
                  <a:pt x="688184" y="632300"/>
                </a:lnTo>
                <a:close/>
                <a:lnTo>
                  <a:pt x="694142" y="526289"/>
                </a:lnTo>
                <a:close/>
                <a:lnTo>
                  <a:pt x="695632" y="568265"/>
                </a:lnTo>
                <a:close/>
                <a:lnTo>
                  <a:pt x="698611" y="517847"/>
                </a:lnTo>
                <a:close/>
                <a:lnTo>
                  <a:pt x="700101" y="567461"/>
                </a:lnTo>
                <a:close/>
                <a:lnTo>
                  <a:pt x="704569" y="418643"/>
                </a:lnTo>
                <a:close/>
                <a:lnTo>
                  <a:pt x="706059" y="406601"/>
                </a:lnTo>
                <a:close/>
                <a:lnTo>
                  <a:pt x="709038" y="538920"/>
                </a:lnTo>
                <a:close/>
                <a:lnTo>
                  <a:pt x="710528" y="549542"/>
                </a:lnTo>
                <a:close/>
                <a:lnTo>
                  <a:pt x="712017" y="546615"/>
                </a:lnTo>
                <a:close/>
                <a:lnTo>
                  <a:pt x="714997" y="480896"/>
                </a:lnTo>
                <a:close/>
                <a:lnTo>
                  <a:pt x="716486" y="527753"/>
                </a:lnTo>
                <a:close/>
                <a:lnTo>
                  <a:pt x="720955" y="501925"/>
                </a:lnTo>
                <a:close/>
                <a:lnTo>
                  <a:pt x="728403" y="672270"/>
                </a:lnTo>
                <a:close/>
                <a:lnTo>
                  <a:pt x="729892" y="690690"/>
                </a:lnTo>
                <a:close/>
                <a:lnTo>
                  <a:pt x="737340" y="530929"/>
                </a:lnTo>
                <a:close/>
                <a:lnTo>
                  <a:pt x="738830" y="526499"/>
                </a:lnTo>
                <a:close/>
                <a:lnTo>
                  <a:pt x="740319" y="536721"/>
                </a:lnTo>
                <a:close/>
                <a:lnTo>
                  <a:pt x="741809" y="523214"/>
                </a:lnTo>
                <a:close/>
                <a:lnTo>
                  <a:pt x="744788" y="469801"/>
                </a:lnTo>
                <a:close/>
                <a:lnTo>
                  <a:pt x="746278" y="473885"/>
                </a:lnTo>
                <a:close/>
                <a:lnTo>
                  <a:pt x="747767" y="468176"/>
                </a:lnTo>
                <a:close/>
                <a:lnTo>
                  <a:pt x="749257" y="537422"/>
                </a:lnTo>
                <a:close/>
                <a:lnTo>
                  <a:pt x="750746" y="516826"/>
                </a:lnTo>
                <a:close/>
                <a:lnTo>
                  <a:pt x="753726" y="537606"/>
                </a:lnTo>
                <a:close/>
                <a:lnTo>
                  <a:pt x="755215" y="555464"/>
                </a:lnTo>
                <a:close/>
                <a:lnTo>
                  <a:pt x="756705" y="542216"/>
                </a:lnTo>
                <a:close/>
                <a:lnTo>
                  <a:pt x="762663" y="387732"/>
                </a:lnTo>
                <a:close/>
                <a:lnTo>
                  <a:pt x="764153" y="324811"/>
                </a:lnTo>
                <a:close/>
                <a:lnTo>
                  <a:pt x="765642" y="381615"/>
                </a:lnTo>
                <a:close/>
                <a:lnTo>
                  <a:pt x="767132" y="368213"/>
                </a:lnTo>
                <a:close/>
                <a:lnTo>
                  <a:pt x="768621" y="413406"/>
                </a:lnTo>
                <a:close/>
                <a:lnTo>
                  <a:pt x="771600" y="285158"/>
                </a:lnTo>
                <a:close/>
                <a:lnTo>
                  <a:pt x="774580" y="361467"/>
                </a:lnTo>
                <a:close/>
                <a:lnTo>
                  <a:pt x="776069" y="322499"/>
                </a:lnTo>
                <a:close/>
                <a:lnTo>
                  <a:pt x="777559" y="329099"/>
                </a:lnTo>
                <a:close/>
                <a:lnTo>
                  <a:pt x="779048" y="314023"/>
                </a:lnTo>
                <a:close/>
                <a:lnTo>
                  <a:pt x="783517" y="397134"/>
                </a:lnTo>
                <a:close/>
                <a:lnTo>
                  <a:pt x="785007" y="362349"/>
                </a:lnTo>
                <a:close/>
                <a:lnTo>
                  <a:pt x="787986" y="229813"/>
                </a:lnTo>
                <a:close/>
                <a:lnTo>
                  <a:pt x="789475" y="259016"/>
                </a:lnTo>
                <a:close/>
                <a:lnTo>
                  <a:pt x="790965" y="245750"/>
                </a:lnTo>
                <a:close/>
                <a:lnTo>
                  <a:pt x="796923" y="106477"/>
                </a:lnTo>
                <a:close/>
                <a:lnTo>
                  <a:pt x="798413" y="0"/>
                </a:lnTo>
                <a:close/>
                <a:lnTo>
                  <a:pt x="799902" y="14028"/>
                </a:lnTo>
                <a:close/>
                <a:lnTo>
                  <a:pt x="804371" y="170741"/>
                </a:lnTo>
                <a:close/>
                <a:lnTo>
                  <a:pt x="805861" y="102090"/>
                </a:lnTo>
                <a:close/>
                <a:lnTo>
                  <a:pt x="808840" y="124268"/>
                </a:lnTo>
                <a:close/>
                <a:lnTo>
                  <a:pt x="810329" y="115375"/>
                </a:lnTo>
                <a:close/>
                <a:lnTo>
                  <a:pt x="811819" y="115676"/>
                </a:lnTo>
                <a:close/>
                <a:lnTo>
                  <a:pt x="814798" y="109792"/>
                </a:lnTo>
                <a:close/>
                <a:lnTo>
                  <a:pt x="817777" y="205685"/>
                </a:lnTo>
                <a:close/>
                <a:lnTo>
                  <a:pt x="819267" y="191995"/>
                </a:lnTo>
                <a:close/>
                <a:lnTo>
                  <a:pt x="820756" y="217515"/>
                </a:lnTo>
                <a:close/>
                <a:lnTo>
                  <a:pt x="822246" y="269835"/>
                </a:lnTo>
                <a:close/>
                <a:lnTo>
                  <a:pt x="823736" y="231743"/>
                </a:lnTo>
                <a:close/>
                <a:lnTo>
                  <a:pt x="825225" y="236380"/>
                </a:lnTo>
                <a:close/>
                <a:lnTo>
                  <a:pt x="829694" y="143901"/>
                </a:lnTo>
                <a:close/>
                <a:lnTo>
                  <a:pt x="831183" y="174492"/>
                </a:lnTo>
                <a:close/>
                <a:lnTo>
                  <a:pt x="832673" y="157070"/>
                </a:lnTo>
                <a:close/>
                <a:lnTo>
                  <a:pt x="834163" y="159224"/>
                </a:lnTo>
                <a:close/>
                <a:lnTo>
                  <a:pt x="838631" y="282228"/>
                </a:lnTo>
                <a:close/>
                <a:lnTo>
                  <a:pt x="840121" y="296072"/>
                </a:lnTo>
                <a:close/>
                <a:lnTo>
                  <a:pt x="841611" y="287055"/>
                </a:lnTo>
                <a:close/>
                <a:lnTo>
                  <a:pt x="843100" y="286863"/>
                </a:lnTo>
                <a:close/>
                <a:lnTo>
                  <a:pt x="844590" y="338067"/>
                </a:lnTo>
                <a:close/>
                <a:lnTo>
                  <a:pt x="846079" y="340167"/>
                </a:lnTo>
                <a:close/>
                <a:lnTo>
                  <a:pt x="847569" y="457716"/>
                </a:lnTo>
                <a:close/>
                <a:lnTo>
                  <a:pt x="849058" y="357993"/>
                </a:lnTo>
                <a:close/>
                <a:lnTo>
                  <a:pt x="850548" y="438016"/>
                </a:lnTo>
                <a:close/>
                <a:lnTo>
                  <a:pt x="852038" y="408005"/>
                </a:lnTo>
                <a:close/>
                <a:lnTo>
                  <a:pt x="853527" y="440410"/>
                </a:lnTo>
                <a:close/>
                <a:lnTo>
                  <a:pt x="855017" y="421417"/>
                </a:lnTo>
                <a:close/>
                <a:lnTo>
                  <a:pt x="856506" y="421718"/>
                </a:lnTo>
                <a:close/>
                <a:lnTo>
                  <a:pt x="857996" y="415814"/>
                </a:lnTo>
                <a:close/>
                <a:lnTo>
                  <a:pt x="859485" y="401127"/>
                </a:lnTo>
                <a:close/>
                <a:lnTo>
                  <a:pt x="860975" y="401127"/>
                </a:lnTo>
                <a:close/>
                <a:lnTo>
                  <a:pt x="862465" y="386234"/>
                </a:lnTo>
                <a:close/>
                <a:lnTo>
                  <a:pt x="863954" y="404408"/>
                </a:lnTo>
                <a:close/>
                <a:lnTo>
                  <a:pt x="866933" y="378255"/>
                </a:lnTo>
                <a:close/>
                <a:lnTo>
                  <a:pt x="869912" y="434333"/>
                </a:lnTo>
                <a:close/>
                <a:lnTo>
                  <a:pt x="872892" y="308485"/>
                </a:lnTo>
                <a:close/>
                <a:lnTo>
                  <a:pt x="874381" y="439328"/>
                </a:lnTo>
                <a:close/>
                <a:lnTo>
                  <a:pt x="875871" y="431208"/>
                </a:lnTo>
                <a:close/>
                <a:lnTo>
                  <a:pt x="877360" y="442186"/>
                </a:lnTo>
                <a:close/>
                <a:lnTo>
                  <a:pt x="878850" y="403478"/>
                </a:lnTo>
                <a:close/>
                <a:lnTo>
                  <a:pt x="880339" y="404858"/>
                </a:lnTo>
                <a:close/>
                <a:lnTo>
                  <a:pt x="886298" y="544491"/>
                </a:lnTo>
                <a:close/>
                <a:lnTo>
                  <a:pt x="887787" y="540648"/>
                </a:lnTo>
                <a:close/>
                <a:lnTo>
                  <a:pt x="890767" y="472763"/>
                </a:lnTo>
                <a:close/>
                <a:lnTo>
                  <a:pt x="892256" y="489356"/>
                </a:lnTo>
                <a:close/>
                <a:lnTo>
                  <a:pt x="895235" y="533103"/>
                </a:lnTo>
                <a:close/>
                <a:lnTo>
                  <a:pt x="896725" y="497326"/>
                </a:lnTo>
                <a:close/>
                <a:lnTo>
                  <a:pt x="899704" y="535451"/>
                </a:lnTo>
                <a:close/>
                <a:lnTo>
                  <a:pt x="901194" y="559553"/>
                </a:lnTo>
                <a:close/>
                <a:lnTo>
                  <a:pt x="902683" y="488677"/>
                </a:lnTo>
                <a:close/>
                <a:lnTo>
                  <a:pt x="905662" y="553682"/>
                </a:lnTo>
                <a:close/>
                <a:lnTo>
                  <a:pt x="907152" y="528799"/>
                </a:lnTo>
                <a:close/>
                <a:lnTo>
                  <a:pt x="908641" y="569563"/>
                </a:lnTo>
                <a:close/>
                <a:lnTo>
                  <a:pt x="911621" y="531556"/>
                </a:lnTo>
                <a:close/>
                <a:lnTo>
                  <a:pt x="913110" y="540866"/>
                </a:lnTo>
                <a:close/>
                <a:lnTo>
                  <a:pt x="914600" y="530950"/>
                </a:lnTo>
                <a:close/>
                <a:lnTo>
                  <a:pt x="917579" y="591805"/>
                </a:lnTo>
                <a:close/>
                <a:lnTo>
                  <a:pt x="919068" y="551562"/>
                </a:lnTo>
                <a:close/>
                <a:lnTo>
                  <a:pt x="920558" y="556491"/>
                </a:lnTo>
                <a:close/>
                <a:lnTo>
                  <a:pt x="922048" y="590361"/>
                </a:lnTo>
                <a:close/>
                <a:lnTo>
                  <a:pt x="923537" y="579233"/>
                </a:lnTo>
                <a:close/>
                <a:lnTo>
                  <a:pt x="925027" y="555874"/>
                </a:lnTo>
                <a:close/>
                <a:lnTo>
                  <a:pt x="926516" y="560221"/>
                </a:lnTo>
                <a:close/>
                <a:lnTo>
                  <a:pt x="929496" y="496522"/>
                </a:lnTo>
                <a:close/>
                <a:lnTo>
                  <a:pt x="930985" y="539392"/>
                </a:lnTo>
                <a:close/>
                <a:lnTo>
                  <a:pt x="932475" y="484722"/>
                </a:lnTo>
                <a:close/>
                <a:lnTo>
                  <a:pt x="935454" y="563579"/>
                </a:lnTo>
                <a:close/>
                <a:lnTo>
                  <a:pt x="936943" y="522230"/>
                </a:lnTo>
                <a:close/>
                <a:lnTo>
                  <a:pt x="938433" y="520750"/>
                </a:lnTo>
                <a:close/>
                <a:lnTo>
                  <a:pt x="939923" y="524908"/>
                </a:lnTo>
                <a:close/>
                <a:lnTo>
                  <a:pt x="941412" y="576502"/>
                </a:lnTo>
                <a:close/>
                <a:lnTo>
                  <a:pt x="942902" y="547687"/>
                </a:lnTo>
                <a:close/>
                <a:lnTo>
                  <a:pt x="945881" y="587734"/>
                </a:lnTo>
                <a:close/>
                <a:lnTo>
                  <a:pt x="947370" y="574134"/>
                </a:lnTo>
                <a:close/>
                <a:lnTo>
                  <a:pt x="948860" y="589352"/>
                </a:lnTo>
                <a:close/>
                <a:lnTo>
                  <a:pt x="953329" y="542293"/>
                </a:lnTo>
                <a:close/>
                <a:lnTo>
                  <a:pt x="956308" y="481478"/>
                </a:lnTo>
                <a:close/>
                <a:lnTo>
                  <a:pt x="959287" y="540499"/>
                </a:lnTo>
                <a:close/>
                <a:lnTo>
                  <a:pt x="960777" y="525942"/>
                </a:lnTo>
                <a:close/>
                <a:lnTo>
                  <a:pt x="962266" y="632504"/>
                </a:lnTo>
                <a:close/>
                <a:lnTo>
                  <a:pt x="965245" y="584612"/>
                </a:lnTo>
                <a:close/>
                <a:lnTo>
                  <a:pt x="966735" y="658795"/>
                </a:lnTo>
                <a:close/>
                <a:lnTo>
                  <a:pt x="971204" y="518985"/>
                </a:lnTo>
                <a:close/>
                <a:lnTo>
                  <a:pt x="974183" y="532003"/>
                </a:lnTo>
                <a:close/>
                <a:lnTo>
                  <a:pt x="977162" y="615264"/>
                </a:lnTo>
                <a:close/>
                <a:lnTo>
                  <a:pt x="978652" y="591067"/>
                </a:lnTo>
                <a:close/>
                <a:lnTo>
                  <a:pt x="980141" y="591981"/>
                </a:lnTo>
                <a:close/>
                <a:lnTo>
                  <a:pt x="981631" y="604060"/>
                </a:lnTo>
                <a:close/>
                <a:lnTo>
                  <a:pt x="984610" y="501855"/>
                </a:lnTo>
                <a:close/>
                <a:lnTo>
                  <a:pt x="986099" y="552314"/>
                </a:lnTo>
                <a:close/>
                <a:lnTo>
                  <a:pt x="987589" y="530773"/>
                </a:lnTo>
                <a:close/>
                <a:lnTo>
                  <a:pt x="989079" y="447720"/>
                </a:lnTo>
                <a:close/>
                <a:lnTo>
                  <a:pt x="990568" y="455393"/>
                </a:lnTo>
                <a:close/>
                <a:lnTo>
                  <a:pt x="993547" y="419881"/>
                </a:lnTo>
                <a:close/>
                <a:lnTo>
                  <a:pt x="996526" y="490286"/>
                </a:lnTo>
                <a:close/>
                <a:lnTo>
                  <a:pt x="998016" y="474387"/>
                </a:lnTo>
                <a:close/>
                <a:lnTo>
                  <a:pt x="1002485" y="616598"/>
                </a:lnTo>
                <a:close/>
                <a:lnTo>
                  <a:pt x="1003974" y="576361"/>
                </a:lnTo>
                <a:close/>
                <a:lnTo>
                  <a:pt x="1006953" y="611083"/>
                </a:lnTo>
                <a:close/>
                <a:lnTo>
                  <a:pt x="1008443" y="599154"/>
                </a:lnTo>
                <a:close/>
                <a:lnTo>
                  <a:pt x="1011422" y="682305"/>
                </a:lnTo>
                <a:close/>
                <a:lnTo>
                  <a:pt x="1012912" y="644255"/>
                </a:lnTo>
                <a:close/>
                <a:lnTo>
                  <a:pt x="1014401" y="665729"/>
                </a:lnTo>
                <a:close/>
                <a:lnTo>
                  <a:pt x="1017380" y="747984"/>
                </a:lnTo>
                <a:close/>
                <a:lnTo>
                  <a:pt x="1018870" y="714008"/>
                </a:lnTo>
                <a:close/>
                <a:lnTo>
                  <a:pt x="1020360" y="737627"/>
                </a:lnTo>
                <a:close/>
                <a:lnTo>
                  <a:pt x="1021849" y="726422"/>
                </a:lnTo>
                <a:close/>
                <a:lnTo>
                  <a:pt x="1023339" y="736778"/>
                </a:lnTo>
                <a:close/>
                <a:lnTo>
                  <a:pt x="1026318" y="714258"/>
                </a:lnTo>
                <a:close/>
                <a:lnTo>
                  <a:pt x="1027808" y="709999"/>
                </a:lnTo>
                <a:close/>
                <a:lnTo>
                  <a:pt x="1030787" y="762705"/>
                </a:lnTo>
                <a:close/>
                <a:lnTo>
                  <a:pt x="1032276" y="766516"/>
                </a:lnTo>
                <a:close/>
                <a:lnTo>
                  <a:pt x="1038235" y="573499"/>
                </a:lnTo>
                <a:close/>
                <a:lnTo>
                  <a:pt x="1039724" y="624758"/>
                </a:lnTo>
                <a:close/>
                <a:lnTo>
                  <a:pt x="1041214" y="557537"/>
                </a:lnTo>
                <a:close/>
                <a:lnTo>
                  <a:pt x="1042703" y="579290"/>
                </a:lnTo>
                <a:close/>
                <a:lnTo>
                  <a:pt x="1044193" y="577120"/>
                </a:lnTo>
                <a:close/>
                <a:lnTo>
                  <a:pt x="1050151" y="723390"/>
                </a:lnTo>
                <a:close/>
                <a:lnTo>
                  <a:pt x="1051641" y="574381"/>
                </a:lnTo>
                <a:close/>
                <a:lnTo>
                  <a:pt x="1053130" y="626488"/>
                </a:lnTo>
                <a:close/>
                <a:lnTo>
                  <a:pt x="1054620" y="623022"/>
                </a:lnTo>
                <a:close/>
                <a:lnTo>
                  <a:pt x="1056109" y="456880"/>
                </a:lnTo>
                <a:close/>
                <a:lnTo>
                  <a:pt x="1057599" y="507393"/>
                </a:lnTo>
                <a:close/>
                <a:lnTo>
                  <a:pt x="1059089" y="413792"/>
                </a:lnTo>
                <a:close/>
                <a:lnTo>
                  <a:pt x="1060578" y="439002"/>
                </a:lnTo>
                <a:close/>
                <a:lnTo>
                  <a:pt x="1062068" y="416739"/>
                </a:lnTo>
                <a:close/>
                <a:lnTo>
                  <a:pt x="1063557" y="422707"/>
                </a:lnTo>
                <a:close/>
                <a:lnTo>
                  <a:pt x="1065047" y="488429"/>
                </a:lnTo>
                <a:close/>
                <a:lnTo>
                  <a:pt x="1066537" y="468120"/>
                </a:lnTo>
                <a:close/>
                <a:lnTo>
                  <a:pt x="1071005" y="586920"/>
                </a:lnTo>
                <a:close/>
                <a:lnTo>
                  <a:pt x="1073984" y="673517"/>
                </a:lnTo>
                <a:close/>
                <a:lnTo>
                  <a:pt x="1075474" y="666706"/>
                </a:lnTo>
                <a:close/>
                <a:lnTo>
                  <a:pt x="1076964" y="680302"/>
                </a:lnTo>
                <a:close/>
                <a:lnTo>
                  <a:pt x="1079943" y="609805"/>
                </a:lnTo>
                <a:close/>
                <a:lnTo>
                  <a:pt x="1081432" y="638369"/>
                </a:lnTo>
                <a:close/>
                <a:lnTo>
                  <a:pt x="1082922" y="633838"/>
                </a:lnTo>
                <a:close/>
                <a:lnTo>
                  <a:pt x="1084411" y="575511"/>
                </a:lnTo>
                <a:close/>
                <a:lnTo>
                  <a:pt x="1087391" y="619285"/>
                </a:lnTo>
                <a:close/>
                <a:lnTo>
                  <a:pt x="1090370" y="595689"/>
                </a:lnTo>
                <a:close/>
                <a:lnTo>
                  <a:pt x="1091859" y="473092"/>
                </a:lnTo>
                <a:close/>
                <a:lnTo>
                  <a:pt x="1094838" y="587232"/>
                </a:lnTo>
                <a:close/>
                <a:lnTo>
                  <a:pt x="1097818" y="540742"/>
                </a:lnTo>
                <a:close/>
                <a:lnTo>
                  <a:pt x="1099307" y="558770"/>
                </a:lnTo>
                <a:close/>
                <a:lnTo>
                  <a:pt x="1100797" y="492186"/>
                </a:lnTo>
                <a:close/>
                <a:lnTo>
                  <a:pt x="1102286" y="536431"/>
                </a:lnTo>
                <a:close/>
                <a:lnTo>
                  <a:pt x="1103776" y="522894"/>
                </a:lnTo>
                <a:close/>
                <a:lnTo>
                  <a:pt x="1106755" y="454733"/>
                </a:lnTo>
                <a:close/>
                <a:lnTo>
                  <a:pt x="1108245" y="478879"/>
                </a:lnTo>
                <a:close/>
                <a:lnTo>
                  <a:pt x="1109734" y="416333"/>
                </a:lnTo>
                <a:close/>
                <a:lnTo>
                  <a:pt x="1112713" y="489359"/>
                </a:lnTo>
                <a:close/>
                <a:lnTo>
                  <a:pt x="1115693" y="417952"/>
                </a:lnTo>
                <a:close/>
                <a:lnTo>
                  <a:pt x="1117182" y="428433"/>
                </a:lnTo>
                <a:close/>
                <a:lnTo>
                  <a:pt x="1118672" y="419761"/>
                </a:lnTo>
                <a:close/>
                <a:lnTo>
                  <a:pt x="1126120" y="219550"/>
                </a:lnTo>
                <a:close/>
                <a:lnTo>
                  <a:pt x="1127609" y="212788"/>
                </a:lnTo>
                <a:close/>
                <a:lnTo>
                  <a:pt x="1129099" y="214057"/>
                </a:lnTo>
                <a:close/>
                <a:lnTo>
                  <a:pt x="1132078" y="155030"/>
                </a:lnTo>
                <a:close/>
                <a:lnTo>
                  <a:pt x="1133567" y="172688"/>
                </a:lnTo>
                <a:close/>
                <a:lnTo>
                  <a:pt x="1135057" y="151944"/>
                </a:lnTo>
                <a:close/>
                <a:lnTo>
                  <a:pt x="1136547" y="163724"/>
                </a:lnTo>
                <a:close/>
                <a:lnTo>
                  <a:pt x="1138036" y="191463"/>
                </a:lnTo>
                <a:close/>
                <a:lnTo>
                  <a:pt x="1139526" y="175233"/>
                </a:lnTo>
                <a:close/>
                <a:lnTo>
                  <a:pt x="1141015" y="177979"/>
                </a:lnTo>
                <a:close/>
                <a:lnTo>
                  <a:pt x="1142505" y="209771"/>
                </a:lnTo>
                <a:close/>
                <a:lnTo>
                  <a:pt x="1143994" y="190607"/>
                </a:lnTo>
                <a:close/>
                <a:lnTo>
                  <a:pt x="1145484" y="211591"/>
                </a:lnTo>
                <a:close/>
                <a:lnTo>
                  <a:pt x="1146974" y="200286"/>
                </a:lnTo>
                <a:close/>
                <a:lnTo>
                  <a:pt x="1149953" y="272203"/>
                </a:lnTo>
                <a:close/>
                <a:lnTo>
                  <a:pt x="1151442" y="167652"/>
                </a:lnTo>
                <a:close/>
                <a:lnTo>
                  <a:pt x="1157401" y="380533"/>
                </a:lnTo>
                <a:close/>
                <a:lnTo>
                  <a:pt x="1158890" y="285387"/>
                </a:lnTo>
                <a:close/>
                <a:lnTo>
                  <a:pt x="1160380" y="300139"/>
                </a:lnTo>
                <a:close/>
                <a:lnTo>
                  <a:pt x="1166338" y="145280"/>
                </a:lnTo>
                <a:close/>
                <a:lnTo>
                  <a:pt x="1172296" y="208996"/>
                </a:lnTo>
                <a:close/>
                <a:lnTo>
                  <a:pt x="1173786" y="199624"/>
                </a:lnTo>
                <a:close/>
                <a:lnTo>
                  <a:pt x="1175276" y="169019"/>
                </a:lnTo>
                <a:close/>
                <a:lnTo>
                  <a:pt x="1179744" y="280861"/>
                </a:lnTo>
                <a:close/>
                <a:lnTo>
                  <a:pt x="1182723" y="267837"/>
                </a:lnTo>
                <a:close/>
                <a:lnTo>
                  <a:pt x="1184213" y="297074"/>
                </a:lnTo>
                <a:close/>
                <a:lnTo>
                  <a:pt x="1187192" y="226249"/>
                </a:lnTo>
                <a:close/>
                <a:lnTo>
                  <a:pt x="1190171" y="279624"/>
                </a:lnTo>
                <a:close/>
                <a:lnTo>
                  <a:pt x="1191661" y="225074"/>
                </a:lnTo>
                <a:close/>
                <a:lnTo>
                  <a:pt x="1194640" y="263929"/>
                </a:lnTo>
                <a:close/>
                <a:lnTo>
                  <a:pt x="1196130" y="237108"/>
                </a:lnTo>
                <a:close/>
                <a:lnTo>
                  <a:pt x="1197619" y="264405"/>
                </a:lnTo>
                <a:close/>
                <a:lnTo>
                  <a:pt x="1199109" y="185851"/>
                </a:lnTo>
                <a:close/>
                <a:lnTo>
                  <a:pt x="1200598" y="240349"/>
                </a:lnTo>
                <a:close/>
                <a:lnTo>
                  <a:pt x="1202088" y="231005"/>
                </a:lnTo>
                <a:close/>
                <a:lnTo>
                  <a:pt x="1203578" y="200395"/>
                </a:lnTo>
                <a:close/>
                <a:lnTo>
                  <a:pt x="1206557" y="276929"/>
                </a:lnTo>
                <a:close/>
                <a:lnTo>
                  <a:pt x="1208046" y="304032"/>
                </a:lnTo>
                <a:close/>
                <a:lnTo>
                  <a:pt x="1211025" y="378149"/>
                </a:lnTo>
                <a:close/>
                <a:lnTo>
                  <a:pt x="1212515" y="325015"/>
                </a:lnTo>
                <a:close/>
                <a:lnTo>
                  <a:pt x="1215494" y="378395"/>
                </a:lnTo>
                <a:close/>
                <a:lnTo>
                  <a:pt x="1216984" y="353515"/>
                </a:lnTo>
                <a:close/>
                <a:lnTo>
                  <a:pt x="1219963" y="384937"/>
                </a:lnTo>
                <a:close/>
                <a:lnTo>
                  <a:pt x="1225921" y="319050"/>
                </a:lnTo>
                <a:close/>
                <a:lnTo>
                  <a:pt x="1227411" y="343539"/>
                </a:lnTo>
                <a:close/>
                <a:lnTo>
                  <a:pt x="1233369" y="134961"/>
                </a:lnTo>
                <a:close/>
                <a:lnTo>
                  <a:pt x="1234859" y="179877"/>
                </a:lnTo>
                <a:close/>
                <a:lnTo>
                  <a:pt x="1237838" y="151695"/>
                </a:lnTo>
                <a:close/>
                <a:lnTo>
                  <a:pt x="1240817" y="198476"/>
                </a:lnTo>
                <a:close/>
                <a:lnTo>
                  <a:pt x="1242306" y="208022"/>
                </a:lnTo>
                <a:close/>
                <a:lnTo>
                  <a:pt x="1243796" y="200344"/>
                </a:lnTo>
                <a:close/>
                <a:lnTo>
                  <a:pt x="1245286" y="222125"/>
                </a:lnTo>
                <a:close/>
                <a:lnTo>
                  <a:pt x="1246775" y="327420"/>
                </a:lnTo>
                <a:close/>
                <a:lnTo>
                  <a:pt x="1248265" y="330404"/>
                </a:lnTo>
                <a:close/>
                <a:lnTo>
                  <a:pt x="1249754" y="440210"/>
                </a:lnTo>
                <a:close/>
                <a:lnTo>
                  <a:pt x="1252734" y="290635"/>
                </a:lnTo>
                <a:close/>
                <a:lnTo>
                  <a:pt x="1255713" y="425802"/>
                </a:lnTo>
                <a:close/>
                <a:lnTo>
                  <a:pt x="1257202" y="414540"/>
                </a:lnTo>
                <a:close/>
                <a:lnTo>
                  <a:pt x="1258692" y="339494"/>
                </a:lnTo>
                <a:close/>
                <a:lnTo>
                  <a:pt x="1260181" y="342073"/>
                </a:lnTo>
                <a:close/>
                <a:lnTo>
                  <a:pt x="1261671" y="357537"/>
                </a:lnTo>
                <a:close/>
                <a:lnTo>
                  <a:pt x="1263161" y="306782"/>
                </a:lnTo>
                <a:close/>
                <a:lnTo>
                  <a:pt x="1266140" y="464412"/>
                </a:lnTo>
                <a:close/>
                <a:lnTo>
                  <a:pt x="1267629" y="464052"/>
                </a:lnTo>
                <a:close/>
                <a:lnTo>
                  <a:pt x="1269119" y="448870"/>
                </a:lnTo>
                <a:close/>
                <a:lnTo>
                  <a:pt x="1270608" y="448870"/>
                </a:lnTo>
                <a:close/>
                <a:lnTo>
                  <a:pt x="1272098" y="429356"/>
                </a:lnTo>
                <a:close/>
                <a:lnTo>
                  <a:pt x="1275077" y="490057"/>
                </a:lnTo>
                <a:close/>
                <a:lnTo>
                  <a:pt x="1279546" y="594884"/>
                </a:lnTo>
                <a:close/>
                <a:lnTo>
                  <a:pt x="1281035" y="692571"/>
                </a:lnTo>
                <a:close/>
                <a:lnTo>
                  <a:pt x="1282525" y="639010"/>
                </a:lnTo>
                <a:close/>
                <a:lnTo>
                  <a:pt x="1284015" y="652240"/>
                </a:lnTo>
                <a:close/>
                <a:lnTo>
                  <a:pt x="1286994" y="789241"/>
                </a:lnTo>
                <a:close/>
                <a:lnTo>
                  <a:pt x="1289973" y="674591"/>
                </a:lnTo>
                <a:close/>
                <a:lnTo>
                  <a:pt x="1292952" y="639906"/>
                </a:lnTo>
                <a:close/>
                <a:lnTo>
                  <a:pt x="1294442" y="643729"/>
                </a:lnTo>
                <a:close/>
                <a:lnTo>
                  <a:pt x="1297421" y="589707"/>
                </a:lnTo>
                <a:close/>
                <a:lnTo>
                  <a:pt x="1300400" y="469283"/>
                </a:lnTo>
                <a:close/>
                <a:lnTo>
                  <a:pt x="1304869" y="550759"/>
                </a:lnTo>
                <a:close/>
                <a:lnTo>
                  <a:pt x="1306358" y="534676"/>
                </a:lnTo>
                <a:close/>
                <a:lnTo>
                  <a:pt x="1307848" y="597448"/>
                </a:lnTo>
                <a:close/>
                <a:lnTo>
                  <a:pt x="1310827" y="481048"/>
                </a:lnTo>
                <a:close/>
                <a:lnTo>
                  <a:pt x="1313806" y="510915"/>
                </a:lnTo>
                <a:close/>
                <a:lnTo>
                  <a:pt x="1315296" y="504100"/>
                </a:lnTo>
                <a:close/>
                <a:lnTo>
                  <a:pt x="1316785" y="526933"/>
                </a:lnTo>
                <a:close/>
                <a:lnTo>
                  <a:pt x="1319764" y="416638"/>
                </a:lnTo>
                <a:close/>
                <a:lnTo>
                  <a:pt x="1321254" y="384296"/>
                </a:lnTo>
                <a:close/>
                <a:lnTo>
                  <a:pt x="1324233" y="420210"/>
                </a:lnTo>
                <a:close/>
                <a:lnTo>
                  <a:pt x="1327212" y="308897"/>
                </a:lnTo>
                <a:close/>
                <a:lnTo>
                  <a:pt x="1328702" y="394610"/>
                </a:lnTo>
                <a:close/>
                <a:lnTo>
                  <a:pt x="1330191" y="384926"/>
                </a:lnTo>
                <a:close/>
                <a:lnTo>
                  <a:pt x="1331681" y="337031"/>
                </a:lnTo>
                <a:close/>
                <a:lnTo>
                  <a:pt x="1333171" y="387110"/>
                </a:lnTo>
                <a:close/>
                <a:lnTo>
                  <a:pt x="1336150" y="334957"/>
                </a:lnTo>
                <a:close/>
                <a:lnTo>
                  <a:pt x="1337639" y="354466"/>
                </a:lnTo>
                <a:close/>
                <a:lnTo>
                  <a:pt x="1339129" y="275633"/>
                </a:lnTo>
                <a:close/>
                <a:lnTo>
                  <a:pt x="1345087" y="505982"/>
                </a:lnTo>
                <a:close/>
                <a:lnTo>
                  <a:pt x="1346577" y="522197"/>
                </a:lnTo>
                <a:close/>
                <a:lnTo>
                  <a:pt x="1348066" y="461312"/>
                </a:lnTo>
                <a:close/>
                <a:lnTo>
                  <a:pt x="1351046" y="560566"/>
                </a:lnTo>
                <a:close/>
                <a:lnTo>
                  <a:pt x="1352535" y="522465"/>
                </a:lnTo>
                <a:close/>
                <a:lnTo>
                  <a:pt x="1354025" y="523618"/>
                </a:lnTo>
                <a:close/>
                <a:lnTo>
                  <a:pt x="1357004" y="451855"/>
                </a:lnTo>
                <a:close/>
                <a:lnTo>
                  <a:pt x="1358493" y="517942"/>
                </a:lnTo>
                <a:close/>
                <a:lnTo>
                  <a:pt x="1359983" y="498208"/>
                </a:lnTo>
                <a:close/>
                <a:lnTo>
                  <a:pt x="1362962" y="568583"/>
                </a:lnTo>
                <a:close/>
                <a:lnTo>
                  <a:pt x="1364452" y="559600"/>
                </a:lnTo>
                <a:close/>
                <a:lnTo>
                  <a:pt x="1365941" y="584216"/>
                </a:lnTo>
                <a:close/>
                <a:lnTo>
                  <a:pt x="1367431" y="651144"/>
                </a:lnTo>
                <a:close/>
                <a:lnTo>
                  <a:pt x="1368920" y="598776"/>
                </a:lnTo>
                <a:close/>
                <a:lnTo>
                  <a:pt x="1371900" y="598564"/>
                </a:lnTo>
                <a:close/>
                <a:lnTo>
                  <a:pt x="1373389" y="665988"/>
                </a:lnTo>
                <a:close/>
                <a:lnTo>
                  <a:pt x="1374879" y="644345"/>
                </a:lnTo>
                <a:close/>
                <a:lnTo>
                  <a:pt x="1377858" y="522146"/>
                </a:lnTo>
                <a:close/>
                <a:lnTo>
                  <a:pt x="1383816" y="737960"/>
                </a:lnTo>
                <a:close/>
                <a:lnTo>
                  <a:pt x="1385306" y="716934"/>
                </a:lnTo>
                <a:close/>
                <a:lnTo>
                  <a:pt x="1388285" y="816992"/>
                </a:lnTo>
                <a:close/>
                <a:lnTo>
                  <a:pt x="1391264" y="763120"/>
                </a:lnTo>
                <a:close/>
                <a:lnTo>
                  <a:pt x="1395733" y="801747"/>
                </a:lnTo>
                <a:close/>
                <a:lnTo>
                  <a:pt x="1397222" y="763355"/>
                </a:lnTo>
                <a:close/>
                <a:lnTo>
                  <a:pt x="1400202" y="803277"/>
                </a:lnTo>
                <a:close/>
                <a:lnTo>
                  <a:pt x="1401691" y="781772"/>
                </a:lnTo>
                <a:close/>
                <a:lnTo>
                  <a:pt x="1404670" y="819343"/>
                </a:lnTo>
                <a:close/>
                <a:lnTo>
                  <a:pt x="1407649" y="674153"/>
                </a:lnTo>
                <a:close/>
                <a:lnTo>
                  <a:pt x="1409139" y="669530"/>
                </a:lnTo>
                <a:close/>
                <a:lnTo>
                  <a:pt x="1410629" y="672442"/>
                </a:lnTo>
                <a:close/>
                <a:lnTo>
                  <a:pt x="1412118" y="750643"/>
                </a:lnTo>
                <a:close/>
                <a:lnTo>
                  <a:pt x="1413608" y="729151"/>
                </a:lnTo>
                <a:close/>
                <a:lnTo>
                  <a:pt x="1416587" y="761274"/>
                </a:lnTo>
                <a:close/>
                <a:lnTo>
                  <a:pt x="1421056" y="631157"/>
                </a:lnTo>
                <a:close/>
                <a:lnTo>
                  <a:pt x="1422545" y="615334"/>
                </a:lnTo>
                <a:close/>
                <a:lnTo>
                  <a:pt x="1424035" y="688174"/>
                </a:lnTo>
                <a:close/>
                <a:lnTo>
                  <a:pt x="1425524" y="572811"/>
                </a:lnTo>
                <a:close/>
                <a:lnTo>
                  <a:pt x="1428504" y="645852"/>
                </a:lnTo>
                <a:close/>
                <a:lnTo>
                  <a:pt x="1429993" y="608665"/>
                </a:lnTo>
                <a:close/>
                <a:lnTo>
                  <a:pt x="1431483" y="528471"/>
                </a:lnTo>
                <a:close/>
                <a:lnTo>
                  <a:pt x="1432972" y="533506"/>
                </a:lnTo>
                <a:close/>
                <a:lnTo>
                  <a:pt x="1435951" y="397642"/>
                </a:lnTo>
                <a:close/>
                <a:lnTo>
                  <a:pt x="1440420" y="600217"/>
                </a:lnTo>
                <a:close/>
                <a:lnTo>
                  <a:pt x="1441910" y="585106"/>
                </a:lnTo>
                <a:close/>
                <a:lnTo>
                  <a:pt x="1443399" y="588371"/>
                </a:lnTo>
                <a:close/>
                <a:lnTo>
                  <a:pt x="1444889" y="603568"/>
                </a:lnTo>
                <a:close/>
                <a:lnTo>
                  <a:pt x="1446378" y="649259"/>
                </a:lnTo>
                <a:close/>
                <a:lnTo>
                  <a:pt x="1447868" y="581348"/>
                </a:lnTo>
                <a:close/>
                <a:lnTo>
                  <a:pt x="1450847" y="671352"/>
                </a:lnTo>
                <a:close/>
                <a:lnTo>
                  <a:pt x="1452337" y="651335"/>
                </a:lnTo>
                <a:close/>
                <a:lnTo>
                  <a:pt x="1455316" y="576906"/>
                </a:lnTo>
                <a:close/>
                <a:lnTo>
                  <a:pt x="1456805" y="590204"/>
                </a:lnTo>
                <a:close/>
                <a:lnTo>
                  <a:pt x="1458295" y="584928"/>
                </a:lnTo>
                <a:close/>
                <a:lnTo>
                  <a:pt x="1461274" y="645589"/>
                </a:lnTo>
                <a:close/>
                <a:lnTo>
                  <a:pt x="1462764" y="624168"/>
                </a:lnTo>
                <a:close/>
                <a:lnTo>
                  <a:pt x="1464253" y="691587"/>
                </a:lnTo>
                <a:close/>
                <a:lnTo>
                  <a:pt x="1465743" y="694522"/>
                </a:lnTo>
                <a:close/>
                <a:lnTo>
                  <a:pt x="1468722" y="721702"/>
                </a:lnTo>
                <a:close/>
                <a:lnTo>
                  <a:pt x="1470212" y="706905"/>
                </a:lnTo>
                <a:close/>
                <a:lnTo>
                  <a:pt x="1471701" y="723651"/>
                </a:lnTo>
                <a:close/>
                <a:lnTo>
                  <a:pt x="1473191" y="772471"/>
                </a:lnTo>
                <a:close/>
                <a:lnTo>
                  <a:pt x="1474680" y="742610"/>
                </a:lnTo>
                <a:close/>
                <a:lnTo>
                  <a:pt x="1477660" y="585654"/>
                </a:lnTo>
                <a:close/>
                <a:lnTo>
                  <a:pt x="1479149" y="634518"/>
                </a:lnTo>
                <a:close/>
                <a:lnTo>
                  <a:pt x="1480639" y="605714"/>
                </a:lnTo>
                <a:close/>
                <a:lnTo>
                  <a:pt x="1482128" y="610516"/>
                </a:lnTo>
                <a:close/>
                <a:lnTo>
                  <a:pt x="1483618" y="583471"/>
                </a:lnTo>
                <a:close/>
                <a:lnTo>
                  <a:pt x="1486597" y="640574"/>
                </a:lnTo>
                <a:close/>
                <a:lnTo>
                  <a:pt x="1488087" y="621904"/>
                </a:lnTo>
                <a:close/>
                <a:lnTo>
                  <a:pt x="1491066" y="567683"/>
                </a:lnTo>
                <a:close/>
                <a:lnTo>
                  <a:pt x="1492555" y="560259"/>
                </a:lnTo>
                <a:close/>
                <a:lnTo>
                  <a:pt x="1494045" y="600721"/>
                </a:lnTo>
                <a:close/>
                <a:lnTo>
                  <a:pt x="1495534" y="521108"/>
                </a:lnTo>
                <a:close/>
                <a:lnTo>
                  <a:pt x="1498514" y="588139"/>
                </a:lnTo>
                <a:close/>
                <a:lnTo>
                  <a:pt x="1501493" y="519868"/>
                </a:lnTo>
                <a:close/>
                <a:lnTo>
                  <a:pt x="1505961" y="590690"/>
                </a:lnTo>
                <a:close/>
                <a:lnTo>
                  <a:pt x="1508941" y="602985"/>
                </a:lnTo>
                <a:close/>
                <a:lnTo>
                  <a:pt x="1510430" y="638824"/>
                </a:lnTo>
                <a:close/>
                <a:lnTo>
                  <a:pt x="1511920" y="612673"/>
                </a:lnTo>
                <a:close/>
                <a:lnTo>
                  <a:pt x="1514899" y="663333"/>
                </a:lnTo>
                <a:close/>
                <a:lnTo>
                  <a:pt x="1516388" y="641860"/>
                </a:lnTo>
                <a:close/>
                <a:lnTo>
                  <a:pt x="1517878" y="673165"/>
                </a:lnTo>
                <a:close/>
                <a:lnTo>
                  <a:pt x="1519368" y="637470"/>
                </a:lnTo>
                <a:close/>
                <a:lnTo>
                  <a:pt x="1520857" y="646721"/>
                </a:lnTo>
                <a:close/>
                <a:lnTo>
                  <a:pt x="1523836" y="585270"/>
                </a:lnTo>
                <a:close/>
                <a:lnTo>
                  <a:pt x="1526816" y="637242"/>
                </a:lnTo>
                <a:close/>
                <a:lnTo>
                  <a:pt x="1529795" y="590040"/>
                </a:lnTo>
                <a:close/>
                <a:lnTo>
                  <a:pt x="1531284" y="497834"/>
                </a:lnTo>
                <a:close/>
                <a:lnTo>
                  <a:pt x="1532774" y="505887"/>
                </a:lnTo>
                <a:close/>
                <a:lnTo>
                  <a:pt x="1537243" y="687025"/>
                </a:lnTo>
                <a:close/>
                <a:lnTo>
                  <a:pt x="1538732" y="711692"/>
                </a:lnTo>
                <a:close/>
                <a:lnTo>
                  <a:pt x="1541711" y="695309"/>
                </a:lnTo>
                <a:close/>
                <a:lnTo>
                  <a:pt x="1543201" y="654580"/>
                </a:lnTo>
                <a:close/>
                <a:lnTo>
                  <a:pt x="1544690" y="679355"/>
                </a:lnTo>
                <a:close/>
                <a:lnTo>
                  <a:pt x="1546180" y="672064"/>
                </a:lnTo>
                <a:close/>
                <a:lnTo>
                  <a:pt x="1549159" y="570116"/>
                </a:lnTo>
                <a:close/>
                <a:lnTo>
                  <a:pt x="1550649" y="586010"/>
                </a:lnTo>
                <a:close/>
                <a:lnTo>
                  <a:pt x="1552138" y="548425"/>
                </a:lnTo>
                <a:close/>
                <a:lnTo>
                  <a:pt x="1553628" y="564820"/>
                </a:lnTo>
                <a:close/>
                <a:lnTo>
                  <a:pt x="1558097" y="511757"/>
                </a:lnTo>
                <a:close/>
                <a:lnTo>
                  <a:pt x="1561076" y="428121"/>
                </a:lnTo>
                <a:close/>
                <a:lnTo>
                  <a:pt x="1562565" y="414309"/>
                </a:lnTo>
                <a:close/>
                <a:lnTo>
                  <a:pt x="1564055" y="416171"/>
                </a:lnTo>
                <a:close/>
                <a:lnTo>
                  <a:pt x="1565545" y="356937"/>
                </a:lnTo>
                <a:close/>
                <a:lnTo>
                  <a:pt x="1567034" y="390113"/>
                </a:lnTo>
                <a:close/>
                <a:lnTo>
                  <a:pt x="1574482" y="279946"/>
                </a:lnTo>
                <a:close/>
                <a:lnTo>
                  <a:pt x="1575972" y="316127"/>
                </a:lnTo>
                <a:close/>
                <a:lnTo>
                  <a:pt x="1578951" y="165894"/>
                </a:lnTo>
                <a:close/>
                <a:lnTo>
                  <a:pt x="1580440" y="142330"/>
                </a:lnTo>
                <a:close/>
                <a:lnTo>
                  <a:pt x="1581930" y="154002"/>
                </a:lnTo>
                <a:close/>
                <a:lnTo>
                  <a:pt x="1583419" y="255801"/>
                </a:lnTo>
                <a:close/>
                <a:lnTo>
                  <a:pt x="1584909" y="236191"/>
                </a:lnTo>
                <a:close/>
                <a:lnTo>
                  <a:pt x="1587888" y="279018"/>
                </a:lnTo>
                <a:close/>
                <a:lnTo>
                  <a:pt x="1589378" y="258059"/>
                </a:lnTo>
                <a:close/>
                <a:lnTo>
                  <a:pt x="1590867" y="263108"/>
                </a:lnTo>
                <a:close/>
                <a:lnTo>
                  <a:pt x="1593846" y="298689"/>
                </a:lnTo>
                <a:close/>
                <a:lnTo>
                  <a:pt x="1596826" y="424428"/>
                </a:lnTo>
                <a:close/>
                <a:lnTo>
                  <a:pt x="1598315" y="431797"/>
                </a:lnTo>
                <a:close/>
                <a:lnTo>
                  <a:pt x="1599805" y="513239"/>
                </a:lnTo>
                <a:close/>
                <a:lnTo>
                  <a:pt x="1601294" y="472107"/>
                </a:lnTo>
                <a:close/>
                <a:lnTo>
                  <a:pt x="1604273" y="500815"/>
                </a:lnTo>
                <a:close/>
                <a:lnTo>
                  <a:pt x="1607253" y="420317"/>
                </a:lnTo>
                <a:close/>
                <a:lnTo>
                  <a:pt x="1610232" y="385833"/>
                </a:lnTo>
                <a:close/>
                <a:lnTo>
                  <a:pt x="1611721" y="339958"/>
                </a:lnTo>
                <a:close/>
                <a:lnTo>
                  <a:pt x="1614701" y="431610"/>
                </a:lnTo>
                <a:close/>
                <a:lnTo>
                  <a:pt x="1616190" y="419979"/>
                </a:lnTo>
                <a:close/>
                <a:lnTo>
                  <a:pt x="1617680" y="426641"/>
                </a:lnTo>
                <a:close/>
                <a:lnTo>
                  <a:pt x="1619169" y="415369"/>
                </a:lnTo>
                <a:close/>
                <a:lnTo>
                  <a:pt x="1620659" y="485820"/>
                </a:lnTo>
                <a:close/>
                <a:lnTo>
                  <a:pt x="1622148" y="443211"/>
                </a:lnTo>
                <a:close/>
                <a:lnTo>
                  <a:pt x="1626617" y="608909"/>
                </a:lnTo>
                <a:close/>
                <a:lnTo>
                  <a:pt x="1628107" y="600976"/>
                </a:lnTo>
                <a:close/>
                <a:lnTo>
                  <a:pt x="1629596" y="494650"/>
                </a:lnTo>
                <a:close/>
                <a:lnTo>
                  <a:pt x="1631086" y="519554"/>
                </a:lnTo>
                <a:close/>
                <a:lnTo>
                  <a:pt x="1632575" y="593813"/>
                </a:lnTo>
                <a:close/>
                <a:lnTo>
                  <a:pt x="1635555" y="490848"/>
                </a:lnTo>
                <a:close/>
                <a:lnTo>
                  <a:pt x="1637044" y="522793"/>
                </a:lnTo>
                <a:close/>
                <a:lnTo>
                  <a:pt x="1640023" y="450114"/>
                </a:lnTo>
                <a:close/>
                <a:lnTo>
                  <a:pt x="1641513" y="467495"/>
                </a:lnTo>
                <a:close/>
                <a:lnTo>
                  <a:pt x="1644492" y="560807"/>
                </a:lnTo>
                <a:close/>
                <a:lnTo>
                  <a:pt x="1645982" y="609568"/>
                </a:lnTo>
                <a:close/>
                <a:lnTo>
                  <a:pt x="1647471" y="589111"/>
                </a:lnTo>
                <a:close/>
                <a:lnTo>
                  <a:pt x="1648961" y="539092"/>
                </a:lnTo>
                <a:close/>
                <a:lnTo>
                  <a:pt x="1650450" y="549384"/>
                </a:lnTo>
                <a:close/>
                <a:lnTo>
                  <a:pt x="1651940" y="534730"/>
                </a:lnTo>
                <a:close/>
                <a:lnTo>
                  <a:pt x="1653430" y="606161"/>
                </a:lnTo>
                <a:close/>
                <a:lnTo>
                  <a:pt x="1656409" y="558643"/>
                </a:lnTo>
                <a:close/>
                <a:lnTo>
                  <a:pt x="1657898" y="589294"/>
                </a:lnTo>
                <a:close/>
                <a:lnTo>
                  <a:pt x="1659388" y="569438"/>
                </a:lnTo>
                <a:close/>
                <a:lnTo>
                  <a:pt x="1660877" y="493574"/>
                </a:lnTo>
                <a:close/>
                <a:lnTo>
                  <a:pt x="1662367" y="490016"/>
                </a:lnTo>
                <a:close/>
                <a:lnTo>
                  <a:pt x="1663857" y="495182"/>
                </a:lnTo>
                <a:close/>
                <a:lnTo>
                  <a:pt x="1666836" y="375212"/>
                </a:lnTo>
                <a:close/>
                <a:lnTo>
                  <a:pt x="1671304" y="561613"/>
                </a:lnTo>
                <a:close/>
                <a:lnTo>
                  <a:pt x="1672794" y="630951"/>
                </a:lnTo>
                <a:close/>
                <a:lnTo>
                  <a:pt x="1680242" y="440928"/>
                </a:lnTo>
                <a:close/>
                <a:lnTo>
                  <a:pt x="1681731" y="446485"/>
                </a:lnTo>
                <a:close/>
                <a:lnTo>
                  <a:pt x="1686200" y="365202"/>
                </a:lnTo>
                <a:close/>
                <a:lnTo>
                  <a:pt x="1687690" y="374825"/>
                </a:lnTo>
                <a:close/>
                <a:lnTo>
                  <a:pt x="1689179" y="366731"/>
                </a:lnTo>
                <a:close/>
                <a:lnTo>
                  <a:pt x="1690669" y="442130"/>
                </a:lnTo>
                <a:close/>
                <a:lnTo>
                  <a:pt x="1693648" y="360535"/>
                </a:lnTo>
                <a:close/>
                <a:lnTo>
                  <a:pt x="1695138" y="344562"/>
                </a:lnTo>
                <a:close/>
                <a:lnTo>
                  <a:pt x="1698117" y="432805"/>
                </a:lnTo>
                <a:close/>
                <a:lnTo>
                  <a:pt x="1699606" y="411253"/>
                </a:lnTo>
                <a:close/>
                <a:lnTo>
                  <a:pt x="1701096" y="456891"/>
                </a:lnTo>
                <a:close/>
                <a:lnTo>
                  <a:pt x="1702586" y="402451"/>
                </a:lnTo>
                <a:close/>
                <a:lnTo>
                  <a:pt x="1705565" y="513839"/>
                </a:lnTo>
                <a:close/>
                <a:lnTo>
                  <a:pt x="1710033" y="279111"/>
                </a:lnTo>
                <a:close/>
                <a:lnTo>
                  <a:pt x="1711523" y="308129"/>
                </a:lnTo>
                <a:close/>
                <a:lnTo>
                  <a:pt x="1713013" y="293989"/>
                </a:lnTo>
                <a:close/>
                <a:lnTo>
                  <a:pt x="1715992" y="366710"/>
                </a:lnTo>
                <a:close/>
                <a:lnTo>
                  <a:pt x="1718971" y="348621"/>
                </a:lnTo>
                <a:close/>
                <a:lnTo>
                  <a:pt x="1720460" y="335393"/>
                </a:lnTo>
                <a:close/>
                <a:lnTo>
                  <a:pt x="1721950" y="420857"/>
                </a:lnTo>
                <a:close/>
                <a:lnTo>
                  <a:pt x="1726419" y="393978"/>
                </a:lnTo>
                <a:close/>
                <a:lnTo>
                  <a:pt x="1732377" y="244755"/>
                </a:lnTo>
                <a:close/>
                <a:lnTo>
                  <a:pt x="1733867" y="278845"/>
                </a:lnTo>
                <a:close/>
                <a:lnTo>
                  <a:pt x="1735356" y="278845"/>
                </a:lnTo>
                <a:close/>
                <a:lnTo>
                  <a:pt x="1736846" y="289817"/>
                </a:lnTo>
                <a:close/>
                <a:lnTo>
                  <a:pt x="1739825" y="394581"/>
                </a:lnTo>
                <a:close/>
                <a:lnTo>
                  <a:pt x="1742804" y="479631"/>
                </a:lnTo>
                <a:close/>
                <a:lnTo>
                  <a:pt x="1744294" y="486900"/>
                </a:lnTo>
                <a:close/>
                <a:lnTo>
                  <a:pt x="1747273" y="369510"/>
                </a:lnTo>
                <a:close/>
                <a:lnTo>
                  <a:pt x="1748762" y="338512"/>
                </a:lnTo>
                <a:close/>
                <a:lnTo>
                  <a:pt x="1750252" y="340896"/>
                </a:lnTo>
                <a:close/>
                <a:lnTo>
                  <a:pt x="1751742" y="387493"/>
                </a:lnTo>
                <a:close/>
                <a:lnTo>
                  <a:pt x="1753231" y="350085"/>
                </a:lnTo>
                <a:close/>
                <a:lnTo>
                  <a:pt x="1754721" y="361181"/>
                </a:lnTo>
                <a:close/>
                <a:lnTo>
                  <a:pt x="1757700" y="473734"/>
                </a:lnTo>
                <a:close/>
                <a:lnTo>
                  <a:pt x="1759189" y="464670"/>
                </a:lnTo>
                <a:close/>
                <a:lnTo>
                  <a:pt x="1760679" y="486573"/>
                </a:lnTo>
                <a:close/>
                <a:lnTo>
                  <a:pt x="1762169" y="477227"/>
                </a:lnTo>
                <a:close/>
                <a:lnTo>
                  <a:pt x="1765148" y="439591"/>
                </a:lnTo>
                <a:close/>
                <a:lnTo>
                  <a:pt x="1768127" y="495886"/>
                </a:lnTo>
                <a:close/>
                <a:lnTo>
                  <a:pt x="1769616" y="446058"/>
                </a:lnTo>
                <a:close/>
                <a:lnTo>
                  <a:pt x="1772596" y="482057"/>
                </a:lnTo>
                <a:close/>
                <a:lnTo>
                  <a:pt x="1774085" y="480561"/>
                </a:lnTo>
                <a:close/>
                <a:lnTo>
                  <a:pt x="1775575" y="469557"/>
                </a:lnTo>
                <a:close/>
                <a:lnTo>
                  <a:pt x="1781533" y="515608"/>
                </a:lnTo>
                <a:close/>
                <a:lnTo>
                  <a:pt x="1783023" y="466040"/>
                </a:lnTo>
                <a:close/>
                <a:lnTo>
                  <a:pt x="1784512" y="467152"/>
                </a:lnTo>
                <a:close/>
                <a:lnTo>
                  <a:pt x="1786002" y="451758"/>
                </a:lnTo>
                <a:close/>
                <a:lnTo>
                  <a:pt x="1786002" y="451758"/>
                </a:lnTo>
                <a:close/>
              </a:path>
            </a:pathLst>
          </a:custGeom>
          <a:noFill/>
          <a:ln w="7620">
            <a:solidFill>
              <a:srgbClr val="C0392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5825691" y="4114800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5825691" y="5138928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5825691" y="5650992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5914991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5886710" y="6742670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00" name="Freeform 299"/>
          <p:cNvSpPr/>
          <p:nvPr/>
        </p:nvSpPr>
        <p:spPr>
          <a:xfrm>
            <a:off x="6212906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6128062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02" name="Freeform 301"/>
          <p:cNvSpPr/>
          <p:nvPr/>
        </p:nvSpPr>
        <p:spPr>
          <a:xfrm>
            <a:off x="6510821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6425978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304" name="Freeform 303"/>
          <p:cNvSpPr/>
          <p:nvPr/>
        </p:nvSpPr>
        <p:spPr>
          <a:xfrm>
            <a:off x="6808737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723893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306" name="Freeform 305"/>
          <p:cNvSpPr/>
          <p:nvPr/>
        </p:nvSpPr>
        <p:spPr>
          <a:xfrm>
            <a:off x="7106652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7021808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308" name="Freeform 307"/>
          <p:cNvSpPr/>
          <p:nvPr/>
        </p:nvSpPr>
        <p:spPr>
          <a:xfrm>
            <a:off x="7404567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7291442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310" name="Freeform 309"/>
          <p:cNvSpPr/>
          <p:nvPr/>
        </p:nvSpPr>
        <p:spPr>
          <a:xfrm>
            <a:off x="7702482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7589357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541143" y="6877984"/>
            <a:ext cx="6096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MCMC step</a:t>
            </a:r>
          </a:p>
        </p:txBody>
      </p:sp>
      <p:sp>
        <p:nvSpPr>
          <p:cNvPr id="313" name="Freeform 312"/>
          <p:cNvSpPr/>
          <p:nvPr/>
        </p:nvSpPr>
        <p:spPr>
          <a:xfrm>
            <a:off x="5781241" y="65595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5538849" y="6504423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315" name="Freeform 314"/>
          <p:cNvSpPr/>
          <p:nvPr/>
        </p:nvSpPr>
        <p:spPr>
          <a:xfrm>
            <a:off x="5781241" y="619955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5538849" y="6144432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317" name="Freeform 316"/>
          <p:cNvSpPr/>
          <p:nvPr/>
        </p:nvSpPr>
        <p:spPr>
          <a:xfrm>
            <a:off x="5781241" y="58395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5538849" y="5784441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319" name="Freeform 318"/>
          <p:cNvSpPr/>
          <p:nvPr/>
        </p:nvSpPr>
        <p:spPr>
          <a:xfrm>
            <a:off x="5914991" y="5697543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378018"/>
                </a:moveTo>
                <a:lnTo>
                  <a:pt x="1490" y="446262"/>
                </a:lnTo>
                <a:close/>
                <a:lnTo>
                  <a:pt x="4469" y="294785"/>
                </a:lnTo>
                <a:close/>
                <a:lnTo>
                  <a:pt x="5958" y="331825"/>
                </a:lnTo>
                <a:close/>
                <a:lnTo>
                  <a:pt x="7448" y="436538"/>
                </a:lnTo>
                <a:close/>
                <a:lnTo>
                  <a:pt x="8937" y="389216"/>
                </a:lnTo>
                <a:close/>
                <a:lnTo>
                  <a:pt x="10427" y="457649"/>
                </a:lnTo>
                <a:close/>
                <a:lnTo>
                  <a:pt x="11917" y="421129"/>
                </a:lnTo>
                <a:close/>
                <a:lnTo>
                  <a:pt x="13406" y="423432"/>
                </a:lnTo>
                <a:close/>
                <a:lnTo>
                  <a:pt x="16385" y="315707"/>
                </a:lnTo>
                <a:close/>
                <a:lnTo>
                  <a:pt x="17875" y="323155"/>
                </a:lnTo>
                <a:close/>
                <a:lnTo>
                  <a:pt x="20854" y="437130"/>
                </a:lnTo>
                <a:close/>
                <a:lnTo>
                  <a:pt x="25323" y="566017"/>
                </a:lnTo>
                <a:close/>
                <a:lnTo>
                  <a:pt x="26812" y="570563"/>
                </a:lnTo>
                <a:close/>
                <a:lnTo>
                  <a:pt x="28302" y="540642"/>
                </a:lnTo>
                <a:close/>
                <a:lnTo>
                  <a:pt x="31281" y="462332"/>
                </a:lnTo>
                <a:close/>
                <a:lnTo>
                  <a:pt x="34260" y="426419"/>
                </a:lnTo>
                <a:close/>
                <a:lnTo>
                  <a:pt x="35750" y="364600"/>
                </a:lnTo>
                <a:close/>
                <a:lnTo>
                  <a:pt x="38729" y="406647"/>
                </a:lnTo>
                <a:close/>
                <a:lnTo>
                  <a:pt x="41708" y="446824"/>
                </a:lnTo>
                <a:close/>
                <a:lnTo>
                  <a:pt x="46177" y="338214"/>
                </a:lnTo>
                <a:close/>
                <a:lnTo>
                  <a:pt x="47666" y="377468"/>
                </a:lnTo>
                <a:close/>
                <a:lnTo>
                  <a:pt x="50646" y="214392"/>
                </a:lnTo>
                <a:close/>
                <a:lnTo>
                  <a:pt x="52135" y="241981"/>
                </a:lnTo>
                <a:close/>
                <a:lnTo>
                  <a:pt x="53625" y="239213"/>
                </a:lnTo>
                <a:close/>
                <a:lnTo>
                  <a:pt x="56604" y="358846"/>
                </a:lnTo>
                <a:close/>
                <a:lnTo>
                  <a:pt x="58093" y="395588"/>
                </a:lnTo>
                <a:close/>
                <a:lnTo>
                  <a:pt x="59583" y="390316"/>
                </a:lnTo>
                <a:close/>
                <a:lnTo>
                  <a:pt x="61073" y="466840"/>
                </a:lnTo>
                <a:close/>
                <a:lnTo>
                  <a:pt x="62562" y="461736"/>
                </a:lnTo>
                <a:close/>
                <a:lnTo>
                  <a:pt x="64052" y="494182"/>
                </a:lnTo>
                <a:close/>
                <a:lnTo>
                  <a:pt x="65541" y="401981"/>
                </a:lnTo>
                <a:close/>
                <a:lnTo>
                  <a:pt x="67031" y="425053"/>
                </a:lnTo>
                <a:close/>
                <a:lnTo>
                  <a:pt x="68520" y="490754"/>
                </a:lnTo>
                <a:close/>
                <a:lnTo>
                  <a:pt x="72989" y="314419"/>
                </a:lnTo>
                <a:close/>
                <a:lnTo>
                  <a:pt x="74479" y="397711"/>
                </a:lnTo>
                <a:close/>
                <a:lnTo>
                  <a:pt x="75968" y="388309"/>
                </a:lnTo>
                <a:close/>
                <a:lnTo>
                  <a:pt x="77458" y="351763"/>
                </a:lnTo>
                <a:close/>
                <a:lnTo>
                  <a:pt x="78948" y="411679"/>
                </a:lnTo>
                <a:close/>
                <a:lnTo>
                  <a:pt x="80437" y="394836"/>
                </a:lnTo>
                <a:close/>
                <a:lnTo>
                  <a:pt x="81927" y="330760"/>
                </a:lnTo>
                <a:close/>
                <a:lnTo>
                  <a:pt x="83416" y="402211"/>
                </a:lnTo>
                <a:close/>
                <a:lnTo>
                  <a:pt x="84906" y="313394"/>
                </a:lnTo>
                <a:close/>
                <a:lnTo>
                  <a:pt x="87885" y="405265"/>
                </a:lnTo>
                <a:close/>
                <a:lnTo>
                  <a:pt x="89375" y="489215"/>
                </a:lnTo>
                <a:close/>
                <a:lnTo>
                  <a:pt x="90864" y="493114"/>
                </a:lnTo>
                <a:close/>
                <a:lnTo>
                  <a:pt x="92354" y="578440"/>
                </a:lnTo>
                <a:close/>
                <a:lnTo>
                  <a:pt x="96822" y="328510"/>
                </a:lnTo>
                <a:close/>
                <a:lnTo>
                  <a:pt x="98312" y="306699"/>
                </a:lnTo>
                <a:close/>
                <a:lnTo>
                  <a:pt x="101291" y="208161"/>
                </a:lnTo>
                <a:close/>
                <a:lnTo>
                  <a:pt x="102781" y="252916"/>
                </a:lnTo>
                <a:close/>
                <a:lnTo>
                  <a:pt x="104270" y="238575"/>
                </a:lnTo>
                <a:close/>
                <a:lnTo>
                  <a:pt x="105760" y="292633"/>
                </a:lnTo>
                <a:close/>
                <a:lnTo>
                  <a:pt x="108739" y="471248"/>
                </a:lnTo>
                <a:close/>
                <a:lnTo>
                  <a:pt x="113208" y="391897"/>
                </a:lnTo>
                <a:close/>
                <a:lnTo>
                  <a:pt x="114697" y="465713"/>
                </a:lnTo>
                <a:close/>
                <a:lnTo>
                  <a:pt x="117677" y="456542"/>
                </a:lnTo>
                <a:close/>
                <a:lnTo>
                  <a:pt x="119166" y="449491"/>
                </a:lnTo>
                <a:close/>
                <a:lnTo>
                  <a:pt x="120656" y="473608"/>
                </a:lnTo>
                <a:close/>
                <a:lnTo>
                  <a:pt x="126614" y="225588"/>
                </a:lnTo>
                <a:close/>
                <a:lnTo>
                  <a:pt x="131083" y="321947"/>
                </a:lnTo>
                <a:close/>
                <a:lnTo>
                  <a:pt x="132572" y="271096"/>
                </a:lnTo>
                <a:close/>
                <a:lnTo>
                  <a:pt x="135551" y="411170"/>
                </a:lnTo>
                <a:close/>
                <a:lnTo>
                  <a:pt x="137041" y="361327"/>
                </a:lnTo>
                <a:close/>
                <a:lnTo>
                  <a:pt x="138531" y="369843"/>
                </a:lnTo>
                <a:close/>
                <a:lnTo>
                  <a:pt x="140020" y="404033"/>
                </a:lnTo>
                <a:close/>
                <a:lnTo>
                  <a:pt x="141510" y="384174"/>
                </a:lnTo>
                <a:close/>
                <a:lnTo>
                  <a:pt x="144489" y="318080"/>
                </a:lnTo>
                <a:close/>
                <a:lnTo>
                  <a:pt x="145978" y="304398"/>
                </a:lnTo>
                <a:close/>
                <a:lnTo>
                  <a:pt x="148958" y="474948"/>
                </a:lnTo>
                <a:close/>
                <a:lnTo>
                  <a:pt x="150447" y="479687"/>
                </a:lnTo>
                <a:close/>
                <a:lnTo>
                  <a:pt x="151937" y="411856"/>
                </a:lnTo>
                <a:close/>
                <a:lnTo>
                  <a:pt x="153426" y="438954"/>
                </a:lnTo>
                <a:close/>
                <a:lnTo>
                  <a:pt x="154916" y="389950"/>
                </a:lnTo>
                <a:close/>
                <a:lnTo>
                  <a:pt x="157895" y="516637"/>
                </a:lnTo>
                <a:close/>
                <a:lnTo>
                  <a:pt x="159385" y="455735"/>
                </a:lnTo>
                <a:close/>
                <a:lnTo>
                  <a:pt x="162364" y="540765"/>
                </a:lnTo>
                <a:close/>
                <a:lnTo>
                  <a:pt x="163853" y="448987"/>
                </a:lnTo>
                <a:close/>
                <a:lnTo>
                  <a:pt x="166833" y="587419"/>
                </a:lnTo>
                <a:close/>
                <a:lnTo>
                  <a:pt x="168322" y="535345"/>
                </a:lnTo>
                <a:close/>
                <a:lnTo>
                  <a:pt x="169812" y="563961"/>
                </a:lnTo>
                <a:close/>
                <a:lnTo>
                  <a:pt x="171301" y="515806"/>
                </a:lnTo>
                <a:close/>
                <a:lnTo>
                  <a:pt x="172791" y="516518"/>
                </a:lnTo>
                <a:close/>
                <a:lnTo>
                  <a:pt x="175770" y="413321"/>
                </a:lnTo>
                <a:close/>
                <a:lnTo>
                  <a:pt x="177260" y="414015"/>
                </a:lnTo>
                <a:close/>
                <a:lnTo>
                  <a:pt x="178749" y="381692"/>
                </a:lnTo>
                <a:close/>
                <a:lnTo>
                  <a:pt x="181728" y="517917"/>
                </a:lnTo>
                <a:close/>
                <a:lnTo>
                  <a:pt x="183218" y="392513"/>
                </a:lnTo>
                <a:close/>
                <a:lnTo>
                  <a:pt x="186197" y="560081"/>
                </a:lnTo>
                <a:close/>
                <a:lnTo>
                  <a:pt x="189176" y="467803"/>
                </a:lnTo>
                <a:close/>
                <a:lnTo>
                  <a:pt x="190666" y="372518"/>
                </a:lnTo>
                <a:close/>
                <a:lnTo>
                  <a:pt x="192155" y="453978"/>
                </a:lnTo>
                <a:close/>
                <a:lnTo>
                  <a:pt x="193645" y="442111"/>
                </a:lnTo>
                <a:close/>
                <a:lnTo>
                  <a:pt x="195134" y="399009"/>
                </a:lnTo>
                <a:close/>
                <a:lnTo>
                  <a:pt x="196624" y="443009"/>
                </a:lnTo>
                <a:close/>
                <a:lnTo>
                  <a:pt x="199603" y="303514"/>
                </a:lnTo>
                <a:close/>
                <a:lnTo>
                  <a:pt x="201093" y="288260"/>
                </a:lnTo>
                <a:close/>
                <a:lnTo>
                  <a:pt x="202582" y="302291"/>
                </a:lnTo>
                <a:close/>
                <a:lnTo>
                  <a:pt x="204072" y="346813"/>
                </a:lnTo>
                <a:close/>
                <a:lnTo>
                  <a:pt x="205561" y="297383"/>
                </a:lnTo>
                <a:close/>
                <a:lnTo>
                  <a:pt x="208541" y="360757"/>
                </a:lnTo>
                <a:close/>
                <a:lnTo>
                  <a:pt x="210030" y="276837"/>
                </a:lnTo>
                <a:close/>
                <a:lnTo>
                  <a:pt x="213009" y="423087"/>
                </a:lnTo>
                <a:close/>
                <a:lnTo>
                  <a:pt x="214499" y="427448"/>
                </a:lnTo>
                <a:close/>
                <a:lnTo>
                  <a:pt x="215989" y="397340"/>
                </a:lnTo>
                <a:close/>
                <a:lnTo>
                  <a:pt x="217478" y="482770"/>
                </a:lnTo>
                <a:close/>
                <a:lnTo>
                  <a:pt x="218968" y="477605"/>
                </a:lnTo>
                <a:close/>
                <a:lnTo>
                  <a:pt x="221947" y="561672"/>
                </a:lnTo>
                <a:close/>
                <a:lnTo>
                  <a:pt x="224926" y="504598"/>
                </a:lnTo>
                <a:close/>
                <a:lnTo>
                  <a:pt x="226416" y="525157"/>
                </a:lnTo>
                <a:close/>
                <a:lnTo>
                  <a:pt x="229395" y="446785"/>
                </a:lnTo>
                <a:close/>
                <a:lnTo>
                  <a:pt x="232374" y="521999"/>
                </a:lnTo>
                <a:close/>
                <a:lnTo>
                  <a:pt x="233863" y="503520"/>
                </a:lnTo>
                <a:close/>
                <a:lnTo>
                  <a:pt x="235353" y="512375"/>
                </a:lnTo>
                <a:close/>
                <a:lnTo>
                  <a:pt x="236843" y="441055"/>
                </a:lnTo>
                <a:close/>
                <a:lnTo>
                  <a:pt x="241311" y="549495"/>
                </a:lnTo>
                <a:close/>
                <a:lnTo>
                  <a:pt x="242801" y="498104"/>
                </a:lnTo>
                <a:close/>
                <a:lnTo>
                  <a:pt x="244290" y="379992"/>
                </a:lnTo>
                <a:close/>
                <a:lnTo>
                  <a:pt x="245780" y="469362"/>
                </a:lnTo>
                <a:close/>
                <a:lnTo>
                  <a:pt x="247270" y="434007"/>
                </a:lnTo>
                <a:close/>
                <a:lnTo>
                  <a:pt x="248759" y="476619"/>
                </a:lnTo>
                <a:close/>
                <a:lnTo>
                  <a:pt x="251738" y="329701"/>
                </a:lnTo>
                <a:close/>
                <a:lnTo>
                  <a:pt x="256207" y="401994"/>
                </a:lnTo>
                <a:close/>
                <a:lnTo>
                  <a:pt x="260676" y="497652"/>
                </a:lnTo>
                <a:close/>
                <a:lnTo>
                  <a:pt x="266634" y="614567"/>
                </a:lnTo>
                <a:close/>
                <a:lnTo>
                  <a:pt x="274082" y="467505"/>
                </a:lnTo>
                <a:close/>
                <a:lnTo>
                  <a:pt x="277061" y="326407"/>
                </a:lnTo>
                <a:close/>
                <a:lnTo>
                  <a:pt x="278551" y="345557"/>
                </a:lnTo>
                <a:close/>
                <a:lnTo>
                  <a:pt x="280040" y="303638"/>
                </a:lnTo>
                <a:close/>
                <a:lnTo>
                  <a:pt x="281530" y="373289"/>
                </a:lnTo>
                <a:close/>
                <a:lnTo>
                  <a:pt x="283019" y="339984"/>
                </a:lnTo>
                <a:close/>
                <a:lnTo>
                  <a:pt x="284509" y="358245"/>
                </a:lnTo>
                <a:close/>
                <a:lnTo>
                  <a:pt x="287488" y="309174"/>
                </a:lnTo>
                <a:close/>
                <a:lnTo>
                  <a:pt x="288978" y="310373"/>
                </a:lnTo>
                <a:close/>
                <a:lnTo>
                  <a:pt x="290467" y="331888"/>
                </a:lnTo>
                <a:close/>
                <a:lnTo>
                  <a:pt x="291957" y="265724"/>
                </a:lnTo>
                <a:close/>
                <a:lnTo>
                  <a:pt x="294936" y="369892"/>
                </a:lnTo>
                <a:close/>
                <a:lnTo>
                  <a:pt x="296426" y="345482"/>
                </a:lnTo>
                <a:close/>
                <a:lnTo>
                  <a:pt x="297915" y="375416"/>
                </a:lnTo>
                <a:close/>
                <a:lnTo>
                  <a:pt x="299405" y="435170"/>
                </a:lnTo>
                <a:close/>
                <a:lnTo>
                  <a:pt x="300894" y="390597"/>
                </a:lnTo>
                <a:close/>
                <a:lnTo>
                  <a:pt x="302384" y="406043"/>
                </a:lnTo>
                <a:close/>
                <a:lnTo>
                  <a:pt x="303874" y="352015"/>
                </a:lnTo>
                <a:close/>
                <a:lnTo>
                  <a:pt x="305363" y="351732"/>
                </a:lnTo>
                <a:close/>
                <a:lnTo>
                  <a:pt x="306853" y="374259"/>
                </a:lnTo>
                <a:close/>
                <a:lnTo>
                  <a:pt x="308342" y="297863"/>
                </a:lnTo>
                <a:close/>
                <a:lnTo>
                  <a:pt x="309832" y="381207"/>
                </a:lnTo>
                <a:close/>
                <a:lnTo>
                  <a:pt x="311321" y="381673"/>
                </a:lnTo>
                <a:close/>
                <a:lnTo>
                  <a:pt x="312811" y="408452"/>
                </a:lnTo>
                <a:close/>
                <a:lnTo>
                  <a:pt x="315790" y="550265"/>
                </a:lnTo>
                <a:close/>
                <a:lnTo>
                  <a:pt x="317280" y="563988"/>
                </a:lnTo>
                <a:close/>
                <a:lnTo>
                  <a:pt x="318769" y="608812"/>
                </a:lnTo>
                <a:close/>
                <a:lnTo>
                  <a:pt x="321748" y="534224"/>
                </a:lnTo>
                <a:close/>
                <a:lnTo>
                  <a:pt x="323238" y="530709"/>
                </a:lnTo>
                <a:close/>
                <a:lnTo>
                  <a:pt x="326217" y="436394"/>
                </a:lnTo>
                <a:close/>
                <a:lnTo>
                  <a:pt x="329196" y="322705"/>
                </a:lnTo>
                <a:close/>
                <a:lnTo>
                  <a:pt x="330686" y="350693"/>
                </a:lnTo>
                <a:close/>
                <a:lnTo>
                  <a:pt x="332175" y="343619"/>
                </a:lnTo>
                <a:close/>
                <a:lnTo>
                  <a:pt x="333665" y="361186"/>
                </a:lnTo>
                <a:close/>
                <a:lnTo>
                  <a:pt x="335155" y="443307"/>
                </a:lnTo>
                <a:close/>
                <a:lnTo>
                  <a:pt x="336644" y="407778"/>
                </a:lnTo>
                <a:close/>
                <a:lnTo>
                  <a:pt x="338134" y="297183"/>
                </a:lnTo>
                <a:close/>
                <a:lnTo>
                  <a:pt x="339623" y="318715"/>
                </a:lnTo>
                <a:close/>
                <a:lnTo>
                  <a:pt x="341113" y="405349"/>
                </a:lnTo>
                <a:close/>
                <a:lnTo>
                  <a:pt x="342602" y="406973"/>
                </a:lnTo>
                <a:close/>
                <a:lnTo>
                  <a:pt x="344092" y="327693"/>
                </a:lnTo>
                <a:close/>
                <a:lnTo>
                  <a:pt x="345582" y="372966"/>
                </a:lnTo>
                <a:close/>
                <a:lnTo>
                  <a:pt x="347071" y="357556"/>
                </a:lnTo>
                <a:close/>
                <a:lnTo>
                  <a:pt x="350050" y="459278"/>
                </a:lnTo>
                <a:close/>
                <a:lnTo>
                  <a:pt x="351540" y="401405"/>
                </a:lnTo>
                <a:close/>
                <a:lnTo>
                  <a:pt x="354519" y="259818"/>
                </a:lnTo>
                <a:close/>
                <a:lnTo>
                  <a:pt x="356009" y="329449"/>
                </a:lnTo>
                <a:close/>
                <a:lnTo>
                  <a:pt x="357498" y="329086"/>
                </a:lnTo>
                <a:close/>
                <a:lnTo>
                  <a:pt x="358988" y="362059"/>
                </a:lnTo>
                <a:close/>
                <a:lnTo>
                  <a:pt x="361967" y="195751"/>
                </a:lnTo>
                <a:close/>
                <a:lnTo>
                  <a:pt x="363457" y="135740"/>
                </a:lnTo>
                <a:close/>
                <a:lnTo>
                  <a:pt x="367925" y="342231"/>
                </a:lnTo>
                <a:close/>
                <a:lnTo>
                  <a:pt x="369415" y="285663"/>
                </a:lnTo>
                <a:close/>
                <a:lnTo>
                  <a:pt x="370904" y="334853"/>
                </a:lnTo>
                <a:close/>
                <a:lnTo>
                  <a:pt x="372394" y="312975"/>
                </a:lnTo>
                <a:close/>
                <a:lnTo>
                  <a:pt x="373884" y="394899"/>
                </a:lnTo>
                <a:close/>
                <a:lnTo>
                  <a:pt x="375373" y="398564"/>
                </a:lnTo>
                <a:close/>
                <a:lnTo>
                  <a:pt x="376863" y="349504"/>
                </a:lnTo>
                <a:close/>
                <a:lnTo>
                  <a:pt x="379842" y="580894"/>
                </a:lnTo>
                <a:close/>
                <a:lnTo>
                  <a:pt x="381331" y="563410"/>
                </a:lnTo>
                <a:close/>
                <a:lnTo>
                  <a:pt x="382821" y="606979"/>
                </a:lnTo>
                <a:close/>
                <a:lnTo>
                  <a:pt x="385800" y="754643"/>
                </a:lnTo>
                <a:close/>
                <a:lnTo>
                  <a:pt x="387290" y="749554"/>
                </a:lnTo>
                <a:close/>
                <a:lnTo>
                  <a:pt x="390269" y="707749"/>
                </a:lnTo>
                <a:close/>
                <a:lnTo>
                  <a:pt x="391759" y="706244"/>
                </a:lnTo>
                <a:close/>
                <a:lnTo>
                  <a:pt x="393248" y="750213"/>
                </a:lnTo>
                <a:close/>
                <a:lnTo>
                  <a:pt x="394738" y="695602"/>
                </a:lnTo>
                <a:close/>
                <a:lnTo>
                  <a:pt x="396227" y="695394"/>
                </a:lnTo>
                <a:close/>
                <a:lnTo>
                  <a:pt x="399206" y="619846"/>
                </a:lnTo>
                <a:close/>
                <a:lnTo>
                  <a:pt x="400696" y="645638"/>
                </a:lnTo>
                <a:close/>
                <a:lnTo>
                  <a:pt x="405165" y="488733"/>
                </a:lnTo>
                <a:close/>
                <a:lnTo>
                  <a:pt x="406654" y="544759"/>
                </a:lnTo>
                <a:close/>
                <a:lnTo>
                  <a:pt x="409633" y="465260"/>
                </a:lnTo>
                <a:close/>
                <a:lnTo>
                  <a:pt x="411123" y="503641"/>
                </a:lnTo>
                <a:close/>
                <a:lnTo>
                  <a:pt x="412613" y="602072"/>
                </a:lnTo>
                <a:close/>
                <a:lnTo>
                  <a:pt x="414102" y="564562"/>
                </a:lnTo>
                <a:close/>
                <a:lnTo>
                  <a:pt x="415592" y="576171"/>
                </a:lnTo>
                <a:close/>
                <a:lnTo>
                  <a:pt x="417081" y="550328"/>
                </a:lnTo>
                <a:close/>
                <a:lnTo>
                  <a:pt x="418571" y="410955"/>
                </a:lnTo>
                <a:close/>
                <a:lnTo>
                  <a:pt x="420060" y="437357"/>
                </a:lnTo>
                <a:close/>
                <a:lnTo>
                  <a:pt x="421550" y="500820"/>
                </a:lnTo>
                <a:close/>
                <a:lnTo>
                  <a:pt x="423040" y="483483"/>
                </a:lnTo>
                <a:close/>
                <a:lnTo>
                  <a:pt x="426019" y="581799"/>
                </a:lnTo>
                <a:close/>
                <a:lnTo>
                  <a:pt x="428998" y="547527"/>
                </a:lnTo>
                <a:close/>
                <a:lnTo>
                  <a:pt x="430487" y="520500"/>
                </a:lnTo>
                <a:close/>
                <a:lnTo>
                  <a:pt x="433467" y="638815"/>
                </a:lnTo>
                <a:close/>
                <a:lnTo>
                  <a:pt x="434956" y="628009"/>
                </a:lnTo>
                <a:close/>
                <a:lnTo>
                  <a:pt x="436446" y="647249"/>
                </a:lnTo>
                <a:close/>
                <a:lnTo>
                  <a:pt x="437935" y="579612"/>
                </a:lnTo>
                <a:close/>
                <a:lnTo>
                  <a:pt x="442404" y="762679"/>
                </a:lnTo>
                <a:close/>
                <a:lnTo>
                  <a:pt x="446873" y="672192"/>
                </a:lnTo>
                <a:close/>
                <a:lnTo>
                  <a:pt x="448362" y="681021"/>
                </a:lnTo>
                <a:close/>
                <a:lnTo>
                  <a:pt x="449852" y="631998"/>
                </a:lnTo>
                <a:close/>
                <a:lnTo>
                  <a:pt x="452831" y="493421"/>
                </a:lnTo>
                <a:close/>
                <a:lnTo>
                  <a:pt x="454321" y="576331"/>
                </a:lnTo>
                <a:close/>
                <a:lnTo>
                  <a:pt x="458789" y="485662"/>
                </a:lnTo>
                <a:close/>
                <a:lnTo>
                  <a:pt x="461769" y="624149"/>
                </a:lnTo>
                <a:close/>
                <a:lnTo>
                  <a:pt x="463258" y="629412"/>
                </a:lnTo>
                <a:close/>
                <a:lnTo>
                  <a:pt x="466237" y="565345"/>
                </a:lnTo>
                <a:close/>
                <a:lnTo>
                  <a:pt x="469216" y="295899"/>
                </a:lnTo>
                <a:close/>
                <a:lnTo>
                  <a:pt x="472196" y="428227"/>
                </a:lnTo>
                <a:close/>
                <a:lnTo>
                  <a:pt x="473685" y="481143"/>
                </a:lnTo>
                <a:close/>
                <a:lnTo>
                  <a:pt x="476664" y="335014"/>
                </a:lnTo>
                <a:close/>
                <a:lnTo>
                  <a:pt x="478154" y="331183"/>
                </a:lnTo>
                <a:close/>
                <a:lnTo>
                  <a:pt x="479644" y="293307"/>
                </a:lnTo>
                <a:close/>
                <a:lnTo>
                  <a:pt x="482623" y="385198"/>
                </a:lnTo>
                <a:close/>
                <a:lnTo>
                  <a:pt x="485602" y="509988"/>
                </a:lnTo>
                <a:close/>
                <a:lnTo>
                  <a:pt x="488581" y="459331"/>
                </a:lnTo>
                <a:close/>
                <a:lnTo>
                  <a:pt x="490071" y="460826"/>
                </a:lnTo>
                <a:close/>
                <a:lnTo>
                  <a:pt x="491560" y="437362"/>
                </a:lnTo>
                <a:close/>
                <a:lnTo>
                  <a:pt x="493050" y="511080"/>
                </a:lnTo>
                <a:close/>
                <a:lnTo>
                  <a:pt x="494539" y="493289"/>
                </a:lnTo>
                <a:close/>
                <a:lnTo>
                  <a:pt x="496029" y="556146"/>
                </a:lnTo>
                <a:close/>
                <a:lnTo>
                  <a:pt x="497518" y="528334"/>
                </a:lnTo>
                <a:close/>
                <a:lnTo>
                  <a:pt x="500498" y="541073"/>
                </a:lnTo>
                <a:close/>
                <a:lnTo>
                  <a:pt x="503477" y="342098"/>
                </a:lnTo>
                <a:close/>
                <a:lnTo>
                  <a:pt x="504966" y="466428"/>
                </a:lnTo>
                <a:close/>
                <a:lnTo>
                  <a:pt x="506456" y="425082"/>
                </a:lnTo>
                <a:close/>
                <a:lnTo>
                  <a:pt x="507945" y="511745"/>
                </a:lnTo>
                <a:close/>
                <a:lnTo>
                  <a:pt x="509435" y="499999"/>
                </a:lnTo>
                <a:close/>
                <a:lnTo>
                  <a:pt x="510925" y="515362"/>
                </a:lnTo>
                <a:close/>
                <a:lnTo>
                  <a:pt x="512414" y="579428"/>
                </a:lnTo>
                <a:close/>
                <a:lnTo>
                  <a:pt x="518372" y="334071"/>
                </a:lnTo>
                <a:close/>
                <a:lnTo>
                  <a:pt x="519862" y="393324"/>
                </a:lnTo>
                <a:close/>
                <a:lnTo>
                  <a:pt x="522841" y="281725"/>
                </a:lnTo>
                <a:close/>
                <a:lnTo>
                  <a:pt x="524331" y="285359"/>
                </a:lnTo>
                <a:close/>
                <a:lnTo>
                  <a:pt x="525820" y="328129"/>
                </a:lnTo>
                <a:close/>
                <a:lnTo>
                  <a:pt x="528800" y="231673"/>
                </a:lnTo>
                <a:close/>
                <a:lnTo>
                  <a:pt x="530289" y="282964"/>
                </a:lnTo>
                <a:close/>
                <a:lnTo>
                  <a:pt x="531779" y="258692"/>
                </a:lnTo>
                <a:close/>
                <a:lnTo>
                  <a:pt x="534758" y="334352"/>
                </a:lnTo>
                <a:close/>
                <a:lnTo>
                  <a:pt x="536247" y="334352"/>
                </a:lnTo>
                <a:close/>
                <a:lnTo>
                  <a:pt x="537737" y="337523"/>
                </a:lnTo>
                <a:close/>
                <a:lnTo>
                  <a:pt x="540716" y="447145"/>
                </a:lnTo>
                <a:close/>
                <a:lnTo>
                  <a:pt x="542206" y="408115"/>
                </a:lnTo>
                <a:close/>
                <a:lnTo>
                  <a:pt x="543695" y="435623"/>
                </a:lnTo>
                <a:close/>
                <a:lnTo>
                  <a:pt x="545185" y="398480"/>
                </a:lnTo>
                <a:close/>
                <a:lnTo>
                  <a:pt x="546674" y="323502"/>
                </a:lnTo>
                <a:close/>
                <a:lnTo>
                  <a:pt x="548164" y="338991"/>
                </a:lnTo>
                <a:close/>
                <a:lnTo>
                  <a:pt x="549654" y="222680"/>
                </a:lnTo>
                <a:close/>
                <a:lnTo>
                  <a:pt x="551143" y="358508"/>
                </a:lnTo>
                <a:close/>
                <a:lnTo>
                  <a:pt x="554122" y="219881"/>
                </a:lnTo>
                <a:close/>
                <a:lnTo>
                  <a:pt x="555612" y="224477"/>
                </a:lnTo>
                <a:close/>
                <a:lnTo>
                  <a:pt x="558591" y="243032"/>
                </a:lnTo>
                <a:close/>
                <a:lnTo>
                  <a:pt x="560081" y="253868"/>
                </a:lnTo>
                <a:close/>
                <a:lnTo>
                  <a:pt x="563060" y="360626"/>
                </a:lnTo>
                <a:close/>
                <a:lnTo>
                  <a:pt x="569018" y="505084"/>
                </a:lnTo>
                <a:close/>
                <a:lnTo>
                  <a:pt x="570508" y="497585"/>
                </a:lnTo>
                <a:close/>
                <a:lnTo>
                  <a:pt x="571997" y="541364"/>
                </a:lnTo>
                <a:close/>
                <a:lnTo>
                  <a:pt x="576466" y="339495"/>
                </a:lnTo>
                <a:close/>
                <a:lnTo>
                  <a:pt x="577956" y="384550"/>
                </a:lnTo>
                <a:close/>
                <a:lnTo>
                  <a:pt x="580935" y="296709"/>
                </a:lnTo>
                <a:close/>
                <a:lnTo>
                  <a:pt x="582424" y="328773"/>
                </a:lnTo>
                <a:close/>
                <a:lnTo>
                  <a:pt x="583914" y="283853"/>
                </a:lnTo>
                <a:close/>
                <a:lnTo>
                  <a:pt x="588383" y="543699"/>
                </a:lnTo>
                <a:close/>
                <a:lnTo>
                  <a:pt x="589872" y="520836"/>
                </a:lnTo>
                <a:close/>
                <a:lnTo>
                  <a:pt x="591362" y="531210"/>
                </a:lnTo>
                <a:close/>
                <a:lnTo>
                  <a:pt x="592851" y="512202"/>
                </a:lnTo>
                <a:close/>
                <a:lnTo>
                  <a:pt x="595830" y="444947"/>
                </a:lnTo>
                <a:close/>
                <a:lnTo>
                  <a:pt x="597320" y="300713"/>
                </a:lnTo>
                <a:close/>
                <a:lnTo>
                  <a:pt x="601789" y="476701"/>
                </a:lnTo>
                <a:close/>
                <a:lnTo>
                  <a:pt x="603278" y="429172"/>
                </a:lnTo>
                <a:close/>
                <a:lnTo>
                  <a:pt x="604768" y="508337"/>
                </a:lnTo>
                <a:close/>
                <a:lnTo>
                  <a:pt x="606257" y="490884"/>
                </a:lnTo>
                <a:close/>
                <a:lnTo>
                  <a:pt x="609237" y="536438"/>
                </a:lnTo>
                <a:close/>
                <a:lnTo>
                  <a:pt x="610726" y="430727"/>
                </a:lnTo>
                <a:close/>
                <a:lnTo>
                  <a:pt x="612216" y="437360"/>
                </a:lnTo>
                <a:close/>
                <a:lnTo>
                  <a:pt x="613705" y="374251"/>
                </a:lnTo>
                <a:close/>
                <a:lnTo>
                  <a:pt x="615195" y="425061"/>
                </a:lnTo>
                <a:close/>
                <a:lnTo>
                  <a:pt x="618174" y="116409"/>
                </a:lnTo>
                <a:close/>
                <a:lnTo>
                  <a:pt x="619664" y="191510"/>
                </a:lnTo>
                <a:close/>
                <a:lnTo>
                  <a:pt x="621153" y="159790"/>
                </a:lnTo>
                <a:close/>
                <a:lnTo>
                  <a:pt x="622643" y="159790"/>
                </a:lnTo>
                <a:close/>
                <a:lnTo>
                  <a:pt x="624132" y="141554"/>
                </a:lnTo>
                <a:close/>
                <a:lnTo>
                  <a:pt x="625622" y="156626"/>
                </a:lnTo>
                <a:close/>
                <a:lnTo>
                  <a:pt x="627112" y="240760"/>
                </a:lnTo>
                <a:close/>
                <a:lnTo>
                  <a:pt x="628601" y="224704"/>
                </a:lnTo>
                <a:close/>
                <a:lnTo>
                  <a:pt x="630091" y="145922"/>
                </a:lnTo>
                <a:close/>
                <a:lnTo>
                  <a:pt x="633070" y="235169"/>
                </a:lnTo>
                <a:close/>
                <a:lnTo>
                  <a:pt x="634559" y="221580"/>
                </a:lnTo>
                <a:close/>
                <a:lnTo>
                  <a:pt x="636049" y="246688"/>
                </a:lnTo>
                <a:close/>
                <a:lnTo>
                  <a:pt x="639028" y="341968"/>
                </a:lnTo>
                <a:close/>
                <a:lnTo>
                  <a:pt x="640518" y="349863"/>
                </a:lnTo>
                <a:close/>
                <a:lnTo>
                  <a:pt x="643497" y="406685"/>
                </a:lnTo>
                <a:close/>
                <a:lnTo>
                  <a:pt x="644986" y="366017"/>
                </a:lnTo>
                <a:close/>
                <a:lnTo>
                  <a:pt x="646476" y="462236"/>
                </a:lnTo>
                <a:close/>
                <a:lnTo>
                  <a:pt x="647966" y="373299"/>
                </a:lnTo>
                <a:close/>
                <a:lnTo>
                  <a:pt x="649455" y="404758"/>
                </a:lnTo>
                <a:close/>
                <a:lnTo>
                  <a:pt x="652434" y="584310"/>
                </a:lnTo>
                <a:close/>
                <a:lnTo>
                  <a:pt x="655413" y="442329"/>
                </a:lnTo>
                <a:close/>
                <a:lnTo>
                  <a:pt x="658393" y="378897"/>
                </a:lnTo>
                <a:close/>
                <a:lnTo>
                  <a:pt x="659882" y="386876"/>
                </a:lnTo>
                <a:close/>
                <a:lnTo>
                  <a:pt x="661372" y="375701"/>
                </a:lnTo>
                <a:close/>
                <a:lnTo>
                  <a:pt x="662861" y="394067"/>
                </a:lnTo>
                <a:close/>
                <a:lnTo>
                  <a:pt x="664351" y="374696"/>
                </a:lnTo>
                <a:close/>
                <a:lnTo>
                  <a:pt x="665841" y="388566"/>
                </a:lnTo>
                <a:close/>
                <a:lnTo>
                  <a:pt x="667330" y="388566"/>
                </a:lnTo>
                <a:close/>
                <a:lnTo>
                  <a:pt x="668820" y="441312"/>
                </a:lnTo>
                <a:close/>
                <a:lnTo>
                  <a:pt x="670309" y="437227"/>
                </a:lnTo>
                <a:close/>
                <a:lnTo>
                  <a:pt x="673288" y="623194"/>
                </a:lnTo>
                <a:close/>
                <a:lnTo>
                  <a:pt x="677757" y="440793"/>
                </a:lnTo>
                <a:close/>
                <a:lnTo>
                  <a:pt x="679247" y="463721"/>
                </a:lnTo>
                <a:close/>
                <a:lnTo>
                  <a:pt x="680736" y="463469"/>
                </a:lnTo>
                <a:close/>
                <a:lnTo>
                  <a:pt x="683715" y="538751"/>
                </a:lnTo>
                <a:close/>
                <a:lnTo>
                  <a:pt x="685205" y="456893"/>
                </a:lnTo>
                <a:close/>
                <a:lnTo>
                  <a:pt x="686695" y="535281"/>
                </a:lnTo>
                <a:close/>
                <a:lnTo>
                  <a:pt x="688184" y="403568"/>
                </a:lnTo>
                <a:close/>
                <a:lnTo>
                  <a:pt x="689674" y="443426"/>
                </a:lnTo>
                <a:close/>
                <a:lnTo>
                  <a:pt x="691163" y="414792"/>
                </a:lnTo>
                <a:close/>
                <a:lnTo>
                  <a:pt x="692653" y="481051"/>
                </a:lnTo>
                <a:close/>
                <a:lnTo>
                  <a:pt x="694142" y="453096"/>
                </a:lnTo>
                <a:close/>
                <a:lnTo>
                  <a:pt x="697122" y="546708"/>
                </a:lnTo>
                <a:close/>
                <a:lnTo>
                  <a:pt x="698611" y="524008"/>
                </a:lnTo>
                <a:close/>
                <a:lnTo>
                  <a:pt x="700101" y="595711"/>
                </a:lnTo>
                <a:close/>
                <a:lnTo>
                  <a:pt x="703080" y="501173"/>
                </a:lnTo>
                <a:close/>
                <a:lnTo>
                  <a:pt x="706059" y="578812"/>
                </a:lnTo>
                <a:close/>
                <a:lnTo>
                  <a:pt x="707549" y="552147"/>
                </a:lnTo>
                <a:close/>
                <a:lnTo>
                  <a:pt x="710528" y="389610"/>
                </a:lnTo>
                <a:close/>
                <a:lnTo>
                  <a:pt x="716486" y="194393"/>
                </a:lnTo>
                <a:close/>
                <a:lnTo>
                  <a:pt x="717976" y="225149"/>
                </a:lnTo>
                <a:close/>
                <a:lnTo>
                  <a:pt x="719465" y="279901"/>
                </a:lnTo>
                <a:close/>
                <a:lnTo>
                  <a:pt x="720955" y="252461"/>
                </a:lnTo>
                <a:close/>
                <a:lnTo>
                  <a:pt x="722444" y="268462"/>
                </a:lnTo>
                <a:close/>
                <a:lnTo>
                  <a:pt x="723934" y="262545"/>
                </a:lnTo>
                <a:close/>
                <a:lnTo>
                  <a:pt x="725424" y="326939"/>
                </a:lnTo>
                <a:close/>
                <a:lnTo>
                  <a:pt x="726913" y="328466"/>
                </a:lnTo>
                <a:close/>
                <a:lnTo>
                  <a:pt x="728403" y="294642"/>
                </a:lnTo>
                <a:close/>
                <a:lnTo>
                  <a:pt x="731382" y="419265"/>
                </a:lnTo>
                <a:close/>
                <a:lnTo>
                  <a:pt x="732871" y="428610"/>
                </a:lnTo>
                <a:close/>
                <a:lnTo>
                  <a:pt x="734361" y="400960"/>
                </a:lnTo>
                <a:close/>
                <a:lnTo>
                  <a:pt x="735851" y="439366"/>
                </a:lnTo>
                <a:close/>
                <a:lnTo>
                  <a:pt x="738830" y="392344"/>
                </a:lnTo>
                <a:close/>
                <a:lnTo>
                  <a:pt x="741809" y="488591"/>
                </a:lnTo>
                <a:close/>
                <a:lnTo>
                  <a:pt x="744788" y="580453"/>
                </a:lnTo>
                <a:close/>
                <a:lnTo>
                  <a:pt x="746278" y="596777"/>
                </a:lnTo>
                <a:close/>
                <a:lnTo>
                  <a:pt x="747767" y="475711"/>
                </a:lnTo>
                <a:close/>
                <a:lnTo>
                  <a:pt x="749257" y="540731"/>
                </a:lnTo>
                <a:close/>
                <a:lnTo>
                  <a:pt x="750746" y="541396"/>
                </a:lnTo>
                <a:close/>
                <a:lnTo>
                  <a:pt x="752236" y="544102"/>
                </a:lnTo>
                <a:close/>
                <a:lnTo>
                  <a:pt x="756705" y="638576"/>
                </a:lnTo>
                <a:close/>
                <a:lnTo>
                  <a:pt x="758194" y="607431"/>
                </a:lnTo>
                <a:close/>
                <a:lnTo>
                  <a:pt x="759684" y="662591"/>
                </a:lnTo>
                <a:close/>
                <a:lnTo>
                  <a:pt x="761173" y="649031"/>
                </a:lnTo>
                <a:close/>
                <a:lnTo>
                  <a:pt x="764153" y="682899"/>
                </a:lnTo>
                <a:close/>
                <a:lnTo>
                  <a:pt x="765642" y="665774"/>
                </a:lnTo>
                <a:close/>
                <a:lnTo>
                  <a:pt x="768621" y="564247"/>
                </a:lnTo>
                <a:close/>
                <a:lnTo>
                  <a:pt x="770111" y="583769"/>
                </a:lnTo>
                <a:close/>
                <a:lnTo>
                  <a:pt x="771600" y="585744"/>
                </a:lnTo>
                <a:close/>
                <a:lnTo>
                  <a:pt x="776069" y="459056"/>
                </a:lnTo>
                <a:close/>
                <a:lnTo>
                  <a:pt x="777559" y="491704"/>
                </a:lnTo>
                <a:close/>
                <a:lnTo>
                  <a:pt x="780538" y="466109"/>
                </a:lnTo>
                <a:close/>
                <a:lnTo>
                  <a:pt x="783517" y="548414"/>
                </a:lnTo>
                <a:close/>
                <a:lnTo>
                  <a:pt x="785007" y="552940"/>
                </a:lnTo>
                <a:close/>
                <a:lnTo>
                  <a:pt x="787986" y="709234"/>
                </a:lnTo>
                <a:close/>
                <a:lnTo>
                  <a:pt x="789475" y="691261"/>
                </a:lnTo>
                <a:close/>
                <a:lnTo>
                  <a:pt x="790965" y="743174"/>
                </a:lnTo>
                <a:close/>
                <a:lnTo>
                  <a:pt x="792454" y="623875"/>
                </a:lnTo>
                <a:close/>
                <a:lnTo>
                  <a:pt x="793944" y="662373"/>
                </a:lnTo>
                <a:close/>
                <a:lnTo>
                  <a:pt x="795434" y="588910"/>
                </a:lnTo>
                <a:close/>
                <a:lnTo>
                  <a:pt x="796923" y="646787"/>
                </a:lnTo>
                <a:close/>
                <a:lnTo>
                  <a:pt x="798413" y="640255"/>
                </a:lnTo>
                <a:close/>
                <a:lnTo>
                  <a:pt x="799902" y="657686"/>
                </a:lnTo>
                <a:close/>
                <a:lnTo>
                  <a:pt x="801392" y="702116"/>
                </a:lnTo>
                <a:close/>
                <a:lnTo>
                  <a:pt x="802882" y="666777"/>
                </a:lnTo>
                <a:close/>
                <a:lnTo>
                  <a:pt x="804371" y="667655"/>
                </a:lnTo>
                <a:close/>
                <a:lnTo>
                  <a:pt x="805861" y="692152"/>
                </a:lnTo>
                <a:close/>
                <a:lnTo>
                  <a:pt x="807350" y="685247"/>
                </a:lnTo>
                <a:close/>
                <a:lnTo>
                  <a:pt x="810329" y="531588"/>
                </a:lnTo>
                <a:close/>
                <a:lnTo>
                  <a:pt x="811819" y="569893"/>
                </a:lnTo>
                <a:close/>
                <a:lnTo>
                  <a:pt x="813309" y="535399"/>
                </a:lnTo>
                <a:close/>
                <a:lnTo>
                  <a:pt x="814798" y="563423"/>
                </a:lnTo>
                <a:close/>
                <a:lnTo>
                  <a:pt x="816288" y="483929"/>
                </a:lnTo>
                <a:close/>
                <a:lnTo>
                  <a:pt x="817777" y="495759"/>
                </a:lnTo>
                <a:close/>
                <a:lnTo>
                  <a:pt x="819267" y="474611"/>
                </a:lnTo>
                <a:close/>
                <a:lnTo>
                  <a:pt x="822246" y="383422"/>
                </a:lnTo>
                <a:close/>
                <a:lnTo>
                  <a:pt x="823736" y="452572"/>
                </a:lnTo>
                <a:close/>
                <a:lnTo>
                  <a:pt x="825225" y="417037"/>
                </a:lnTo>
                <a:close/>
                <a:lnTo>
                  <a:pt x="828204" y="586481"/>
                </a:lnTo>
                <a:close/>
                <a:lnTo>
                  <a:pt x="829694" y="541439"/>
                </a:lnTo>
                <a:close/>
                <a:lnTo>
                  <a:pt x="832673" y="559510"/>
                </a:lnTo>
                <a:close/>
                <a:lnTo>
                  <a:pt x="834163" y="530185"/>
                </a:lnTo>
                <a:close/>
                <a:lnTo>
                  <a:pt x="835652" y="534308"/>
                </a:lnTo>
                <a:close/>
                <a:lnTo>
                  <a:pt x="837142" y="543566"/>
                </a:lnTo>
                <a:close/>
                <a:lnTo>
                  <a:pt x="838631" y="485428"/>
                </a:lnTo>
                <a:close/>
                <a:lnTo>
                  <a:pt x="840121" y="519363"/>
                </a:lnTo>
                <a:close/>
                <a:lnTo>
                  <a:pt x="841611" y="513431"/>
                </a:lnTo>
                <a:close/>
                <a:lnTo>
                  <a:pt x="843100" y="573861"/>
                </a:lnTo>
                <a:close/>
                <a:lnTo>
                  <a:pt x="846079" y="515759"/>
                </a:lnTo>
                <a:close/>
                <a:lnTo>
                  <a:pt x="847569" y="526242"/>
                </a:lnTo>
                <a:close/>
                <a:lnTo>
                  <a:pt x="850548" y="633964"/>
                </a:lnTo>
                <a:close/>
                <a:lnTo>
                  <a:pt x="852038" y="606539"/>
                </a:lnTo>
                <a:close/>
                <a:lnTo>
                  <a:pt x="856506" y="428068"/>
                </a:lnTo>
                <a:close/>
                <a:lnTo>
                  <a:pt x="857996" y="433834"/>
                </a:lnTo>
                <a:close/>
                <a:lnTo>
                  <a:pt x="859485" y="460858"/>
                </a:lnTo>
                <a:close/>
                <a:lnTo>
                  <a:pt x="860975" y="460858"/>
                </a:lnTo>
                <a:close/>
                <a:lnTo>
                  <a:pt x="862465" y="409276"/>
                </a:lnTo>
                <a:close/>
                <a:lnTo>
                  <a:pt x="863954" y="439752"/>
                </a:lnTo>
                <a:close/>
                <a:lnTo>
                  <a:pt x="865444" y="402388"/>
                </a:lnTo>
                <a:close/>
                <a:lnTo>
                  <a:pt x="866933" y="412838"/>
                </a:lnTo>
                <a:close/>
                <a:lnTo>
                  <a:pt x="868423" y="397886"/>
                </a:lnTo>
                <a:close/>
                <a:lnTo>
                  <a:pt x="869912" y="328833"/>
                </a:lnTo>
                <a:close/>
                <a:lnTo>
                  <a:pt x="878850" y="578358"/>
                </a:lnTo>
                <a:close/>
                <a:lnTo>
                  <a:pt x="880339" y="415941"/>
                </a:lnTo>
                <a:close/>
                <a:lnTo>
                  <a:pt x="881829" y="429653"/>
                </a:lnTo>
                <a:close/>
                <a:lnTo>
                  <a:pt x="883319" y="352100"/>
                </a:lnTo>
                <a:close/>
                <a:lnTo>
                  <a:pt x="884808" y="382736"/>
                </a:lnTo>
                <a:close/>
                <a:lnTo>
                  <a:pt x="886298" y="313783"/>
                </a:lnTo>
                <a:close/>
                <a:lnTo>
                  <a:pt x="887787" y="390866"/>
                </a:lnTo>
                <a:close/>
                <a:lnTo>
                  <a:pt x="889277" y="390667"/>
                </a:lnTo>
                <a:close/>
                <a:lnTo>
                  <a:pt x="892256" y="261878"/>
                </a:lnTo>
                <a:close/>
                <a:lnTo>
                  <a:pt x="893746" y="272837"/>
                </a:lnTo>
                <a:close/>
                <a:lnTo>
                  <a:pt x="895235" y="265273"/>
                </a:lnTo>
                <a:close/>
                <a:lnTo>
                  <a:pt x="896725" y="245318"/>
                </a:lnTo>
                <a:close/>
                <a:lnTo>
                  <a:pt x="898214" y="173710"/>
                </a:lnTo>
                <a:close/>
                <a:lnTo>
                  <a:pt x="899704" y="187666"/>
                </a:lnTo>
                <a:close/>
                <a:lnTo>
                  <a:pt x="902683" y="166530"/>
                </a:lnTo>
                <a:close/>
                <a:lnTo>
                  <a:pt x="904173" y="90424"/>
                </a:lnTo>
                <a:close/>
                <a:lnTo>
                  <a:pt x="905662" y="106231"/>
                </a:lnTo>
                <a:close/>
                <a:lnTo>
                  <a:pt x="908641" y="86026"/>
                </a:lnTo>
                <a:close/>
                <a:lnTo>
                  <a:pt x="910131" y="95914"/>
                </a:lnTo>
                <a:close/>
                <a:lnTo>
                  <a:pt x="911621" y="127983"/>
                </a:lnTo>
                <a:close/>
                <a:lnTo>
                  <a:pt x="914600" y="227115"/>
                </a:lnTo>
                <a:close/>
                <a:lnTo>
                  <a:pt x="917579" y="361839"/>
                </a:lnTo>
                <a:close/>
                <a:lnTo>
                  <a:pt x="919068" y="346864"/>
                </a:lnTo>
                <a:close/>
                <a:lnTo>
                  <a:pt x="920558" y="414171"/>
                </a:lnTo>
                <a:close/>
                <a:lnTo>
                  <a:pt x="923537" y="225096"/>
                </a:lnTo>
                <a:close/>
                <a:lnTo>
                  <a:pt x="926516" y="283436"/>
                </a:lnTo>
                <a:close/>
                <a:lnTo>
                  <a:pt x="930985" y="221964"/>
                </a:lnTo>
                <a:close/>
                <a:lnTo>
                  <a:pt x="933964" y="303040"/>
                </a:lnTo>
                <a:close/>
                <a:lnTo>
                  <a:pt x="935454" y="291682"/>
                </a:lnTo>
                <a:close/>
                <a:lnTo>
                  <a:pt x="938433" y="235769"/>
                </a:lnTo>
                <a:close/>
                <a:lnTo>
                  <a:pt x="939923" y="300585"/>
                </a:lnTo>
                <a:close/>
                <a:lnTo>
                  <a:pt x="945881" y="140114"/>
                </a:lnTo>
                <a:close/>
                <a:lnTo>
                  <a:pt x="950350" y="246467"/>
                </a:lnTo>
                <a:close/>
                <a:lnTo>
                  <a:pt x="954818" y="310190"/>
                </a:lnTo>
                <a:close/>
                <a:lnTo>
                  <a:pt x="956308" y="282808"/>
                </a:lnTo>
                <a:close/>
                <a:lnTo>
                  <a:pt x="957797" y="357984"/>
                </a:lnTo>
                <a:close/>
                <a:lnTo>
                  <a:pt x="960777" y="278098"/>
                </a:lnTo>
                <a:close/>
                <a:lnTo>
                  <a:pt x="965245" y="415156"/>
                </a:lnTo>
                <a:close/>
                <a:lnTo>
                  <a:pt x="966735" y="361897"/>
                </a:lnTo>
                <a:close/>
                <a:lnTo>
                  <a:pt x="968224" y="365749"/>
                </a:lnTo>
                <a:close/>
                <a:lnTo>
                  <a:pt x="971204" y="483818"/>
                </a:lnTo>
                <a:close/>
                <a:lnTo>
                  <a:pt x="972693" y="397413"/>
                </a:lnTo>
                <a:close/>
                <a:lnTo>
                  <a:pt x="977162" y="586698"/>
                </a:lnTo>
                <a:close/>
                <a:lnTo>
                  <a:pt x="978652" y="574174"/>
                </a:lnTo>
                <a:close/>
                <a:lnTo>
                  <a:pt x="980141" y="583533"/>
                </a:lnTo>
                <a:close/>
                <a:lnTo>
                  <a:pt x="981631" y="583418"/>
                </a:lnTo>
                <a:close/>
                <a:lnTo>
                  <a:pt x="983120" y="515901"/>
                </a:lnTo>
                <a:close/>
                <a:lnTo>
                  <a:pt x="986099" y="630727"/>
                </a:lnTo>
                <a:close/>
                <a:lnTo>
                  <a:pt x="989079" y="674951"/>
                </a:lnTo>
                <a:close/>
                <a:lnTo>
                  <a:pt x="990568" y="550267"/>
                </a:lnTo>
                <a:close/>
                <a:lnTo>
                  <a:pt x="993547" y="589602"/>
                </a:lnTo>
                <a:close/>
                <a:lnTo>
                  <a:pt x="995037" y="538687"/>
                </a:lnTo>
                <a:close/>
                <a:lnTo>
                  <a:pt x="996526" y="596094"/>
                </a:lnTo>
                <a:close/>
                <a:lnTo>
                  <a:pt x="998016" y="568100"/>
                </a:lnTo>
                <a:close/>
                <a:lnTo>
                  <a:pt x="999506" y="610788"/>
                </a:lnTo>
                <a:close/>
                <a:lnTo>
                  <a:pt x="1000995" y="607926"/>
                </a:lnTo>
                <a:close/>
                <a:lnTo>
                  <a:pt x="1002485" y="580798"/>
                </a:lnTo>
                <a:close/>
                <a:lnTo>
                  <a:pt x="1006953" y="467072"/>
                </a:lnTo>
                <a:close/>
                <a:lnTo>
                  <a:pt x="1008443" y="452852"/>
                </a:lnTo>
                <a:close/>
                <a:lnTo>
                  <a:pt x="1009933" y="470085"/>
                </a:lnTo>
                <a:close/>
                <a:lnTo>
                  <a:pt x="1011422" y="350936"/>
                </a:lnTo>
                <a:close/>
                <a:lnTo>
                  <a:pt x="1012912" y="350922"/>
                </a:lnTo>
                <a:close/>
                <a:lnTo>
                  <a:pt x="1014401" y="309022"/>
                </a:lnTo>
                <a:close/>
                <a:lnTo>
                  <a:pt x="1018870" y="447110"/>
                </a:lnTo>
                <a:close/>
                <a:lnTo>
                  <a:pt x="1021849" y="330319"/>
                </a:lnTo>
                <a:close/>
                <a:lnTo>
                  <a:pt x="1023339" y="391106"/>
                </a:lnTo>
                <a:close/>
                <a:lnTo>
                  <a:pt x="1024828" y="391522"/>
                </a:lnTo>
                <a:close/>
                <a:lnTo>
                  <a:pt x="1026318" y="399226"/>
                </a:lnTo>
                <a:close/>
                <a:lnTo>
                  <a:pt x="1029297" y="513793"/>
                </a:lnTo>
                <a:close/>
                <a:lnTo>
                  <a:pt x="1030787" y="439381"/>
                </a:lnTo>
                <a:close/>
                <a:lnTo>
                  <a:pt x="1032276" y="463394"/>
                </a:lnTo>
                <a:close/>
                <a:lnTo>
                  <a:pt x="1033766" y="421960"/>
                </a:lnTo>
                <a:close/>
                <a:lnTo>
                  <a:pt x="1035255" y="287404"/>
                </a:lnTo>
                <a:close/>
                <a:lnTo>
                  <a:pt x="1038235" y="352761"/>
                </a:lnTo>
                <a:close/>
                <a:lnTo>
                  <a:pt x="1039724" y="338448"/>
                </a:lnTo>
                <a:close/>
                <a:lnTo>
                  <a:pt x="1041214" y="306013"/>
                </a:lnTo>
                <a:close/>
                <a:lnTo>
                  <a:pt x="1044193" y="169473"/>
                </a:lnTo>
                <a:close/>
                <a:lnTo>
                  <a:pt x="1045682" y="93737"/>
                </a:lnTo>
                <a:close/>
                <a:lnTo>
                  <a:pt x="1047172" y="131717"/>
                </a:lnTo>
                <a:close/>
                <a:lnTo>
                  <a:pt x="1048662" y="74750"/>
                </a:lnTo>
                <a:close/>
                <a:lnTo>
                  <a:pt x="1051641" y="121761"/>
                </a:lnTo>
                <a:close/>
                <a:lnTo>
                  <a:pt x="1053130" y="239343"/>
                </a:lnTo>
                <a:close/>
                <a:lnTo>
                  <a:pt x="1054620" y="215422"/>
                </a:lnTo>
                <a:close/>
                <a:lnTo>
                  <a:pt x="1057599" y="286912"/>
                </a:lnTo>
                <a:close/>
                <a:lnTo>
                  <a:pt x="1065047" y="465828"/>
                </a:lnTo>
                <a:close/>
                <a:lnTo>
                  <a:pt x="1068026" y="408027"/>
                </a:lnTo>
                <a:close/>
                <a:lnTo>
                  <a:pt x="1069516" y="385526"/>
                </a:lnTo>
                <a:close/>
                <a:lnTo>
                  <a:pt x="1073984" y="455278"/>
                </a:lnTo>
                <a:close/>
                <a:lnTo>
                  <a:pt x="1075474" y="380004"/>
                </a:lnTo>
                <a:close/>
                <a:lnTo>
                  <a:pt x="1076964" y="403120"/>
                </a:lnTo>
                <a:close/>
                <a:lnTo>
                  <a:pt x="1078453" y="458515"/>
                </a:lnTo>
                <a:close/>
                <a:lnTo>
                  <a:pt x="1079943" y="457102"/>
                </a:lnTo>
                <a:close/>
                <a:lnTo>
                  <a:pt x="1081432" y="418376"/>
                </a:lnTo>
                <a:close/>
                <a:lnTo>
                  <a:pt x="1082922" y="530781"/>
                </a:lnTo>
                <a:close/>
                <a:lnTo>
                  <a:pt x="1084411" y="532172"/>
                </a:lnTo>
                <a:close/>
                <a:lnTo>
                  <a:pt x="1085901" y="420745"/>
                </a:lnTo>
                <a:close/>
                <a:lnTo>
                  <a:pt x="1094838" y="606806"/>
                </a:lnTo>
                <a:close/>
                <a:lnTo>
                  <a:pt x="1096328" y="559814"/>
                </a:lnTo>
                <a:close/>
                <a:lnTo>
                  <a:pt x="1097818" y="563425"/>
                </a:lnTo>
                <a:close/>
                <a:lnTo>
                  <a:pt x="1100797" y="441851"/>
                </a:lnTo>
                <a:close/>
                <a:lnTo>
                  <a:pt x="1102286" y="489219"/>
                </a:lnTo>
                <a:close/>
                <a:lnTo>
                  <a:pt x="1106755" y="388624"/>
                </a:lnTo>
                <a:close/>
                <a:lnTo>
                  <a:pt x="1108245" y="395380"/>
                </a:lnTo>
                <a:close/>
                <a:lnTo>
                  <a:pt x="1109734" y="484260"/>
                </a:lnTo>
                <a:close/>
                <a:lnTo>
                  <a:pt x="1111224" y="414262"/>
                </a:lnTo>
                <a:close/>
                <a:lnTo>
                  <a:pt x="1112713" y="495419"/>
                </a:lnTo>
                <a:close/>
                <a:lnTo>
                  <a:pt x="1114203" y="440618"/>
                </a:lnTo>
                <a:close/>
                <a:lnTo>
                  <a:pt x="1115693" y="495763"/>
                </a:lnTo>
                <a:close/>
                <a:lnTo>
                  <a:pt x="1118672" y="448789"/>
                </a:lnTo>
                <a:close/>
                <a:lnTo>
                  <a:pt x="1120161" y="472940"/>
                </a:lnTo>
                <a:close/>
                <a:lnTo>
                  <a:pt x="1123140" y="676834"/>
                </a:lnTo>
                <a:close/>
                <a:lnTo>
                  <a:pt x="1126120" y="544652"/>
                </a:lnTo>
                <a:close/>
                <a:lnTo>
                  <a:pt x="1129099" y="715365"/>
                </a:lnTo>
                <a:close/>
                <a:lnTo>
                  <a:pt x="1132078" y="652254"/>
                </a:lnTo>
                <a:close/>
                <a:lnTo>
                  <a:pt x="1135057" y="768212"/>
                </a:lnTo>
                <a:close/>
                <a:lnTo>
                  <a:pt x="1136547" y="741191"/>
                </a:lnTo>
                <a:close/>
                <a:lnTo>
                  <a:pt x="1138036" y="779082"/>
                </a:lnTo>
                <a:close/>
                <a:lnTo>
                  <a:pt x="1139526" y="735166"/>
                </a:lnTo>
                <a:close/>
                <a:lnTo>
                  <a:pt x="1141015" y="564553"/>
                </a:lnTo>
                <a:close/>
                <a:lnTo>
                  <a:pt x="1142505" y="556542"/>
                </a:lnTo>
                <a:close/>
                <a:lnTo>
                  <a:pt x="1145484" y="531579"/>
                </a:lnTo>
                <a:close/>
                <a:lnTo>
                  <a:pt x="1146974" y="448419"/>
                </a:lnTo>
                <a:close/>
                <a:lnTo>
                  <a:pt x="1148463" y="448085"/>
                </a:lnTo>
                <a:close/>
                <a:lnTo>
                  <a:pt x="1149953" y="415822"/>
                </a:lnTo>
                <a:close/>
                <a:lnTo>
                  <a:pt x="1151442" y="322833"/>
                </a:lnTo>
                <a:close/>
                <a:lnTo>
                  <a:pt x="1154421" y="545444"/>
                </a:lnTo>
                <a:close/>
                <a:lnTo>
                  <a:pt x="1157401" y="478174"/>
                </a:lnTo>
                <a:close/>
                <a:lnTo>
                  <a:pt x="1158890" y="521332"/>
                </a:lnTo>
                <a:close/>
                <a:lnTo>
                  <a:pt x="1160380" y="487578"/>
                </a:lnTo>
                <a:close/>
                <a:lnTo>
                  <a:pt x="1161869" y="516496"/>
                </a:lnTo>
                <a:close/>
                <a:lnTo>
                  <a:pt x="1166338" y="447568"/>
                </a:lnTo>
                <a:close/>
                <a:lnTo>
                  <a:pt x="1167828" y="472938"/>
                </a:lnTo>
                <a:close/>
                <a:lnTo>
                  <a:pt x="1170807" y="391738"/>
                </a:lnTo>
                <a:close/>
                <a:lnTo>
                  <a:pt x="1173786" y="423393"/>
                </a:lnTo>
                <a:close/>
                <a:lnTo>
                  <a:pt x="1175276" y="379229"/>
                </a:lnTo>
                <a:close/>
                <a:lnTo>
                  <a:pt x="1176765" y="388560"/>
                </a:lnTo>
                <a:close/>
                <a:lnTo>
                  <a:pt x="1178255" y="335132"/>
                </a:lnTo>
                <a:close/>
                <a:lnTo>
                  <a:pt x="1179744" y="417951"/>
                </a:lnTo>
                <a:close/>
                <a:lnTo>
                  <a:pt x="1182723" y="310900"/>
                </a:lnTo>
                <a:close/>
                <a:lnTo>
                  <a:pt x="1184213" y="360053"/>
                </a:lnTo>
                <a:close/>
                <a:lnTo>
                  <a:pt x="1187192" y="344011"/>
                </a:lnTo>
                <a:close/>
                <a:lnTo>
                  <a:pt x="1188682" y="348752"/>
                </a:lnTo>
                <a:close/>
                <a:lnTo>
                  <a:pt x="1190171" y="331446"/>
                </a:lnTo>
                <a:close/>
                <a:lnTo>
                  <a:pt x="1193150" y="397435"/>
                </a:lnTo>
                <a:close/>
                <a:lnTo>
                  <a:pt x="1196130" y="538258"/>
                </a:lnTo>
                <a:close/>
                <a:lnTo>
                  <a:pt x="1197619" y="568845"/>
                </a:lnTo>
                <a:close/>
                <a:lnTo>
                  <a:pt x="1199109" y="516994"/>
                </a:lnTo>
                <a:close/>
                <a:lnTo>
                  <a:pt x="1200598" y="583254"/>
                </a:lnTo>
                <a:close/>
                <a:lnTo>
                  <a:pt x="1202088" y="568039"/>
                </a:lnTo>
                <a:close/>
                <a:lnTo>
                  <a:pt x="1203578" y="593447"/>
                </a:lnTo>
                <a:close/>
                <a:lnTo>
                  <a:pt x="1205067" y="645375"/>
                </a:lnTo>
                <a:close/>
                <a:lnTo>
                  <a:pt x="1206557" y="628847"/>
                </a:lnTo>
                <a:close/>
                <a:lnTo>
                  <a:pt x="1208046" y="582467"/>
                </a:lnTo>
                <a:close/>
                <a:lnTo>
                  <a:pt x="1212515" y="651118"/>
                </a:lnTo>
                <a:close/>
                <a:lnTo>
                  <a:pt x="1215494" y="741557"/>
                </a:lnTo>
                <a:close/>
                <a:lnTo>
                  <a:pt x="1216984" y="753624"/>
                </a:lnTo>
                <a:close/>
                <a:lnTo>
                  <a:pt x="1218473" y="797945"/>
                </a:lnTo>
                <a:close/>
                <a:lnTo>
                  <a:pt x="1224432" y="686033"/>
                </a:lnTo>
                <a:close/>
                <a:lnTo>
                  <a:pt x="1228900" y="795548"/>
                </a:lnTo>
                <a:close/>
                <a:lnTo>
                  <a:pt x="1230390" y="731563"/>
                </a:lnTo>
                <a:close/>
                <a:lnTo>
                  <a:pt x="1231879" y="728395"/>
                </a:lnTo>
                <a:close/>
                <a:lnTo>
                  <a:pt x="1233369" y="709929"/>
                </a:lnTo>
                <a:close/>
                <a:lnTo>
                  <a:pt x="1236348" y="820665"/>
                </a:lnTo>
                <a:close/>
                <a:lnTo>
                  <a:pt x="1237838" y="771603"/>
                </a:lnTo>
                <a:close/>
                <a:lnTo>
                  <a:pt x="1240817" y="931026"/>
                </a:lnTo>
                <a:close/>
                <a:lnTo>
                  <a:pt x="1245286" y="725635"/>
                </a:lnTo>
                <a:close/>
                <a:lnTo>
                  <a:pt x="1248265" y="688729"/>
                </a:lnTo>
                <a:close/>
                <a:lnTo>
                  <a:pt x="1252734" y="548214"/>
                </a:lnTo>
                <a:close/>
                <a:lnTo>
                  <a:pt x="1254223" y="545736"/>
                </a:lnTo>
                <a:close/>
                <a:lnTo>
                  <a:pt x="1255713" y="571598"/>
                </a:lnTo>
                <a:close/>
                <a:lnTo>
                  <a:pt x="1257202" y="477149"/>
                </a:lnTo>
                <a:close/>
                <a:lnTo>
                  <a:pt x="1258692" y="501157"/>
                </a:lnTo>
                <a:close/>
                <a:lnTo>
                  <a:pt x="1261671" y="612487"/>
                </a:lnTo>
                <a:close/>
                <a:lnTo>
                  <a:pt x="1263161" y="636907"/>
                </a:lnTo>
                <a:close/>
                <a:lnTo>
                  <a:pt x="1264650" y="605331"/>
                </a:lnTo>
                <a:close/>
                <a:lnTo>
                  <a:pt x="1266140" y="512042"/>
                </a:lnTo>
                <a:close/>
                <a:lnTo>
                  <a:pt x="1267629" y="560965"/>
                </a:lnTo>
                <a:close/>
                <a:lnTo>
                  <a:pt x="1269119" y="518309"/>
                </a:lnTo>
                <a:close/>
                <a:lnTo>
                  <a:pt x="1270608" y="518309"/>
                </a:lnTo>
                <a:close/>
                <a:lnTo>
                  <a:pt x="1272098" y="505483"/>
                </a:lnTo>
                <a:close/>
                <a:lnTo>
                  <a:pt x="1273588" y="567824"/>
                </a:lnTo>
                <a:close/>
                <a:lnTo>
                  <a:pt x="1275077" y="535038"/>
                </a:lnTo>
                <a:close/>
                <a:lnTo>
                  <a:pt x="1278056" y="391104"/>
                </a:lnTo>
                <a:close/>
                <a:lnTo>
                  <a:pt x="1281035" y="321866"/>
                </a:lnTo>
                <a:close/>
                <a:lnTo>
                  <a:pt x="1282525" y="391966"/>
                </a:lnTo>
                <a:close/>
                <a:lnTo>
                  <a:pt x="1284015" y="381894"/>
                </a:lnTo>
                <a:close/>
                <a:lnTo>
                  <a:pt x="1286994" y="307277"/>
                </a:lnTo>
                <a:close/>
                <a:lnTo>
                  <a:pt x="1288483" y="348653"/>
                </a:lnTo>
                <a:close/>
                <a:lnTo>
                  <a:pt x="1291463" y="217105"/>
                </a:lnTo>
                <a:close/>
                <a:lnTo>
                  <a:pt x="1292952" y="296595"/>
                </a:lnTo>
                <a:close/>
                <a:lnTo>
                  <a:pt x="1294442" y="238415"/>
                </a:lnTo>
                <a:close/>
                <a:lnTo>
                  <a:pt x="1295931" y="283661"/>
                </a:lnTo>
                <a:close/>
                <a:lnTo>
                  <a:pt x="1297421" y="228184"/>
                </a:lnTo>
                <a:close/>
                <a:lnTo>
                  <a:pt x="1298910" y="237741"/>
                </a:lnTo>
                <a:close/>
                <a:lnTo>
                  <a:pt x="1300400" y="206898"/>
                </a:lnTo>
                <a:close/>
                <a:lnTo>
                  <a:pt x="1301890" y="132057"/>
                </a:lnTo>
                <a:close/>
                <a:lnTo>
                  <a:pt x="1303379" y="146378"/>
                </a:lnTo>
                <a:close/>
                <a:lnTo>
                  <a:pt x="1304869" y="184935"/>
                </a:lnTo>
                <a:close/>
                <a:lnTo>
                  <a:pt x="1307848" y="333094"/>
                </a:lnTo>
                <a:close/>
                <a:lnTo>
                  <a:pt x="1309337" y="310683"/>
                </a:lnTo>
                <a:close/>
                <a:lnTo>
                  <a:pt x="1310827" y="320943"/>
                </a:lnTo>
                <a:close/>
                <a:lnTo>
                  <a:pt x="1313806" y="526026"/>
                </a:lnTo>
                <a:close/>
                <a:lnTo>
                  <a:pt x="1315296" y="478847"/>
                </a:lnTo>
                <a:close/>
                <a:lnTo>
                  <a:pt x="1316785" y="485996"/>
                </a:lnTo>
                <a:close/>
                <a:lnTo>
                  <a:pt x="1318275" y="603753"/>
                </a:lnTo>
                <a:close/>
                <a:lnTo>
                  <a:pt x="1319764" y="487495"/>
                </a:lnTo>
                <a:close/>
                <a:lnTo>
                  <a:pt x="1321254" y="514190"/>
                </a:lnTo>
                <a:close/>
                <a:lnTo>
                  <a:pt x="1322744" y="498062"/>
                </a:lnTo>
                <a:close/>
                <a:lnTo>
                  <a:pt x="1324233" y="449271"/>
                </a:lnTo>
                <a:close/>
                <a:lnTo>
                  <a:pt x="1327212" y="630288"/>
                </a:lnTo>
                <a:close/>
                <a:lnTo>
                  <a:pt x="1328702" y="620814"/>
                </a:lnTo>
                <a:close/>
                <a:lnTo>
                  <a:pt x="1330191" y="563118"/>
                </a:lnTo>
                <a:close/>
                <a:lnTo>
                  <a:pt x="1331681" y="584568"/>
                </a:lnTo>
                <a:close/>
                <a:lnTo>
                  <a:pt x="1333171" y="517803"/>
                </a:lnTo>
                <a:close/>
                <a:lnTo>
                  <a:pt x="1336150" y="545263"/>
                </a:lnTo>
                <a:close/>
                <a:lnTo>
                  <a:pt x="1337639" y="610184"/>
                </a:lnTo>
                <a:close/>
                <a:lnTo>
                  <a:pt x="1339129" y="610709"/>
                </a:lnTo>
                <a:close/>
                <a:lnTo>
                  <a:pt x="1340619" y="561547"/>
                </a:lnTo>
                <a:close/>
                <a:lnTo>
                  <a:pt x="1343598" y="585256"/>
                </a:lnTo>
                <a:close/>
                <a:lnTo>
                  <a:pt x="1345087" y="672043"/>
                </a:lnTo>
                <a:close/>
                <a:lnTo>
                  <a:pt x="1346577" y="660626"/>
                </a:lnTo>
                <a:close/>
                <a:lnTo>
                  <a:pt x="1348066" y="693345"/>
                </a:lnTo>
                <a:close/>
                <a:lnTo>
                  <a:pt x="1349556" y="692972"/>
                </a:lnTo>
                <a:close/>
                <a:lnTo>
                  <a:pt x="1351046" y="636046"/>
                </a:lnTo>
                <a:close/>
                <a:lnTo>
                  <a:pt x="1352535" y="658222"/>
                </a:lnTo>
                <a:close/>
                <a:lnTo>
                  <a:pt x="1354025" y="592778"/>
                </a:lnTo>
                <a:close/>
                <a:lnTo>
                  <a:pt x="1355514" y="757843"/>
                </a:lnTo>
                <a:close/>
                <a:lnTo>
                  <a:pt x="1357004" y="723392"/>
                </a:lnTo>
                <a:close/>
                <a:lnTo>
                  <a:pt x="1362962" y="455443"/>
                </a:lnTo>
                <a:close/>
                <a:lnTo>
                  <a:pt x="1364452" y="448089"/>
                </a:lnTo>
                <a:close/>
                <a:lnTo>
                  <a:pt x="1365941" y="359591"/>
                </a:lnTo>
                <a:close/>
                <a:lnTo>
                  <a:pt x="1368920" y="414732"/>
                </a:lnTo>
                <a:close/>
                <a:lnTo>
                  <a:pt x="1370410" y="339127"/>
                </a:lnTo>
                <a:close/>
                <a:lnTo>
                  <a:pt x="1371900" y="339127"/>
                </a:lnTo>
                <a:close/>
                <a:lnTo>
                  <a:pt x="1373389" y="327585"/>
                </a:lnTo>
                <a:close/>
                <a:lnTo>
                  <a:pt x="1374879" y="363719"/>
                </a:lnTo>
                <a:close/>
                <a:lnTo>
                  <a:pt x="1376368" y="347709"/>
                </a:lnTo>
                <a:close/>
                <a:lnTo>
                  <a:pt x="1379347" y="504348"/>
                </a:lnTo>
                <a:close/>
                <a:lnTo>
                  <a:pt x="1382327" y="406541"/>
                </a:lnTo>
                <a:close/>
                <a:lnTo>
                  <a:pt x="1386795" y="478904"/>
                </a:lnTo>
                <a:close/>
                <a:lnTo>
                  <a:pt x="1391264" y="661317"/>
                </a:lnTo>
                <a:close/>
                <a:lnTo>
                  <a:pt x="1394243" y="545590"/>
                </a:lnTo>
                <a:close/>
                <a:lnTo>
                  <a:pt x="1397222" y="411355"/>
                </a:lnTo>
                <a:close/>
                <a:lnTo>
                  <a:pt x="1398712" y="492631"/>
                </a:lnTo>
                <a:close/>
                <a:lnTo>
                  <a:pt x="1401691" y="332200"/>
                </a:lnTo>
                <a:close/>
                <a:lnTo>
                  <a:pt x="1403181" y="316489"/>
                </a:lnTo>
                <a:close/>
                <a:lnTo>
                  <a:pt x="1404670" y="358205"/>
                </a:lnTo>
                <a:close/>
                <a:lnTo>
                  <a:pt x="1406160" y="272717"/>
                </a:lnTo>
                <a:close/>
                <a:lnTo>
                  <a:pt x="1407649" y="281387"/>
                </a:lnTo>
                <a:close/>
                <a:lnTo>
                  <a:pt x="1409139" y="268283"/>
                </a:lnTo>
                <a:close/>
                <a:lnTo>
                  <a:pt x="1412118" y="402966"/>
                </a:lnTo>
                <a:close/>
                <a:lnTo>
                  <a:pt x="1413608" y="408735"/>
                </a:lnTo>
                <a:close/>
                <a:lnTo>
                  <a:pt x="1416587" y="362341"/>
                </a:lnTo>
                <a:close/>
                <a:lnTo>
                  <a:pt x="1419566" y="332874"/>
                </a:lnTo>
                <a:close/>
                <a:lnTo>
                  <a:pt x="1422545" y="250225"/>
                </a:lnTo>
                <a:close/>
                <a:lnTo>
                  <a:pt x="1424035" y="302736"/>
                </a:lnTo>
                <a:close/>
                <a:lnTo>
                  <a:pt x="1425524" y="269538"/>
                </a:lnTo>
                <a:close/>
                <a:lnTo>
                  <a:pt x="1427014" y="283831"/>
                </a:lnTo>
                <a:close/>
                <a:lnTo>
                  <a:pt x="1428504" y="175925"/>
                </a:lnTo>
                <a:close/>
                <a:lnTo>
                  <a:pt x="1431483" y="299556"/>
                </a:lnTo>
                <a:close/>
                <a:lnTo>
                  <a:pt x="1432972" y="326243"/>
                </a:lnTo>
                <a:close/>
                <a:lnTo>
                  <a:pt x="1435951" y="215901"/>
                </a:lnTo>
                <a:close/>
                <a:lnTo>
                  <a:pt x="1438931" y="236278"/>
                </a:lnTo>
                <a:close/>
                <a:lnTo>
                  <a:pt x="1440420" y="222677"/>
                </a:lnTo>
                <a:close/>
                <a:lnTo>
                  <a:pt x="1441910" y="241517"/>
                </a:lnTo>
                <a:close/>
                <a:lnTo>
                  <a:pt x="1443399" y="241027"/>
                </a:lnTo>
                <a:close/>
                <a:lnTo>
                  <a:pt x="1444889" y="230650"/>
                </a:lnTo>
                <a:close/>
                <a:lnTo>
                  <a:pt x="1449358" y="367277"/>
                </a:lnTo>
                <a:close/>
                <a:lnTo>
                  <a:pt x="1450847" y="352580"/>
                </a:lnTo>
                <a:close/>
                <a:lnTo>
                  <a:pt x="1452337" y="317237"/>
                </a:lnTo>
                <a:close/>
                <a:lnTo>
                  <a:pt x="1453826" y="378989"/>
                </a:lnTo>
                <a:close/>
                <a:lnTo>
                  <a:pt x="1456805" y="262178"/>
                </a:lnTo>
                <a:close/>
                <a:lnTo>
                  <a:pt x="1459785" y="203903"/>
                </a:lnTo>
                <a:close/>
                <a:lnTo>
                  <a:pt x="1461274" y="220911"/>
                </a:lnTo>
                <a:close/>
                <a:lnTo>
                  <a:pt x="1462764" y="303887"/>
                </a:lnTo>
                <a:close/>
                <a:lnTo>
                  <a:pt x="1464253" y="114894"/>
                </a:lnTo>
                <a:close/>
                <a:lnTo>
                  <a:pt x="1465743" y="122660"/>
                </a:lnTo>
                <a:close/>
                <a:lnTo>
                  <a:pt x="1468722" y="177477"/>
                </a:lnTo>
                <a:close/>
                <a:lnTo>
                  <a:pt x="1470212" y="185330"/>
                </a:lnTo>
                <a:close/>
                <a:lnTo>
                  <a:pt x="1474680" y="348642"/>
                </a:lnTo>
                <a:close/>
                <a:lnTo>
                  <a:pt x="1476170" y="342945"/>
                </a:lnTo>
                <a:close/>
                <a:lnTo>
                  <a:pt x="1479149" y="235999"/>
                </a:lnTo>
                <a:close/>
                <a:lnTo>
                  <a:pt x="1480639" y="265056"/>
                </a:lnTo>
                <a:close/>
                <a:lnTo>
                  <a:pt x="1482128" y="223990"/>
                </a:lnTo>
                <a:close/>
                <a:lnTo>
                  <a:pt x="1485107" y="113070"/>
                </a:lnTo>
                <a:close/>
                <a:lnTo>
                  <a:pt x="1486597" y="137397"/>
                </a:lnTo>
                <a:close/>
                <a:lnTo>
                  <a:pt x="1488087" y="125355"/>
                </a:lnTo>
                <a:close/>
                <a:lnTo>
                  <a:pt x="1489576" y="166452"/>
                </a:lnTo>
                <a:close/>
                <a:lnTo>
                  <a:pt x="1491066" y="113571"/>
                </a:lnTo>
                <a:close/>
                <a:lnTo>
                  <a:pt x="1492555" y="189175"/>
                </a:lnTo>
                <a:close/>
                <a:lnTo>
                  <a:pt x="1495534" y="49822"/>
                </a:lnTo>
                <a:close/>
                <a:lnTo>
                  <a:pt x="1501493" y="209636"/>
                </a:lnTo>
                <a:close/>
                <a:lnTo>
                  <a:pt x="1502982" y="180698"/>
                </a:lnTo>
                <a:close/>
                <a:lnTo>
                  <a:pt x="1505961" y="261224"/>
                </a:lnTo>
                <a:close/>
                <a:lnTo>
                  <a:pt x="1507451" y="272523"/>
                </a:lnTo>
                <a:close/>
                <a:lnTo>
                  <a:pt x="1511920" y="181457"/>
                </a:lnTo>
                <a:close/>
                <a:lnTo>
                  <a:pt x="1513409" y="206880"/>
                </a:lnTo>
                <a:close/>
                <a:lnTo>
                  <a:pt x="1514899" y="159996"/>
                </a:lnTo>
                <a:close/>
                <a:lnTo>
                  <a:pt x="1517878" y="336929"/>
                </a:lnTo>
                <a:close/>
                <a:lnTo>
                  <a:pt x="1519368" y="380050"/>
                </a:lnTo>
                <a:close/>
                <a:lnTo>
                  <a:pt x="1520857" y="275375"/>
                </a:lnTo>
                <a:close/>
                <a:lnTo>
                  <a:pt x="1523836" y="299794"/>
                </a:lnTo>
                <a:close/>
                <a:lnTo>
                  <a:pt x="1525326" y="241043"/>
                </a:lnTo>
                <a:close/>
                <a:lnTo>
                  <a:pt x="1529795" y="367989"/>
                </a:lnTo>
                <a:close/>
                <a:lnTo>
                  <a:pt x="1531284" y="353601"/>
                </a:lnTo>
                <a:close/>
                <a:lnTo>
                  <a:pt x="1538732" y="171259"/>
                </a:lnTo>
                <a:close/>
                <a:lnTo>
                  <a:pt x="1541711" y="191889"/>
                </a:lnTo>
                <a:close/>
                <a:lnTo>
                  <a:pt x="1543201" y="124921"/>
                </a:lnTo>
                <a:close/>
                <a:lnTo>
                  <a:pt x="1544690" y="136652"/>
                </a:lnTo>
                <a:close/>
                <a:lnTo>
                  <a:pt x="1547670" y="236326"/>
                </a:lnTo>
                <a:close/>
                <a:lnTo>
                  <a:pt x="1549159" y="254736"/>
                </a:lnTo>
                <a:close/>
                <a:lnTo>
                  <a:pt x="1550649" y="207685"/>
                </a:lnTo>
                <a:close/>
                <a:lnTo>
                  <a:pt x="1553628" y="368675"/>
                </a:lnTo>
                <a:close/>
                <a:lnTo>
                  <a:pt x="1555117" y="375708"/>
                </a:lnTo>
                <a:close/>
                <a:lnTo>
                  <a:pt x="1556607" y="485154"/>
                </a:lnTo>
                <a:close/>
                <a:lnTo>
                  <a:pt x="1558097" y="485154"/>
                </a:lnTo>
                <a:close/>
                <a:lnTo>
                  <a:pt x="1559586" y="456557"/>
                </a:lnTo>
                <a:close/>
                <a:lnTo>
                  <a:pt x="1561076" y="359409"/>
                </a:lnTo>
                <a:close/>
                <a:lnTo>
                  <a:pt x="1564055" y="468363"/>
                </a:lnTo>
                <a:close/>
                <a:lnTo>
                  <a:pt x="1565545" y="455229"/>
                </a:lnTo>
                <a:close/>
                <a:lnTo>
                  <a:pt x="1567034" y="474637"/>
                </a:lnTo>
                <a:close/>
                <a:lnTo>
                  <a:pt x="1568524" y="517822"/>
                </a:lnTo>
                <a:close/>
                <a:lnTo>
                  <a:pt x="1577461" y="229131"/>
                </a:lnTo>
                <a:close/>
                <a:lnTo>
                  <a:pt x="1578951" y="252882"/>
                </a:lnTo>
                <a:close/>
                <a:lnTo>
                  <a:pt x="1580440" y="382558"/>
                </a:lnTo>
                <a:close/>
                <a:lnTo>
                  <a:pt x="1581930" y="292522"/>
                </a:lnTo>
                <a:close/>
                <a:lnTo>
                  <a:pt x="1583419" y="294000"/>
                </a:lnTo>
                <a:close/>
                <a:lnTo>
                  <a:pt x="1584909" y="168420"/>
                </a:lnTo>
                <a:close/>
                <a:lnTo>
                  <a:pt x="1586399" y="288558"/>
                </a:lnTo>
                <a:close/>
                <a:lnTo>
                  <a:pt x="1590867" y="245326"/>
                </a:lnTo>
                <a:close/>
                <a:lnTo>
                  <a:pt x="1593846" y="332554"/>
                </a:lnTo>
                <a:close/>
                <a:lnTo>
                  <a:pt x="1596826" y="128238"/>
                </a:lnTo>
                <a:close/>
                <a:lnTo>
                  <a:pt x="1598315" y="149510"/>
                </a:lnTo>
                <a:close/>
                <a:lnTo>
                  <a:pt x="1601294" y="85573"/>
                </a:lnTo>
                <a:close/>
                <a:lnTo>
                  <a:pt x="1602784" y="100215"/>
                </a:lnTo>
                <a:close/>
                <a:lnTo>
                  <a:pt x="1605763" y="0"/>
                </a:lnTo>
                <a:close/>
                <a:lnTo>
                  <a:pt x="1607253" y="113947"/>
                </a:lnTo>
                <a:close/>
                <a:lnTo>
                  <a:pt x="1608742" y="48648"/>
                </a:lnTo>
                <a:close/>
                <a:lnTo>
                  <a:pt x="1611721" y="121256"/>
                </a:lnTo>
                <a:close/>
                <a:lnTo>
                  <a:pt x="1613211" y="169112"/>
                </a:lnTo>
                <a:close/>
                <a:lnTo>
                  <a:pt x="1614701" y="160980"/>
                </a:lnTo>
                <a:close/>
                <a:lnTo>
                  <a:pt x="1616190" y="161728"/>
                </a:lnTo>
                <a:close/>
                <a:lnTo>
                  <a:pt x="1619169" y="36595"/>
                </a:lnTo>
                <a:close/>
                <a:lnTo>
                  <a:pt x="1620659" y="89489"/>
                </a:lnTo>
                <a:close/>
                <a:lnTo>
                  <a:pt x="1622148" y="53522"/>
                </a:lnTo>
                <a:close/>
                <a:lnTo>
                  <a:pt x="1623638" y="59745"/>
                </a:lnTo>
                <a:close/>
                <a:lnTo>
                  <a:pt x="1626617" y="18378"/>
                </a:lnTo>
                <a:close/>
                <a:lnTo>
                  <a:pt x="1628107" y="48478"/>
                </a:lnTo>
                <a:close/>
                <a:lnTo>
                  <a:pt x="1629596" y="5553"/>
                </a:lnTo>
                <a:close/>
                <a:lnTo>
                  <a:pt x="1632575" y="197837"/>
                </a:lnTo>
                <a:close/>
                <a:lnTo>
                  <a:pt x="1634065" y="218006"/>
                </a:lnTo>
                <a:close/>
                <a:lnTo>
                  <a:pt x="1637044" y="390803"/>
                </a:lnTo>
                <a:close/>
                <a:lnTo>
                  <a:pt x="1638534" y="351809"/>
                </a:lnTo>
                <a:close/>
                <a:lnTo>
                  <a:pt x="1640023" y="350040"/>
                </a:lnTo>
                <a:close/>
                <a:lnTo>
                  <a:pt x="1641513" y="416615"/>
                </a:lnTo>
                <a:close/>
                <a:lnTo>
                  <a:pt x="1645982" y="321533"/>
                </a:lnTo>
                <a:close/>
                <a:lnTo>
                  <a:pt x="1650450" y="526756"/>
                </a:lnTo>
                <a:close/>
                <a:lnTo>
                  <a:pt x="1651940" y="464334"/>
                </a:lnTo>
                <a:close/>
                <a:lnTo>
                  <a:pt x="1653430" y="515290"/>
                </a:lnTo>
                <a:close/>
                <a:lnTo>
                  <a:pt x="1654919" y="459634"/>
                </a:lnTo>
                <a:close/>
                <a:lnTo>
                  <a:pt x="1656409" y="488135"/>
                </a:lnTo>
                <a:close/>
                <a:lnTo>
                  <a:pt x="1657898" y="463026"/>
                </a:lnTo>
                <a:close/>
                <a:lnTo>
                  <a:pt x="1659388" y="497380"/>
                </a:lnTo>
                <a:close/>
                <a:lnTo>
                  <a:pt x="1660877" y="431030"/>
                </a:lnTo>
                <a:close/>
                <a:lnTo>
                  <a:pt x="1662367" y="450108"/>
                </a:lnTo>
                <a:close/>
                <a:lnTo>
                  <a:pt x="1665346" y="545694"/>
                </a:lnTo>
                <a:close/>
                <a:lnTo>
                  <a:pt x="1666836" y="536319"/>
                </a:lnTo>
                <a:close/>
                <a:lnTo>
                  <a:pt x="1669815" y="645770"/>
                </a:lnTo>
                <a:close/>
                <a:lnTo>
                  <a:pt x="1671304" y="655091"/>
                </a:lnTo>
                <a:close/>
                <a:lnTo>
                  <a:pt x="1672794" y="703230"/>
                </a:lnTo>
                <a:close/>
                <a:lnTo>
                  <a:pt x="1674284" y="696821"/>
                </a:lnTo>
                <a:close/>
                <a:lnTo>
                  <a:pt x="1675773" y="767643"/>
                </a:lnTo>
                <a:close/>
                <a:lnTo>
                  <a:pt x="1677263" y="678548"/>
                </a:lnTo>
                <a:close/>
                <a:lnTo>
                  <a:pt x="1680242" y="789241"/>
                </a:lnTo>
                <a:close/>
                <a:lnTo>
                  <a:pt x="1681731" y="787915"/>
                </a:lnTo>
                <a:close/>
                <a:lnTo>
                  <a:pt x="1683221" y="724554"/>
                </a:lnTo>
                <a:close/>
                <a:lnTo>
                  <a:pt x="1684711" y="787390"/>
                </a:lnTo>
                <a:close/>
                <a:lnTo>
                  <a:pt x="1687690" y="578639"/>
                </a:lnTo>
                <a:close/>
                <a:lnTo>
                  <a:pt x="1689179" y="609524"/>
                </a:lnTo>
                <a:close/>
                <a:lnTo>
                  <a:pt x="1690669" y="552314"/>
                </a:lnTo>
                <a:close/>
                <a:lnTo>
                  <a:pt x="1692158" y="578476"/>
                </a:lnTo>
                <a:close/>
                <a:lnTo>
                  <a:pt x="1693648" y="638085"/>
                </a:lnTo>
                <a:close/>
                <a:lnTo>
                  <a:pt x="1695138" y="621537"/>
                </a:lnTo>
                <a:close/>
                <a:lnTo>
                  <a:pt x="1696627" y="672633"/>
                </a:lnTo>
                <a:close/>
                <a:lnTo>
                  <a:pt x="1698117" y="666453"/>
                </a:lnTo>
                <a:close/>
                <a:lnTo>
                  <a:pt x="1699606" y="536305"/>
                </a:lnTo>
                <a:close/>
                <a:lnTo>
                  <a:pt x="1701096" y="545546"/>
                </a:lnTo>
                <a:close/>
                <a:lnTo>
                  <a:pt x="1704075" y="466443"/>
                </a:lnTo>
                <a:close/>
                <a:lnTo>
                  <a:pt x="1707054" y="555046"/>
                </a:lnTo>
                <a:close/>
                <a:lnTo>
                  <a:pt x="1711523" y="375946"/>
                </a:lnTo>
                <a:close/>
                <a:lnTo>
                  <a:pt x="1713013" y="441061"/>
                </a:lnTo>
                <a:close/>
                <a:lnTo>
                  <a:pt x="1714502" y="414338"/>
                </a:lnTo>
                <a:close/>
                <a:lnTo>
                  <a:pt x="1715992" y="360932"/>
                </a:lnTo>
                <a:close/>
                <a:lnTo>
                  <a:pt x="1718971" y="371937"/>
                </a:lnTo>
                <a:close/>
                <a:lnTo>
                  <a:pt x="1720460" y="369701"/>
                </a:lnTo>
                <a:close/>
                <a:lnTo>
                  <a:pt x="1721950" y="372513"/>
                </a:lnTo>
                <a:close/>
                <a:lnTo>
                  <a:pt x="1723440" y="380272"/>
                </a:lnTo>
                <a:close/>
                <a:lnTo>
                  <a:pt x="1724929" y="379616"/>
                </a:lnTo>
                <a:close/>
                <a:lnTo>
                  <a:pt x="1726419" y="397220"/>
                </a:lnTo>
                <a:close/>
                <a:lnTo>
                  <a:pt x="1727908" y="381036"/>
                </a:lnTo>
                <a:close/>
                <a:lnTo>
                  <a:pt x="1729398" y="333923"/>
                </a:lnTo>
                <a:close/>
                <a:lnTo>
                  <a:pt x="1730887" y="377794"/>
                </a:lnTo>
                <a:close/>
                <a:lnTo>
                  <a:pt x="1732377" y="302109"/>
                </a:lnTo>
                <a:close/>
                <a:lnTo>
                  <a:pt x="1733867" y="350880"/>
                </a:lnTo>
                <a:close/>
                <a:lnTo>
                  <a:pt x="1735356" y="350880"/>
                </a:lnTo>
                <a:close/>
                <a:lnTo>
                  <a:pt x="1736846" y="347614"/>
                </a:lnTo>
                <a:close/>
                <a:lnTo>
                  <a:pt x="1738335" y="235219"/>
                </a:lnTo>
                <a:close/>
                <a:lnTo>
                  <a:pt x="1739825" y="235216"/>
                </a:lnTo>
                <a:close/>
                <a:lnTo>
                  <a:pt x="1742804" y="208310"/>
                </a:lnTo>
                <a:close/>
                <a:lnTo>
                  <a:pt x="1744294" y="192228"/>
                </a:lnTo>
                <a:close/>
                <a:lnTo>
                  <a:pt x="1745783" y="200481"/>
                </a:lnTo>
                <a:close/>
                <a:lnTo>
                  <a:pt x="1747273" y="171026"/>
                </a:lnTo>
                <a:close/>
                <a:lnTo>
                  <a:pt x="1748762" y="185828"/>
                </a:lnTo>
                <a:close/>
                <a:lnTo>
                  <a:pt x="1751742" y="270490"/>
                </a:lnTo>
                <a:close/>
                <a:lnTo>
                  <a:pt x="1753231" y="305251"/>
                </a:lnTo>
                <a:close/>
                <a:lnTo>
                  <a:pt x="1754721" y="375064"/>
                </a:lnTo>
                <a:close/>
                <a:lnTo>
                  <a:pt x="1756210" y="304226"/>
                </a:lnTo>
                <a:close/>
                <a:lnTo>
                  <a:pt x="1757700" y="371242"/>
                </a:lnTo>
                <a:close/>
                <a:lnTo>
                  <a:pt x="1759189" y="372888"/>
                </a:lnTo>
                <a:close/>
                <a:lnTo>
                  <a:pt x="1760679" y="388584"/>
                </a:lnTo>
                <a:close/>
                <a:lnTo>
                  <a:pt x="1762169" y="359875"/>
                </a:lnTo>
                <a:close/>
                <a:lnTo>
                  <a:pt x="1763658" y="373457"/>
                </a:lnTo>
                <a:close/>
                <a:lnTo>
                  <a:pt x="1765148" y="339295"/>
                </a:lnTo>
                <a:close/>
                <a:lnTo>
                  <a:pt x="1769616" y="459693"/>
                </a:lnTo>
                <a:close/>
                <a:lnTo>
                  <a:pt x="1772596" y="601659"/>
                </a:lnTo>
                <a:close/>
                <a:lnTo>
                  <a:pt x="1774085" y="629882"/>
                </a:lnTo>
                <a:close/>
                <a:lnTo>
                  <a:pt x="1778554" y="483027"/>
                </a:lnTo>
                <a:close/>
                <a:lnTo>
                  <a:pt x="1783023" y="629532"/>
                </a:lnTo>
                <a:close/>
                <a:lnTo>
                  <a:pt x="1784512" y="598011"/>
                </a:lnTo>
                <a:close/>
                <a:lnTo>
                  <a:pt x="1786002" y="667078"/>
                </a:lnTo>
                <a:close/>
                <a:lnTo>
                  <a:pt x="1786002" y="667078"/>
                </a:lnTo>
                <a:close/>
              </a:path>
            </a:pathLst>
          </a:custGeom>
          <a:noFill/>
          <a:ln w="7620">
            <a:solidFill>
              <a:srgbClr val="C0392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5825691" y="5650992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5825691" y="6675120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8477904" y="1042416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8567204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8538922" y="2134094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25" name="Freeform 324"/>
          <p:cNvSpPr/>
          <p:nvPr/>
        </p:nvSpPr>
        <p:spPr>
          <a:xfrm>
            <a:off x="8865119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8780275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27" name="Freeform 326"/>
          <p:cNvSpPr/>
          <p:nvPr/>
        </p:nvSpPr>
        <p:spPr>
          <a:xfrm>
            <a:off x="9163034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9078190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329" name="Freeform 328"/>
          <p:cNvSpPr/>
          <p:nvPr/>
        </p:nvSpPr>
        <p:spPr>
          <a:xfrm>
            <a:off x="9460949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9376105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331" name="Freeform 330"/>
          <p:cNvSpPr/>
          <p:nvPr/>
        </p:nvSpPr>
        <p:spPr>
          <a:xfrm>
            <a:off x="9758865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9674021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333" name="Freeform 332"/>
          <p:cNvSpPr/>
          <p:nvPr/>
        </p:nvSpPr>
        <p:spPr>
          <a:xfrm>
            <a:off x="10056780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9943655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335" name="Freeform 334"/>
          <p:cNvSpPr/>
          <p:nvPr/>
        </p:nvSpPr>
        <p:spPr>
          <a:xfrm>
            <a:off x="10354695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10241570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337" name="Freeform 336"/>
          <p:cNvSpPr/>
          <p:nvPr/>
        </p:nvSpPr>
        <p:spPr>
          <a:xfrm>
            <a:off x="8433454" y="184205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8247625" y="1786931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339" name="Freeform 338"/>
          <p:cNvSpPr/>
          <p:nvPr/>
        </p:nvSpPr>
        <p:spPr>
          <a:xfrm>
            <a:off x="8433454" y="16121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8247625" y="1557015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1.7</a:t>
            </a:r>
          </a:p>
        </p:txBody>
      </p:sp>
      <p:sp>
        <p:nvSpPr>
          <p:cNvPr id="341" name="Freeform 340"/>
          <p:cNvSpPr/>
          <p:nvPr/>
        </p:nvSpPr>
        <p:spPr>
          <a:xfrm>
            <a:off x="8433454" y="13822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8247625" y="132709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343" name="Freeform 342"/>
          <p:cNvSpPr/>
          <p:nvPr/>
        </p:nvSpPr>
        <p:spPr>
          <a:xfrm>
            <a:off x="8433454" y="115230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8247625" y="109718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1.9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8477904" y="8773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346" name="Freeform 345"/>
          <p:cNvSpPr/>
          <p:nvPr/>
        </p:nvSpPr>
        <p:spPr>
          <a:xfrm>
            <a:off x="8567204" y="1088967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320811"/>
                </a:moveTo>
                <a:lnTo>
                  <a:pt x="1489" y="371098"/>
                </a:lnTo>
                <a:close/>
                <a:lnTo>
                  <a:pt x="2979" y="470659"/>
                </a:lnTo>
                <a:close/>
                <a:lnTo>
                  <a:pt x="4468" y="418445"/>
                </a:lnTo>
                <a:close/>
                <a:lnTo>
                  <a:pt x="5958" y="437407"/>
                </a:lnTo>
                <a:close/>
                <a:lnTo>
                  <a:pt x="7448" y="432867"/>
                </a:lnTo>
                <a:close/>
                <a:lnTo>
                  <a:pt x="10427" y="134759"/>
                </a:lnTo>
                <a:close/>
                <a:lnTo>
                  <a:pt x="11916" y="123669"/>
                </a:lnTo>
                <a:close/>
                <a:lnTo>
                  <a:pt x="13406" y="290319"/>
                </a:lnTo>
                <a:close/>
                <a:lnTo>
                  <a:pt x="14895" y="294684"/>
                </a:lnTo>
                <a:close/>
                <a:lnTo>
                  <a:pt x="16385" y="229118"/>
                </a:lnTo>
                <a:close/>
                <a:lnTo>
                  <a:pt x="17875" y="388634"/>
                </a:lnTo>
                <a:close/>
                <a:lnTo>
                  <a:pt x="19364" y="349150"/>
                </a:lnTo>
                <a:close/>
                <a:lnTo>
                  <a:pt x="20854" y="380374"/>
                </a:lnTo>
                <a:close/>
                <a:lnTo>
                  <a:pt x="23833" y="308959"/>
                </a:lnTo>
                <a:close/>
                <a:lnTo>
                  <a:pt x="26812" y="563195"/>
                </a:lnTo>
                <a:close/>
                <a:lnTo>
                  <a:pt x="28302" y="495403"/>
                </a:lnTo>
                <a:close/>
                <a:lnTo>
                  <a:pt x="29791" y="315738"/>
                </a:lnTo>
                <a:close/>
                <a:lnTo>
                  <a:pt x="31281" y="356760"/>
                </a:lnTo>
                <a:close/>
                <a:lnTo>
                  <a:pt x="32770" y="300325"/>
                </a:lnTo>
                <a:close/>
                <a:lnTo>
                  <a:pt x="34260" y="408428"/>
                </a:lnTo>
                <a:close/>
                <a:lnTo>
                  <a:pt x="35749" y="328434"/>
                </a:lnTo>
                <a:close/>
                <a:lnTo>
                  <a:pt x="37239" y="476297"/>
                </a:lnTo>
                <a:close/>
                <a:lnTo>
                  <a:pt x="40218" y="443001"/>
                </a:lnTo>
                <a:close/>
                <a:lnTo>
                  <a:pt x="43197" y="303184"/>
                </a:lnTo>
                <a:close/>
                <a:lnTo>
                  <a:pt x="44687" y="306808"/>
                </a:lnTo>
                <a:close/>
                <a:lnTo>
                  <a:pt x="46177" y="451073"/>
                </a:lnTo>
                <a:close/>
                <a:lnTo>
                  <a:pt x="47666" y="387826"/>
                </a:lnTo>
                <a:close/>
                <a:lnTo>
                  <a:pt x="49156" y="438389"/>
                </a:lnTo>
                <a:close/>
                <a:lnTo>
                  <a:pt x="52135" y="692611"/>
                </a:lnTo>
                <a:close/>
                <a:lnTo>
                  <a:pt x="56604" y="433402"/>
                </a:lnTo>
                <a:close/>
                <a:lnTo>
                  <a:pt x="58093" y="492738"/>
                </a:lnTo>
                <a:close/>
                <a:lnTo>
                  <a:pt x="59583" y="392713"/>
                </a:lnTo>
                <a:close/>
                <a:lnTo>
                  <a:pt x="61072" y="401554"/>
                </a:lnTo>
                <a:close/>
                <a:lnTo>
                  <a:pt x="62562" y="486397"/>
                </a:lnTo>
                <a:close/>
                <a:lnTo>
                  <a:pt x="67031" y="269332"/>
                </a:lnTo>
                <a:close/>
                <a:lnTo>
                  <a:pt x="70010" y="309874"/>
                </a:lnTo>
                <a:close/>
                <a:lnTo>
                  <a:pt x="71499" y="436018"/>
                </a:lnTo>
                <a:close/>
                <a:lnTo>
                  <a:pt x="72989" y="199500"/>
                </a:lnTo>
                <a:close/>
                <a:lnTo>
                  <a:pt x="75968" y="361359"/>
                </a:lnTo>
                <a:close/>
                <a:lnTo>
                  <a:pt x="78947" y="170448"/>
                </a:lnTo>
                <a:close/>
                <a:lnTo>
                  <a:pt x="80437" y="182355"/>
                </a:lnTo>
                <a:close/>
                <a:lnTo>
                  <a:pt x="83416" y="450325"/>
                </a:lnTo>
                <a:close/>
                <a:lnTo>
                  <a:pt x="84905" y="401464"/>
                </a:lnTo>
                <a:close/>
                <a:lnTo>
                  <a:pt x="86395" y="421795"/>
                </a:lnTo>
                <a:close/>
                <a:lnTo>
                  <a:pt x="89374" y="570022"/>
                </a:lnTo>
                <a:close/>
                <a:lnTo>
                  <a:pt x="90864" y="523914"/>
                </a:lnTo>
                <a:close/>
                <a:lnTo>
                  <a:pt x="93843" y="249070"/>
                </a:lnTo>
                <a:close/>
                <a:lnTo>
                  <a:pt x="95333" y="217015"/>
                </a:lnTo>
                <a:close/>
                <a:lnTo>
                  <a:pt x="96822" y="375470"/>
                </a:lnTo>
                <a:close/>
                <a:lnTo>
                  <a:pt x="98312" y="292743"/>
                </a:lnTo>
                <a:close/>
                <a:lnTo>
                  <a:pt x="99801" y="309820"/>
                </a:lnTo>
                <a:close/>
                <a:lnTo>
                  <a:pt x="101291" y="265318"/>
                </a:lnTo>
                <a:close/>
                <a:lnTo>
                  <a:pt x="102780" y="284299"/>
                </a:lnTo>
                <a:close/>
                <a:lnTo>
                  <a:pt x="104270" y="424306"/>
                </a:lnTo>
                <a:close/>
                <a:lnTo>
                  <a:pt x="105760" y="369454"/>
                </a:lnTo>
                <a:close/>
                <a:lnTo>
                  <a:pt x="108739" y="470921"/>
                </a:lnTo>
                <a:close/>
                <a:lnTo>
                  <a:pt x="110228" y="444938"/>
                </a:lnTo>
                <a:close/>
                <a:lnTo>
                  <a:pt x="111718" y="514369"/>
                </a:lnTo>
                <a:close/>
                <a:lnTo>
                  <a:pt x="113207" y="414808"/>
                </a:lnTo>
                <a:close/>
                <a:lnTo>
                  <a:pt x="114697" y="129256"/>
                </a:lnTo>
                <a:close/>
                <a:lnTo>
                  <a:pt x="116187" y="224145"/>
                </a:lnTo>
                <a:close/>
                <a:lnTo>
                  <a:pt x="117676" y="30653"/>
                </a:lnTo>
                <a:close/>
                <a:lnTo>
                  <a:pt x="123634" y="291063"/>
                </a:lnTo>
                <a:close/>
                <a:lnTo>
                  <a:pt x="126614" y="275481"/>
                </a:lnTo>
                <a:close/>
                <a:lnTo>
                  <a:pt x="128103" y="286313"/>
                </a:lnTo>
                <a:close/>
                <a:lnTo>
                  <a:pt x="129593" y="345347"/>
                </a:lnTo>
                <a:close/>
                <a:lnTo>
                  <a:pt x="131082" y="478520"/>
                </a:lnTo>
                <a:close/>
                <a:lnTo>
                  <a:pt x="132572" y="460760"/>
                </a:lnTo>
                <a:close/>
                <a:lnTo>
                  <a:pt x="134062" y="356620"/>
                </a:lnTo>
                <a:close/>
                <a:lnTo>
                  <a:pt x="135551" y="490696"/>
                </a:lnTo>
                <a:close/>
                <a:lnTo>
                  <a:pt x="140020" y="273987"/>
                </a:lnTo>
                <a:close/>
                <a:lnTo>
                  <a:pt x="141509" y="344004"/>
                </a:lnTo>
                <a:close/>
                <a:lnTo>
                  <a:pt x="142999" y="299797"/>
                </a:lnTo>
                <a:close/>
                <a:lnTo>
                  <a:pt x="144489" y="373244"/>
                </a:lnTo>
                <a:close/>
                <a:lnTo>
                  <a:pt x="145978" y="325340"/>
                </a:lnTo>
                <a:close/>
                <a:lnTo>
                  <a:pt x="150447" y="454718"/>
                </a:lnTo>
                <a:close/>
                <a:lnTo>
                  <a:pt x="151936" y="420917"/>
                </a:lnTo>
                <a:close/>
                <a:lnTo>
                  <a:pt x="153426" y="352572"/>
                </a:lnTo>
                <a:close/>
                <a:lnTo>
                  <a:pt x="154916" y="512297"/>
                </a:lnTo>
                <a:close/>
                <a:lnTo>
                  <a:pt x="156405" y="450971"/>
                </a:lnTo>
                <a:close/>
                <a:lnTo>
                  <a:pt x="157895" y="330142"/>
                </a:lnTo>
                <a:close/>
                <a:lnTo>
                  <a:pt x="160874" y="425130"/>
                </a:lnTo>
                <a:close/>
                <a:lnTo>
                  <a:pt x="163853" y="388322"/>
                </a:lnTo>
                <a:close/>
                <a:lnTo>
                  <a:pt x="165343" y="388322"/>
                </a:lnTo>
                <a:close/>
                <a:lnTo>
                  <a:pt x="166832" y="376092"/>
                </a:lnTo>
                <a:close/>
                <a:lnTo>
                  <a:pt x="168322" y="423595"/>
                </a:lnTo>
                <a:close/>
                <a:lnTo>
                  <a:pt x="169811" y="274944"/>
                </a:lnTo>
                <a:close/>
                <a:lnTo>
                  <a:pt x="171301" y="331230"/>
                </a:lnTo>
                <a:close/>
                <a:lnTo>
                  <a:pt x="174280" y="549461"/>
                </a:lnTo>
                <a:close/>
                <a:lnTo>
                  <a:pt x="175770" y="547080"/>
                </a:lnTo>
                <a:close/>
                <a:lnTo>
                  <a:pt x="178749" y="487348"/>
                </a:lnTo>
                <a:close/>
                <a:lnTo>
                  <a:pt x="180238" y="440420"/>
                </a:lnTo>
                <a:close/>
                <a:lnTo>
                  <a:pt x="181728" y="319232"/>
                </a:lnTo>
                <a:close/>
                <a:lnTo>
                  <a:pt x="186197" y="593000"/>
                </a:lnTo>
                <a:close/>
                <a:lnTo>
                  <a:pt x="187686" y="584933"/>
                </a:lnTo>
                <a:close/>
                <a:lnTo>
                  <a:pt x="189176" y="561004"/>
                </a:lnTo>
                <a:close/>
                <a:lnTo>
                  <a:pt x="190665" y="470934"/>
                </a:lnTo>
                <a:close/>
                <a:lnTo>
                  <a:pt x="192155" y="635427"/>
                </a:lnTo>
                <a:close/>
                <a:lnTo>
                  <a:pt x="193645" y="610863"/>
                </a:lnTo>
                <a:close/>
                <a:lnTo>
                  <a:pt x="198113" y="403309"/>
                </a:lnTo>
                <a:close/>
                <a:lnTo>
                  <a:pt x="199603" y="486849"/>
                </a:lnTo>
                <a:close/>
                <a:lnTo>
                  <a:pt x="201092" y="470610"/>
                </a:lnTo>
                <a:close/>
                <a:lnTo>
                  <a:pt x="204072" y="391757"/>
                </a:lnTo>
                <a:close/>
                <a:lnTo>
                  <a:pt x="205561" y="443763"/>
                </a:lnTo>
                <a:close/>
                <a:lnTo>
                  <a:pt x="207051" y="439600"/>
                </a:lnTo>
                <a:close/>
                <a:lnTo>
                  <a:pt x="208540" y="700366"/>
                </a:lnTo>
                <a:close/>
                <a:lnTo>
                  <a:pt x="210030" y="547782"/>
                </a:lnTo>
                <a:close/>
                <a:lnTo>
                  <a:pt x="211519" y="639320"/>
                </a:lnTo>
                <a:close/>
                <a:lnTo>
                  <a:pt x="213009" y="549760"/>
                </a:lnTo>
                <a:close/>
                <a:lnTo>
                  <a:pt x="214499" y="368752"/>
                </a:lnTo>
                <a:close/>
                <a:lnTo>
                  <a:pt x="217478" y="535623"/>
                </a:lnTo>
                <a:close/>
                <a:lnTo>
                  <a:pt x="218967" y="514198"/>
                </a:lnTo>
                <a:close/>
                <a:lnTo>
                  <a:pt x="221947" y="346852"/>
                </a:lnTo>
                <a:close/>
                <a:lnTo>
                  <a:pt x="223436" y="368247"/>
                </a:lnTo>
                <a:close/>
                <a:lnTo>
                  <a:pt x="224926" y="469506"/>
                </a:lnTo>
                <a:close/>
                <a:lnTo>
                  <a:pt x="226415" y="358249"/>
                </a:lnTo>
                <a:close/>
                <a:lnTo>
                  <a:pt x="229394" y="421885"/>
                </a:lnTo>
                <a:close/>
                <a:lnTo>
                  <a:pt x="230884" y="621533"/>
                </a:lnTo>
                <a:close/>
                <a:lnTo>
                  <a:pt x="232374" y="629720"/>
                </a:lnTo>
                <a:close/>
                <a:lnTo>
                  <a:pt x="235353" y="424618"/>
                </a:lnTo>
                <a:close/>
                <a:lnTo>
                  <a:pt x="236842" y="462406"/>
                </a:lnTo>
                <a:close/>
                <a:lnTo>
                  <a:pt x="238332" y="408107"/>
                </a:lnTo>
                <a:close/>
                <a:lnTo>
                  <a:pt x="239821" y="491617"/>
                </a:lnTo>
                <a:close/>
                <a:lnTo>
                  <a:pt x="241311" y="394463"/>
                </a:lnTo>
                <a:close/>
                <a:lnTo>
                  <a:pt x="242801" y="549665"/>
                </a:lnTo>
                <a:close/>
                <a:lnTo>
                  <a:pt x="245780" y="363208"/>
                </a:lnTo>
                <a:close/>
                <a:lnTo>
                  <a:pt x="247269" y="288637"/>
                </a:lnTo>
                <a:close/>
                <a:lnTo>
                  <a:pt x="250248" y="561968"/>
                </a:lnTo>
                <a:close/>
                <a:lnTo>
                  <a:pt x="251738" y="469190"/>
                </a:lnTo>
                <a:close/>
                <a:lnTo>
                  <a:pt x="253228" y="486583"/>
                </a:lnTo>
                <a:close/>
                <a:lnTo>
                  <a:pt x="254717" y="421028"/>
                </a:lnTo>
                <a:close/>
                <a:lnTo>
                  <a:pt x="257696" y="194778"/>
                </a:lnTo>
                <a:close/>
                <a:lnTo>
                  <a:pt x="259186" y="324356"/>
                </a:lnTo>
                <a:close/>
                <a:lnTo>
                  <a:pt x="260675" y="220116"/>
                </a:lnTo>
                <a:close/>
                <a:lnTo>
                  <a:pt x="263655" y="370545"/>
                </a:lnTo>
                <a:close/>
                <a:lnTo>
                  <a:pt x="265144" y="485902"/>
                </a:lnTo>
                <a:close/>
                <a:lnTo>
                  <a:pt x="266634" y="453836"/>
                </a:lnTo>
                <a:close/>
                <a:lnTo>
                  <a:pt x="268123" y="598849"/>
                </a:lnTo>
                <a:close/>
                <a:lnTo>
                  <a:pt x="269613" y="424875"/>
                </a:lnTo>
                <a:close/>
                <a:lnTo>
                  <a:pt x="271103" y="442475"/>
                </a:lnTo>
                <a:close/>
                <a:lnTo>
                  <a:pt x="272592" y="301013"/>
                </a:lnTo>
                <a:close/>
                <a:lnTo>
                  <a:pt x="274082" y="353110"/>
                </a:lnTo>
                <a:close/>
                <a:lnTo>
                  <a:pt x="277061" y="658941"/>
                </a:lnTo>
                <a:close/>
                <a:lnTo>
                  <a:pt x="280040" y="531684"/>
                </a:lnTo>
                <a:close/>
                <a:lnTo>
                  <a:pt x="281530" y="486039"/>
                </a:lnTo>
                <a:close/>
                <a:lnTo>
                  <a:pt x="283019" y="586893"/>
                </a:lnTo>
                <a:close/>
                <a:lnTo>
                  <a:pt x="285998" y="569992"/>
                </a:lnTo>
                <a:close/>
                <a:lnTo>
                  <a:pt x="287488" y="623638"/>
                </a:lnTo>
                <a:close/>
                <a:lnTo>
                  <a:pt x="288977" y="521084"/>
                </a:lnTo>
                <a:close/>
                <a:lnTo>
                  <a:pt x="290467" y="557875"/>
                </a:lnTo>
                <a:close/>
                <a:lnTo>
                  <a:pt x="291957" y="676711"/>
                </a:lnTo>
                <a:close/>
                <a:lnTo>
                  <a:pt x="294936" y="541767"/>
                </a:lnTo>
                <a:close/>
                <a:lnTo>
                  <a:pt x="296425" y="459409"/>
                </a:lnTo>
                <a:close/>
                <a:lnTo>
                  <a:pt x="297915" y="573864"/>
                </a:lnTo>
                <a:close/>
                <a:lnTo>
                  <a:pt x="299404" y="352515"/>
                </a:lnTo>
                <a:close/>
                <a:lnTo>
                  <a:pt x="300894" y="347782"/>
                </a:lnTo>
                <a:close/>
                <a:lnTo>
                  <a:pt x="302384" y="347782"/>
                </a:lnTo>
                <a:close/>
                <a:lnTo>
                  <a:pt x="305363" y="477784"/>
                </a:lnTo>
                <a:close/>
                <a:lnTo>
                  <a:pt x="306852" y="326977"/>
                </a:lnTo>
                <a:close/>
                <a:lnTo>
                  <a:pt x="309831" y="433008"/>
                </a:lnTo>
                <a:close/>
                <a:lnTo>
                  <a:pt x="311321" y="340789"/>
                </a:lnTo>
                <a:close/>
                <a:lnTo>
                  <a:pt x="314300" y="500334"/>
                </a:lnTo>
                <a:close/>
                <a:lnTo>
                  <a:pt x="315790" y="506733"/>
                </a:lnTo>
                <a:close/>
                <a:lnTo>
                  <a:pt x="318769" y="612897"/>
                </a:lnTo>
                <a:close/>
                <a:lnTo>
                  <a:pt x="321748" y="278695"/>
                </a:lnTo>
                <a:close/>
                <a:lnTo>
                  <a:pt x="324727" y="515016"/>
                </a:lnTo>
                <a:close/>
                <a:lnTo>
                  <a:pt x="326217" y="443754"/>
                </a:lnTo>
                <a:close/>
                <a:lnTo>
                  <a:pt x="329196" y="554630"/>
                </a:lnTo>
                <a:close/>
                <a:lnTo>
                  <a:pt x="330686" y="425230"/>
                </a:lnTo>
                <a:close/>
                <a:lnTo>
                  <a:pt x="333665" y="444217"/>
                </a:lnTo>
                <a:close/>
                <a:lnTo>
                  <a:pt x="335154" y="526221"/>
                </a:lnTo>
                <a:close/>
                <a:lnTo>
                  <a:pt x="338133" y="268111"/>
                </a:lnTo>
                <a:close/>
                <a:lnTo>
                  <a:pt x="339623" y="252804"/>
                </a:lnTo>
                <a:close/>
                <a:lnTo>
                  <a:pt x="342602" y="473721"/>
                </a:lnTo>
                <a:close/>
                <a:lnTo>
                  <a:pt x="344092" y="406966"/>
                </a:lnTo>
                <a:close/>
                <a:lnTo>
                  <a:pt x="348560" y="668740"/>
                </a:lnTo>
                <a:close/>
                <a:lnTo>
                  <a:pt x="351540" y="477520"/>
                </a:lnTo>
                <a:close/>
                <a:lnTo>
                  <a:pt x="353029" y="493164"/>
                </a:lnTo>
                <a:close/>
                <a:lnTo>
                  <a:pt x="354519" y="477302"/>
                </a:lnTo>
                <a:close/>
                <a:lnTo>
                  <a:pt x="356008" y="431652"/>
                </a:lnTo>
                <a:close/>
                <a:lnTo>
                  <a:pt x="357498" y="451323"/>
                </a:lnTo>
                <a:close/>
                <a:lnTo>
                  <a:pt x="361967" y="344106"/>
                </a:lnTo>
                <a:close/>
                <a:lnTo>
                  <a:pt x="363456" y="360596"/>
                </a:lnTo>
                <a:close/>
                <a:lnTo>
                  <a:pt x="364946" y="397235"/>
                </a:lnTo>
                <a:close/>
                <a:lnTo>
                  <a:pt x="366435" y="356863"/>
                </a:lnTo>
                <a:close/>
                <a:lnTo>
                  <a:pt x="367925" y="384917"/>
                </a:lnTo>
                <a:close/>
                <a:lnTo>
                  <a:pt x="369415" y="384271"/>
                </a:lnTo>
                <a:close/>
                <a:lnTo>
                  <a:pt x="370904" y="434570"/>
                </a:lnTo>
                <a:close/>
                <a:lnTo>
                  <a:pt x="372394" y="431947"/>
                </a:lnTo>
                <a:close/>
                <a:lnTo>
                  <a:pt x="375373" y="277653"/>
                </a:lnTo>
                <a:close/>
                <a:lnTo>
                  <a:pt x="376862" y="346831"/>
                </a:lnTo>
                <a:close/>
                <a:lnTo>
                  <a:pt x="378352" y="585652"/>
                </a:lnTo>
                <a:close/>
                <a:lnTo>
                  <a:pt x="379842" y="411974"/>
                </a:lnTo>
                <a:close/>
                <a:lnTo>
                  <a:pt x="382821" y="618937"/>
                </a:lnTo>
                <a:close/>
                <a:lnTo>
                  <a:pt x="384310" y="519104"/>
                </a:lnTo>
                <a:close/>
                <a:lnTo>
                  <a:pt x="387289" y="643846"/>
                </a:lnTo>
                <a:close/>
                <a:lnTo>
                  <a:pt x="388779" y="636891"/>
                </a:lnTo>
                <a:close/>
                <a:lnTo>
                  <a:pt x="393248" y="396434"/>
                </a:lnTo>
                <a:close/>
                <a:lnTo>
                  <a:pt x="394737" y="401603"/>
                </a:lnTo>
                <a:close/>
                <a:lnTo>
                  <a:pt x="396227" y="605699"/>
                </a:lnTo>
                <a:close/>
                <a:lnTo>
                  <a:pt x="397716" y="528205"/>
                </a:lnTo>
                <a:close/>
                <a:lnTo>
                  <a:pt x="399206" y="524597"/>
                </a:lnTo>
                <a:close/>
                <a:lnTo>
                  <a:pt x="403675" y="775706"/>
                </a:lnTo>
                <a:close/>
                <a:lnTo>
                  <a:pt x="406654" y="686405"/>
                </a:lnTo>
                <a:close/>
                <a:lnTo>
                  <a:pt x="408144" y="630951"/>
                </a:lnTo>
                <a:close/>
                <a:lnTo>
                  <a:pt x="409633" y="662753"/>
                </a:lnTo>
                <a:close/>
                <a:lnTo>
                  <a:pt x="411123" y="627249"/>
                </a:lnTo>
                <a:close/>
                <a:lnTo>
                  <a:pt x="412612" y="695699"/>
                </a:lnTo>
                <a:close/>
                <a:lnTo>
                  <a:pt x="414102" y="654025"/>
                </a:lnTo>
                <a:close/>
                <a:lnTo>
                  <a:pt x="415591" y="500338"/>
                </a:lnTo>
                <a:close/>
                <a:lnTo>
                  <a:pt x="417081" y="515064"/>
                </a:lnTo>
                <a:close/>
                <a:lnTo>
                  <a:pt x="418571" y="594105"/>
                </a:lnTo>
                <a:close/>
                <a:lnTo>
                  <a:pt x="420060" y="352316"/>
                </a:lnTo>
                <a:close/>
                <a:lnTo>
                  <a:pt x="423039" y="490433"/>
                </a:lnTo>
                <a:close/>
                <a:lnTo>
                  <a:pt x="426018" y="282389"/>
                </a:lnTo>
                <a:close/>
                <a:lnTo>
                  <a:pt x="428998" y="361437"/>
                </a:lnTo>
                <a:close/>
                <a:lnTo>
                  <a:pt x="431977" y="436690"/>
                </a:lnTo>
                <a:close/>
                <a:lnTo>
                  <a:pt x="434956" y="213957"/>
                </a:lnTo>
                <a:close/>
                <a:lnTo>
                  <a:pt x="440914" y="607997"/>
                </a:lnTo>
                <a:close/>
                <a:lnTo>
                  <a:pt x="442404" y="592242"/>
                </a:lnTo>
                <a:close/>
                <a:lnTo>
                  <a:pt x="443893" y="382118"/>
                </a:lnTo>
                <a:close/>
                <a:lnTo>
                  <a:pt x="445383" y="462057"/>
                </a:lnTo>
                <a:close/>
                <a:lnTo>
                  <a:pt x="446872" y="408796"/>
                </a:lnTo>
                <a:close/>
                <a:lnTo>
                  <a:pt x="448362" y="446818"/>
                </a:lnTo>
                <a:close/>
                <a:lnTo>
                  <a:pt x="454320" y="803605"/>
                </a:lnTo>
                <a:close/>
                <a:lnTo>
                  <a:pt x="457300" y="518266"/>
                </a:lnTo>
                <a:close/>
                <a:lnTo>
                  <a:pt x="460279" y="444121"/>
                </a:lnTo>
                <a:close/>
                <a:lnTo>
                  <a:pt x="463258" y="650993"/>
                </a:lnTo>
                <a:close/>
                <a:lnTo>
                  <a:pt x="466237" y="500461"/>
                </a:lnTo>
                <a:close/>
                <a:lnTo>
                  <a:pt x="469216" y="262935"/>
                </a:lnTo>
                <a:close/>
                <a:lnTo>
                  <a:pt x="472195" y="613903"/>
                </a:lnTo>
                <a:close/>
                <a:lnTo>
                  <a:pt x="473685" y="543811"/>
                </a:lnTo>
                <a:close/>
                <a:lnTo>
                  <a:pt x="475174" y="547457"/>
                </a:lnTo>
                <a:close/>
                <a:lnTo>
                  <a:pt x="476664" y="643386"/>
                </a:lnTo>
                <a:close/>
                <a:lnTo>
                  <a:pt x="479643" y="579518"/>
                </a:lnTo>
                <a:close/>
                <a:lnTo>
                  <a:pt x="481133" y="576641"/>
                </a:lnTo>
                <a:close/>
                <a:lnTo>
                  <a:pt x="484112" y="413819"/>
                </a:lnTo>
                <a:close/>
                <a:lnTo>
                  <a:pt x="487091" y="608449"/>
                </a:lnTo>
                <a:close/>
                <a:lnTo>
                  <a:pt x="488581" y="730870"/>
                </a:lnTo>
                <a:close/>
                <a:lnTo>
                  <a:pt x="491560" y="584872"/>
                </a:lnTo>
                <a:close/>
                <a:lnTo>
                  <a:pt x="496029" y="387299"/>
                </a:lnTo>
                <a:close/>
                <a:lnTo>
                  <a:pt x="497518" y="456220"/>
                </a:lnTo>
                <a:close/>
                <a:lnTo>
                  <a:pt x="499008" y="600346"/>
                </a:lnTo>
                <a:close/>
                <a:lnTo>
                  <a:pt x="500497" y="312272"/>
                </a:lnTo>
                <a:close/>
                <a:lnTo>
                  <a:pt x="501987" y="356137"/>
                </a:lnTo>
                <a:close/>
                <a:lnTo>
                  <a:pt x="503476" y="193240"/>
                </a:lnTo>
                <a:close/>
                <a:lnTo>
                  <a:pt x="504966" y="315213"/>
                </a:lnTo>
                <a:close/>
                <a:lnTo>
                  <a:pt x="506456" y="262481"/>
                </a:lnTo>
                <a:close/>
                <a:lnTo>
                  <a:pt x="509435" y="381806"/>
                </a:lnTo>
                <a:close/>
                <a:lnTo>
                  <a:pt x="510924" y="342746"/>
                </a:lnTo>
                <a:close/>
                <a:lnTo>
                  <a:pt x="512414" y="411374"/>
                </a:lnTo>
                <a:close/>
                <a:lnTo>
                  <a:pt x="515393" y="333521"/>
                </a:lnTo>
                <a:close/>
                <a:lnTo>
                  <a:pt x="516883" y="176819"/>
                </a:lnTo>
                <a:close/>
                <a:lnTo>
                  <a:pt x="518372" y="178263"/>
                </a:lnTo>
                <a:close/>
                <a:lnTo>
                  <a:pt x="519862" y="336021"/>
                </a:lnTo>
                <a:close/>
                <a:lnTo>
                  <a:pt x="521351" y="259282"/>
                </a:lnTo>
                <a:close/>
                <a:lnTo>
                  <a:pt x="522841" y="318477"/>
                </a:lnTo>
                <a:close/>
                <a:lnTo>
                  <a:pt x="524330" y="293945"/>
                </a:lnTo>
                <a:close/>
                <a:lnTo>
                  <a:pt x="525820" y="466341"/>
                </a:lnTo>
                <a:close/>
                <a:lnTo>
                  <a:pt x="527310" y="466621"/>
                </a:lnTo>
                <a:close/>
                <a:lnTo>
                  <a:pt x="528799" y="420625"/>
                </a:lnTo>
                <a:close/>
                <a:lnTo>
                  <a:pt x="530289" y="311767"/>
                </a:lnTo>
                <a:close/>
                <a:lnTo>
                  <a:pt x="534757" y="452651"/>
                </a:lnTo>
                <a:close/>
                <a:lnTo>
                  <a:pt x="537737" y="320821"/>
                </a:lnTo>
                <a:close/>
                <a:lnTo>
                  <a:pt x="539226" y="439750"/>
                </a:lnTo>
                <a:close/>
                <a:lnTo>
                  <a:pt x="540716" y="330707"/>
                </a:lnTo>
                <a:close/>
                <a:lnTo>
                  <a:pt x="542205" y="484947"/>
                </a:lnTo>
                <a:close/>
                <a:lnTo>
                  <a:pt x="543695" y="399633"/>
                </a:lnTo>
                <a:close/>
                <a:lnTo>
                  <a:pt x="546674" y="536977"/>
                </a:lnTo>
                <a:close/>
                <a:lnTo>
                  <a:pt x="549653" y="506225"/>
                </a:lnTo>
                <a:close/>
                <a:lnTo>
                  <a:pt x="551143" y="483910"/>
                </a:lnTo>
                <a:close/>
                <a:lnTo>
                  <a:pt x="554122" y="644533"/>
                </a:lnTo>
                <a:close/>
                <a:lnTo>
                  <a:pt x="560080" y="332460"/>
                </a:lnTo>
                <a:close/>
                <a:lnTo>
                  <a:pt x="561570" y="391668"/>
                </a:lnTo>
                <a:close/>
                <a:lnTo>
                  <a:pt x="563059" y="302306"/>
                </a:lnTo>
                <a:close/>
                <a:lnTo>
                  <a:pt x="564549" y="306767"/>
                </a:lnTo>
                <a:close/>
                <a:lnTo>
                  <a:pt x="566039" y="296279"/>
                </a:lnTo>
                <a:close/>
                <a:lnTo>
                  <a:pt x="567528" y="356806"/>
                </a:lnTo>
                <a:close/>
                <a:lnTo>
                  <a:pt x="569018" y="339555"/>
                </a:lnTo>
                <a:close/>
                <a:lnTo>
                  <a:pt x="570507" y="362585"/>
                </a:lnTo>
                <a:close/>
                <a:lnTo>
                  <a:pt x="571997" y="601217"/>
                </a:lnTo>
                <a:close/>
                <a:lnTo>
                  <a:pt x="573486" y="516001"/>
                </a:lnTo>
                <a:close/>
                <a:lnTo>
                  <a:pt x="574976" y="516001"/>
                </a:lnTo>
                <a:close/>
                <a:lnTo>
                  <a:pt x="576466" y="528332"/>
                </a:lnTo>
                <a:close/>
                <a:lnTo>
                  <a:pt x="577955" y="527905"/>
                </a:lnTo>
                <a:close/>
                <a:lnTo>
                  <a:pt x="579445" y="488222"/>
                </a:lnTo>
                <a:close/>
                <a:lnTo>
                  <a:pt x="580934" y="396389"/>
                </a:lnTo>
                <a:close/>
                <a:lnTo>
                  <a:pt x="582424" y="458203"/>
                </a:lnTo>
                <a:close/>
                <a:lnTo>
                  <a:pt x="583914" y="409170"/>
                </a:lnTo>
                <a:close/>
                <a:lnTo>
                  <a:pt x="586893" y="0"/>
                </a:lnTo>
                <a:close/>
                <a:lnTo>
                  <a:pt x="588382" y="116180"/>
                </a:lnTo>
                <a:close/>
                <a:lnTo>
                  <a:pt x="589872" y="442466"/>
                </a:lnTo>
                <a:close/>
                <a:lnTo>
                  <a:pt x="591361" y="394687"/>
                </a:lnTo>
                <a:close/>
                <a:lnTo>
                  <a:pt x="592851" y="398119"/>
                </a:lnTo>
                <a:close/>
                <a:lnTo>
                  <a:pt x="594341" y="234089"/>
                </a:lnTo>
                <a:close/>
                <a:lnTo>
                  <a:pt x="598809" y="325888"/>
                </a:lnTo>
                <a:close/>
                <a:lnTo>
                  <a:pt x="600299" y="308200"/>
                </a:lnTo>
                <a:close/>
                <a:lnTo>
                  <a:pt x="604768" y="650528"/>
                </a:lnTo>
                <a:close/>
                <a:lnTo>
                  <a:pt x="606257" y="617175"/>
                </a:lnTo>
                <a:close/>
                <a:lnTo>
                  <a:pt x="609236" y="417624"/>
                </a:lnTo>
                <a:close/>
                <a:lnTo>
                  <a:pt x="612215" y="502776"/>
                </a:lnTo>
                <a:close/>
                <a:lnTo>
                  <a:pt x="613705" y="456806"/>
                </a:lnTo>
                <a:close/>
                <a:lnTo>
                  <a:pt x="616684" y="338869"/>
                </a:lnTo>
                <a:close/>
                <a:lnTo>
                  <a:pt x="618174" y="342057"/>
                </a:lnTo>
                <a:close/>
                <a:lnTo>
                  <a:pt x="619663" y="334353"/>
                </a:lnTo>
                <a:close/>
                <a:lnTo>
                  <a:pt x="621153" y="265202"/>
                </a:lnTo>
                <a:close/>
                <a:lnTo>
                  <a:pt x="624132" y="330411"/>
                </a:lnTo>
                <a:close/>
                <a:lnTo>
                  <a:pt x="625622" y="342277"/>
                </a:lnTo>
                <a:close/>
                <a:lnTo>
                  <a:pt x="627111" y="341685"/>
                </a:lnTo>
                <a:close/>
                <a:lnTo>
                  <a:pt x="628601" y="338740"/>
                </a:lnTo>
                <a:close/>
                <a:lnTo>
                  <a:pt x="630090" y="340582"/>
                </a:lnTo>
                <a:close/>
                <a:lnTo>
                  <a:pt x="631580" y="319372"/>
                </a:lnTo>
                <a:close/>
                <a:lnTo>
                  <a:pt x="633070" y="216736"/>
                </a:lnTo>
                <a:close/>
                <a:lnTo>
                  <a:pt x="636049" y="446403"/>
                </a:lnTo>
                <a:close/>
                <a:lnTo>
                  <a:pt x="637538" y="408388"/>
                </a:lnTo>
                <a:close/>
                <a:lnTo>
                  <a:pt x="640517" y="409886"/>
                </a:lnTo>
                <a:close/>
                <a:lnTo>
                  <a:pt x="642007" y="362810"/>
                </a:lnTo>
                <a:close/>
                <a:lnTo>
                  <a:pt x="644986" y="546441"/>
                </a:lnTo>
                <a:close/>
                <a:lnTo>
                  <a:pt x="646476" y="673406"/>
                </a:lnTo>
                <a:close/>
                <a:lnTo>
                  <a:pt x="647965" y="567904"/>
                </a:lnTo>
                <a:close/>
                <a:lnTo>
                  <a:pt x="649455" y="582526"/>
                </a:lnTo>
                <a:close/>
                <a:lnTo>
                  <a:pt x="650944" y="547554"/>
                </a:lnTo>
                <a:close/>
                <a:lnTo>
                  <a:pt x="652434" y="559773"/>
                </a:lnTo>
                <a:close/>
                <a:lnTo>
                  <a:pt x="655413" y="607676"/>
                </a:lnTo>
                <a:close/>
                <a:lnTo>
                  <a:pt x="656903" y="562054"/>
                </a:lnTo>
                <a:close/>
                <a:lnTo>
                  <a:pt x="659882" y="713863"/>
                </a:lnTo>
                <a:close/>
                <a:lnTo>
                  <a:pt x="661371" y="651344"/>
                </a:lnTo>
                <a:close/>
                <a:lnTo>
                  <a:pt x="662861" y="382140"/>
                </a:lnTo>
                <a:close/>
                <a:lnTo>
                  <a:pt x="664351" y="445341"/>
                </a:lnTo>
                <a:close/>
                <a:lnTo>
                  <a:pt x="665840" y="332572"/>
                </a:lnTo>
                <a:close/>
                <a:lnTo>
                  <a:pt x="667330" y="373489"/>
                </a:lnTo>
                <a:close/>
                <a:lnTo>
                  <a:pt x="668819" y="322446"/>
                </a:lnTo>
                <a:close/>
                <a:lnTo>
                  <a:pt x="670309" y="191963"/>
                </a:lnTo>
                <a:close/>
                <a:lnTo>
                  <a:pt x="671799" y="312762"/>
                </a:lnTo>
                <a:close/>
                <a:lnTo>
                  <a:pt x="673288" y="318853"/>
                </a:lnTo>
                <a:close/>
                <a:lnTo>
                  <a:pt x="674778" y="522509"/>
                </a:lnTo>
                <a:close/>
                <a:lnTo>
                  <a:pt x="677757" y="256666"/>
                </a:lnTo>
                <a:close/>
                <a:lnTo>
                  <a:pt x="680736" y="480031"/>
                </a:lnTo>
                <a:close/>
                <a:lnTo>
                  <a:pt x="683715" y="177593"/>
                </a:lnTo>
                <a:close/>
                <a:lnTo>
                  <a:pt x="685205" y="145388"/>
                </a:lnTo>
                <a:close/>
                <a:lnTo>
                  <a:pt x="686694" y="191428"/>
                </a:lnTo>
                <a:close/>
                <a:lnTo>
                  <a:pt x="688184" y="383659"/>
                </a:lnTo>
                <a:close/>
                <a:lnTo>
                  <a:pt x="691163" y="238251"/>
                </a:lnTo>
                <a:close/>
                <a:lnTo>
                  <a:pt x="694142" y="349117"/>
                </a:lnTo>
                <a:close/>
                <a:lnTo>
                  <a:pt x="698611" y="214892"/>
                </a:lnTo>
                <a:close/>
                <a:lnTo>
                  <a:pt x="700100" y="606593"/>
                </a:lnTo>
                <a:close/>
                <a:lnTo>
                  <a:pt x="701590" y="563585"/>
                </a:lnTo>
                <a:close/>
                <a:lnTo>
                  <a:pt x="704569" y="337696"/>
                </a:lnTo>
                <a:close/>
                <a:lnTo>
                  <a:pt x="706059" y="331319"/>
                </a:lnTo>
                <a:close/>
                <a:lnTo>
                  <a:pt x="707548" y="491514"/>
                </a:lnTo>
                <a:close/>
                <a:lnTo>
                  <a:pt x="709038" y="487732"/>
                </a:lnTo>
                <a:close/>
                <a:lnTo>
                  <a:pt x="713507" y="167603"/>
                </a:lnTo>
                <a:close/>
                <a:lnTo>
                  <a:pt x="714996" y="126119"/>
                </a:lnTo>
                <a:close/>
                <a:lnTo>
                  <a:pt x="716486" y="41410"/>
                </a:lnTo>
                <a:close/>
                <a:lnTo>
                  <a:pt x="719465" y="258433"/>
                </a:lnTo>
                <a:close/>
                <a:lnTo>
                  <a:pt x="720955" y="397673"/>
                </a:lnTo>
                <a:close/>
                <a:lnTo>
                  <a:pt x="722444" y="262484"/>
                </a:lnTo>
                <a:close/>
                <a:lnTo>
                  <a:pt x="723934" y="265677"/>
                </a:lnTo>
                <a:close/>
                <a:lnTo>
                  <a:pt x="726913" y="126174"/>
                </a:lnTo>
                <a:close/>
                <a:lnTo>
                  <a:pt x="728402" y="231597"/>
                </a:lnTo>
                <a:close/>
                <a:lnTo>
                  <a:pt x="729892" y="519511"/>
                </a:lnTo>
                <a:close/>
                <a:lnTo>
                  <a:pt x="732871" y="262371"/>
                </a:lnTo>
                <a:close/>
                <a:lnTo>
                  <a:pt x="734361" y="281630"/>
                </a:lnTo>
                <a:close/>
                <a:lnTo>
                  <a:pt x="735850" y="380105"/>
                </a:lnTo>
                <a:close/>
                <a:lnTo>
                  <a:pt x="737340" y="581117"/>
                </a:lnTo>
                <a:close/>
                <a:lnTo>
                  <a:pt x="738829" y="538441"/>
                </a:lnTo>
                <a:close/>
                <a:lnTo>
                  <a:pt x="740319" y="416320"/>
                </a:lnTo>
                <a:close/>
                <a:lnTo>
                  <a:pt x="741809" y="564400"/>
                </a:lnTo>
                <a:close/>
                <a:lnTo>
                  <a:pt x="743298" y="481089"/>
                </a:lnTo>
                <a:close/>
                <a:lnTo>
                  <a:pt x="746277" y="626641"/>
                </a:lnTo>
                <a:close/>
                <a:lnTo>
                  <a:pt x="747767" y="598079"/>
                </a:lnTo>
                <a:close/>
                <a:lnTo>
                  <a:pt x="750746" y="469678"/>
                </a:lnTo>
                <a:close/>
                <a:lnTo>
                  <a:pt x="752236" y="485161"/>
                </a:lnTo>
                <a:close/>
                <a:lnTo>
                  <a:pt x="753725" y="467153"/>
                </a:lnTo>
                <a:close/>
                <a:lnTo>
                  <a:pt x="756704" y="278368"/>
                </a:lnTo>
                <a:close/>
                <a:lnTo>
                  <a:pt x="759683" y="339006"/>
                </a:lnTo>
                <a:close/>
                <a:lnTo>
                  <a:pt x="761173" y="339006"/>
                </a:lnTo>
                <a:close/>
                <a:lnTo>
                  <a:pt x="764152" y="453596"/>
                </a:lnTo>
                <a:close/>
                <a:lnTo>
                  <a:pt x="767131" y="282720"/>
                </a:lnTo>
                <a:close/>
                <a:lnTo>
                  <a:pt x="768621" y="506222"/>
                </a:lnTo>
                <a:close/>
                <a:lnTo>
                  <a:pt x="771600" y="322002"/>
                </a:lnTo>
                <a:close/>
                <a:lnTo>
                  <a:pt x="773090" y="422040"/>
                </a:lnTo>
                <a:close/>
                <a:lnTo>
                  <a:pt x="774579" y="375830"/>
                </a:lnTo>
                <a:close/>
                <a:lnTo>
                  <a:pt x="776069" y="173591"/>
                </a:lnTo>
                <a:close/>
                <a:lnTo>
                  <a:pt x="777558" y="207395"/>
                </a:lnTo>
                <a:close/>
                <a:lnTo>
                  <a:pt x="779048" y="151541"/>
                </a:lnTo>
                <a:close/>
                <a:lnTo>
                  <a:pt x="780538" y="264327"/>
                </a:lnTo>
                <a:close/>
                <a:lnTo>
                  <a:pt x="782027" y="218126"/>
                </a:lnTo>
                <a:close/>
                <a:lnTo>
                  <a:pt x="783517" y="227745"/>
                </a:lnTo>
                <a:close/>
                <a:lnTo>
                  <a:pt x="786496" y="299876"/>
                </a:lnTo>
                <a:close/>
                <a:lnTo>
                  <a:pt x="787985" y="449135"/>
                </a:lnTo>
                <a:close/>
                <a:lnTo>
                  <a:pt x="789475" y="344193"/>
                </a:lnTo>
                <a:close/>
                <a:lnTo>
                  <a:pt x="792454" y="624452"/>
                </a:lnTo>
                <a:close/>
                <a:lnTo>
                  <a:pt x="793944" y="617121"/>
                </a:lnTo>
                <a:close/>
                <a:lnTo>
                  <a:pt x="795433" y="734758"/>
                </a:lnTo>
                <a:close/>
                <a:lnTo>
                  <a:pt x="798412" y="299897"/>
                </a:lnTo>
                <a:close/>
                <a:lnTo>
                  <a:pt x="799902" y="420289"/>
                </a:lnTo>
                <a:close/>
                <a:lnTo>
                  <a:pt x="801392" y="420294"/>
                </a:lnTo>
                <a:close/>
                <a:lnTo>
                  <a:pt x="802881" y="510842"/>
                </a:lnTo>
                <a:close/>
                <a:lnTo>
                  <a:pt x="805860" y="283366"/>
                </a:lnTo>
                <a:close/>
                <a:lnTo>
                  <a:pt x="807350" y="231151"/>
                </a:lnTo>
                <a:close/>
                <a:lnTo>
                  <a:pt x="808840" y="248869"/>
                </a:lnTo>
                <a:close/>
                <a:lnTo>
                  <a:pt x="810329" y="298215"/>
                </a:lnTo>
                <a:close/>
                <a:lnTo>
                  <a:pt x="811819" y="248846"/>
                </a:lnTo>
                <a:close/>
                <a:lnTo>
                  <a:pt x="814798" y="362644"/>
                </a:lnTo>
                <a:close/>
                <a:lnTo>
                  <a:pt x="816287" y="357427"/>
                </a:lnTo>
                <a:close/>
                <a:lnTo>
                  <a:pt x="817777" y="367318"/>
                </a:lnTo>
                <a:close/>
                <a:lnTo>
                  <a:pt x="819267" y="119984"/>
                </a:lnTo>
                <a:close/>
                <a:lnTo>
                  <a:pt x="822246" y="262059"/>
                </a:lnTo>
                <a:close/>
                <a:lnTo>
                  <a:pt x="823735" y="258348"/>
                </a:lnTo>
                <a:close/>
                <a:lnTo>
                  <a:pt x="825225" y="284368"/>
                </a:lnTo>
                <a:close/>
                <a:lnTo>
                  <a:pt x="826714" y="357585"/>
                </a:lnTo>
                <a:close/>
                <a:lnTo>
                  <a:pt x="828204" y="214505"/>
                </a:lnTo>
                <a:close/>
                <a:lnTo>
                  <a:pt x="831183" y="373793"/>
                </a:lnTo>
                <a:close/>
                <a:lnTo>
                  <a:pt x="834162" y="231834"/>
                </a:lnTo>
                <a:close/>
                <a:lnTo>
                  <a:pt x="835652" y="285929"/>
                </a:lnTo>
                <a:close/>
                <a:lnTo>
                  <a:pt x="837141" y="224741"/>
                </a:lnTo>
                <a:close/>
                <a:lnTo>
                  <a:pt x="841610" y="601534"/>
                </a:lnTo>
                <a:close/>
                <a:lnTo>
                  <a:pt x="843100" y="601257"/>
                </a:lnTo>
                <a:close/>
                <a:lnTo>
                  <a:pt x="844589" y="703278"/>
                </a:lnTo>
                <a:close/>
                <a:lnTo>
                  <a:pt x="847568" y="433892"/>
                </a:lnTo>
                <a:close/>
                <a:lnTo>
                  <a:pt x="849058" y="407612"/>
                </a:lnTo>
                <a:close/>
                <a:lnTo>
                  <a:pt x="852037" y="558946"/>
                </a:lnTo>
                <a:close/>
                <a:lnTo>
                  <a:pt x="853527" y="437281"/>
                </a:lnTo>
                <a:close/>
                <a:lnTo>
                  <a:pt x="856506" y="554203"/>
                </a:lnTo>
                <a:close/>
                <a:lnTo>
                  <a:pt x="860975" y="691567"/>
                </a:lnTo>
                <a:close/>
                <a:lnTo>
                  <a:pt x="862464" y="612598"/>
                </a:lnTo>
                <a:close/>
                <a:lnTo>
                  <a:pt x="863954" y="431814"/>
                </a:lnTo>
                <a:close/>
                <a:lnTo>
                  <a:pt x="865443" y="527167"/>
                </a:lnTo>
                <a:close/>
                <a:lnTo>
                  <a:pt x="866933" y="415626"/>
                </a:lnTo>
                <a:close/>
                <a:lnTo>
                  <a:pt x="869912" y="557130"/>
                </a:lnTo>
                <a:close/>
                <a:lnTo>
                  <a:pt x="871402" y="492406"/>
                </a:lnTo>
                <a:close/>
                <a:lnTo>
                  <a:pt x="872891" y="527484"/>
                </a:lnTo>
                <a:close/>
                <a:lnTo>
                  <a:pt x="874381" y="668912"/>
                </a:lnTo>
                <a:close/>
                <a:lnTo>
                  <a:pt x="878850" y="599472"/>
                </a:lnTo>
                <a:close/>
                <a:lnTo>
                  <a:pt x="880339" y="540916"/>
                </a:lnTo>
                <a:close/>
                <a:lnTo>
                  <a:pt x="881829" y="414162"/>
                </a:lnTo>
                <a:close/>
                <a:lnTo>
                  <a:pt x="883318" y="412075"/>
                </a:lnTo>
                <a:close/>
                <a:lnTo>
                  <a:pt x="884808" y="393933"/>
                </a:lnTo>
                <a:close/>
                <a:lnTo>
                  <a:pt x="887787" y="269628"/>
                </a:lnTo>
                <a:close/>
                <a:lnTo>
                  <a:pt x="889277" y="269628"/>
                </a:lnTo>
                <a:close/>
                <a:lnTo>
                  <a:pt x="890766" y="404103"/>
                </a:lnTo>
                <a:close/>
                <a:lnTo>
                  <a:pt x="893745" y="262200"/>
                </a:lnTo>
                <a:close/>
                <a:lnTo>
                  <a:pt x="895235" y="223856"/>
                </a:lnTo>
                <a:close/>
                <a:lnTo>
                  <a:pt x="896724" y="354526"/>
                </a:lnTo>
                <a:close/>
                <a:lnTo>
                  <a:pt x="898214" y="344621"/>
                </a:lnTo>
                <a:close/>
                <a:lnTo>
                  <a:pt x="899704" y="385760"/>
                </a:lnTo>
                <a:close/>
                <a:lnTo>
                  <a:pt x="902683" y="537700"/>
                </a:lnTo>
                <a:close/>
                <a:lnTo>
                  <a:pt x="905662" y="682056"/>
                </a:lnTo>
                <a:close/>
                <a:lnTo>
                  <a:pt x="907152" y="659283"/>
                </a:lnTo>
                <a:close/>
                <a:lnTo>
                  <a:pt x="908641" y="519919"/>
                </a:lnTo>
                <a:close/>
                <a:lnTo>
                  <a:pt x="910131" y="631346"/>
                </a:lnTo>
                <a:close/>
                <a:lnTo>
                  <a:pt x="911620" y="423118"/>
                </a:lnTo>
                <a:close/>
                <a:lnTo>
                  <a:pt x="913110" y="438475"/>
                </a:lnTo>
                <a:close/>
                <a:lnTo>
                  <a:pt x="914599" y="403585"/>
                </a:lnTo>
                <a:close/>
                <a:lnTo>
                  <a:pt x="916089" y="316214"/>
                </a:lnTo>
                <a:close/>
                <a:lnTo>
                  <a:pt x="917579" y="424676"/>
                </a:lnTo>
                <a:close/>
                <a:lnTo>
                  <a:pt x="919068" y="282391"/>
                </a:lnTo>
                <a:close/>
                <a:lnTo>
                  <a:pt x="925026" y="606425"/>
                </a:lnTo>
                <a:close/>
                <a:lnTo>
                  <a:pt x="926516" y="640680"/>
                </a:lnTo>
                <a:close/>
                <a:lnTo>
                  <a:pt x="928006" y="561790"/>
                </a:lnTo>
                <a:close/>
                <a:lnTo>
                  <a:pt x="929495" y="577188"/>
                </a:lnTo>
                <a:close/>
                <a:lnTo>
                  <a:pt x="930985" y="395817"/>
                </a:lnTo>
                <a:close/>
                <a:lnTo>
                  <a:pt x="932474" y="462674"/>
                </a:lnTo>
                <a:close/>
                <a:lnTo>
                  <a:pt x="933964" y="594668"/>
                </a:lnTo>
                <a:close/>
                <a:lnTo>
                  <a:pt x="935453" y="499894"/>
                </a:lnTo>
                <a:close/>
                <a:lnTo>
                  <a:pt x="936943" y="562953"/>
                </a:lnTo>
                <a:close/>
                <a:lnTo>
                  <a:pt x="938433" y="397059"/>
                </a:lnTo>
                <a:close/>
                <a:lnTo>
                  <a:pt x="941412" y="681017"/>
                </a:lnTo>
                <a:close/>
                <a:lnTo>
                  <a:pt x="945881" y="455277"/>
                </a:lnTo>
                <a:close/>
                <a:lnTo>
                  <a:pt x="947370" y="398411"/>
                </a:lnTo>
                <a:close/>
                <a:lnTo>
                  <a:pt x="948860" y="568588"/>
                </a:lnTo>
                <a:close/>
                <a:lnTo>
                  <a:pt x="950349" y="521088"/>
                </a:lnTo>
                <a:close/>
                <a:lnTo>
                  <a:pt x="953328" y="713940"/>
                </a:lnTo>
                <a:close/>
                <a:lnTo>
                  <a:pt x="954818" y="628771"/>
                </a:lnTo>
                <a:close/>
                <a:lnTo>
                  <a:pt x="956308" y="767626"/>
                </a:lnTo>
                <a:close/>
                <a:lnTo>
                  <a:pt x="957797" y="766443"/>
                </a:lnTo>
                <a:close/>
                <a:lnTo>
                  <a:pt x="962266" y="537981"/>
                </a:lnTo>
                <a:close/>
                <a:lnTo>
                  <a:pt x="963755" y="556738"/>
                </a:lnTo>
                <a:close/>
                <a:lnTo>
                  <a:pt x="966735" y="372079"/>
                </a:lnTo>
                <a:close/>
                <a:lnTo>
                  <a:pt x="971203" y="476275"/>
                </a:lnTo>
                <a:close/>
                <a:lnTo>
                  <a:pt x="972693" y="426692"/>
                </a:lnTo>
                <a:close/>
                <a:lnTo>
                  <a:pt x="974182" y="464807"/>
                </a:lnTo>
                <a:close/>
                <a:lnTo>
                  <a:pt x="975672" y="453015"/>
                </a:lnTo>
                <a:close/>
                <a:lnTo>
                  <a:pt x="977162" y="485606"/>
                </a:lnTo>
                <a:close/>
                <a:lnTo>
                  <a:pt x="980141" y="282917"/>
                </a:lnTo>
                <a:close/>
                <a:lnTo>
                  <a:pt x="981630" y="286821"/>
                </a:lnTo>
                <a:close/>
                <a:lnTo>
                  <a:pt x="984609" y="260104"/>
                </a:lnTo>
                <a:close/>
                <a:lnTo>
                  <a:pt x="986099" y="291537"/>
                </a:lnTo>
                <a:close/>
                <a:lnTo>
                  <a:pt x="987589" y="375838"/>
                </a:lnTo>
                <a:close/>
                <a:lnTo>
                  <a:pt x="989078" y="298615"/>
                </a:lnTo>
                <a:close/>
                <a:lnTo>
                  <a:pt x="992057" y="461414"/>
                </a:lnTo>
                <a:close/>
                <a:lnTo>
                  <a:pt x="993547" y="377851"/>
                </a:lnTo>
                <a:close/>
                <a:lnTo>
                  <a:pt x="995037" y="514813"/>
                </a:lnTo>
                <a:close/>
                <a:lnTo>
                  <a:pt x="998016" y="413741"/>
                </a:lnTo>
                <a:close/>
                <a:lnTo>
                  <a:pt x="999505" y="484471"/>
                </a:lnTo>
                <a:close/>
                <a:lnTo>
                  <a:pt x="1000995" y="396689"/>
                </a:lnTo>
                <a:close/>
                <a:lnTo>
                  <a:pt x="1002484" y="197708"/>
                </a:lnTo>
                <a:close/>
                <a:lnTo>
                  <a:pt x="1003974" y="207698"/>
                </a:lnTo>
                <a:close/>
                <a:lnTo>
                  <a:pt x="1005464" y="197544"/>
                </a:lnTo>
                <a:close/>
                <a:lnTo>
                  <a:pt x="1009932" y="104695"/>
                </a:lnTo>
                <a:close/>
                <a:lnTo>
                  <a:pt x="1012911" y="235890"/>
                </a:lnTo>
                <a:close/>
                <a:lnTo>
                  <a:pt x="1014401" y="229207"/>
                </a:lnTo>
                <a:close/>
                <a:lnTo>
                  <a:pt x="1015891" y="136830"/>
                </a:lnTo>
                <a:close/>
                <a:lnTo>
                  <a:pt x="1017380" y="135445"/>
                </a:lnTo>
                <a:close/>
                <a:lnTo>
                  <a:pt x="1018870" y="36748"/>
                </a:lnTo>
                <a:close/>
                <a:lnTo>
                  <a:pt x="1021849" y="171666"/>
                </a:lnTo>
                <a:close/>
                <a:lnTo>
                  <a:pt x="1023338" y="130892"/>
                </a:lnTo>
                <a:close/>
                <a:lnTo>
                  <a:pt x="1030786" y="531698"/>
                </a:lnTo>
                <a:close/>
                <a:lnTo>
                  <a:pt x="1032276" y="512393"/>
                </a:lnTo>
                <a:close/>
                <a:lnTo>
                  <a:pt x="1033766" y="352239"/>
                </a:lnTo>
                <a:close/>
                <a:lnTo>
                  <a:pt x="1035255" y="379616"/>
                </a:lnTo>
                <a:close/>
                <a:lnTo>
                  <a:pt x="1036745" y="376301"/>
                </a:lnTo>
                <a:close/>
                <a:lnTo>
                  <a:pt x="1038234" y="465655"/>
                </a:lnTo>
                <a:close/>
                <a:lnTo>
                  <a:pt x="1039724" y="465655"/>
                </a:lnTo>
                <a:close/>
                <a:lnTo>
                  <a:pt x="1042703" y="355581"/>
                </a:lnTo>
                <a:close/>
                <a:lnTo>
                  <a:pt x="1047172" y="568140"/>
                </a:lnTo>
                <a:close/>
                <a:lnTo>
                  <a:pt x="1048661" y="442238"/>
                </a:lnTo>
                <a:close/>
                <a:lnTo>
                  <a:pt x="1050151" y="490336"/>
                </a:lnTo>
                <a:close/>
                <a:lnTo>
                  <a:pt x="1053130" y="216512"/>
                </a:lnTo>
                <a:close/>
                <a:lnTo>
                  <a:pt x="1057599" y="411575"/>
                </a:lnTo>
                <a:close/>
                <a:lnTo>
                  <a:pt x="1059088" y="398353"/>
                </a:lnTo>
                <a:close/>
                <a:lnTo>
                  <a:pt x="1060578" y="480214"/>
                </a:lnTo>
                <a:close/>
                <a:lnTo>
                  <a:pt x="1063557" y="363231"/>
                </a:lnTo>
                <a:close/>
                <a:lnTo>
                  <a:pt x="1065047" y="414371"/>
                </a:lnTo>
                <a:close/>
                <a:lnTo>
                  <a:pt x="1068026" y="248813"/>
                </a:lnTo>
                <a:close/>
                <a:lnTo>
                  <a:pt x="1069515" y="292861"/>
                </a:lnTo>
                <a:close/>
                <a:lnTo>
                  <a:pt x="1072494" y="465748"/>
                </a:lnTo>
                <a:close/>
                <a:lnTo>
                  <a:pt x="1075474" y="498807"/>
                </a:lnTo>
                <a:close/>
                <a:lnTo>
                  <a:pt x="1078453" y="390527"/>
                </a:lnTo>
                <a:close/>
                <a:lnTo>
                  <a:pt x="1079942" y="353722"/>
                </a:lnTo>
                <a:close/>
                <a:lnTo>
                  <a:pt x="1081432" y="196091"/>
                </a:lnTo>
                <a:close/>
                <a:lnTo>
                  <a:pt x="1082922" y="232267"/>
                </a:lnTo>
                <a:close/>
                <a:lnTo>
                  <a:pt x="1085901" y="378134"/>
                </a:lnTo>
                <a:close/>
                <a:lnTo>
                  <a:pt x="1087390" y="424509"/>
                </a:lnTo>
                <a:close/>
                <a:lnTo>
                  <a:pt x="1090369" y="295659"/>
                </a:lnTo>
                <a:close/>
                <a:lnTo>
                  <a:pt x="1091859" y="346315"/>
                </a:lnTo>
                <a:close/>
                <a:lnTo>
                  <a:pt x="1094838" y="675473"/>
                </a:lnTo>
                <a:close/>
                <a:lnTo>
                  <a:pt x="1096328" y="666527"/>
                </a:lnTo>
                <a:close/>
                <a:lnTo>
                  <a:pt x="1099307" y="477016"/>
                </a:lnTo>
                <a:close/>
                <a:lnTo>
                  <a:pt x="1100796" y="486157"/>
                </a:lnTo>
                <a:close/>
                <a:lnTo>
                  <a:pt x="1102286" y="579873"/>
                </a:lnTo>
                <a:close/>
                <a:lnTo>
                  <a:pt x="1103776" y="558504"/>
                </a:lnTo>
                <a:close/>
                <a:lnTo>
                  <a:pt x="1105265" y="633301"/>
                </a:lnTo>
                <a:close/>
                <a:lnTo>
                  <a:pt x="1108244" y="369144"/>
                </a:lnTo>
                <a:close/>
                <a:lnTo>
                  <a:pt x="1111223" y="318053"/>
                </a:lnTo>
                <a:close/>
                <a:lnTo>
                  <a:pt x="1112713" y="361070"/>
                </a:lnTo>
                <a:close/>
                <a:lnTo>
                  <a:pt x="1114203" y="267956"/>
                </a:lnTo>
                <a:close/>
                <a:lnTo>
                  <a:pt x="1115692" y="287952"/>
                </a:lnTo>
                <a:close/>
                <a:lnTo>
                  <a:pt x="1117182" y="467133"/>
                </a:lnTo>
                <a:close/>
                <a:lnTo>
                  <a:pt x="1118671" y="352928"/>
                </a:lnTo>
                <a:close/>
                <a:lnTo>
                  <a:pt x="1120161" y="531166"/>
                </a:lnTo>
                <a:close/>
                <a:lnTo>
                  <a:pt x="1121650" y="495180"/>
                </a:lnTo>
                <a:close/>
                <a:lnTo>
                  <a:pt x="1123140" y="634459"/>
                </a:lnTo>
                <a:close/>
                <a:lnTo>
                  <a:pt x="1124630" y="624866"/>
                </a:lnTo>
                <a:close/>
                <a:lnTo>
                  <a:pt x="1126119" y="503651"/>
                </a:lnTo>
                <a:close/>
                <a:lnTo>
                  <a:pt x="1127609" y="505746"/>
                </a:lnTo>
                <a:close/>
                <a:lnTo>
                  <a:pt x="1129098" y="385994"/>
                </a:lnTo>
                <a:close/>
                <a:lnTo>
                  <a:pt x="1133567" y="679635"/>
                </a:lnTo>
                <a:close/>
                <a:lnTo>
                  <a:pt x="1135057" y="669891"/>
                </a:lnTo>
                <a:close/>
                <a:lnTo>
                  <a:pt x="1136546" y="931026"/>
                </a:lnTo>
                <a:close/>
                <a:lnTo>
                  <a:pt x="1141015" y="305186"/>
                </a:lnTo>
                <a:close/>
                <a:lnTo>
                  <a:pt x="1142505" y="403660"/>
                </a:lnTo>
                <a:close/>
                <a:lnTo>
                  <a:pt x="1143994" y="343497"/>
                </a:lnTo>
                <a:close/>
                <a:lnTo>
                  <a:pt x="1145484" y="368165"/>
                </a:lnTo>
                <a:close/>
                <a:lnTo>
                  <a:pt x="1146973" y="350100"/>
                </a:lnTo>
                <a:close/>
                <a:lnTo>
                  <a:pt x="1148463" y="435693"/>
                </a:lnTo>
                <a:close/>
                <a:lnTo>
                  <a:pt x="1149952" y="326212"/>
                </a:lnTo>
                <a:close/>
                <a:lnTo>
                  <a:pt x="1155911" y="655168"/>
                </a:lnTo>
                <a:close/>
                <a:lnTo>
                  <a:pt x="1157400" y="469864"/>
                </a:lnTo>
                <a:close/>
                <a:lnTo>
                  <a:pt x="1158890" y="562742"/>
                </a:lnTo>
                <a:close/>
                <a:lnTo>
                  <a:pt x="1160379" y="543351"/>
                </a:lnTo>
                <a:close/>
                <a:lnTo>
                  <a:pt x="1161869" y="596005"/>
                </a:lnTo>
                <a:close/>
                <a:lnTo>
                  <a:pt x="1163359" y="543782"/>
                </a:lnTo>
                <a:close/>
                <a:lnTo>
                  <a:pt x="1164848" y="434111"/>
                </a:lnTo>
                <a:close/>
                <a:lnTo>
                  <a:pt x="1166338" y="539392"/>
                </a:lnTo>
                <a:close/>
                <a:lnTo>
                  <a:pt x="1169317" y="480625"/>
                </a:lnTo>
                <a:close/>
                <a:lnTo>
                  <a:pt x="1170807" y="534449"/>
                </a:lnTo>
                <a:close/>
                <a:lnTo>
                  <a:pt x="1172296" y="383946"/>
                </a:lnTo>
                <a:close/>
                <a:lnTo>
                  <a:pt x="1173786" y="393164"/>
                </a:lnTo>
                <a:close/>
                <a:lnTo>
                  <a:pt x="1175275" y="353552"/>
                </a:lnTo>
                <a:close/>
                <a:lnTo>
                  <a:pt x="1176765" y="394394"/>
                </a:lnTo>
                <a:close/>
                <a:lnTo>
                  <a:pt x="1179744" y="502253"/>
                </a:lnTo>
                <a:close/>
                <a:lnTo>
                  <a:pt x="1181234" y="338622"/>
                </a:lnTo>
                <a:close/>
                <a:lnTo>
                  <a:pt x="1184213" y="486428"/>
                </a:lnTo>
                <a:close/>
                <a:lnTo>
                  <a:pt x="1185702" y="549923"/>
                </a:lnTo>
                <a:close/>
                <a:lnTo>
                  <a:pt x="1187192" y="507487"/>
                </a:lnTo>
                <a:close/>
                <a:lnTo>
                  <a:pt x="1188681" y="531326"/>
                </a:lnTo>
                <a:close/>
                <a:lnTo>
                  <a:pt x="1191661" y="433413"/>
                </a:lnTo>
                <a:close/>
                <a:lnTo>
                  <a:pt x="1196129" y="716979"/>
                </a:lnTo>
                <a:close/>
                <a:lnTo>
                  <a:pt x="1197619" y="706043"/>
                </a:lnTo>
                <a:close/>
                <a:lnTo>
                  <a:pt x="1199108" y="673159"/>
                </a:lnTo>
                <a:close/>
                <a:lnTo>
                  <a:pt x="1200598" y="598848"/>
                </a:lnTo>
                <a:close/>
                <a:lnTo>
                  <a:pt x="1202088" y="614616"/>
                </a:lnTo>
                <a:close/>
                <a:lnTo>
                  <a:pt x="1203577" y="518203"/>
                </a:lnTo>
                <a:close/>
                <a:lnTo>
                  <a:pt x="1206556" y="598950"/>
                </a:lnTo>
                <a:close/>
                <a:lnTo>
                  <a:pt x="1208046" y="829744"/>
                </a:lnTo>
                <a:close/>
                <a:lnTo>
                  <a:pt x="1209535" y="813169"/>
                </a:lnTo>
                <a:close/>
                <a:lnTo>
                  <a:pt x="1214004" y="512111"/>
                </a:lnTo>
                <a:close/>
                <a:lnTo>
                  <a:pt x="1215494" y="419176"/>
                </a:lnTo>
                <a:close/>
                <a:lnTo>
                  <a:pt x="1218473" y="598905"/>
                </a:lnTo>
                <a:close/>
                <a:lnTo>
                  <a:pt x="1219963" y="434339"/>
                </a:lnTo>
                <a:close/>
                <a:lnTo>
                  <a:pt x="1221452" y="476383"/>
                </a:lnTo>
                <a:close/>
                <a:lnTo>
                  <a:pt x="1222942" y="450496"/>
                </a:lnTo>
                <a:close/>
                <a:lnTo>
                  <a:pt x="1224431" y="326690"/>
                </a:lnTo>
                <a:close/>
                <a:lnTo>
                  <a:pt x="1225921" y="487468"/>
                </a:lnTo>
                <a:close/>
                <a:lnTo>
                  <a:pt x="1228900" y="454841"/>
                </a:lnTo>
                <a:close/>
                <a:lnTo>
                  <a:pt x="1230390" y="466162"/>
                </a:lnTo>
                <a:close/>
                <a:lnTo>
                  <a:pt x="1231879" y="395921"/>
                </a:lnTo>
                <a:close/>
                <a:lnTo>
                  <a:pt x="1233369" y="465339"/>
                </a:lnTo>
                <a:close/>
                <a:lnTo>
                  <a:pt x="1234858" y="607081"/>
                </a:lnTo>
                <a:close/>
                <a:lnTo>
                  <a:pt x="1236348" y="533303"/>
                </a:lnTo>
                <a:close/>
                <a:lnTo>
                  <a:pt x="1237837" y="564767"/>
                </a:lnTo>
                <a:close/>
                <a:lnTo>
                  <a:pt x="1239327" y="497296"/>
                </a:lnTo>
                <a:close/>
                <a:lnTo>
                  <a:pt x="1240817" y="602920"/>
                </a:lnTo>
                <a:close/>
                <a:lnTo>
                  <a:pt x="1245285" y="423616"/>
                </a:lnTo>
                <a:close/>
                <a:lnTo>
                  <a:pt x="1246775" y="646298"/>
                </a:lnTo>
                <a:close/>
                <a:lnTo>
                  <a:pt x="1248264" y="635350"/>
                </a:lnTo>
                <a:close/>
                <a:lnTo>
                  <a:pt x="1251244" y="498303"/>
                </a:lnTo>
                <a:close/>
                <a:lnTo>
                  <a:pt x="1252733" y="523484"/>
                </a:lnTo>
                <a:close/>
                <a:lnTo>
                  <a:pt x="1254223" y="609415"/>
                </a:lnTo>
                <a:close/>
                <a:lnTo>
                  <a:pt x="1255712" y="456266"/>
                </a:lnTo>
                <a:close/>
                <a:lnTo>
                  <a:pt x="1258691" y="559749"/>
                </a:lnTo>
                <a:close/>
                <a:lnTo>
                  <a:pt x="1260181" y="486000"/>
                </a:lnTo>
                <a:close/>
                <a:lnTo>
                  <a:pt x="1263160" y="593148"/>
                </a:lnTo>
                <a:close/>
                <a:lnTo>
                  <a:pt x="1264650" y="605743"/>
                </a:lnTo>
                <a:close/>
                <a:lnTo>
                  <a:pt x="1266139" y="593446"/>
                </a:lnTo>
                <a:close/>
                <a:lnTo>
                  <a:pt x="1267629" y="628123"/>
                </a:lnTo>
                <a:close/>
                <a:lnTo>
                  <a:pt x="1269119" y="611387"/>
                </a:lnTo>
                <a:close/>
                <a:lnTo>
                  <a:pt x="1270608" y="537303"/>
                </a:lnTo>
                <a:close/>
                <a:lnTo>
                  <a:pt x="1272098" y="640064"/>
                </a:lnTo>
                <a:close/>
                <a:lnTo>
                  <a:pt x="1273587" y="634754"/>
                </a:lnTo>
                <a:close/>
                <a:lnTo>
                  <a:pt x="1275077" y="594829"/>
                </a:lnTo>
                <a:close/>
                <a:lnTo>
                  <a:pt x="1278056" y="464968"/>
                </a:lnTo>
                <a:close/>
                <a:lnTo>
                  <a:pt x="1279546" y="471844"/>
                </a:lnTo>
                <a:close/>
                <a:lnTo>
                  <a:pt x="1282525" y="752048"/>
                </a:lnTo>
                <a:close/>
                <a:lnTo>
                  <a:pt x="1284014" y="793211"/>
                </a:lnTo>
                <a:close/>
                <a:lnTo>
                  <a:pt x="1285504" y="529219"/>
                </a:lnTo>
                <a:close/>
                <a:lnTo>
                  <a:pt x="1286993" y="649500"/>
                </a:lnTo>
                <a:close/>
                <a:lnTo>
                  <a:pt x="1288483" y="486239"/>
                </a:lnTo>
                <a:close/>
                <a:lnTo>
                  <a:pt x="1294441" y="760444"/>
                </a:lnTo>
                <a:close/>
                <a:lnTo>
                  <a:pt x="1295931" y="906987"/>
                </a:lnTo>
                <a:close/>
                <a:lnTo>
                  <a:pt x="1298910" y="709476"/>
                </a:lnTo>
                <a:close/>
                <a:lnTo>
                  <a:pt x="1300400" y="730564"/>
                </a:lnTo>
                <a:close/>
                <a:lnTo>
                  <a:pt x="1303379" y="496586"/>
                </a:lnTo>
                <a:close/>
                <a:lnTo>
                  <a:pt x="1304868" y="539242"/>
                </a:lnTo>
                <a:close/>
                <a:lnTo>
                  <a:pt x="1306358" y="729001"/>
                </a:lnTo>
                <a:close/>
                <a:lnTo>
                  <a:pt x="1309337" y="654567"/>
                </a:lnTo>
                <a:close/>
                <a:lnTo>
                  <a:pt x="1310827" y="681715"/>
                </a:lnTo>
                <a:close/>
                <a:lnTo>
                  <a:pt x="1312316" y="531116"/>
                </a:lnTo>
                <a:close/>
                <a:lnTo>
                  <a:pt x="1313806" y="592002"/>
                </a:lnTo>
                <a:close/>
                <a:lnTo>
                  <a:pt x="1315295" y="541554"/>
                </a:lnTo>
                <a:close/>
                <a:lnTo>
                  <a:pt x="1316785" y="652230"/>
                </a:lnTo>
                <a:close/>
                <a:lnTo>
                  <a:pt x="1319764" y="292939"/>
                </a:lnTo>
                <a:close/>
                <a:lnTo>
                  <a:pt x="1322743" y="271699"/>
                </a:lnTo>
                <a:close/>
                <a:lnTo>
                  <a:pt x="1330191" y="578915"/>
                </a:lnTo>
                <a:close/>
                <a:lnTo>
                  <a:pt x="1331681" y="419223"/>
                </a:lnTo>
                <a:close/>
                <a:lnTo>
                  <a:pt x="1333170" y="457886"/>
                </a:lnTo>
                <a:close/>
                <a:lnTo>
                  <a:pt x="1334660" y="371362"/>
                </a:lnTo>
                <a:close/>
                <a:lnTo>
                  <a:pt x="1336149" y="378293"/>
                </a:lnTo>
                <a:close/>
                <a:lnTo>
                  <a:pt x="1339129" y="475993"/>
                </a:lnTo>
                <a:close/>
                <a:lnTo>
                  <a:pt x="1340618" y="585333"/>
                </a:lnTo>
                <a:close/>
                <a:lnTo>
                  <a:pt x="1342108" y="517393"/>
                </a:lnTo>
                <a:close/>
                <a:lnTo>
                  <a:pt x="1343597" y="590537"/>
                </a:lnTo>
                <a:close/>
                <a:lnTo>
                  <a:pt x="1345087" y="547695"/>
                </a:lnTo>
                <a:close/>
                <a:lnTo>
                  <a:pt x="1346576" y="564084"/>
                </a:lnTo>
                <a:close/>
                <a:lnTo>
                  <a:pt x="1348066" y="523981"/>
                </a:lnTo>
                <a:close/>
                <a:lnTo>
                  <a:pt x="1349556" y="614969"/>
                </a:lnTo>
                <a:close/>
                <a:lnTo>
                  <a:pt x="1352535" y="461748"/>
                </a:lnTo>
                <a:close/>
                <a:lnTo>
                  <a:pt x="1354024" y="442596"/>
                </a:lnTo>
                <a:close/>
                <a:lnTo>
                  <a:pt x="1357004" y="532260"/>
                </a:lnTo>
                <a:close/>
                <a:lnTo>
                  <a:pt x="1358493" y="473334"/>
                </a:lnTo>
                <a:close/>
                <a:lnTo>
                  <a:pt x="1361472" y="236240"/>
                </a:lnTo>
                <a:close/>
                <a:lnTo>
                  <a:pt x="1365941" y="195977"/>
                </a:lnTo>
                <a:close/>
                <a:lnTo>
                  <a:pt x="1367431" y="132297"/>
                </a:lnTo>
                <a:close/>
                <a:lnTo>
                  <a:pt x="1368920" y="132297"/>
                </a:lnTo>
                <a:close/>
                <a:lnTo>
                  <a:pt x="1371899" y="364451"/>
                </a:lnTo>
                <a:close/>
                <a:lnTo>
                  <a:pt x="1373389" y="199350"/>
                </a:lnTo>
                <a:close/>
                <a:lnTo>
                  <a:pt x="1376368" y="388982"/>
                </a:lnTo>
                <a:close/>
                <a:lnTo>
                  <a:pt x="1377858" y="313401"/>
                </a:lnTo>
                <a:close/>
                <a:lnTo>
                  <a:pt x="1379347" y="321251"/>
                </a:lnTo>
                <a:close/>
                <a:lnTo>
                  <a:pt x="1380837" y="320485"/>
                </a:lnTo>
                <a:close/>
                <a:lnTo>
                  <a:pt x="1385305" y="210398"/>
                </a:lnTo>
                <a:close/>
                <a:lnTo>
                  <a:pt x="1388285" y="252658"/>
                </a:lnTo>
                <a:close/>
                <a:lnTo>
                  <a:pt x="1389774" y="580772"/>
                </a:lnTo>
                <a:close/>
                <a:lnTo>
                  <a:pt x="1391264" y="400192"/>
                </a:lnTo>
                <a:close/>
                <a:lnTo>
                  <a:pt x="1392753" y="427855"/>
                </a:lnTo>
                <a:close/>
                <a:lnTo>
                  <a:pt x="1394243" y="573666"/>
                </a:lnTo>
                <a:close/>
                <a:lnTo>
                  <a:pt x="1395733" y="463901"/>
                </a:lnTo>
                <a:close/>
                <a:lnTo>
                  <a:pt x="1398712" y="567615"/>
                </a:lnTo>
                <a:close/>
                <a:lnTo>
                  <a:pt x="1400201" y="544077"/>
                </a:lnTo>
                <a:close/>
                <a:lnTo>
                  <a:pt x="1401691" y="573107"/>
                </a:lnTo>
                <a:close/>
                <a:lnTo>
                  <a:pt x="1403180" y="276812"/>
                </a:lnTo>
                <a:close/>
                <a:lnTo>
                  <a:pt x="1404670" y="323845"/>
                </a:lnTo>
                <a:close/>
                <a:lnTo>
                  <a:pt x="1406160" y="304848"/>
                </a:lnTo>
                <a:close/>
                <a:lnTo>
                  <a:pt x="1407649" y="245355"/>
                </a:lnTo>
                <a:close/>
                <a:lnTo>
                  <a:pt x="1409139" y="41036"/>
                </a:lnTo>
                <a:close/>
                <a:lnTo>
                  <a:pt x="1412118" y="434185"/>
                </a:lnTo>
                <a:close/>
                <a:lnTo>
                  <a:pt x="1413607" y="443538"/>
                </a:lnTo>
                <a:close/>
                <a:lnTo>
                  <a:pt x="1415097" y="390249"/>
                </a:lnTo>
                <a:close/>
                <a:lnTo>
                  <a:pt x="1418076" y="508101"/>
                </a:lnTo>
                <a:close/>
                <a:lnTo>
                  <a:pt x="1419566" y="266670"/>
                </a:lnTo>
                <a:close/>
                <a:lnTo>
                  <a:pt x="1422545" y="377533"/>
                </a:lnTo>
                <a:close/>
                <a:lnTo>
                  <a:pt x="1427014" y="127920"/>
                </a:lnTo>
                <a:close/>
                <a:lnTo>
                  <a:pt x="1428503" y="169566"/>
                </a:lnTo>
                <a:close/>
                <a:lnTo>
                  <a:pt x="1429993" y="347162"/>
                </a:lnTo>
                <a:close/>
                <a:lnTo>
                  <a:pt x="1431482" y="209316"/>
                </a:lnTo>
                <a:close/>
                <a:lnTo>
                  <a:pt x="1435951" y="590058"/>
                </a:lnTo>
                <a:close/>
                <a:lnTo>
                  <a:pt x="1437441" y="247793"/>
                </a:lnTo>
                <a:close/>
                <a:lnTo>
                  <a:pt x="1438930" y="302528"/>
                </a:lnTo>
                <a:close/>
                <a:lnTo>
                  <a:pt x="1440420" y="249355"/>
                </a:lnTo>
                <a:close/>
                <a:lnTo>
                  <a:pt x="1441909" y="481709"/>
                </a:lnTo>
                <a:close/>
                <a:lnTo>
                  <a:pt x="1446378" y="289368"/>
                </a:lnTo>
                <a:close/>
                <a:lnTo>
                  <a:pt x="1447868" y="176877"/>
                </a:lnTo>
                <a:close/>
                <a:lnTo>
                  <a:pt x="1450847" y="524580"/>
                </a:lnTo>
                <a:close/>
                <a:lnTo>
                  <a:pt x="1452336" y="469832"/>
                </a:lnTo>
                <a:close/>
                <a:lnTo>
                  <a:pt x="1453826" y="461535"/>
                </a:lnTo>
                <a:close/>
                <a:lnTo>
                  <a:pt x="1455316" y="400679"/>
                </a:lnTo>
                <a:close/>
                <a:lnTo>
                  <a:pt x="1456805" y="506958"/>
                </a:lnTo>
                <a:close/>
                <a:lnTo>
                  <a:pt x="1459784" y="174964"/>
                </a:lnTo>
                <a:close/>
                <a:lnTo>
                  <a:pt x="1464253" y="408596"/>
                </a:lnTo>
                <a:close/>
                <a:lnTo>
                  <a:pt x="1465743" y="256869"/>
                </a:lnTo>
                <a:close/>
                <a:lnTo>
                  <a:pt x="1467232" y="543311"/>
                </a:lnTo>
                <a:close/>
                <a:lnTo>
                  <a:pt x="1471701" y="103067"/>
                </a:lnTo>
                <a:close/>
                <a:lnTo>
                  <a:pt x="1473190" y="345061"/>
                </a:lnTo>
                <a:close/>
                <a:lnTo>
                  <a:pt x="1474680" y="221496"/>
                </a:lnTo>
                <a:close/>
                <a:lnTo>
                  <a:pt x="1483618" y="633210"/>
                </a:lnTo>
                <a:close/>
                <a:lnTo>
                  <a:pt x="1485107" y="568537"/>
                </a:lnTo>
                <a:close/>
                <a:lnTo>
                  <a:pt x="1486597" y="626117"/>
                </a:lnTo>
                <a:close/>
                <a:lnTo>
                  <a:pt x="1489576" y="343984"/>
                </a:lnTo>
                <a:close/>
                <a:lnTo>
                  <a:pt x="1491065" y="345636"/>
                </a:lnTo>
                <a:close/>
                <a:lnTo>
                  <a:pt x="1492555" y="303687"/>
                </a:lnTo>
                <a:close/>
                <a:lnTo>
                  <a:pt x="1494045" y="311141"/>
                </a:lnTo>
                <a:close/>
                <a:lnTo>
                  <a:pt x="1495534" y="293630"/>
                </a:lnTo>
                <a:close/>
                <a:lnTo>
                  <a:pt x="1497024" y="296828"/>
                </a:lnTo>
                <a:close/>
                <a:lnTo>
                  <a:pt x="1498513" y="280159"/>
                </a:lnTo>
                <a:close/>
                <a:lnTo>
                  <a:pt x="1500003" y="455706"/>
                </a:lnTo>
                <a:close/>
                <a:lnTo>
                  <a:pt x="1501492" y="243068"/>
                </a:lnTo>
                <a:close/>
                <a:lnTo>
                  <a:pt x="1502982" y="235146"/>
                </a:lnTo>
                <a:close/>
                <a:lnTo>
                  <a:pt x="1504472" y="312535"/>
                </a:lnTo>
                <a:close/>
                <a:lnTo>
                  <a:pt x="1505961" y="267957"/>
                </a:lnTo>
                <a:close/>
                <a:lnTo>
                  <a:pt x="1507451" y="406817"/>
                </a:lnTo>
                <a:close/>
                <a:lnTo>
                  <a:pt x="1508940" y="308680"/>
                </a:lnTo>
                <a:close/>
                <a:lnTo>
                  <a:pt x="1510430" y="418663"/>
                </a:lnTo>
                <a:close/>
                <a:lnTo>
                  <a:pt x="1511919" y="384114"/>
                </a:lnTo>
                <a:close/>
                <a:lnTo>
                  <a:pt x="1514899" y="531987"/>
                </a:lnTo>
                <a:close/>
                <a:lnTo>
                  <a:pt x="1516388" y="533196"/>
                </a:lnTo>
                <a:close/>
                <a:lnTo>
                  <a:pt x="1519367" y="382233"/>
                </a:lnTo>
                <a:close/>
                <a:lnTo>
                  <a:pt x="1520857" y="382233"/>
                </a:lnTo>
                <a:close/>
                <a:lnTo>
                  <a:pt x="1523836" y="466858"/>
                </a:lnTo>
                <a:close/>
                <a:lnTo>
                  <a:pt x="1525326" y="429325"/>
                </a:lnTo>
                <a:close/>
                <a:lnTo>
                  <a:pt x="1526815" y="496373"/>
                </a:lnTo>
                <a:close/>
                <a:lnTo>
                  <a:pt x="1528305" y="409283"/>
                </a:lnTo>
                <a:close/>
                <a:lnTo>
                  <a:pt x="1529794" y="413093"/>
                </a:lnTo>
                <a:close/>
                <a:lnTo>
                  <a:pt x="1531284" y="540013"/>
                </a:lnTo>
                <a:close/>
                <a:lnTo>
                  <a:pt x="1532774" y="438522"/>
                </a:lnTo>
                <a:close/>
                <a:lnTo>
                  <a:pt x="1534263" y="449879"/>
                </a:lnTo>
                <a:close/>
                <a:lnTo>
                  <a:pt x="1537242" y="648946"/>
                </a:lnTo>
                <a:close/>
                <a:lnTo>
                  <a:pt x="1540221" y="273550"/>
                </a:lnTo>
                <a:close/>
                <a:lnTo>
                  <a:pt x="1541711" y="274111"/>
                </a:lnTo>
                <a:close/>
                <a:lnTo>
                  <a:pt x="1544690" y="394807"/>
                </a:lnTo>
                <a:close/>
                <a:lnTo>
                  <a:pt x="1546180" y="443553"/>
                </a:lnTo>
                <a:close/>
                <a:lnTo>
                  <a:pt x="1547669" y="263316"/>
                </a:lnTo>
                <a:close/>
                <a:lnTo>
                  <a:pt x="1549159" y="276758"/>
                </a:lnTo>
                <a:close/>
                <a:lnTo>
                  <a:pt x="1552138" y="473424"/>
                </a:lnTo>
                <a:close/>
                <a:lnTo>
                  <a:pt x="1553628" y="352358"/>
                </a:lnTo>
                <a:close/>
                <a:lnTo>
                  <a:pt x="1555117" y="362708"/>
                </a:lnTo>
                <a:close/>
                <a:lnTo>
                  <a:pt x="1556607" y="387715"/>
                </a:lnTo>
                <a:close/>
                <a:lnTo>
                  <a:pt x="1558096" y="376091"/>
                </a:lnTo>
                <a:close/>
                <a:lnTo>
                  <a:pt x="1559586" y="383827"/>
                </a:lnTo>
                <a:close/>
                <a:lnTo>
                  <a:pt x="1562565" y="204929"/>
                </a:lnTo>
                <a:close/>
                <a:lnTo>
                  <a:pt x="1564055" y="156219"/>
                </a:lnTo>
                <a:close/>
                <a:lnTo>
                  <a:pt x="1567034" y="411958"/>
                </a:lnTo>
                <a:close/>
                <a:lnTo>
                  <a:pt x="1568523" y="442317"/>
                </a:lnTo>
                <a:close/>
                <a:lnTo>
                  <a:pt x="1570013" y="430454"/>
                </a:lnTo>
                <a:close/>
                <a:lnTo>
                  <a:pt x="1572992" y="578560"/>
                </a:lnTo>
                <a:close/>
                <a:lnTo>
                  <a:pt x="1575971" y="406855"/>
                </a:lnTo>
                <a:close/>
                <a:lnTo>
                  <a:pt x="1577461" y="475889"/>
                </a:lnTo>
                <a:close/>
                <a:lnTo>
                  <a:pt x="1578950" y="458294"/>
                </a:lnTo>
                <a:close/>
                <a:lnTo>
                  <a:pt x="1580440" y="347206"/>
                </a:lnTo>
                <a:close/>
                <a:lnTo>
                  <a:pt x="1583419" y="416330"/>
                </a:lnTo>
                <a:close/>
                <a:lnTo>
                  <a:pt x="1584909" y="312896"/>
                </a:lnTo>
                <a:close/>
                <a:lnTo>
                  <a:pt x="1586398" y="387057"/>
                </a:lnTo>
                <a:close/>
                <a:lnTo>
                  <a:pt x="1587888" y="654582"/>
                </a:lnTo>
                <a:close/>
                <a:lnTo>
                  <a:pt x="1589377" y="657917"/>
                </a:lnTo>
                <a:close/>
                <a:lnTo>
                  <a:pt x="1592357" y="549960"/>
                </a:lnTo>
                <a:close/>
                <a:lnTo>
                  <a:pt x="1593846" y="527859"/>
                </a:lnTo>
                <a:close/>
                <a:lnTo>
                  <a:pt x="1595336" y="594879"/>
                </a:lnTo>
                <a:close/>
                <a:lnTo>
                  <a:pt x="1596825" y="572976"/>
                </a:lnTo>
                <a:close/>
                <a:lnTo>
                  <a:pt x="1598315" y="479671"/>
                </a:lnTo>
                <a:close/>
                <a:lnTo>
                  <a:pt x="1599804" y="479671"/>
                </a:lnTo>
                <a:close/>
                <a:lnTo>
                  <a:pt x="1602784" y="402348"/>
                </a:lnTo>
                <a:close/>
                <a:lnTo>
                  <a:pt x="1604273" y="647535"/>
                </a:lnTo>
                <a:close/>
                <a:lnTo>
                  <a:pt x="1607252" y="496468"/>
                </a:lnTo>
                <a:close/>
                <a:lnTo>
                  <a:pt x="1610231" y="570595"/>
                </a:lnTo>
                <a:close/>
                <a:lnTo>
                  <a:pt x="1611721" y="593332"/>
                </a:lnTo>
                <a:close/>
                <a:lnTo>
                  <a:pt x="1616190" y="515696"/>
                </a:lnTo>
                <a:close/>
                <a:lnTo>
                  <a:pt x="1617679" y="575515"/>
                </a:lnTo>
                <a:close/>
                <a:lnTo>
                  <a:pt x="1619169" y="575515"/>
                </a:lnTo>
                <a:close/>
                <a:lnTo>
                  <a:pt x="1620659" y="504267"/>
                </a:lnTo>
                <a:close/>
                <a:lnTo>
                  <a:pt x="1622148" y="552970"/>
                </a:lnTo>
                <a:close/>
                <a:lnTo>
                  <a:pt x="1623638" y="685561"/>
                </a:lnTo>
                <a:close/>
                <a:lnTo>
                  <a:pt x="1625127" y="606748"/>
                </a:lnTo>
                <a:close/>
                <a:lnTo>
                  <a:pt x="1628106" y="317356"/>
                </a:lnTo>
                <a:close/>
                <a:lnTo>
                  <a:pt x="1631086" y="413560"/>
                </a:lnTo>
                <a:close/>
                <a:lnTo>
                  <a:pt x="1634065" y="231349"/>
                </a:lnTo>
                <a:close/>
                <a:lnTo>
                  <a:pt x="1637044" y="24585"/>
                </a:lnTo>
                <a:close/>
                <a:lnTo>
                  <a:pt x="1644492" y="402741"/>
                </a:lnTo>
                <a:close/>
                <a:lnTo>
                  <a:pt x="1645981" y="523674"/>
                </a:lnTo>
                <a:close/>
                <a:lnTo>
                  <a:pt x="1647471" y="359280"/>
                </a:lnTo>
                <a:close/>
                <a:lnTo>
                  <a:pt x="1648960" y="492138"/>
                </a:lnTo>
                <a:close/>
                <a:lnTo>
                  <a:pt x="1650450" y="328692"/>
                </a:lnTo>
                <a:close/>
                <a:lnTo>
                  <a:pt x="1651940" y="486041"/>
                </a:lnTo>
                <a:close/>
                <a:lnTo>
                  <a:pt x="1653429" y="447275"/>
                </a:lnTo>
                <a:close/>
                <a:lnTo>
                  <a:pt x="1657898" y="251919"/>
                </a:lnTo>
                <a:close/>
                <a:lnTo>
                  <a:pt x="1663856" y="576301"/>
                </a:lnTo>
                <a:close/>
                <a:lnTo>
                  <a:pt x="1665346" y="320971"/>
                </a:lnTo>
                <a:close/>
                <a:lnTo>
                  <a:pt x="1669815" y="582365"/>
                </a:lnTo>
                <a:close/>
                <a:lnTo>
                  <a:pt x="1675773" y="297056"/>
                </a:lnTo>
                <a:close/>
                <a:lnTo>
                  <a:pt x="1677262" y="458671"/>
                </a:lnTo>
                <a:close/>
                <a:lnTo>
                  <a:pt x="1680242" y="278597"/>
                </a:lnTo>
                <a:close/>
                <a:lnTo>
                  <a:pt x="1683221" y="317163"/>
                </a:lnTo>
                <a:close/>
                <a:lnTo>
                  <a:pt x="1686200" y="614721"/>
                </a:lnTo>
                <a:close/>
                <a:lnTo>
                  <a:pt x="1687689" y="571621"/>
                </a:lnTo>
                <a:close/>
                <a:lnTo>
                  <a:pt x="1689179" y="584901"/>
                </a:lnTo>
                <a:close/>
                <a:lnTo>
                  <a:pt x="1692158" y="650325"/>
                </a:lnTo>
                <a:close/>
                <a:lnTo>
                  <a:pt x="1693648" y="588454"/>
                </a:lnTo>
                <a:close/>
                <a:lnTo>
                  <a:pt x="1695137" y="732796"/>
                </a:lnTo>
                <a:close/>
                <a:lnTo>
                  <a:pt x="1696627" y="641008"/>
                </a:lnTo>
                <a:close/>
                <a:lnTo>
                  <a:pt x="1698116" y="645052"/>
                </a:lnTo>
                <a:close/>
                <a:lnTo>
                  <a:pt x="1699606" y="740501"/>
                </a:lnTo>
                <a:close/>
                <a:lnTo>
                  <a:pt x="1702585" y="329508"/>
                </a:lnTo>
                <a:close/>
                <a:lnTo>
                  <a:pt x="1704075" y="499941"/>
                </a:lnTo>
                <a:close/>
                <a:lnTo>
                  <a:pt x="1705564" y="477760"/>
                </a:lnTo>
                <a:close/>
                <a:lnTo>
                  <a:pt x="1707054" y="477760"/>
                </a:lnTo>
                <a:close/>
                <a:lnTo>
                  <a:pt x="1708543" y="680858"/>
                </a:lnTo>
                <a:close/>
                <a:lnTo>
                  <a:pt x="1713012" y="434032"/>
                </a:lnTo>
                <a:close/>
                <a:lnTo>
                  <a:pt x="1714502" y="510412"/>
                </a:lnTo>
                <a:close/>
                <a:lnTo>
                  <a:pt x="1715991" y="512877"/>
                </a:lnTo>
                <a:close/>
                <a:lnTo>
                  <a:pt x="1717481" y="623561"/>
                </a:lnTo>
                <a:close/>
                <a:lnTo>
                  <a:pt x="1718971" y="609167"/>
                </a:lnTo>
                <a:close/>
                <a:lnTo>
                  <a:pt x="1720460" y="525189"/>
                </a:lnTo>
                <a:close/>
                <a:lnTo>
                  <a:pt x="1721950" y="726983"/>
                </a:lnTo>
                <a:close/>
                <a:lnTo>
                  <a:pt x="1723439" y="712640"/>
                </a:lnTo>
                <a:close/>
                <a:lnTo>
                  <a:pt x="1724929" y="762531"/>
                </a:lnTo>
                <a:close/>
                <a:lnTo>
                  <a:pt x="1730887" y="355626"/>
                </a:lnTo>
                <a:close/>
                <a:lnTo>
                  <a:pt x="1732377" y="430661"/>
                </a:lnTo>
                <a:close/>
                <a:lnTo>
                  <a:pt x="1735356" y="261839"/>
                </a:lnTo>
                <a:close/>
                <a:lnTo>
                  <a:pt x="1738335" y="448106"/>
                </a:lnTo>
                <a:close/>
                <a:lnTo>
                  <a:pt x="1739825" y="502821"/>
                </a:lnTo>
                <a:close/>
                <a:lnTo>
                  <a:pt x="1742804" y="424717"/>
                </a:lnTo>
                <a:close/>
                <a:lnTo>
                  <a:pt x="1744293" y="576838"/>
                </a:lnTo>
                <a:close/>
                <a:lnTo>
                  <a:pt x="1747272" y="255112"/>
                </a:lnTo>
                <a:close/>
                <a:lnTo>
                  <a:pt x="1748762" y="259011"/>
                </a:lnTo>
                <a:close/>
                <a:lnTo>
                  <a:pt x="1750252" y="338536"/>
                </a:lnTo>
                <a:close/>
                <a:lnTo>
                  <a:pt x="1751741" y="339561"/>
                </a:lnTo>
                <a:close/>
                <a:lnTo>
                  <a:pt x="1753231" y="477866"/>
                </a:lnTo>
                <a:close/>
                <a:lnTo>
                  <a:pt x="1754720" y="458085"/>
                </a:lnTo>
                <a:close/>
                <a:lnTo>
                  <a:pt x="1756210" y="488497"/>
                </a:lnTo>
                <a:close/>
                <a:lnTo>
                  <a:pt x="1757700" y="580294"/>
                </a:lnTo>
                <a:close/>
                <a:lnTo>
                  <a:pt x="1759189" y="574115"/>
                </a:lnTo>
                <a:close/>
                <a:lnTo>
                  <a:pt x="1760679" y="486565"/>
                </a:lnTo>
                <a:close/>
                <a:lnTo>
                  <a:pt x="1762168" y="308710"/>
                </a:lnTo>
                <a:close/>
                <a:lnTo>
                  <a:pt x="1763658" y="555616"/>
                </a:lnTo>
                <a:close/>
                <a:lnTo>
                  <a:pt x="1766637" y="345713"/>
                </a:lnTo>
                <a:close/>
                <a:lnTo>
                  <a:pt x="1769616" y="418984"/>
                </a:lnTo>
                <a:close/>
                <a:lnTo>
                  <a:pt x="1771106" y="186989"/>
                </a:lnTo>
                <a:close/>
                <a:lnTo>
                  <a:pt x="1772595" y="352312"/>
                </a:lnTo>
                <a:close/>
                <a:lnTo>
                  <a:pt x="1777064" y="154610"/>
                </a:lnTo>
                <a:close/>
                <a:lnTo>
                  <a:pt x="1778554" y="231317"/>
                </a:lnTo>
                <a:close/>
                <a:lnTo>
                  <a:pt x="1781533" y="603581"/>
                </a:lnTo>
                <a:close/>
                <a:lnTo>
                  <a:pt x="1784512" y="444584"/>
                </a:lnTo>
                <a:close/>
                <a:lnTo>
                  <a:pt x="1786001" y="587490"/>
                </a:lnTo>
                <a:close/>
                <a:lnTo>
                  <a:pt x="1786001" y="587490"/>
                </a:lnTo>
                <a:close/>
              </a:path>
            </a:pathLst>
          </a:custGeom>
          <a:noFill/>
          <a:ln w="7620">
            <a:solidFill>
              <a:srgbClr val="E76F51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8477904" y="1042416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8477904" y="2066544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9206640" y="737386"/>
            <a:ext cx="56134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Extreme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477904" y="2578608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8567204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538922" y="367028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53" name="Freeform 352"/>
          <p:cNvSpPr/>
          <p:nvPr/>
        </p:nvSpPr>
        <p:spPr>
          <a:xfrm>
            <a:off x="8865119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8780275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55" name="Freeform 354"/>
          <p:cNvSpPr/>
          <p:nvPr/>
        </p:nvSpPr>
        <p:spPr>
          <a:xfrm>
            <a:off x="9163034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9078190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357" name="Freeform 356"/>
          <p:cNvSpPr/>
          <p:nvPr/>
        </p:nvSpPr>
        <p:spPr>
          <a:xfrm>
            <a:off x="9460949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9376105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359" name="Freeform 358"/>
          <p:cNvSpPr/>
          <p:nvPr/>
        </p:nvSpPr>
        <p:spPr>
          <a:xfrm>
            <a:off x="9758865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9674021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361" name="Freeform 360"/>
          <p:cNvSpPr/>
          <p:nvPr/>
        </p:nvSpPr>
        <p:spPr>
          <a:xfrm>
            <a:off x="10056780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9943655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363" name="Freeform 362"/>
          <p:cNvSpPr/>
          <p:nvPr/>
        </p:nvSpPr>
        <p:spPr>
          <a:xfrm>
            <a:off x="10354695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10241570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365" name="Freeform 364"/>
          <p:cNvSpPr/>
          <p:nvPr/>
        </p:nvSpPr>
        <p:spPr>
          <a:xfrm>
            <a:off x="8433454" y="331233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8247625" y="3257207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367" name="Freeform 366"/>
          <p:cNvSpPr/>
          <p:nvPr/>
        </p:nvSpPr>
        <p:spPr>
          <a:xfrm>
            <a:off x="8433454" y="298361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8247625" y="2928493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1.1</a:t>
            </a:r>
          </a:p>
        </p:txBody>
      </p:sp>
      <p:sp>
        <p:nvSpPr>
          <p:cNvPr id="369" name="Freeform 368"/>
          <p:cNvSpPr/>
          <p:nvPr/>
        </p:nvSpPr>
        <p:spPr>
          <a:xfrm>
            <a:off x="8433454" y="265490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8247625" y="25997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8477904" y="24135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372" name="Freeform 371"/>
          <p:cNvSpPr/>
          <p:nvPr/>
        </p:nvSpPr>
        <p:spPr>
          <a:xfrm>
            <a:off x="8567204" y="2625159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615597"/>
                </a:moveTo>
                <a:lnTo>
                  <a:pt x="1489" y="666417"/>
                </a:lnTo>
                <a:close/>
                <a:lnTo>
                  <a:pt x="4468" y="539245"/>
                </a:lnTo>
                <a:close/>
                <a:lnTo>
                  <a:pt x="5958" y="525530"/>
                </a:lnTo>
                <a:close/>
                <a:lnTo>
                  <a:pt x="8937" y="621629"/>
                </a:lnTo>
                <a:close/>
                <a:lnTo>
                  <a:pt x="10427" y="543798"/>
                </a:lnTo>
                <a:close/>
                <a:lnTo>
                  <a:pt x="11916" y="608968"/>
                </a:lnTo>
                <a:close/>
                <a:lnTo>
                  <a:pt x="13406" y="593961"/>
                </a:lnTo>
                <a:close/>
                <a:lnTo>
                  <a:pt x="14895" y="482548"/>
                </a:lnTo>
                <a:close/>
                <a:lnTo>
                  <a:pt x="16385" y="514647"/>
                </a:lnTo>
                <a:close/>
                <a:lnTo>
                  <a:pt x="17875" y="583571"/>
                </a:lnTo>
                <a:close/>
                <a:lnTo>
                  <a:pt x="19364" y="531587"/>
                </a:lnTo>
                <a:close/>
                <a:lnTo>
                  <a:pt x="20854" y="584810"/>
                </a:lnTo>
                <a:close/>
                <a:lnTo>
                  <a:pt x="22343" y="569336"/>
                </a:lnTo>
                <a:close/>
                <a:lnTo>
                  <a:pt x="23833" y="593610"/>
                </a:lnTo>
                <a:close/>
                <a:lnTo>
                  <a:pt x="25322" y="645278"/>
                </a:lnTo>
                <a:close/>
                <a:lnTo>
                  <a:pt x="29791" y="391981"/>
                </a:lnTo>
                <a:close/>
                <a:lnTo>
                  <a:pt x="31281" y="516034"/>
                </a:lnTo>
                <a:close/>
                <a:lnTo>
                  <a:pt x="32770" y="391958"/>
                </a:lnTo>
                <a:close/>
                <a:lnTo>
                  <a:pt x="34260" y="466293"/>
                </a:lnTo>
                <a:close/>
                <a:lnTo>
                  <a:pt x="35749" y="408728"/>
                </a:lnTo>
                <a:close/>
                <a:lnTo>
                  <a:pt x="37239" y="450055"/>
                </a:lnTo>
                <a:close/>
                <a:lnTo>
                  <a:pt x="38729" y="426202"/>
                </a:lnTo>
                <a:close/>
                <a:lnTo>
                  <a:pt x="41708" y="326241"/>
                </a:lnTo>
                <a:close/>
                <a:lnTo>
                  <a:pt x="43197" y="356314"/>
                </a:lnTo>
                <a:close/>
                <a:lnTo>
                  <a:pt x="44687" y="417950"/>
                </a:lnTo>
                <a:close/>
                <a:lnTo>
                  <a:pt x="49156" y="269528"/>
                </a:lnTo>
                <a:close/>
                <a:lnTo>
                  <a:pt x="50645" y="370495"/>
                </a:lnTo>
                <a:close/>
                <a:lnTo>
                  <a:pt x="52135" y="279937"/>
                </a:lnTo>
                <a:close/>
                <a:lnTo>
                  <a:pt x="55114" y="466553"/>
                </a:lnTo>
                <a:close/>
                <a:lnTo>
                  <a:pt x="56604" y="405074"/>
                </a:lnTo>
                <a:close/>
                <a:lnTo>
                  <a:pt x="58093" y="440540"/>
                </a:lnTo>
                <a:close/>
                <a:lnTo>
                  <a:pt x="61072" y="327142"/>
                </a:lnTo>
                <a:close/>
                <a:lnTo>
                  <a:pt x="62562" y="331306"/>
                </a:lnTo>
                <a:close/>
                <a:lnTo>
                  <a:pt x="64051" y="385185"/>
                </a:lnTo>
                <a:close/>
                <a:lnTo>
                  <a:pt x="65541" y="346212"/>
                </a:lnTo>
                <a:close/>
                <a:lnTo>
                  <a:pt x="67031" y="438509"/>
                </a:lnTo>
                <a:close/>
                <a:lnTo>
                  <a:pt x="68520" y="422734"/>
                </a:lnTo>
                <a:close/>
                <a:lnTo>
                  <a:pt x="72989" y="545082"/>
                </a:lnTo>
                <a:close/>
                <a:lnTo>
                  <a:pt x="74478" y="539121"/>
                </a:lnTo>
                <a:close/>
                <a:lnTo>
                  <a:pt x="77458" y="703067"/>
                </a:lnTo>
                <a:close/>
                <a:lnTo>
                  <a:pt x="78947" y="650685"/>
                </a:lnTo>
                <a:close/>
                <a:lnTo>
                  <a:pt x="80437" y="670871"/>
                </a:lnTo>
                <a:close/>
                <a:lnTo>
                  <a:pt x="81926" y="559386"/>
                </a:lnTo>
                <a:close/>
                <a:lnTo>
                  <a:pt x="83416" y="561011"/>
                </a:lnTo>
                <a:close/>
                <a:lnTo>
                  <a:pt x="84905" y="451397"/>
                </a:lnTo>
                <a:close/>
                <a:lnTo>
                  <a:pt x="86395" y="465824"/>
                </a:lnTo>
                <a:close/>
                <a:lnTo>
                  <a:pt x="87885" y="532211"/>
                </a:lnTo>
                <a:close/>
                <a:lnTo>
                  <a:pt x="89374" y="501567"/>
                </a:lnTo>
                <a:close/>
                <a:lnTo>
                  <a:pt x="90864" y="551560"/>
                </a:lnTo>
                <a:close/>
                <a:lnTo>
                  <a:pt x="95333" y="381040"/>
                </a:lnTo>
                <a:close/>
                <a:lnTo>
                  <a:pt x="96822" y="484561"/>
                </a:lnTo>
                <a:close/>
                <a:lnTo>
                  <a:pt x="99801" y="387851"/>
                </a:lnTo>
                <a:close/>
                <a:lnTo>
                  <a:pt x="101291" y="402706"/>
                </a:lnTo>
                <a:close/>
                <a:lnTo>
                  <a:pt x="102780" y="310591"/>
                </a:lnTo>
                <a:close/>
                <a:lnTo>
                  <a:pt x="105760" y="403885"/>
                </a:lnTo>
                <a:close/>
                <a:lnTo>
                  <a:pt x="107249" y="375669"/>
                </a:lnTo>
                <a:close/>
                <a:lnTo>
                  <a:pt x="108739" y="315214"/>
                </a:lnTo>
                <a:close/>
                <a:lnTo>
                  <a:pt x="111718" y="421409"/>
                </a:lnTo>
                <a:close/>
                <a:lnTo>
                  <a:pt x="113207" y="478398"/>
                </a:lnTo>
                <a:close/>
                <a:lnTo>
                  <a:pt x="114697" y="453765"/>
                </a:lnTo>
                <a:close/>
                <a:lnTo>
                  <a:pt x="116187" y="505112"/>
                </a:lnTo>
                <a:close/>
                <a:lnTo>
                  <a:pt x="119166" y="459007"/>
                </a:lnTo>
                <a:close/>
                <a:lnTo>
                  <a:pt x="120655" y="482897"/>
                </a:lnTo>
                <a:close/>
                <a:lnTo>
                  <a:pt x="122145" y="403978"/>
                </a:lnTo>
                <a:close/>
                <a:lnTo>
                  <a:pt x="125124" y="443798"/>
                </a:lnTo>
                <a:close/>
                <a:lnTo>
                  <a:pt x="126614" y="587639"/>
                </a:lnTo>
                <a:close/>
                <a:lnTo>
                  <a:pt x="128103" y="551848"/>
                </a:lnTo>
                <a:close/>
                <a:lnTo>
                  <a:pt x="131082" y="609096"/>
                </a:lnTo>
                <a:close/>
                <a:lnTo>
                  <a:pt x="132572" y="684856"/>
                </a:lnTo>
                <a:close/>
                <a:lnTo>
                  <a:pt x="134062" y="615838"/>
                </a:lnTo>
                <a:close/>
                <a:lnTo>
                  <a:pt x="137041" y="745323"/>
                </a:lnTo>
                <a:close/>
                <a:lnTo>
                  <a:pt x="138530" y="616466"/>
                </a:lnTo>
                <a:close/>
                <a:lnTo>
                  <a:pt x="140020" y="678457"/>
                </a:lnTo>
                <a:close/>
                <a:lnTo>
                  <a:pt x="145978" y="320127"/>
                </a:lnTo>
                <a:close/>
                <a:lnTo>
                  <a:pt x="150447" y="476698"/>
                </a:lnTo>
                <a:close/>
                <a:lnTo>
                  <a:pt x="151936" y="576268"/>
                </a:lnTo>
                <a:close/>
                <a:lnTo>
                  <a:pt x="153426" y="495908"/>
                </a:lnTo>
                <a:close/>
                <a:lnTo>
                  <a:pt x="154916" y="493040"/>
                </a:lnTo>
                <a:close/>
                <a:lnTo>
                  <a:pt x="156405" y="540402"/>
                </a:lnTo>
                <a:close/>
                <a:lnTo>
                  <a:pt x="157895" y="397600"/>
                </a:lnTo>
                <a:close/>
                <a:lnTo>
                  <a:pt x="159384" y="400022"/>
                </a:lnTo>
                <a:close/>
                <a:lnTo>
                  <a:pt x="162363" y="541303"/>
                </a:lnTo>
                <a:close/>
                <a:lnTo>
                  <a:pt x="163853" y="586000"/>
                </a:lnTo>
                <a:close/>
                <a:lnTo>
                  <a:pt x="165343" y="586000"/>
                </a:lnTo>
                <a:close/>
                <a:lnTo>
                  <a:pt x="166832" y="629831"/>
                </a:lnTo>
                <a:close/>
                <a:lnTo>
                  <a:pt x="168322" y="559996"/>
                </a:lnTo>
                <a:close/>
                <a:lnTo>
                  <a:pt x="169811" y="585453"/>
                </a:lnTo>
                <a:close/>
                <a:lnTo>
                  <a:pt x="171301" y="507031"/>
                </a:lnTo>
                <a:close/>
                <a:lnTo>
                  <a:pt x="172790" y="320533"/>
                </a:lnTo>
                <a:close/>
                <a:lnTo>
                  <a:pt x="174280" y="379174"/>
                </a:lnTo>
                <a:close/>
                <a:lnTo>
                  <a:pt x="175770" y="326380"/>
                </a:lnTo>
                <a:close/>
                <a:lnTo>
                  <a:pt x="177259" y="405210"/>
                </a:lnTo>
                <a:close/>
                <a:lnTo>
                  <a:pt x="178749" y="296660"/>
                </a:lnTo>
                <a:close/>
                <a:lnTo>
                  <a:pt x="181728" y="366263"/>
                </a:lnTo>
                <a:close/>
                <a:lnTo>
                  <a:pt x="183218" y="262523"/>
                </a:lnTo>
                <a:close/>
                <a:lnTo>
                  <a:pt x="184707" y="270864"/>
                </a:lnTo>
                <a:close/>
                <a:lnTo>
                  <a:pt x="186197" y="206004"/>
                </a:lnTo>
                <a:close/>
                <a:lnTo>
                  <a:pt x="189176" y="366229"/>
                </a:lnTo>
                <a:close/>
                <a:lnTo>
                  <a:pt x="190665" y="300104"/>
                </a:lnTo>
                <a:close/>
                <a:lnTo>
                  <a:pt x="192155" y="373790"/>
                </a:lnTo>
                <a:close/>
                <a:lnTo>
                  <a:pt x="195134" y="327165"/>
                </a:lnTo>
                <a:close/>
                <a:lnTo>
                  <a:pt x="198113" y="469854"/>
                </a:lnTo>
                <a:close/>
                <a:lnTo>
                  <a:pt x="199603" y="418808"/>
                </a:lnTo>
                <a:close/>
                <a:lnTo>
                  <a:pt x="202582" y="588546"/>
                </a:lnTo>
                <a:close/>
                <a:lnTo>
                  <a:pt x="205561" y="443116"/>
                </a:lnTo>
                <a:close/>
                <a:lnTo>
                  <a:pt x="210030" y="623062"/>
                </a:lnTo>
                <a:close/>
                <a:lnTo>
                  <a:pt x="213009" y="575827"/>
                </a:lnTo>
                <a:close/>
                <a:lnTo>
                  <a:pt x="214499" y="616933"/>
                </a:lnTo>
                <a:close/>
                <a:lnTo>
                  <a:pt x="217478" y="415653"/>
                </a:lnTo>
                <a:close/>
                <a:lnTo>
                  <a:pt x="218967" y="436926"/>
                </a:lnTo>
                <a:close/>
                <a:lnTo>
                  <a:pt x="223436" y="551288"/>
                </a:lnTo>
                <a:close/>
                <a:lnTo>
                  <a:pt x="224926" y="393043"/>
                </a:lnTo>
                <a:close/>
                <a:lnTo>
                  <a:pt x="226415" y="421840"/>
                </a:lnTo>
                <a:close/>
                <a:lnTo>
                  <a:pt x="227905" y="543298"/>
                </a:lnTo>
                <a:close/>
                <a:lnTo>
                  <a:pt x="229394" y="484748"/>
                </a:lnTo>
                <a:close/>
                <a:lnTo>
                  <a:pt x="230884" y="490825"/>
                </a:lnTo>
                <a:close/>
                <a:lnTo>
                  <a:pt x="232374" y="523946"/>
                </a:lnTo>
                <a:close/>
                <a:lnTo>
                  <a:pt x="233863" y="499900"/>
                </a:lnTo>
                <a:close/>
                <a:lnTo>
                  <a:pt x="236842" y="669669"/>
                </a:lnTo>
                <a:close/>
                <a:lnTo>
                  <a:pt x="238332" y="645140"/>
                </a:lnTo>
                <a:close/>
                <a:lnTo>
                  <a:pt x="239821" y="660478"/>
                </a:lnTo>
                <a:close/>
                <a:lnTo>
                  <a:pt x="241311" y="653036"/>
                </a:lnTo>
                <a:close/>
                <a:lnTo>
                  <a:pt x="244290" y="510769"/>
                </a:lnTo>
                <a:close/>
                <a:lnTo>
                  <a:pt x="247269" y="565702"/>
                </a:lnTo>
                <a:close/>
                <a:lnTo>
                  <a:pt x="248759" y="575931"/>
                </a:lnTo>
                <a:close/>
                <a:lnTo>
                  <a:pt x="251738" y="616226"/>
                </a:lnTo>
                <a:close/>
                <a:lnTo>
                  <a:pt x="254717" y="586384"/>
                </a:lnTo>
                <a:close/>
                <a:lnTo>
                  <a:pt x="256207" y="616579"/>
                </a:lnTo>
                <a:close/>
                <a:lnTo>
                  <a:pt x="257696" y="605958"/>
                </a:lnTo>
                <a:close/>
                <a:lnTo>
                  <a:pt x="259186" y="615254"/>
                </a:lnTo>
                <a:close/>
                <a:lnTo>
                  <a:pt x="260675" y="571527"/>
                </a:lnTo>
                <a:close/>
                <a:lnTo>
                  <a:pt x="263655" y="745213"/>
                </a:lnTo>
                <a:close/>
                <a:lnTo>
                  <a:pt x="266634" y="640593"/>
                </a:lnTo>
                <a:close/>
                <a:lnTo>
                  <a:pt x="268123" y="671150"/>
                </a:lnTo>
                <a:close/>
                <a:lnTo>
                  <a:pt x="269613" y="627428"/>
                </a:lnTo>
                <a:close/>
                <a:lnTo>
                  <a:pt x="272592" y="669400"/>
                </a:lnTo>
                <a:close/>
                <a:lnTo>
                  <a:pt x="274082" y="681070"/>
                </a:lnTo>
                <a:close/>
                <a:lnTo>
                  <a:pt x="277061" y="616638"/>
                </a:lnTo>
                <a:close/>
                <a:lnTo>
                  <a:pt x="278550" y="603631"/>
                </a:lnTo>
                <a:close/>
                <a:lnTo>
                  <a:pt x="281530" y="470710"/>
                </a:lnTo>
                <a:close/>
                <a:lnTo>
                  <a:pt x="283019" y="482146"/>
                </a:lnTo>
                <a:close/>
                <a:lnTo>
                  <a:pt x="284509" y="520944"/>
                </a:lnTo>
                <a:close/>
                <a:lnTo>
                  <a:pt x="285998" y="493199"/>
                </a:lnTo>
                <a:close/>
                <a:lnTo>
                  <a:pt x="287488" y="498898"/>
                </a:lnTo>
                <a:close/>
                <a:lnTo>
                  <a:pt x="288977" y="466889"/>
                </a:lnTo>
                <a:close/>
                <a:lnTo>
                  <a:pt x="290467" y="468638"/>
                </a:lnTo>
                <a:close/>
                <a:lnTo>
                  <a:pt x="291957" y="435697"/>
                </a:lnTo>
                <a:close/>
                <a:lnTo>
                  <a:pt x="293446" y="527374"/>
                </a:lnTo>
                <a:close/>
                <a:lnTo>
                  <a:pt x="297915" y="468968"/>
                </a:lnTo>
                <a:close/>
                <a:lnTo>
                  <a:pt x="299404" y="561820"/>
                </a:lnTo>
                <a:close/>
                <a:lnTo>
                  <a:pt x="300894" y="538820"/>
                </a:lnTo>
                <a:close/>
                <a:lnTo>
                  <a:pt x="302384" y="538820"/>
                </a:lnTo>
                <a:close/>
                <a:lnTo>
                  <a:pt x="303873" y="568056"/>
                </a:lnTo>
                <a:close/>
                <a:lnTo>
                  <a:pt x="306852" y="537229"/>
                </a:lnTo>
                <a:close/>
                <a:lnTo>
                  <a:pt x="308342" y="599151"/>
                </a:lnTo>
                <a:close/>
                <a:lnTo>
                  <a:pt x="309831" y="511178"/>
                </a:lnTo>
                <a:close/>
                <a:lnTo>
                  <a:pt x="314300" y="566290"/>
                </a:lnTo>
                <a:close/>
                <a:lnTo>
                  <a:pt x="315790" y="576784"/>
                </a:lnTo>
                <a:close/>
                <a:lnTo>
                  <a:pt x="320259" y="697729"/>
                </a:lnTo>
                <a:close/>
                <a:lnTo>
                  <a:pt x="323238" y="535610"/>
                </a:lnTo>
                <a:close/>
                <a:lnTo>
                  <a:pt x="324727" y="574734"/>
                </a:lnTo>
                <a:close/>
                <a:lnTo>
                  <a:pt x="326217" y="566003"/>
                </a:lnTo>
                <a:close/>
                <a:lnTo>
                  <a:pt x="327706" y="697765"/>
                </a:lnTo>
                <a:close/>
                <a:lnTo>
                  <a:pt x="329196" y="525254"/>
                </a:lnTo>
                <a:close/>
                <a:lnTo>
                  <a:pt x="333665" y="641504"/>
                </a:lnTo>
                <a:close/>
                <a:lnTo>
                  <a:pt x="335154" y="644453"/>
                </a:lnTo>
                <a:close/>
                <a:lnTo>
                  <a:pt x="338133" y="726389"/>
                </a:lnTo>
                <a:close/>
                <a:lnTo>
                  <a:pt x="339623" y="658715"/>
                </a:lnTo>
                <a:close/>
                <a:lnTo>
                  <a:pt x="341113" y="659748"/>
                </a:lnTo>
                <a:close/>
                <a:lnTo>
                  <a:pt x="342602" y="564303"/>
                </a:lnTo>
                <a:close/>
                <a:lnTo>
                  <a:pt x="344092" y="793523"/>
                </a:lnTo>
                <a:close/>
                <a:lnTo>
                  <a:pt x="345581" y="691368"/>
                </a:lnTo>
                <a:close/>
                <a:lnTo>
                  <a:pt x="348560" y="885502"/>
                </a:lnTo>
                <a:close/>
                <a:lnTo>
                  <a:pt x="350050" y="634341"/>
                </a:lnTo>
                <a:close/>
                <a:lnTo>
                  <a:pt x="351540" y="651264"/>
                </a:lnTo>
                <a:close/>
                <a:lnTo>
                  <a:pt x="353029" y="603880"/>
                </a:lnTo>
                <a:close/>
                <a:lnTo>
                  <a:pt x="354519" y="644290"/>
                </a:lnTo>
                <a:close/>
                <a:lnTo>
                  <a:pt x="356008" y="746136"/>
                </a:lnTo>
                <a:close/>
                <a:lnTo>
                  <a:pt x="357498" y="622723"/>
                </a:lnTo>
                <a:close/>
                <a:lnTo>
                  <a:pt x="358988" y="628398"/>
                </a:lnTo>
                <a:close/>
                <a:lnTo>
                  <a:pt x="361967" y="655165"/>
                </a:lnTo>
                <a:close/>
                <a:lnTo>
                  <a:pt x="363456" y="675319"/>
                </a:lnTo>
                <a:close/>
                <a:lnTo>
                  <a:pt x="364946" y="757718"/>
                </a:lnTo>
                <a:close/>
                <a:lnTo>
                  <a:pt x="366435" y="728516"/>
                </a:lnTo>
                <a:close/>
                <a:lnTo>
                  <a:pt x="369415" y="657170"/>
                </a:lnTo>
                <a:close/>
                <a:lnTo>
                  <a:pt x="370904" y="634228"/>
                </a:lnTo>
                <a:close/>
                <a:lnTo>
                  <a:pt x="372394" y="665310"/>
                </a:lnTo>
                <a:close/>
                <a:lnTo>
                  <a:pt x="375373" y="584376"/>
                </a:lnTo>
                <a:close/>
                <a:lnTo>
                  <a:pt x="376862" y="570847"/>
                </a:lnTo>
                <a:close/>
                <a:lnTo>
                  <a:pt x="378352" y="640873"/>
                </a:lnTo>
                <a:close/>
                <a:lnTo>
                  <a:pt x="382821" y="414793"/>
                </a:lnTo>
                <a:close/>
                <a:lnTo>
                  <a:pt x="384310" y="452721"/>
                </a:lnTo>
                <a:close/>
                <a:lnTo>
                  <a:pt x="385800" y="349827"/>
                </a:lnTo>
                <a:close/>
                <a:lnTo>
                  <a:pt x="390269" y="548011"/>
                </a:lnTo>
                <a:close/>
                <a:lnTo>
                  <a:pt x="393248" y="475399"/>
                </a:lnTo>
                <a:close/>
                <a:lnTo>
                  <a:pt x="394737" y="475618"/>
                </a:lnTo>
                <a:close/>
                <a:lnTo>
                  <a:pt x="396227" y="518899"/>
                </a:lnTo>
                <a:close/>
                <a:lnTo>
                  <a:pt x="397716" y="435807"/>
                </a:lnTo>
                <a:close/>
                <a:lnTo>
                  <a:pt x="399206" y="497369"/>
                </a:lnTo>
                <a:close/>
                <a:lnTo>
                  <a:pt x="402185" y="318203"/>
                </a:lnTo>
                <a:close/>
                <a:lnTo>
                  <a:pt x="403675" y="306229"/>
                </a:lnTo>
                <a:close/>
                <a:lnTo>
                  <a:pt x="405164" y="251084"/>
                </a:lnTo>
                <a:close/>
                <a:lnTo>
                  <a:pt x="409633" y="412157"/>
                </a:lnTo>
                <a:close/>
                <a:lnTo>
                  <a:pt x="411123" y="397682"/>
                </a:lnTo>
                <a:close/>
                <a:lnTo>
                  <a:pt x="412612" y="302715"/>
                </a:lnTo>
                <a:close/>
                <a:lnTo>
                  <a:pt x="417081" y="624503"/>
                </a:lnTo>
                <a:close/>
                <a:lnTo>
                  <a:pt x="418571" y="556406"/>
                </a:lnTo>
                <a:close/>
                <a:lnTo>
                  <a:pt x="420060" y="593627"/>
                </a:lnTo>
                <a:close/>
                <a:lnTo>
                  <a:pt x="421550" y="575228"/>
                </a:lnTo>
                <a:close/>
                <a:lnTo>
                  <a:pt x="424529" y="417500"/>
                </a:lnTo>
                <a:close/>
                <a:lnTo>
                  <a:pt x="426018" y="578048"/>
                </a:lnTo>
                <a:close/>
                <a:lnTo>
                  <a:pt x="428998" y="415791"/>
                </a:lnTo>
                <a:close/>
                <a:lnTo>
                  <a:pt x="430487" y="493157"/>
                </a:lnTo>
                <a:close/>
                <a:lnTo>
                  <a:pt x="431977" y="481058"/>
                </a:lnTo>
                <a:close/>
                <a:lnTo>
                  <a:pt x="433466" y="330017"/>
                </a:lnTo>
                <a:close/>
                <a:lnTo>
                  <a:pt x="434956" y="527525"/>
                </a:lnTo>
                <a:close/>
                <a:lnTo>
                  <a:pt x="436445" y="435108"/>
                </a:lnTo>
                <a:close/>
                <a:lnTo>
                  <a:pt x="437935" y="490789"/>
                </a:lnTo>
                <a:close/>
                <a:lnTo>
                  <a:pt x="439425" y="486655"/>
                </a:lnTo>
                <a:close/>
                <a:lnTo>
                  <a:pt x="440914" y="513314"/>
                </a:lnTo>
                <a:close/>
                <a:lnTo>
                  <a:pt x="442404" y="507266"/>
                </a:lnTo>
                <a:close/>
                <a:lnTo>
                  <a:pt x="445383" y="576166"/>
                </a:lnTo>
                <a:close/>
                <a:lnTo>
                  <a:pt x="448362" y="603997"/>
                </a:lnTo>
                <a:close/>
                <a:lnTo>
                  <a:pt x="449852" y="584324"/>
                </a:lnTo>
                <a:close/>
                <a:lnTo>
                  <a:pt x="451341" y="631973"/>
                </a:lnTo>
                <a:close/>
                <a:lnTo>
                  <a:pt x="455810" y="399496"/>
                </a:lnTo>
                <a:close/>
                <a:lnTo>
                  <a:pt x="457300" y="378822"/>
                </a:lnTo>
                <a:close/>
                <a:lnTo>
                  <a:pt x="458789" y="388236"/>
                </a:lnTo>
                <a:close/>
                <a:lnTo>
                  <a:pt x="460279" y="504821"/>
                </a:lnTo>
                <a:close/>
                <a:lnTo>
                  <a:pt x="461768" y="494261"/>
                </a:lnTo>
                <a:close/>
                <a:lnTo>
                  <a:pt x="463258" y="443266"/>
                </a:lnTo>
                <a:close/>
                <a:lnTo>
                  <a:pt x="464747" y="528352"/>
                </a:lnTo>
                <a:close/>
                <a:lnTo>
                  <a:pt x="466237" y="460582"/>
                </a:lnTo>
                <a:close/>
                <a:lnTo>
                  <a:pt x="467727" y="520752"/>
                </a:lnTo>
                <a:close/>
                <a:lnTo>
                  <a:pt x="470706" y="490677"/>
                </a:lnTo>
                <a:close/>
                <a:lnTo>
                  <a:pt x="472195" y="630160"/>
                </a:lnTo>
                <a:close/>
                <a:lnTo>
                  <a:pt x="473685" y="568782"/>
                </a:lnTo>
                <a:close/>
                <a:lnTo>
                  <a:pt x="475174" y="607983"/>
                </a:lnTo>
                <a:close/>
                <a:lnTo>
                  <a:pt x="476664" y="541041"/>
                </a:lnTo>
                <a:close/>
                <a:lnTo>
                  <a:pt x="482622" y="703152"/>
                </a:lnTo>
                <a:close/>
                <a:lnTo>
                  <a:pt x="485601" y="664560"/>
                </a:lnTo>
                <a:close/>
                <a:lnTo>
                  <a:pt x="487091" y="743341"/>
                </a:lnTo>
                <a:close/>
                <a:lnTo>
                  <a:pt x="490070" y="680962"/>
                </a:lnTo>
                <a:close/>
                <a:lnTo>
                  <a:pt x="491560" y="713864"/>
                </a:lnTo>
                <a:close/>
                <a:lnTo>
                  <a:pt x="494539" y="567755"/>
                </a:lnTo>
                <a:close/>
                <a:lnTo>
                  <a:pt x="496029" y="632724"/>
                </a:lnTo>
                <a:close/>
                <a:lnTo>
                  <a:pt x="497518" y="612828"/>
                </a:lnTo>
                <a:close/>
                <a:lnTo>
                  <a:pt x="500497" y="443047"/>
                </a:lnTo>
                <a:close/>
                <a:lnTo>
                  <a:pt x="503476" y="577625"/>
                </a:lnTo>
                <a:close/>
                <a:lnTo>
                  <a:pt x="504966" y="538252"/>
                </a:lnTo>
                <a:close/>
                <a:lnTo>
                  <a:pt x="506456" y="582621"/>
                </a:lnTo>
                <a:close/>
                <a:lnTo>
                  <a:pt x="509435" y="482297"/>
                </a:lnTo>
                <a:close/>
                <a:lnTo>
                  <a:pt x="512414" y="552668"/>
                </a:lnTo>
                <a:close/>
                <a:lnTo>
                  <a:pt x="513903" y="554149"/>
                </a:lnTo>
                <a:close/>
                <a:lnTo>
                  <a:pt x="515393" y="525207"/>
                </a:lnTo>
                <a:close/>
                <a:lnTo>
                  <a:pt x="516883" y="651962"/>
                </a:lnTo>
                <a:close/>
                <a:lnTo>
                  <a:pt x="519862" y="605235"/>
                </a:lnTo>
                <a:close/>
                <a:lnTo>
                  <a:pt x="521351" y="608235"/>
                </a:lnTo>
                <a:close/>
                <a:lnTo>
                  <a:pt x="524330" y="681265"/>
                </a:lnTo>
                <a:close/>
                <a:lnTo>
                  <a:pt x="525820" y="707499"/>
                </a:lnTo>
                <a:close/>
                <a:lnTo>
                  <a:pt x="527310" y="828200"/>
                </a:lnTo>
                <a:close/>
                <a:lnTo>
                  <a:pt x="528799" y="810486"/>
                </a:lnTo>
                <a:close/>
                <a:lnTo>
                  <a:pt x="534757" y="673678"/>
                </a:lnTo>
                <a:close/>
                <a:lnTo>
                  <a:pt x="536247" y="679953"/>
                </a:lnTo>
                <a:close/>
                <a:lnTo>
                  <a:pt x="537737" y="711083"/>
                </a:lnTo>
                <a:close/>
                <a:lnTo>
                  <a:pt x="539226" y="682123"/>
                </a:lnTo>
                <a:close/>
                <a:lnTo>
                  <a:pt x="542205" y="602840"/>
                </a:lnTo>
                <a:close/>
                <a:lnTo>
                  <a:pt x="545185" y="896015"/>
                </a:lnTo>
                <a:close/>
                <a:lnTo>
                  <a:pt x="546674" y="867890"/>
                </a:lnTo>
                <a:close/>
                <a:lnTo>
                  <a:pt x="549653" y="772138"/>
                </a:lnTo>
                <a:close/>
                <a:lnTo>
                  <a:pt x="551143" y="715001"/>
                </a:lnTo>
                <a:close/>
                <a:lnTo>
                  <a:pt x="552632" y="766471"/>
                </a:lnTo>
                <a:close/>
                <a:lnTo>
                  <a:pt x="555612" y="623266"/>
                </a:lnTo>
                <a:close/>
                <a:lnTo>
                  <a:pt x="558591" y="672727"/>
                </a:lnTo>
                <a:close/>
                <a:lnTo>
                  <a:pt x="561570" y="624509"/>
                </a:lnTo>
                <a:close/>
                <a:lnTo>
                  <a:pt x="563059" y="602649"/>
                </a:lnTo>
                <a:close/>
                <a:lnTo>
                  <a:pt x="564549" y="659634"/>
                </a:lnTo>
                <a:close/>
                <a:lnTo>
                  <a:pt x="566039" y="642304"/>
                </a:lnTo>
                <a:close/>
                <a:lnTo>
                  <a:pt x="569018" y="698365"/>
                </a:lnTo>
                <a:close/>
                <a:lnTo>
                  <a:pt x="570507" y="653955"/>
                </a:lnTo>
                <a:close/>
                <a:lnTo>
                  <a:pt x="571997" y="662150"/>
                </a:lnTo>
                <a:close/>
                <a:lnTo>
                  <a:pt x="573486" y="767469"/>
                </a:lnTo>
                <a:close/>
                <a:lnTo>
                  <a:pt x="574976" y="767469"/>
                </a:lnTo>
                <a:close/>
                <a:lnTo>
                  <a:pt x="577955" y="880031"/>
                </a:lnTo>
                <a:close/>
                <a:lnTo>
                  <a:pt x="579445" y="891965"/>
                </a:lnTo>
                <a:close/>
                <a:lnTo>
                  <a:pt x="580934" y="822354"/>
                </a:lnTo>
                <a:close/>
                <a:lnTo>
                  <a:pt x="582424" y="901245"/>
                </a:lnTo>
                <a:close/>
                <a:lnTo>
                  <a:pt x="585403" y="853690"/>
                </a:lnTo>
                <a:close/>
                <a:lnTo>
                  <a:pt x="586893" y="931026"/>
                </a:lnTo>
                <a:close/>
                <a:lnTo>
                  <a:pt x="588382" y="765212"/>
                </a:lnTo>
                <a:close/>
                <a:lnTo>
                  <a:pt x="589872" y="843431"/>
                </a:lnTo>
                <a:close/>
                <a:lnTo>
                  <a:pt x="592851" y="699142"/>
                </a:lnTo>
                <a:close/>
                <a:lnTo>
                  <a:pt x="594341" y="728527"/>
                </a:lnTo>
                <a:close/>
                <a:lnTo>
                  <a:pt x="595830" y="699900"/>
                </a:lnTo>
                <a:close/>
                <a:lnTo>
                  <a:pt x="598809" y="594213"/>
                </a:lnTo>
                <a:close/>
                <a:lnTo>
                  <a:pt x="600299" y="648258"/>
                </a:lnTo>
                <a:close/>
                <a:lnTo>
                  <a:pt x="603278" y="563387"/>
                </a:lnTo>
                <a:close/>
                <a:lnTo>
                  <a:pt x="604768" y="558190"/>
                </a:lnTo>
                <a:close/>
                <a:lnTo>
                  <a:pt x="607747" y="681540"/>
                </a:lnTo>
                <a:close/>
                <a:lnTo>
                  <a:pt x="609236" y="593254"/>
                </a:lnTo>
                <a:close/>
                <a:lnTo>
                  <a:pt x="612215" y="643369"/>
                </a:lnTo>
                <a:close/>
                <a:lnTo>
                  <a:pt x="613705" y="706644"/>
                </a:lnTo>
                <a:close/>
                <a:lnTo>
                  <a:pt x="616684" y="594529"/>
                </a:lnTo>
                <a:close/>
                <a:lnTo>
                  <a:pt x="618174" y="588101"/>
                </a:lnTo>
                <a:close/>
                <a:lnTo>
                  <a:pt x="619663" y="554160"/>
                </a:lnTo>
                <a:close/>
                <a:lnTo>
                  <a:pt x="621153" y="566917"/>
                </a:lnTo>
                <a:close/>
                <a:lnTo>
                  <a:pt x="622642" y="539109"/>
                </a:lnTo>
                <a:close/>
                <a:lnTo>
                  <a:pt x="625622" y="599821"/>
                </a:lnTo>
                <a:close/>
                <a:lnTo>
                  <a:pt x="627111" y="626224"/>
                </a:lnTo>
                <a:close/>
                <a:lnTo>
                  <a:pt x="628601" y="447000"/>
                </a:lnTo>
                <a:close/>
                <a:lnTo>
                  <a:pt x="631580" y="578497"/>
                </a:lnTo>
                <a:close/>
                <a:lnTo>
                  <a:pt x="633070" y="563397"/>
                </a:lnTo>
                <a:close/>
                <a:lnTo>
                  <a:pt x="634559" y="488325"/>
                </a:lnTo>
                <a:close/>
                <a:lnTo>
                  <a:pt x="636049" y="554362"/>
                </a:lnTo>
                <a:close/>
                <a:lnTo>
                  <a:pt x="637538" y="505935"/>
                </a:lnTo>
                <a:close/>
                <a:lnTo>
                  <a:pt x="639028" y="519223"/>
                </a:lnTo>
                <a:close/>
                <a:lnTo>
                  <a:pt x="640517" y="519223"/>
                </a:lnTo>
                <a:close/>
                <a:lnTo>
                  <a:pt x="643497" y="586882"/>
                </a:lnTo>
                <a:close/>
                <a:lnTo>
                  <a:pt x="644986" y="596296"/>
                </a:lnTo>
                <a:close/>
                <a:lnTo>
                  <a:pt x="646476" y="460182"/>
                </a:lnTo>
                <a:close/>
                <a:lnTo>
                  <a:pt x="647965" y="465366"/>
                </a:lnTo>
                <a:close/>
                <a:lnTo>
                  <a:pt x="649455" y="496358"/>
                </a:lnTo>
                <a:close/>
                <a:lnTo>
                  <a:pt x="650944" y="457831"/>
                </a:lnTo>
                <a:close/>
                <a:lnTo>
                  <a:pt x="652434" y="516073"/>
                </a:lnTo>
                <a:close/>
                <a:lnTo>
                  <a:pt x="655413" y="379277"/>
                </a:lnTo>
                <a:close/>
                <a:lnTo>
                  <a:pt x="658392" y="414738"/>
                </a:lnTo>
                <a:close/>
                <a:lnTo>
                  <a:pt x="659882" y="500315"/>
                </a:lnTo>
                <a:close/>
                <a:lnTo>
                  <a:pt x="661371" y="425668"/>
                </a:lnTo>
                <a:close/>
                <a:lnTo>
                  <a:pt x="662861" y="444267"/>
                </a:lnTo>
                <a:close/>
                <a:lnTo>
                  <a:pt x="664351" y="368449"/>
                </a:lnTo>
                <a:close/>
                <a:lnTo>
                  <a:pt x="665840" y="398614"/>
                </a:lnTo>
                <a:close/>
                <a:lnTo>
                  <a:pt x="668819" y="183834"/>
                </a:lnTo>
                <a:close/>
                <a:lnTo>
                  <a:pt x="670309" y="174339"/>
                </a:lnTo>
                <a:close/>
                <a:lnTo>
                  <a:pt x="671799" y="224883"/>
                </a:lnTo>
                <a:close/>
                <a:lnTo>
                  <a:pt x="673288" y="187973"/>
                </a:lnTo>
                <a:close/>
                <a:lnTo>
                  <a:pt x="677757" y="293887"/>
                </a:lnTo>
                <a:close/>
                <a:lnTo>
                  <a:pt x="679246" y="265426"/>
                </a:lnTo>
                <a:close/>
                <a:lnTo>
                  <a:pt x="680736" y="180492"/>
                </a:lnTo>
                <a:close/>
                <a:lnTo>
                  <a:pt x="682226" y="204755"/>
                </a:lnTo>
                <a:close/>
                <a:lnTo>
                  <a:pt x="685205" y="66851"/>
                </a:lnTo>
                <a:close/>
                <a:lnTo>
                  <a:pt x="686694" y="230489"/>
                </a:lnTo>
                <a:close/>
                <a:lnTo>
                  <a:pt x="688184" y="195249"/>
                </a:lnTo>
                <a:close/>
                <a:lnTo>
                  <a:pt x="689673" y="199418"/>
                </a:lnTo>
                <a:close/>
                <a:lnTo>
                  <a:pt x="691163" y="194405"/>
                </a:lnTo>
                <a:close/>
                <a:lnTo>
                  <a:pt x="692653" y="183394"/>
                </a:lnTo>
                <a:close/>
                <a:lnTo>
                  <a:pt x="694142" y="146609"/>
                </a:lnTo>
                <a:close/>
                <a:lnTo>
                  <a:pt x="695632" y="190657"/>
                </a:lnTo>
                <a:close/>
                <a:lnTo>
                  <a:pt x="697121" y="190396"/>
                </a:lnTo>
                <a:close/>
                <a:lnTo>
                  <a:pt x="698611" y="159986"/>
                </a:lnTo>
                <a:close/>
                <a:lnTo>
                  <a:pt x="700100" y="249688"/>
                </a:lnTo>
                <a:close/>
                <a:lnTo>
                  <a:pt x="701590" y="108317"/>
                </a:lnTo>
                <a:close/>
                <a:lnTo>
                  <a:pt x="704569" y="153797"/>
                </a:lnTo>
                <a:close/>
                <a:lnTo>
                  <a:pt x="706059" y="172987"/>
                </a:lnTo>
                <a:close/>
                <a:lnTo>
                  <a:pt x="709038" y="139315"/>
                </a:lnTo>
                <a:close/>
                <a:lnTo>
                  <a:pt x="710527" y="152596"/>
                </a:lnTo>
                <a:close/>
                <a:lnTo>
                  <a:pt x="712017" y="76001"/>
                </a:lnTo>
                <a:close/>
                <a:lnTo>
                  <a:pt x="713507" y="98333"/>
                </a:lnTo>
                <a:close/>
                <a:lnTo>
                  <a:pt x="714996" y="170646"/>
                </a:lnTo>
                <a:close/>
                <a:lnTo>
                  <a:pt x="716486" y="99457"/>
                </a:lnTo>
                <a:close/>
                <a:lnTo>
                  <a:pt x="719465" y="259976"/>
                </a:lnTo>
                <a:close/>
                <a:lnTo>
                  <a:pt x="722444" y="90309"/>
                </a:lnTo>
                <a:close/>
                <a:lnTo>
                  <a:pt x="723934" y="110447"/>
                </a:lnTo>
                <a:close/>
                <a:lnTo>
                  <a:pt x="725423" y="105168"/>
                </a:lnTo>
                <a:close/>
                <a:lnTo>
                  <a:pt x="726913" y="124962"/>
                </a:lnTo>
                <a:close/>
                <a:lnTo>
                  <a:pt x="729892" y="212011"/>
                </a:lnTo>
                <a:close/>
                <a:lnTo>
                  <a:pt x="731382" y="136062"/>
                </a:lnTo>
                <a:close/>
                <a:lnTo>
                  <a:pt x="732871" y="169634"/>
                </a:lnTo>
                <a:close/>
                <a:lnTo>
                  <a:pt x="734361" y="136248"/>
                </a:lnTo>
                <a:close/>
                <a:lnTo>
                  <a:pt x="735850" y="247367"/>
                </a:lnTo>
                <a:close/>
                <a:lnTo>
                  <a:pt x="738829" y="197537"/>
                </a:lnTo>
                <a:close/>
                <a:lnTo>
                  <a:pt x="743298" y="117372"/>
                </a:lnTo>
                <a:close/>
                <a:lnTo>
                  <a:pt x="746277" y="86134"/>
                </a:lnTo>
                <a:close/>
                <a:lnTo>
                  <a:pt x="747767" y="30403"/>
                </a:lnTo>
                <a:close/>
                <a:lnTo>
                  <a:pt x="749256" y="59527"/>
                </a:lnTo>
                <a:close/>
                <a:lnTo>
                  <a:pt x="750746" y="50075"/>
                </a:lnTo>
                <a:close/>
                <a:lnTo>
                  <a:pt x="752236" y="136777"/>
                </a:lnTo>
                <a:close/>
                <a:lnTo>
                  <a:pt x="753725" y="113118"/>
                </a:lnTo>
                <a:close/>
                <a:lnTo>
                  <a:pt x="756704" y="215937"/>
                </a:lnTo>
                <a:close/>
                <a:lnTo>
                  <a:pt x="759683" y="255143"/>
                </a:lnTo>
                <a:close/>
                <a:lnTo>
                  <a:pt x="761173" y="255143"/>
                </a:lnTo>
                <a:close/>
                <a:lnTo>
                  <a:pt x="762663" y="215915"/>
                </a:lnTo>
                <a:close/>
                <a:lnTo>
                  <a:pt x="764152" y="233432"/>
                </a:lnTo>
                <a:close/>
                <a:lnTo>
                  <a:pt x="765642" y="229153"/>
                </a:lnTo>
                <a:close/>
                <a:lnTo>
                  <a:pt x="767131" y="247656"/>
                </a:lnTo>
                <a:close/>
                <a:lnTo>
                  <a:pt x="768621" y="214296"/>
                </a:lnTo>
                <a:close/>
                <a:lnTo>
                  <a:pt x="770111" y="238137"/>
                </a:lnTo>
                <a:close/>
                <a:lnTo>
                  <a:pt x="771600" y="309676"/>
                </a:lnTo>
                <a:close/>
                <a:lnTo>
                  <a:pt x="776069" y="203319"/>
                </a:lnTo>
                <a:close/>
                <a:lnTo>
                  <a:pt x="777558" y="305734"/>
                </a:lnTo>
                <a:close/>
                <a:lnTo>
                  <a:pt x="779048" y="207102"/>
                </a:lnTo>
                <a:close/>
                <a:lnTo>
                  <a:pt x="780538" y="210390"/>
                </a:lnTo>
                <a:close/>
                <a:lnTo>
                  <a:pt x="782027" y="296405"/>
                </a:lnTo>
                <a:close/>
                <a:lnTo>
                  <a:pt x="783517" y="297992"/>
                </a:lnTo>
                <a:close/>
                <a:lnTo>
                  <a:pt x="785006" y="230843"/>
                </a:lnTo>
                <a:close/>
                <a:lnTo>
                  <a:pt x="786496" y="334240"/>
                </a:lnTo>
                <a:close/>
                <a:lnTo>
                  <a:pt x="787985" y="316184"/>
                </a:lnTo>
                <a:close/>
                <a:lnTo>
                  <a:pt x="790965" y="489973"/>
                </a:lnTo>
                <a:close/>
                <a:lnTo>
                  <a:pt x="793944" y="411716"/>
                </a:lnTo>
                <a:close/>
                <a:lnTo>
                  <a:pt x="795433" y="413165"/>
                </a:lnTo>
                <a:close/>
                <a:lnTo>
                  <a:pt x="798412" y="488445"/>
                </a:lnTo>
                <a:close/>
                <a:lnTo>
                  <a:pt x="801392" y="398162"/>
                </a:lnTo>
                <a:close/>
                <a:lnTo>
                  <a:pt x="802881" y="448020"/>
                </a:lnTo>
                <a:close/>
                <a:lnTo>
                  <a:pt x="804371" y="607577"/>
                </a:lnTo>
                <a:close/>
                <a:lnTo>
                  <a:pt x="805860" y="587282"/>
                </a:lnTo>
                <a:close/>
                <a:lnTo>
                  <a:pt x="807350" y="450646"/>
                </a:lnTo>
                <a:close/>
                <a:lnTo>
                  <a:pt x="808840" y="445605"/>
                </a:lnTo>
                <a:close/>
                <a:lnTo>
                  <a:pt x="810329" y="313068"/>
                </a:lnTo>
                <a:close/>
                <a:lnTo>
                  <a:pt x="811819" y="372284"/>
                </a:lnTo>
                <a:close/>
                <a:lnTo>
                  <a:pt x="814798" y="270985"/>
                </a:lnTo>
                <a:close/>
                <a:lnTo>
                  <a:pt x="816287" y="287308"/>
                </a:lnTo>
                <a:close/>
                <a:lnTo>
                  <a:pt x="817777" y="226267"/>
                </a:lnTo>
                <a:close/>
                <a:lnTo>
                  <a:pt x="820756" y="348594"/>
                </a:lnTo>
                <a:close/>
                <a:lnTo>
                  <a:pt x="822246" y="303742"/>
                </a:lnTo>
                <a:close/>
                <a:lnTo>
                  <a:pt x="823735" y="351360"/>
                </a:lnTo>
                <a:close/>
                <a:lnTo>
                  <a:pt x="825225" y="315636"/>
                </a:lnTo>
                <a:close/>
                <a:lnTo>
                  <a:pt x="826714" y="407684"/>
                </a:lnTo>
                <a:close/>
                <a:lnTo>
                  <a:pt x="828204" y="344855"/>
                </a:lnTo>
                <a:close/>
                <a:lnTo>
                  <a:pt x="829694" y="487909"/>
                </a:lnTo>
                <a:close/>
                <a:lnTo>
                  <a:pt x="831183" y="481453"/>
                </a:lnTo>
                <a:close/>
                <a:lnTo>
                  <a:pt x="834162" y="412270"/>
                </a:lnTo>
                <a:close/>
                <a:lnTo>
                  <a:pt x="837141" y="441843"/>
                </a:lnTo>
                <a:close/>
                <a:lnTo>
                  <a:pt x="838631" y="466232"/>
                </a:lnTo>
                <a:close/>
                <a:lnTo>
                  <a:pt x="840121" y="438174"/>
                </a:lnTo>
                <a:close/>
                <a:lnTo>
                  <a:pt x="841610" y="364934"/>
                </a:lnTo>
                <a:close/>
                <a:lnTo>
                  <a:pt x="843100" y="410148"/>
                </a:lnTo>
                <a:close/>
                <a:lnTo>
                  <a:pt x="844589" y="350128"/>
                </a:lnTo>
                <a:close/>
                <a:lnTo>
                  <a:pt x="846079" y="403312"/>
                </a:lnTo>
                <a:close/>
                <a:lnTo>
                  <a:pt x="847568" y="401987"/>
                </a:lnTo>
                <a:close/>
                <a:lnTo>
                  <a:pt x="849058" y="402602"/>
                </a:lnTo>
                <a:close/>
                <a:lnTo>
                  <a:pt x="853527" y="584338"/>
                </a:lnTo>
                <a:close/>
                <a:lnTo>
                  <a:pt x="855016" y="585520"/>
                </a:lnTo>
                <a:close/>
                <a:lnTo>
                  <a:pt x="857996" y="627849"/>
                </a:lnTo>
                <a:close/>
                <a:lnTo>
                  <a:pt x="859485" y="524295"/>
                </a:lnTo>
                <a:close/>
                <a:lnTo>
                  <a:pt x="860975" y="544641"/>
                </a:lnTo>
                <a:close/>
                <a:lnTo>
                  <a:pt x="862464" y="778891"/>
                </a:lnTo>
                <a:close/>
                <a:lnTo>
                  <a:pt x="863954" y="737952"/>
                </a:lnTo>
                <a:close/>
                <a:lnTo>
                  <a:pt x="865443" y="739543"/>
                </a:lnTo>
                <a:close/>
                <a:lnTo>
                  <a:pt x="866933" y="687012"/>
                </a:lnTo>
                <a:close/>
                <a:lnTo>
                  <a:pt x="868423" y="774940"/>
                </a:lnTo>
                <a:close/>
                <a:lnTo>
                  <a:pt x="871402" y="733642"/>
                </a:lnTo>
                <a:close/>
                <a:lnTo>
                  <a:pt x="872891" y="780439"/>
                </a:lnTo>
                <a:close/>
                <a:lnTo>
                  <a:pt x="874381" y="764194"/>
                </a:lnTo>
                <a:close/>
                <a:lnTo>
                  <a:pt x="875870" y="790357"/>
                </a:lnTo>
                <a:close/>
                <a:lnTo>
                  <a:pt x="880339" y="524803"/>
                </a:lnTo>
                <a:close/>
                <a:lnTo>
                  <a:pt x="881829" y="569588"/>
                </a:lnTo>
                <a:close/>
                <a:lnTo>
                  <a:pt x="883318" y="587795"/>
                </a:lnTo>
                <a:close/>
                <a:lnTo>
                  <a:pt x="884808" y="460916"/>
                </a:lnTo>
                <a:close/>
                <a:lnTo>
                  <a:pt x="886297" y="479632"/>
                </a:lnTo>
                <a:close/>
                <a:lnTo>
                  <a:pt x="887787" y="537891"/>
                </a:lnTo>
                <a:close/>
                <a:lnTo>
                  <a:pt x="889277" y="537891"/>
                </a:lnTo>
                <a:close/>
                <a:lnTo>
                  <a:pt x="892256" y="334479"/>
                </a:lnTo>
                <a:close/>
                <a:lnTo>
                  <a:pt x="893745" y="362287"/>
                </a:lnTo>
                <a:close/>
                <a:lnTo>
                  <a:pt x="895235" y="323178"/>
                </a:lnTo>
                <a:close/>
                <a:lnTo>
                  <a:pt x="896724" y="324334"/>
                </a:lnTo>
                <a:close/>
                <a:lnTo>
                  <a:pt x="899704" y="246364"/>
                </a:lnTo>
                <a:close/>
                <a:lnTo>
                  <a:pt x="901193" y="279382"/>
                </a:lnTo>
                <a:close/>
                <a:lnTo>
                  <a:pt x="902683" y="280174"/>
                </a:lnTo>
                <a:close/>
                <a:lnTo>
                  <a:pt x="904172" y="315224"/>
                </a:lnTo>
                <a:close/>
                <a:lnTo>
                  <a:pt x="905662" y="307519"/>
                </a:lnTo>
                <a:close/>
                <a:lnTo>
                  <a:pt x="907152" y="312493"/>
                </a:lnTo>
                <a:close/>
                <a:lnTo>
                  <a:pt x="908641" y="289420"/>
                </a:lnTo>
                <a:close/>
                <a:lnTo>
                  <a:pt x="910131" y="289157"/>
                </a:lnTo>
                <a:close/>
                <a:lnTo>
                  <a:pt x="913110" y="377621"/>
                </a:lnTo>
                <a:close/>
                <a:lnTo>
                  <a:pt x="914599" y="251225"/>
                </a:lnTo>
                <a:close/>
                <a:lnTo>
                  <a:pt x="916089" y="444722"/>
                </a:lnTo>
                <a:close/>
                <a:lnTo>
                  <a:pt x="917579" y="450815"/>
                </a:lnTo>
                <a:close/>
                <a:lnTo>
                  <a:pt x="919068" y="359413"/>
                </a:lnTo>
                <a:close/>
                <a:lnTo>
                  <a:pt x="920558" y="391293"/>
                </a:lnTo>
                <a:close/>
                <a:lnTo>
                  <a:pt x="922047" y="456428"/>
                </a:lnTo>
                <a:close/>
                <a:lnTo>
                  <a:pt x="923537" y="336584"/>
                </a:lnTo>
                <a:close/>
                <a:lnTo>
                  <a:pt x="925026" y="453781"/>
                </a:lnTo>
                <a:close/>
                <a:lnTo>
                  <a:pt x="926516" y="415229"/>
                </a:lnTo>
                <a:close/>
                <a:lnTo>
                  <a:pt x="928006" y="441464"/>
                </a:lnTo>
                <a:close/>
                <a:lnTo>
                  <a:pt x="929495" y="519408"/>
                </a:lnTo>
                <a:close/>
                <a:lnTo>
                  <a:pt x="930985" y="498714"/>
                </a:lnTo>
                <a:close/>
                <a:lnTo>
                  <a:pt x="932474" y="451798"/>
                </a:lnTo>
                <a:close/>
                <a:lnTo>
                  <a:pt x="933964" y="511231"/>
                </a:lnTo>
                <a:close/>
                <a:lnTo>
                  <a:pt x="935453" y="424529"/>
                </a:lnTo>
                <a:close/>
                <a:lnTo>
                  <a:pt x="936943" y="452700"/>
                </a:lnTo>
                <a:close/>
                <a:lnTo>
                  <a:pt x="938433" y="450600"/>
                </a:lnTo>
                <a:close/>
                <a:lnTo>
                  <a:pt x="941412" y="346190"/>
                </a:lnTo>
                <a:close/>
                <a:lnTo>
                  <a:pt x="945881" y="418892"/>
                </a:lnTo>
                <a:close/>
                <a:lnTo>
                  <a:pt x="948860" y="413787"/>
                </a:lnTo>
                <a:close/>
                <a:lnTo>
                  <a:pt x="950349" y="536138"/>
                </a:lnTo>
                <a:close/>
                <a:lnTo>
                  <a:pt x="953328" y="495737"/>
                </a:lnTo>
                <a:close/>
                <a:lnTo>
                  <a:pt x="954818" y="545422"/>
                </a:lnTo>
                <a:close/>
                <a:lnTo>
                  <a:pt x="956308" y="533674"/>
                </a:lnTo>
                <a:close/>
                <a:lnTo>
                  <a:pt x="957797" y="510573"/>
                </a:lnTo>
                <a:close/>
                <a:lnTo>
                  <a:pt x="959287" y="519440"/>
                </a:lnTo>
                <a:close/>
                <a:lnTo>
                  <a:pt x="960776" y="566832"/>
                </a:lnTo>
                <a:close/>
                <a:lnTo>
                  <a:pt x="962266" y="564408"/>
                </a:lnTo>
                <a:close/>
                <a:lnTo>
                  <a:pt x="963755" y="502032"/>
                </a:lnTo>
                <a:close/>
                <a:lnTo>
                  <a:pt x="965245" y="563347"/>
                </a:lnTo>
                <a:close/>
                <a:lnTo>
                  <a:pt x="966735" y="499486"/>
                </a:lnTo>
                <a:close/>
                <a:lnTo>
                  <a:pt x="968224" y="496428"/>
                </a:lnTo>
                <a:close/>
                <a:lnTo>
                  <a:pt x="969714" y="549683"/>
                </a:lnTo>
                <a:close/>
                <a:lnTo>
                  <a:pt x="971203" y="423879"/>
                </a:lnTo>
                <a:close/>
                <a:lnTo>
                  <a:pt x="972693" y="540662"/>
                </a:lnTo>
                <a:close/>
                <a:lnTo>
                  <a:pt x="974182" y="454068"/>
                </a:lnTo>
                <a:close/>
                <a:lnTo>
                  <a:pt x="975672" y="557123"/>
                </a:lnTo>
                <a:close/>
                <a:lnTo>
                  <a:pt x="977162" y="363208"/>
                </a:lnTo>
                <a:close/>
                <a:lnTo>
                  <a:pt x="978651" y="358528"/>
                </a:lnTo>
                <a:close/>
                <a:lnTo>
                  <a:pt x="981630" y="279338"/>
                </a:lnTo>
                <a:close/>
                <a:lnTo>
                  <a:pt x="983120" y="409319"/>
                </a:lnTo>
                <a:close/>
                <a:lnTo>
                  <a:pt x="987589" y="168464"/>
                </a:lnTo>
                <a:close/>
                <a:lnTo>
                  <a:pt x="989078" y="166953"/>
                </a:lnTo>
                <a:close/>
                <a:lnTo>
                  <a:pt x="990568" y="172172"/>
                </a:lnTo>
                <a:close/>
                <a:lnTo>
                  <a:pt x="992057" y="145843"/>
                </a:lnTo>
                <a:close/>
                <a:lnTo>
                  <a:pt x="993547" y="37470"/>
                </a:lnTo>
                <a:close/>
                <a:lnTo>
                  <a:pt x="995037" y="93954"/>
                </a:lnTo>
                <a:close/>
                <a:lnTo>
                  <a:pt x="996526" y="0"/>
                </a:lnTo>
                <a:close/>
                <a:lnTo>
                  <a:pt x="999505" y="166390"/>
                </a:lnTo>
                <a:close/>
                <a:lnTo>
                  <a:pt x="1000995" y="59899"/>
                </a:lnTo>
                <a:close/>
                <a:lnTo>
                  <a:pt x="1002484" y="109300"/>
                </a:lnTo>
                <a:close/>
                <a:lnTo>
                  <a:pt x="1003974" y="56389"/>
                </a:lnTo>
                <a:close/>
                <a:lnTo>
                  <a:pt x="1005464" y="169083"/>
                </a:lnTo>
                <a:close/>
                <a:lnTo>
                  <a:pt x="1006953" y="130430"/>
                </a:lnTo>
                <a:close/>
                <a:lnTo>
                  <a:pt x="1009932" y="369130"/>
                </a:lnTo>
                <a:close/>
                <a:lnTo>
                  <a:pt x="1012911" y="259755"/>
                </a:lnTo>
                <a:close/>
                <a:lnTo>
                  <a:pt x="1017380" y="433658"/>
                </a:lnTo>
                <a:close/>
                <a:lnTo>
                  <a:pt x="1018870" y="419425"/>
                </a:lnTo>
                <a:close/>
                <a:lnTo>
                  <a:pt x="1021849" y="474759"/>
                </a:lnTo>
                <a:close/>
                <a:lnTo>
                  <a:pt x="1023338" y="430536"/>
                </a:lnTo>
                <a:close/>
                <a:lnTo>
                  <a:pt x="1024828" y="453244"/>
                </a:lnTo>
                <a:close/>
                <a:lnTo>
                  <a:pt x="1026318" y="506445"/>
                </a:lnTo>
                <a:close/>
                <a:lnTo>
                  <a:pt x="1033766" y="232037"/>
                </a:lnTo>
                <a:close/>
                <a:lnTo>
                  <a:pt x="1035255" y="207891"/>
                </a:lnTo>
                <a:close/>
                <a:lnTo>
                  <a:pt x="1036745" y="340153"/>
                </a:lnTo>
                <a:close/>
                <a:lnTo>
                  <a:pt x="1038234" y="327337"/>
                </a:lnTo>
                <a:close/>
                <a:lnTo>
                  <a:pt x="1039724" y="327337"/>
                </a:lnTo>
                <a:close/>
                <a:lnTo>
                  <a:pt x="1042703" y="287106"/>
                </a:lnTo>
                <a:close/>
                <a:lnTo>
                  <a:pt x="1044193" y="315584"/>
                </a:lnTo>
                <a:close/>
                <a:lnTo>
                  <a:pt x="1047172" y="443460"/>
                </a:lnTo>
                <a:close/>
                <a:lnTo>
                  <a:pt x="1048661" y="460604"/>
                </a:lnTo>
                <a:close/>
                <a:lnTo>
                  <a:pt x="1050151" y="436804"/>
                </a:lnTo>
                <a:close/>
                <a:lnTo>
                  <a:pt x="1051640" y="377089"/>
                </a:lnTo>
                <a:close/>
                <a:lnTo>
                  <a:pt x="1053130" y="380373"/>
                </a:lnTo>
                <a:close/>
                <a:lnTo>
                  <a:pt x="1054620" y="508977"/>
                </a:lnTo>
                <a:close/>
                <a:lnTo>
                  <a:pt x="1056109" y="494049"/>
                </a:lnTo>
                <a:close/>
                <a:lnTo>
                  <a:pt x="1059088" y="444133"/>
                </a:lnTo>
                <a:close/>
                <a:lnTo>
                  <a:pt x="1062067" y="462437"/>
                </a:lnTo>
                <a:close/>
                <a:lnTo>
                  <a:pt x="1063557" y="450221"/>
                </a:lnTo>
                <a:close/>
                <a:lnTo>
                  <a:pt x="1065047" y="378302"/>
                </a:lnTo>
                <a:close/>
                <a:lnTo>
                  <a:pt x="1066536" y="540957"/>
                </a:lnTo>
                <a:close/>
                <a:lnTo>
                  <a:pt x="1068026" y="490653"/>
                </a:lnTo>
                <a:close/>
                <a:lnTo>
                  <a:pt x="1069515" y="580702"/>
                </a:lnTo>
                <a:close/>
                <a:lnTo>
                  <a:pt x="1071005" y="524340"/>
                </a:lnTo>
                <a:close/>
                <a:lnTo>
                  <a:pt x="1072494" y="550869"/>
                </a:lnTo>
                <a:close/>
                <a:lnTo>
                  <a:pt x="1073984" y="618417"/>
                </a:lnTo>
                <a:close/>
                <a:lnTo>
                  <a:pt x="1076963" y="550836"/>
                </a:lnTo>
                <a:close/>
                <a:lnTo>
                  <a:pt x="1078453" y="582112"/>
                </a:lnTo>
                <a:close/>
                <a:lnTo>
                  <a:pt x="1079942" y="563877"/>
                </a:lnTo>
                <a:close/>
                <a:lnTo>
                  <a:pt x="1084411" y="664750"/>
                </a:lnTo>
                <a:close/>
                <a:lnTo>
                  <a:pt x="1085901" y="508632"/>
                </a:lnTo>
                <a:close/>
                <a:lnTo>
                  <a:pt x="1087390" y="528157"/>
                </a:lnTo>
                <a:close/>
                <a:lnTo>
                  <a:pt x="1088880" y="610526"/>
                </a:lnTo>
                <a:close/>
                <a:lnTo>
                  <a:pt x="1090369" y="606353"/>
                </a:lnTo>
                <a:close/>
                <a:lnTo>
                  <a:pt x="1091859" y="590719"/>
                </a:lnTo>
                <a:close/>
                <a:lnTo>
                  <a:pt x="1096328" y="344174"/>
                </a:lnTo>
                <a:close/>
                <a:lnTo>
                  <a:pt x="1097817" y="404478"/>
                </a:lnTo>
                <a:close/>
                <a:lnTo>
                  <a:pt x="1099307" y="331824"/>
                </a:lnTo>
                <a:close/>
                <a:lnTo>
                  <a:pt x="1100796" y="359337"/>
                </a:lnTo>
                <a:close/>
                <a:lnTo>
                  <a:pt x="1102286" y="357412"/>
                </a:lnTo>
                <a:close/>
                <a:lnTo>
                  <a:pt x="1103776" y="361147"/>
                </a:lnTo>
                <a:close/>
                <a:lnTo>
                  <a:pt x="1112713" y="610042"/>
                </a:lnTo>
                <a:close/>
                <a:lnTo>
                  <a:pt x="1115692" y="425762"/>
                </a:lnTo>
                <a:close/>
                <a:lnTo>
                  <a:pt x="1117182" y="467106"/>
                </a:lnTo>
                <a:close/>
                <a:lnTo>
                  <a:pt x="1118671" y="411146"/>
                </a:lnTo>
                <a:close/>
                <a:lnTo>
                  <a:pt x="1120161" y="459213"/>
                </a:lnTo>
                <a:close/>
                <a:lnTo>
                  <a:pt x="1123140" y="342035"/>
                </a:lnTo>
                <a:close/>
                <a:lnTo>
                  <a:pt x="1124630" y="406646"/>
                </a:lnTo>
                <a:close/>
                <a:lnTo>
                  <a:pt x="1127609" y="367444"/>
                </a:lnTo>
                <a:close/>
                <a:lnTo>
                  <a:pt x="1130588" y="598712"/>
                </a:lnTo>
                <a:close/>
                <a:lnTo>
                  <a:pt x="1132078" y="517949"/>
                </a:lnTo>
                <a:close/>
                <a:lnTo>
                  <a:pt x="1133567" y="569096"/>
                </a:lnTo>
                <a:close/>
                <a:lnTo>
                  <a:pt x="1139525" y="464026"/>
                </a:lnTo>
                <a:close/>
                <a:lnTo>
                  <a:pt x="1141015" y="626031"/>
                </a:lnTo>
                <a:close/>
                <a:lnTo>
                  <a:pt x="1143994" y="599581"/>
                </a:lnTo>
                <a:close/>
                <a:lnTo>
                  <a:pt x="1145484" y="619118"/>
                </a:lnTo>
                <a:close/>
                <a:lnTo>
                  <a:pt x="1149952" y="384625"/>
                </a:lnTo>
                <a:close/>
                <a:lnTo>
                  <a:pt x="1155911" y="241074"/>
                </a:lnTo>
                <a:close/>
                <a:lnTo>
                  <a:pt x="1157400" y="240864"/>
                </a:lnTo>
                <a:close/>
                <a:lnTo>
                  <a:pt x="1158890" y="264191"/>
                </a:lnTo>
                <a:close/>
                <a:lnTo>
                  <a:pt x="1160379" y="257009"/>
                </a:lnTo>
                <a:close/>
                <a:lnTo>
                  <a:pt x="1161869" y="297789"/>
                </a:lnTo>
                <a:close/>
                <a:lnTo>
                  <a:pt x="1163359" y="288885"/>
                </a:lnTo>
                <a:close/>
                <a:lnTo>
                  <a:pt x="1164848" y="291882"/>
                </a:lnTo>
                <a:close/>
                <a:lnTo>
                  <a:pt x="1166338" y="241688"/>
                </a:lnTo>
                <a:close/>
                <a:lnTo>
                  <a:pt x="1169317" y="362707"/>
                </a:lnTo>
                <a:close/>
                <a:lnTo>
                  <a:pt x="1170807" y="365945"/>
                </a:lnTo>
                <a:close/>
                <a:lnTo>
                  <a:pt x="1172296" y="241749"/>
                </a:lnTo>
                <a:close/>
                <a:lnTo>
                  <a:pt x="1175275" y="402180"/>
                </a:lnTo>
                <a:close/>
                <a:lnTo>
                  <a:pt x="1176765" y="357863"/>
                </a:lnTo>
                <a:close/>
                <a:lnTo>
                  <a:pt x="1178254" y="446687"/>
                </a:lnTo>
                <a:close/>
                <a:lnTo>
                  <a:pt x="1184213" y="325655"/>
                </a:lnTo>
                <a:close/>
                <a:lnTo>
                  <a:pt x="1185702" y="392630"/>
                </a:lnTo>
                <a:close/>
                <a:lnTo>
                  <a:pt x="1187192" y="341312"/>
                </a:lnTo>
                <a:close/>
                <a:lnTo>
                  <a:pt x="1188681" y="218847"/>
                </a:lnTo>
                <a:close/>
                <a:lnTo>
                  <a:pt x="1191661" y="392428"/>
                </a:lnTo>
                <a:close/>
                <a:lnTo>
                  <a:pt x="1194640" y="324703"/>
                </a:lnTo>
                <a:close/>
                <a:lnTo>
                  <a:pt x="1197619" y="390472"/>
                </a:lnTo>
                <a:close/>
                <a:lnTo>
                  <a:pt x="1199108" y="359309"/>
                </a:lnTo>
                <a:close/>
                <a:lnTo>
                  <a:pt x="1200598" y="426847"/>
                </a:lnTo>
                <a:close/>
                <a:lnTo>
                  <a:pt x="1202088" y="383285"/>
                </a:lnTo>
                <a:close/>
                <a:lnTo>
                  <a:pt x="1205067" y="528654"/>
                </a:lnTo>
                <a:close/>
                <a:lnTo>
                  <a:pt x="1206556" y="506782"/>
                </a:lnTo>
                <a:close/>
                <a:lnTo>
                  <a:pt x="1209535" y="530457"/>
                </a:lnTo>
                <a:close/>
                <a:lnTo>
                  <a:pt x="1211025" y="598294"/>
                </a:lnTo>
                <a:close/>
                <a:lnTo>
                  <a:pt x="1212515" y="550712"/>
                </a:lnTo>
                <a:close/>
                <a:lnTo>
                  <a:pt x="1214004" y="590180"/>
                </a:lnTo>
                <a:close/>
                <a:lnTo>
                  <a:pt x="1216983" y="714003"/>
                </a:lnTo>
                <a:close/>
                <a:lnTo>
                  <a:pt x="1218473" y="677678"/>
                </a:lnTo>
                <a:close/>
                <a:lnTo>
                  <a:pt x="1219963" y="685818"/>
                </a:lnTo>
                <a:close/>
                <a:lnTo>
                  <a:pt x="1222942" y="747527"/>
                </a:lnTo>
                <a:close/>
                <a:lnTo>
                  <a:pt x="1225921" y="672834"/>
                </a:lnTo>
                <a:close/>
                <a:lnTo>
                  <a:pt x="1228900" y="732560"/>
                </a:lnTo>
                <a:close/>
                <a:lnTo>
                  <a:pt x="1230390" y="739262"/>
                </a:lnTo>
                <a:close/>
                <a:lnTo>
                  <a:pt x="1231879" y="631503"/>
                </a:lnTo>
                <a:close/>
                <a:lnTo>
                  <a:pt x="1236348" y="812810"/>
                </a:lnTo>
                <a:close/>
                <a:lnTo>
                  <a:pt x="1237837" y="678921"/>
                </a:lnTo>
                <a:close/>
                <a:lnTo>
                  <a:pt x="1243796" y="776900"/>
                </a:lnTo>
                <a:close/>
                <a:lnTo>
                  <a:pt x="1245285" y="752586"/>
                </a:lnTo>
                <a:close/>
                <a:lnTo>
                  <a:pt x="1246775" y="763384"/>
                </a:lnTo>
                <a:close/>
                <a:lnTo>
                  <a:pt x="1248264" y="729896"/>
                </a:lnTo>
                <a:close/>
                <a:lnTo>
                  <a:pt x="1249754" y="657574"/>
                </a:lnTo>
                <a:close/>
                <a:lnTo>
                  <a:pt x="1251244" y="654665"/>
                </a:lnTo>
                <a:close/>
                <a:lnTo>
                  <a:pt x="1254223" y="705215"/>
                </a:lnTo>
                <a:close/>
                <a:lnTo>
                  <a:pt x="1255712" y="724734"/>
                </a:lnTo>
                <a:close/>
                <a:lnTo>
                  <a:pt x="1258691" y="606721"/>
                </a:lnTo>
                <a:close/>
                <a:lnTo>
                  <a:pt x="1260181" y="557555"/>
                </a:lnTo>
                <a:close/>
                <a:lnTo>
                  <a:pt x="1263160" y="746676"/>
                </a:lnTo>
                <a:close/>
                <a:lnTo>
                  <a:pt x="1264650" y="744896"/>
                </a:lnTo>
                <a:close/>
                <a:lnTo>
                  <a:pt x="1267629" y="662928"/>
                </a:lnTo>
                <a:close/>
                <a:lnTo>
                  <a:pt x="1270608" y="782923"/>
                </a:lnTo>
                <a:close/>
                <a:lnTo>
                  <a:pt x="1273587" y="715227"/>
                </a:lnTo>
                <a:close/>
                <a:lnTo>
                  <a:pt x="1276566" y="789418"/>
                </a:lnTo>
                <a:close/>
                <a:lnTo>
                  <a:pt x="1278056" y="753596"/>
                </a:lnTo>
                <a:close/>
                <a:lnTo>
                  <a:pt x="1279546" y="818340"/>
                </a:lnTo>
                <a:close/>
                <a:lnTo>
                  <a:pt x="1284014" y="701365"/>
                </a:lnTo>
                <a:close/>
                <a:lnTo>
                  <a:pt x="1285504" y="719767"/>
                </a:lnTo>
                <a:close/>
                <a:lnTo>
                  <a:pt x="1286993" y="631415"/>
                </a:lnTo>
                <a:close/>
                <a:lnTo>
                  <a:pt x="1291462" y="727131"/>
                </a:lnTo>
                <a:close/>
                <a:lnTo>
                  <a:pt x="1292952" y="837802"/>
                </a:lnTo>
                <a:close/>
                <a:lnTo>
                  <a:pt x="1294441" y="821039"/>
                </a:lnTo>
                <a:close/>
                <a:lnTo>
                  <a:pt x="1297420" y="712731"/>
                </a:lnTo>
                <a:close/>
                <a:lnTo>
                  <a:pt x="1298910" y="726310"/>
                </a:lnTo>
                <a:close/>
                <a:lnTo>
                  <a:pt x="1301889" y="842972"/>
                </a:lnTo>
                <a:close/>
                <a:lnTo>
                  <a:pt x="1304868" y="893545"/>
                </a:lnTo>
                <a:close/>
                <a:lnTo>
                  <a:pt x="1306358" y="833972"/>
                </a:lnTo>
                <a:close/>
                <a:lnTo>
                  <a:pt x="1307848" y="863016"/>
                </a:lnTo>
                <a:close/>
                <a:lnTo>
                  <a:pt x="1309337" y="837111"/>
                </a:lnTo>
                <a:close/>
                <a:lnTo>
                  <a:pt x="1312316" y="907306"/>
                </a:lnTo>
                <a:close/>
                <a:lnTo>
                  <a:pt x="1318275" y="657177"/>
                </a:lnTo>
                <a:close/>
                <a:lnTo>
                  <a:pt x="1319764" y="636699"/>
                </a:lnTo>
                <a:close/>
                <a:lnTo>
                  <a:pt x="1322743" y="674241"/>
                </a:lnTo>
                <a:close/>
                <a:lnTo>
                  <a:pt x="1324233" y="795245"/>
                </a:lnTo>
                <a:close/>
                <a:lnTo>
                  <a:pt x="1328702" y="578683"/>
                </a:lnTo>
                <a:close/>
                <a:lnTo>
                  <a:pt x="1330191" y="698970"/>
                </a:lnTo>
                <a:close/>
                <a:lnTo>
                  <a:pt x="1331681" y="595054"/>
                </a:lnTo>
                <a:close/>
                <a:lnTo>
                  <a:pt x="1333170" y="643925"/>
                </a:lnTo>
                <a:close/>
                <a:lnTo>
                  <a:pt x="1336149" y="557348"/>
                </a:lnTo>
                <a:close/>
                <a:lnTo>
                  <a:pt x="1339129" y="648748"/>
                </a:lnTo>
                <a:close/>
                <a:lnTo>
                  <a:pt x="1342108" y="594099"/>
                </a:lnTo>
                <a:close/>
                <a:lnTo>
                  <a:pt x="1345087" y="670184"/>
                </a:lnTo>
                <a:close/>
                <a:lnTo>
                  <a:pt x="1349556" y="529640"/>
                </a:lnTo>
                <a:close/>
                <a:lnTo>
                  <a:pt x="1352535" y="306579"/>
                </a:lnTo>
                <a:close/>
                <a:lnTo>
                  <a:pt x="1354024" y="304155"/>
                </a:lnTo>
                <a:close/>
                <a:lnTo>
                  <a:pt x="1355514" y="338094"/>
                </a:lnTo>
                <a:close/>
                <a:lnTo>
                  <a:pt x="1357004" y="258711"/>
                </a:lnTo>
                <a:close/>
                <a:lnTo>
                  <a:pt x="1358493" y="392745"/>
                </a:lnTo>
                <a:close/>
                <a:lnTo>
                  <a:pt x="1359983" y="369567"/>
                </a:lnTo>
                <a:close/>
                <a:lnTo>
                  <a:pt x="1361472" y="371672"/>
                </a:lnTo>
                <a:close/>
                <a:lnTo>
                  <a:pt x="1367431" y="206343"/>
                </a:lnTo>
                <a:close/>
                <a:lnTo>
                  <a:pt x="1368920" y="206343"/>
                </a:lnTo>
                <a:close/>
                <a:lnTo>
                  <a:pt x="1370410" y="293913"/>
                </a:lnTo>
                <a:close/>
                <a:lnTo>
                  <a:pt x="1373389" y="183076"/>
                </a:lnTo>
                <a:close/>
                <a:lnTo>
                  <a:pt x="1374878" y="213426"/>
                </a:lnTo>
                <a:close/>
                <a:lnTo>
                  <a:pt x="1377858" y="159892"/>
                </a:lnTo>
                <a:close/>
                <a:lnTo>
                  <a:pt x="1379347" y="237213"/>
                </a:lnTo>
                <a:close/>
                <a:lnTo>
                  <a:pt x="1380837" y="238642"/>
                </a:lnTo>
                <a:close/>
                <a:lnTo>
                  <a:pt x="1382326" y="264408"/>
                </a:lnTo>
                <a:close/>
                <a:lnTo>
                  <a:pt x="1383816" y="220068"/>
                </a:lnTo>
                <a:close/>
                <a:lnTo>
                  <a:pt x="1385305" y="282257"/>
                </a:lnTo>
                <a:close/>
                <a:lnTo>
                  <a:pt x="1386795" y="206762"/>
                </a:lnTo>
                <a:close/>
                <a:lnTo>
                  <a:pt x="1388285" y="222218"/>
                </a:lnTo>
                <a:close/>
                <a:lnTo>
                  <a:pt x="1391264" y="401246"/>
                </a:lnTo>
                <a:close/>
                <a:lnTo>
                  <a:pt x="1392753" y="361897"/>
                </a:lnTo>
                <a:close/>
                <a:lnTo>
                  <a:pt x="1394243" y="367889"/>
                </a:lnTo>
                <a:close/>
                <a:lnTo>
                  <a:pt x="1395733" y="312249"/>
                </a:lnTo>
                <a:close/>
                <a:lnTo>
                  <a:pt x="1397222" y="310015"/>
                </a:lnTo>
                <a:close/>
                <a:lnTo>
                  <a:pt x="1400201" y="246786"/>
                </a:lnTo>
                <a:close/>
                <a:lnTo>
                  <a:pt x="1401691" y="294253"/>
                </a:lnTo>
                <a:close/>
                <a:lnTo>
                  <a:pt x="1404670" y="197302"/>
                </a:lnTo>
                <a:close/>
                <a:lnTo>
                  <a:pt x="1406160" y="208728"/>
                </a:lnTo>
                <a:close/>
                <a:lnTo>
                  <a:pt x="1407649" y="321968"/>
                </a:lnTo>
                <a:close/>
                <a:lnTo>
                  <a:pt x="1410628" y="242706"/>
                </a:lnTo>
                <a:close/>
                <a:lnTo>
                  <a:pt x="1416587" y="445539"/>
                </a:lnTo>
                <a:close/>
                <a:lnTo>
                  <a:pt x="1418076" y="520912"/>
                </a:lnTo>
                <a:close/>
                <a:lnTo>
                  <a:pt x="1419566" y="503235"/>
                </a:lnTo>
                <a:close/>
                <a:lnTo>
                  <a:pt x="1421055" y="524930"/>
                </a:lnTo>
                <a:close/>
                <a:lnTo>
                  <a:pt x="1422545" y="490720"/>
                </a:lnTo>
                <a:close/>
                <a:lnTo>
                  <a:pt x="1424034" y="584068"/>
                </a:lnTo>
                <a:close/>
                <a:lnTo>
                  <a:pt x="1428503" y="535941"/>
                </a:lnTo>
                <a:close/>
                <a:lnTo>
                  <a:pt x="1429993" y="616633"/>
                </a:lnTo>
                <a:close/>
                <a:lnTo>
                  <a:pt x="1432972" y="435176"/>
                </a:lnTo>
                <a:close/>
                <a:lnTo>
                  <a:pt x="1434461" y="473658"/>
                </a:lnTo>
                <a:close/>
                <a:lnTo>
                  <a:pt x="1435951" y="558178"/>
                </a:lnTo>
                <a:close/>
                <a:lnTo>
                  <a:pt x="1437441" y="552971"/>
                </a:lnTo>
                <a:close/>
                <a:lnTo>
                  <a:pt x="1438930" y="532282"/>
                </a:lnTo>
                <a:close/>
                <a:lnTo>
                  <a:pt x="1441909" y="463647"/>
                </a:lnTo>
                <a:close/>
                <a:lnTo>
                  <a:pt x="1443399" y="510094"/>
                </a:lnTo>
                <a:close/>
                <a:lnTo>
                  <a:pt x="1444889" y="485479"/>
                </a:lnTo>
                <a:close/>
                <a:lnTo>
                  <a:pt x="1446378" y="488489"/>
                </a:lnTo>
                <a:close/>
                <a:lnTo>
                  <a:pt x="1447868" y="596339"/>
                </a:lnTo>
                <a:close/>
                <a:lnTo>
                  <a:pt x="1450847" y="469791"/>
                </a:lnTo>
                <a:close/>
                <a:lnTo>
                  <a:pt x="1455316" y="644359"/>
                </a:lnTo>
                <a:close/>
                <a:lnTo>
                  <a:pt x="1456805" y="537019"/>
                </a:lnTo>
                <a:close/>
                <a:lnTo>
                  <a:pt x="1458295" y="639326"/>
                </a:lnTo>
                <a:close/>
                <a:lnTo>
                  <a:pt x="1461274" y="584642"/>
                </a:lnTo>
                <a:close/>
                <a:lnTo>
                  <a:pt x="1464253" y="709525"/>
                </a:lnTo>
                <a:close/>
                <a:lnTo>
                  <a:pt x="1465743" y="607910"/>
                </a:lnTo>
                <a:close/>
                <a:lnTo>
                  <a:pt x="1467232" y="618222"/>
                </a:lnTo>
                <a:close/>
                <a:lnTo>
                  <a:pt x="1468722" y="644667"/>
                </a:lnTo>
                <a:close/>
                <a:lnTo>
                  <a:pt x="1470211" y="521326"/>
                </a:lnTo>
                <a:close/>
                <a:lnTo>
                  <a:pt x="1471701" y="583949"/>
                </a:lnTo>
                <a:close/>
                <a:lnTo>
                  <a:pt x="1476170" y="373745"/>
                </a:lnTo>
                <a:close/>
                <a:lnTo>
                  <a:pt x="1477659" y="361126"/>
                </a:lnTo>
                <a:close/>
                <a:lnTo>
                  <a:pt x="1483618" y="215462"/>
                </a:lnTo>
                <a:close/>
                <a:lnTo>
                  <a:pt x="1485107" y="285055"/>
                </a:lnTo>
                <a:close/>
                <a:lnTo>
                  <a:pt x="1486597" y="231263"/>
                </a:lnTo>
                <a:close/>
                <a:lnTo>
                  <a:pt x="1488086" y="258387"/>
                </a:lnTo>
                <a:close/>
                <a:lnTo>
                  <a:pt x="1489576" y="208944"/>
                </a:lnTo>
                <a:close/>
                <a:lnTo>
                  <a:pt x="1491065" y="244092"/>
                </a:lnTo>
                <a:close/>
                <a:lnTo>
                  <a:pt x="1492555" y="241979"/>
                </a:lnTo>
                <a:close/>
                <a:lnTo>
                  <a:pt x="1494045" y="340717"/>
                </a:lnTo>
                <a:close/>
                <a:lnTo>
                  <a:pt x="1497024" y="276197"/>
                </a:lnTo>
                <a:close/>
                <a:lnTo>
                  <a:pt x="1498513" y="255493"/>
                </a:lnTo>
                <a:close/>
                <a:lnTo>
                  <a:pt x="1500003" y="143651"/>
                </a:lnTo>
                <a:close/>
                <a:lnTo>
                  <a:pt x="1501492" y="182398"/>
                </a:lnTo>
                <a:close/>
                <a:lnTo>
                  <a:pt x="1502982" y="106006"/>
                </a:lnTo>
                <a:close/>
                <a:lnTo>
                  <a:pt x="1504472" y="113394"/>
                </a:lnTo>
                <a:close/>
                <a:lnTo>
                  <a:pt x="1505961" y="285210"/>
                </a:lnTo>
                <a:close/>
                <a:lnTo>
                  <a:pt x="1507451" y="197771"/>
                </a:lnTo>
                <a:close/>
                <a:lnTo>
                  <a:pt x="1510430" y="300530"/>
                </a:lnTo>
                <a:close/>
                <a:lnTo>
                  <a:pt x="1513409" y="373300"/>
                </a:lnTo>
                <a:close/>
                <a:lnTo>
                  <a:pt x="1516388" y="271840"/>
                </a:lnTo>
                <a:close/>
                <a:lnTo>
                  <a:pt x="1517878" y="298761"/>
                </a:lnTo>
                <a:close/>
                <a:lnTo>
                  <a:pt x="1519367" y="251275"/>
                </a:lnTo>
                <a:close/>
                <a:lnTo>
                  <a:pt x="1520857" y="251275"/>
                </a:lnTo>
                <a:close/>
                <a:lnTo>
                  <a:pt x="1522346" y="323972"/>
                </a:lnTo>
                <a:close/>
                <a:lnTo>
                  <a:pt x="1523836" y="178074"/>
                </a:lnTo>
                <a:close/>
                <a:lnTo>
                  <a:pt x="1525326" y="226894"/>
                </a:lnTo>
                <a:close/>
                <a:lnTo>
                  <a:pt x="1526815" y="137542"/>
                </a:lnTo>
                <a:close/>
                <a:lnTo>
                  <a:pt x="1528305" y="234896"/>
                </a:lnTo>
                <a:close/>
                <a:lnTo>
                  <a:pt x="1529794" y="206396"/>
                </a:lnTo>
                <a:close/>
                <a:lnTo>
                  <a:pt x="1531284" y="226088"/>
                </a:lnTo>
                <a:close/>
                <a:lnTo>
                  <a:pt x="1535753" y="180642"/>
                </a:lnTo>
                <a:close/>
                <a:lnTo>
                  <a:pt x="1538732" y="353185"/>
                </a:lnTo>
                <a:close/>
                <a:lnTo>
                  <a:pt x="1541711" y="410981"/>
                </a:lnTo>
                <a:close/>
                <a:lnTo>
                  <a:pt x="1544690" y="351163"/>
                </a:lnTo>
                <a:close/>
                <a:lnTo>
                  <a:pt x="1546180" y="357671"/>
                </a:lnTo>
                <a:close/>
                <a:lnTo>
                  <a:pt x="1547669" y="309343"/>
                </a:lnTo>
                <a:close/>
                <a:lnTo>
                  <a:pt x="1550648" y="369228"/>
                </a:lnTo>
                <a:close/>
                <a:lnTo>
                  <a:pt x="1552138" y="348970"/>
                </a:lnTo>
                <a:close/>
                <a:lnTo>
                  <a:pt x="1553628" y="410501"/>
                </a:lnTo>
                <a:close/>
                <a:lnTo>
                  <a:pt x="1556607" y="291332"/>
                </a:lnTo>
                <a:close/>
                <a:lnTo>
                  <a:pt x="1558096" y="320655"/>
                </a:lnTo>
                <a:close/>
                <a:lnTo>
                  <a:pt x="1559586" y="448802"/>
                </a:lnTo>
                <a:close/>
                <a:lnTo>
                  <a:pt x="1561075" y="451265"/>
                </a:lnTo>
                <a:close/>
                <a:lnTo>
                  <a:pt x="1562565" y="446998"/>
                </a:lnTo>
                <a:close/>
                <a:lnTo>
                  <a:pt x="1564055" y="486699"/>
                </a:lnTo>
                <a:close/>
                <a:lnTo>
                  <a:pt x="1565544" y="436961"/>
                </a:lnTo>
                <a:close/>
                <a:lnTo>
                  <a:pt x="1567034" y="315093"/>
                </a:lnTo>
                <a:close/>
                <a:lnTo>
                  <a:pt x="1574482" y="520252"/>
                </a:lnTo>
                <a:close/>
                <a:lnTo>
                  <a:pt x="1575971" y="529317"/>
                </a:lnTo>
                <a:close/>
                <a:lnTo>
                  <a:pt x="1577461" y="507968"/>
                </a:lnTo>
                <a:close/>
                <a:lnTo>
                  <a:pt x="1581930" y="586231"/>
                </a:lnTo>
                <a:close/>
                <a:lnTo>
                  <a:pt x="1586398" y="474161"/>
                </a:lnTo>
                <a:close/>
                <a:lnTo>
                  <a:pt x="1587888" y="587597"/>
                </a:lnTo>
                <a:close/>
                <a:lnTo>
                  <a:pt x="1589377" y="429545"/>
                </a:lnTo>
                <a:close/>
                <a:lnTo>
                  <a:pt x="1590867" y="441564"/>
                </a:lnTo>
                <a:close/>
                <a:lnTo>
                  <a:pt x="1593846" y="399675"/>
                </a:lnTo>
                <a:close/>
                <a:lnTo>
                  <a:pt x="1595336" y="488704"/>
                </a:lnTo>
                <a:close/>
                <a:lnTo>
                  <a:pt x="1596825" y="422221"/>
                </a:lnTo>
                <a:close/>
                <a:lnTo>
                  <a:pt x="1598315" y="532660"/>
                </a:lnTo>
                <a:close/>
                <a:lnTo>
                  <a:pt x="1599804" y="532660"/>
                </a:lnTo>
                <a:close/>
                <a:lnTo>
                  <a:pt x="1605763" y="395232"/>
                </a:lnTo>
                <a:close/>
                <a:lnTo>
                  <a:pt x="1608742" y="493845"/>
                </a:lnTo>
                <a:close/>
                <a:lnTo>
                  <a:pt x="1610231" y="447769"/>
                </a:lnTo>
                <a:close/>
                <a:lnTo>
                  <a:pt x="1611721" y="505433"/>
                </a:lnTo>
                <a:close/>
                <a:lnTo>
                  <a:pt x="1616190" y="420647"/>
                </a:lnTo>
                <a:close/>
                <a:lnTo>
                  <a:pt x="1617679" y="457517"/>
                </a:lnTo>
                <a:close/>
                <a:lnTo>
                  <a:pt x="1619169" y="457517"/>
                </a:lnTo>
                <a:close/>
                <a:lnTo>
                  <a:pt x="1620659" y="461210"/>
                </a:lnTo>
                <a:close/>
                <a:lnTo>
                  <a:pt x="1622148" y="389003"/>
                </a:lnTo>
                <a:close/>
                <a:lnTo>
                  <a:pt x="1623638" y="411270"/>
                </a:lnTo>
                <a:close/>
                <a:lnTo>
                  <a:pt x="1626617" y="319630"/>
                </a:lnTo>
                <a:close/>
                <a:lnTo>
                  <a:pt x="1628106" y="265547"/>
                </a:lnTo>
                <a:close/>
                <a:lnTo>
                  <a:pt x="1631086" y="421810"/>
                </a:lnTo>
                <a:close/>
                <a:lnTo>
                  <a:pt x="1632575" y="433110"/>
                </a:lnTo>
                <a:close/>
                <a:lnTo>
                  <a:pt x="1638533" y="294974"/>
                </a:lnTo>
                <a:close/>
                <a:lnTo>
                  <a:pt x="1640023" y="465531"/>
                </a:lnTo>
                <a:close/>
                <a:lnTo>
                  <a:pt x="1641513" y="437076"/>
                </a:lnTo>
                <a:close/>
                <a:lnTo>
                  <a:pt x="1644492" y="305450"/>
                </a:lnTo>
                <a:close/>
                <a:lnTo>
                  <a:pt x="1645981" y="344114"/>
                </a:lnTo>
                <a:close/>
                <a:lnTo>
                  <a:pt x="1647471" y="331536"/>
                </a:lnTo>
                <a:close/>
                <a:lnTo>
                  <a:pt x="1648960" y="295765"/>
                </a:lnTo>
                <a:close/>
                <a:lnTo>
                  <a:pt x="1651940" y="327519"/>
                </a:lnTo>
                <a:close/>
                <a:lnTo>
                  <a:pt x="1653429" y="301055"/>
                </a:lnTo>
                <a:close/>
                <a:lnTo>
                  <a:pt x="1654919" y="362384"/>
                </a:lnTo>
                <a:close/>
                <a:lnTo>
                  <a:pt x="1656408" y="307125"/>
                </a:lnTo>
                <a:close/>
                <a:lnTo>
                  <a:pt x="1657898" y="350224"/>
                </a:lnTo>
                <a:close/>
                <a:lnTo>
                  <a:pt x="1659387" y="510155"/>
                </a:lnTo>
                <a:close/>
                <a:lnTo>
                  <a:pt x="1660877" y="491579"/>
                </a:lnTo>
                <a:close/>
                <a:lnTo>
                  <a:pt x="1662367" y="352530"/>
                </a:lnTo>
                <a:close/>
                <a:lnTo>
                  <a:pt x="1668325" y="550578"/>
                </a:lnTo>
                <a:close/>
                <a:lnTo>
                  <a:pt x="1669815" y="484892"/>
                </a:lnTo>
                <a:close/>
                <a:lnTo>
                  <a:pt x="1671304" y="530430"/>
                </a:lnTo>
                <a:close/>
                <a:lnTo>
                  <a:pt x="1672794" y="521557"/>
                </a:lnTo>
                <a:close/>
                <a:lnTo>
                  <a:pt x="1674283" y="528449"/>
                </a:lnTo>
                <a:close/>
                <a:lnTo>
                  <a:pt x="1675773" y="567737"/>
                </a:lnTo>
                <a:close/>
                <a:lnTo>
                  <a:pt x="1677262" y="431733"/>
                </a:lnTo>
                <a:close/>
                <a:lnTo>
                  <a:pt x="1680242" y="468584"/>
                </a:lnTo>
                <a:close/>
                <a:lnTo>
                  <a:pt x="1681731" y="415373"/>
                </a:lnTo>
                <a:close/>
                <a:lnTo>
                  <a:pt x="1683221" y="481690"/>
                </a:lnTo>
                <a:close/>
                <a:lnTo>
                  <a:pt x="1689179" y="415386"/>
                </a:lnTo>
                <a:close/>
                <a:lnTo>
                  <a:pt x="1690669" y="374762"/>
                </a:lnTo>
                <a:close/>
                <a:lnTo>
                  <a:pt x="1692158" y="487607"/>
                </a:lnTo>
                <a:close/>
                <a:lnTo>
                  <a:pt x="1693648" y="487681"/>
                </a:lnTo>
                <a:close/>
                <a:lnTo>
                  <a:pt x="1695137" y="545313"/>
                </a:lnTo>
                <a:close/>
                <a:lnTo>
                  <a:pt x="1696627" y="512447"/>
                </a:lnTo>
                <a:close/>
                <a:lnTo>
                  <a:pt x="1698116" y="526635"/>
                </a:lnTo>
                <a:close/>
                <a:lnTo>
                  <a:pt x="1699606" y="556723"/>
                </a:lnTo>
                <a:close/>
                <a:lnTo>
                  <a:pt x="1702585" y="448780"/>
                </a:lnTo>
                <a:close/>
                <a:lnTo>
                  <a:pt x="1705564" y="580744"/>
                </a:lnTo>
                <a:close/>
                <a:lnTo>
                  <a:pt x="1707054" y="580744"/>
                </a:lnTo>
                <a:close/>
                <a:lnTo>
                  <a:pt x="1708543" y="516340"/>
                </a:lnTo>
                <a:close/>
                <a:lnTo>
                  <a:pt x="1711523" y="663896"/>
                </a:lnTo>
                <a:close/>
                <a:lnTo>
                  <a:pt x="1713012" y="657868"/>
                </a:lnTo>
                <a:close/>
                <a:lnTo>
                  <a:pt x="1714502" y="653555"/>
                </a:lnTo>
                <a:close/>
                <a:lnTo>
                  <a:pt x="1717481" y="426714"/>
                </a:lnTo>
                <a:close/>
                <a:lnTo>
                  <a:pt x="1720460" y="528408"/>
                </a:lnTo>
                <a:close/>
                <a:lnTo>
                  <a:pt x="1721950" y="414627"/>
                </a:lnTo>
                <a:close/>
                <a:lnTo>
                  <a:pt x="1723439" y="497382"/>
                </a:lnTo>
                <a:close/>
                <a:lnTo>
                  <a:pt x="1724929" y="468859"/>
                </a:lnTo>
                <a:close/>
                <a:lnTo>
                  <a:pt x="1727908" y="290163"/>
                </a:lnTo>
                <a:close/>
                <a:lnTo>
                  <a:pt x="1729398" y="346939"/>
                </a:lnTo>
                <a:close/>
                <a:lnTo>
                  <a:pt x="1730887" y="482327"/>
                </a:lnTo>
                <a:close/>
                <a:lnTo>
                  <a:pt x="1732377" y="358294"/>
                </a:lnTo>
                <a:close/>
                <a:lnTo>
                  <a:pt x="1733866" y="426436"/>
                </a:lnTo>
                <a:close/>
                <a:lnTo>
                  <a:pt x="1741314" y="225733"/>
                </a:lnTo>
                <a:close/>
                <a:lnTo>
                  <a:pt x="1742804" y="259141"/>
                </a:lnTo>
                <a:close/>
                <a:lnTo>
                  <a:pt x="1744293" y="221635"/>
                </a:lnTo>
                <a:close/>
                <a:lnTo>
                  <a:pt x="1745783" y="272127"/>
                </a:lnTo>
                <a:close/>
                <a:lnTo>
                  <a:pt x="1748762" y="431404"/>
                </a:lnTo>
                <a:close/>
                <a:lnTo>
                  <a:pt x="1750252" y="315010"/>
                </a:lnTo>
                <a:close/>
                <a:lnTo>
                  <a:pt x="1753231" y="337811"/>
                </a:lnTo>
                <a:close/>
                <a:lnTo>
                  <a:pt x="1754720" y="286816"/>
                </a:lnTo>
                <a:close/>
                <a:lnTo>
                  <a:pt x="1756210" y="309527"/>
                </a:lnTo>
                <a:close/>
                <a:lnTo>
                  <a:pt x="1757700" y="408207"/>
                </a:lnTo>
                <a:close/>
                <a:lnTo>
                  <a:pt x="1762168" y="266091"/>
                </a:lnTo>
                <a:close/>
                <a:lnTo>
                  <a:pt x="1763658" y="319318"/>
                </a:lnTo>
                <a:close/>
                <a:lnTo>
                  <a:pt x="1765147" y="310450"/>
                </a:lnTo>
                <a:close/>
                <a:lnTo>
                  <a:pt x="1768127" y="238464"/>
                </a:lnTo>
                <a:close/>
                <a:lnTo>
                  <a:pt x="1769616" y="311273"/>
                </a:lnTo>
                <a:close/>
                <a:lnTo>
                  <a:pt x="1771106" y="307740"/>
                </a:lnTo>
                <a:close/>
                <a:lnTo>
                  <a:pt x="1772595" y="344442"/>
                </a:lnTo>
                <a:close/>
                <a:lnTo>
                  <a:pt x="1774085" y="258108"/>
                </a:lnTo>
                <a:close/>
                <a:lnTo>
                  <a:pt x="1778554" y="404143"/>
                </a:lnTo>
                <a:close/>
                <a:lnTo>
                  <a:pt x="1780043" y="387401"/>
                </a:lnTo>
                <a:close/>
                <a:lnTo>
                  <a:pt x="1781533" y="473023"/>
                </a:lnTo>
                <a:close/>
                <a:lnTo>
                  <a:pt x="1783022" y="429186"/>
                </a:lnTo>
                <a:close/>
                <a:lnTo>
                  <a:pt x="1784512" y="442915"/>
                </a:lnTo>
                <a:close/>
                <a:lnTo>
                  <a:pt x="1786001" y="415788"/>
                </a:lnTo>
                <a:close/>
                <a:lnTo>
                  <a:pt x="1786001" y="415788"/>
                </a:lnTo>
                <a:close/>
              </a:path>
            </a:pathLst>
          </a:custGeom>
          <a:noFill/>
          <a:ln w="7620">
            <a:solidFill>
              <a:srgbClr val="E76F51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8477904" y="2578608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477904" y="3602736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8477904" y="4114800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8567204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8538922" y="520647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78" name="Freeform 377"/>
          <p:cNvSpPr/>
          <p:nvPr/>
        </p:nvSpPr>
        <p:spPr>
          <a:xfrm>
            <a:off x="8865119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8780275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80" name="Freeform 379"/>
          <p:cNvSpPr/>
          <p:nvPr/>
        </p:nvSpPr>
        <p:spPr>
          <a:xfrm>
            <a:off x="9163034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9078190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382" name="Freeform 381"/>
          <p:cNvSpPr/>
          <p:nvPr/>
        </p:nvSpPr>
        <p:spPr>
          <a:xfrm>
            <a:off x="9460949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9376105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384" name="Freeform 383"/>
          <p:cNvSpPr/>
          <p:nvPr/>
        </p:nvSpPr>
        <p:spPr>
          <a:xfrm>
            <a:off x="9758865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9674021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386" name="Freeform 385"/>
          <p:cNvSpPr/>
          <p:nvPr/>
        </p:nvSpPr>
        <p:spPr>
          <a:xfrm>
            <a:off x="10056780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9943655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388" name="Freeform 387"/>
          <p:cNvSpPr/>
          <p:nvPr/>
        </p:nvSpPr>
        <p:spPr>
          <a:xfrm>
            <a:off x="10354695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10241570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390" name="Freeform 389"/>
          <p:cNvSpPr/>
          <p:nvPr/>
        </p:nvSpPr>
        <p:spPr>
          <a:xfrm>
            <a:off x="8433454" y="493991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8332441" y="4884793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92" name="Freeform 391"/>
          <p:cNvSpPr/>
          <p:nvPr/>
        </p:nvSpPr>
        <p:spPr>
          <a:xfrm>
            <a:off x="8433454" y="455266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8332441" y="449753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394" name="Freeform 393"/>
          <p:cNvSpPr/>
          <p:nvPr/>
        </p:nvSpPr>
        <p:spPr>
          <a:xfrm>
            <a:off x="8433454" y="416540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8332441" y="4110279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8477904" y="39497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397" name="Freeform 396"/>
          <p:cNvSpPr/>
          <p:nvPr/>
        </p:nvSpPr>
        <p:spPr>
          <a:xfrm>
            <a:off x="8567204" y="4161351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176711"/>
                </a:moveTo>
                <a:lnTo>
                  <a:pt x="1489" y="102046"/>
                </a:lnTo>
                <a:close/>
                <a:lnTo>
                  <a:pt x="4468" y="188275"/>
                </a:lnTo>
                <a:close/>
                <a:lnTo>
                  <a:pt x="5958" y="280102"/>
                </a:lnTo>
                <a:close/>
                <a:lnTo>
                  <a:pt x="7448" y="258921"/>
                </a:lnTo>
                <a:close/>
                <a:lnTo>
                  <a:pt x="8937" y="162877"/>
                </a:lnTo>
                <a:close/>
                <a:lnTo>
                  <a:pt x="10427" y="186829"/>
                </a:lnTo>
                <a:close/>
                <a:lnTo>
                  <a:pt x="13406" y="248633"/>
                </a:lnTo>
                <a:close/>
                <a:lnTo>
                  <a:pt x="14895" y="252340"/>
                </a:lnTo>
                <a:close/>
                <a:lnTo>
                  <a:pt x="16385" y="233824"/>
                </a:lnTo>
                <a:close/>
                <a:lnTo>
                  <a:pt x="17875" y="179753"/>
                </a:lnTo>
                <a:close/>
                <a:lnTo>
                  <a:pt x="19364" y="211170"/>
                </a:lnTo>
                <a:close/>
                <a:lnTo>
                  <a:pt x="20854" y="157116"/>
                </a:lnTo>
                <a:close/>
                <a:lnTo>
                  <a:pt x="22343" y="159444"/>
                </a:lnTo>
                <a:close/>
                <a:lnTo>
                  <a:pt x="23833" y="132060"/>
                </a:lnTo>
                <a:close/>
                <a:lnTo>
                  <a:pt x="25322" y="201721"/>
                </a:lnTo>
                <a:close/>
                <a:lnTo>
                  <a:pt x="26812" y="163057"/>
                </a:lnTo>
                <a:close/>
                <a:lnTo>
                  <a:pt x="29791" y="288567"/>
                </a:lnTo>
                <a:close/>
                <a:lnTo>
                  <a:pt x="31281" y="264502"/>
                </a:lnTo>
                <a:close/>
                <a:lnTo>
                  <a:pt x="38729" y="388341"/>
                </a:lnTo>
                <a:close/>
                <a:lnTo>
                  <a:pt x="40218" y="368812"/>
                </a:lnTo>
                <a:close/>
                <a:lnTo>
                  <a:pt x="41708" y="380665"/>
                </a:lnTo>
                <a:close/>
                <a:lnTo>
                  <a:pt x="43197" y="296819"/>
                </a:lnTo>
                <a:close/>
                <a:lnTo>
                  <a:pt x="46177" y="383965"/>
                </a:lnTo>
                <a:close/>
                <a:lnTo>
                  <a:pt x="47666" y="392260"/>
                </a:lnTo>
                <a:close/>
                <a:lnTo>
                  <a:pt x="50645" y="284233"/>
                </a:lnTo>
                <a:close/>
                <a:lnTo>
                  <a:pt x="53624" y="331879"/>
                </a:lnTo>
                <a:close/>
                <a:lnTo>
                  <a:pt x="56604" y="294543"/>
                </a:lnTo>
                <a:close/>
                <a:lnTo>
                  <a:pt x="61072" y="469685"/>
                </a:lnTo>
                <a:close/>
                <a:lnTo>
                  <a:pt x="62562" y="397476"/>
                </a:lnTo>
                <a:close/>
                <a:lnTo>
                  <a:pt x="67031" y="486339"/>
                </a:lnTo>
                <a:close/>
                <a:lnTo>
                  <a:pt x="70010" y="432715"/>
                </a:lnTo>
                <a:close/>
                <a:lnTo>
                  <a:pt x="72989" y="494918"/>
                </a:lnTo>
                <a:close/>
                <a:lnTo>
                  <a:pt x="75968" y="341606"/>
                </a:lnTo>
                <a:close/>
                <a:lnTo>
                  <a:pt x="77458" y="298811"/>
                </a:lnTo>
                <a:close/>
                <a:lnTo>
                  <a:pt x="81926" y="475228"/>
                </a:lnTo>
                <a:close/>
                <a:lnTo>
                  <a:pt x="83416" y="472104"/>
                </a:lnTo>
                <a:close/>
                <a:lnTo>
                  <a:pt x="84905" y="517259"/>
                </a:lnTo>
                <a:close/>
                <a:lnTo>
                  <a:pt x="87885" y="397662"/>
                </a:lnTo>
                <a:close/>
                <a:lnTo>
                  <a:pt x="89374" y="389427"/>
                </a:lnTo>
                <a:close/>
                <a:lnTo>
                  <a:pt x="90864" y="356982"/>
                </a:lnTo>
                <a:close/>
                <a:lnTo>
                  <a:pt x="95333" y="545482"/>
                </a:lnTo>
                <a:close/>
                <a:lnTo>
                  <a:pt x="96822" y="540734"/>
                </a:lnTo>
                <a:close/>
                <a:lnTo>
                  <a:pt x="98312" y="515125"/>
                </a:lnTo>
                <a:close/>
                <a:lnTo>
                  <a:pt x="99801" y="541444"/>
                </a:lnTo>
                <a:close/>
                <a:lnTo>
                  <a:pt x="101291" y="542684"/>
                </a:lnTo>
                <a:close/>
                <a:lnTo>
                  <a:pt x="104270" y="489729"/>
                </a:lnTo>
                <a:close/>
                <a:lnTo>
                  <a:pt x="107249" y="545933"/>
                </a:lnTo>
                <a:close/>
                <a:lnTo>
                  <a:pt x="108739" y="556726"/>
                </a:lnTo>
                <a:close/>
                <a:lnTo>
                  <a:pt x="110228" y="535180"/>
                </a:lnTo>
                <a:close/>
                <a:lnTo>
                  <a:pt x="113207" y="348513"/>
                </a:lnTo>
                <a:close/>
                <a:lnTo>
                  <a:pt x="114697" y="395628"/>
                </a:lnTo>
                <a:close/>
                <a:lnTo>
                  <a:pt x="116187" y="372908"/>
                </a:lnTo>
                <a:close/>
                <a:lnTo>
                  <a:pt x="117676" y="435518"/>
                </a:lnTo>
                <a:close/>
                <a:lnTo>
                  <a:pt x="119166" y="369399"/>
                </a:lnTo>
                <a:close/>
                <a:lnTo>
                  <a:pt x="120655" y="376207"/>
                </a:lnTo>
                <a:close/>
                <a:lnTo>
                  <a:pt x="123634" y="310702"/>
                </a:lnTo>
                <a:close/>
                <a:lnTo>
                  <a:pt x="125124" y="292585"/>
                </a:lnTo>
                <a:close/>
                <a:lnTo>
                  <a:pt x="126614" y="214271"/>
                </a:lnTo>
                <a:close/>
                <a:lnTo>
                  <a:pt x="128103" y="246771"/>
                </a:lnTo>
                <a:close/>
                <a:lnTo>
                  <a:pt x="129593" y="214799"/>
                </a:lnTo>
                <a:close/>
                <a:lnTo>
                  <a:pt x="131082" y="230251"/>
                </a:lnTo>
                <a:close/>
                <a:lnTo>
                  <a:pt x="132572" y="210459"/>
                </a:lnTo>
                <a:close/>
                <a:lnTo>
                  <a:pt x="134062" y="232102"/>
                </a:lnTo>
                <a:close/>
                <a:lnTo>
                  <a:pt x="137041" y="94566"/>
                </a:lnTo>
                <a:close/>
                <a:lnTo>
                  <a:pt x="138530" y="169812"/>
                </a:lnTo>
                <a:close/>
                <a:lnTo>
                  <a:pt x="140020" y="135326"/>
                </a:lnTo>
                <a:close/>
                <a:lnTo>
                  <a:pt x="145978" y="460373"/>
                </a:lnTo>
                <a:close/>
                <a:lnTo>
                  <a:pt x="147468" y="457887"/>
                </a:lnTo>
                <a:close/>
                <a:lnTo>
                  <a:pt x="148957" y="398978"/>
                </a:lnTo>
                <a:close/>
                <a:lnTo>
                  <a:pt x="150447" y="425559"/>
                </a:lnTo>
                <a:close/>
                <a:lnTo>
                  <a:pt x="151936" y="405052"/>
                </a:lnTo>
                <a:close/>
                <a:lnTo>
                  <a:pt x="153426" y="432426"/>
                </a:lnTo>
                <a:close/>
                <a:lnTo>
                  <a:pt x="154916" y="404227"/>
                </a:lnTo>
                <a:close/>
                <a:lnTo>
                  <a:pt x="156405" y="414348"/>
                </a:lnTo>
                <a:close/>
                <a:lnTo>
                  <a:pt x="157895" y="376886"/>
                </a:lnTo>
                <a:close/>
                <a:lnTo>
                  <a:pt x="159384" y="404991"/>
                </a:lnTo>
                <a:close/>
                <a:lnTo>
                  <a:pt x="160874" y="384972"/>
                </a:lnTo>
                <a:close/>
                <a:lnTo>
                  <a:pt x="163853" y="304835"/>
                </a:lnTo>
                <a:close/>
                <a:lnTo>
                  <a:pt x="165343" y="304835"/>
                </a:lnTo>
                <a:close/>
                <a:lnTo>
                  <a:pt x="166832" y="283586"/>
                </a:lnTo>
                <a:close/>
                <a:lnTo>
                  <a:pt x="169811" y="329144"/>
                </a:lnTo>
                <a:close/>
                <a:lnTo>
                  <a:pt x="174280" y="518153"/>
                </a:lnTo>
                <a:close/>
                <a:lnTo>
                  <a:pt x="175770" y="492400"/>
                </a:lnTo>
                <a:close/>
                <a:lnTo>
                  <a:pt x="178749" y="631010"/>
                </a:lnTo>
                <a:close/>
                <a:lnTo>
                  <a:pt x="180238" y="551009"/>
                </a:lnTo>
                <a:close/>
                <a:lnTo>
                  <a:pt x="181728" y="555329"/>
                </a:lnTo>
                <a:close/>
                <a:lnTo>
                  <a:pt x="184707" y="609952"/>
                </a:lnTo>
                <a:close/>
                <a:lnTo>
                  <a:pt x="186197" y="619904"/>
                </a:lnTo>
                <a:close/>
                <a:lnTo>
                  <a:pt x="187686" y="563243"/>
                </a:lnTo>
                <a:close/>
                <a:lnTo>
                  <a:pt x="189176" y="562889"/>
                </a:lnTo>
                <a:close/>
                <a:lnTo>
                  <a:pt x="192155" y="647503"/>
                </a:lnTo>
                <a:close/>
                <a:lnTo>
                  <a:pt x="193645" y="591117"/>
                </a:lnTo>
                <a:close/>
                <a:lnTo>
                  <a:pt x="195134" y="589386"/>
                </a:lnTo>
                <a:close/>
                <a:lnTo>
                  <a:pt x="196624" y="526508"/>
                </a:lnTo>
                <a:close/>
                <a:lnTo>
                  <a:pt x="198113" y="583830"/>
                </a:lnTo>
                <a:close/>
                <a:lnTo>
                  <a:pt x="202582" y="333129"/>
                </a:lnTo>
                <a:close/>
                <a:lnTo>
                  <a:pt x="204072" y="395121"/>
                </a:lnTo>
                <a:close/>
                <a:lnTo>
                  <a:pt x="205561" y="375350"/>
                </a:lnTo>
                <a:close/>
                <a:lnTo>
                  <a:pt x="207051" y="374415"/>
                </a:lnTo>
                <a:close/>
                <a:lnTo>
                  <a:pt x="208540" y="391494"/>
                </a:lnTo>
                <a:close/>
                <a:lnTo>
                  <a:pt x="210030" y="332614"/>
                </a:lnTo>
                <a:close/>
                <a:lnTo>
                  <a:pt x="211519" y="336007"/>
                </a:lnTo>
                <a:close/>
                <a:lnTo>
                  <a:pt x="213009" y="406412"/>
                </a:lnTo>
                <a:close/>
                <a:lnTo>
                  <a:pt x="215988" y="324343"/>
                </a:lnTo>
                <a:close/>
                <a:lnTo>
                  <a:pt x="217478" y="386220"/>
                </a:lnTo>
                <a:close/>
                <a:lnTo>
                  <a:pt x="218967" y="346461"/>
                </a:lnTo>
                <a:close/>
                <a:lnTo>
                  <a:pt x="220457" y="344881"/>
                </a:lnTo>
                <a:close/>
                <a:lnTo>
                  <a:pt x="221947" y="337165"/>
                </a:lnTo>
                <a:close/>
                <a:lnTo>
                  <a:pt x="226415" y="492313"/>
                </a:lnTo>
                <a:close/>
                <a:lnTo>
                  <a:pt x="235353" y="238973"/>
                </a:lnTo>
                <a:close/>
                <a:lnTo>
                  <a:pt x="236842" y="217152"/>
                </a:lnTo>
                <a:close/>
                <a:lnTo>
                  <a:pt x="238332" y="271257"/>
                </a:lnTo>
                <a:close/>
                <a:lnTo>
                  <a:pt x="239821" y="265242"/>
                </a:lnTo>
                <a:close/>
                <a:lnTo>
                  <a:pt x="241311" y="275346"/>
                </a:lnTo>
                <a:close/>
                <a:lnTo>
                  <a:pt x="242801" y="351559"/>
                </a:lnTo>
                <a:close/>
                <a:lnTo>
                  <a:pt x="244290" y="353137"/>
                </a:lnTo>
                <a:close/>
                <a:lnTo>
                  <a:pt x="247269" y="311977"/>
                </a:lnTo>
                <a:close/>
                <a:lnTo>
                  <a:pt x="248759" y="243650"/>
                </a:lnTo>
                <a:close/>
                <a:lnTo>
                  <a:pt x="250248" y="283635"/>
                </a:lnTo>
                <a:close/>
                <a:lnTo>
                  <a:pt x="253228" y="207450"/>
                </a:lnTo>
                <a:close/>
                <a:lnTo>
                  <a:pt x="254717" y="196486"/>
                </a:lnTo>
                <a:close/>
                <a:lnTo>
                  <a:pt x="256207" y="174424"/>
                </a:lnTo>
                <a:close/>
                <a:lnTo>
                  <a:pt x="257696" y="180049"/>
                </a:lnTo>
                <a:close/>
                <a:lnTo>
                  <a:pt x="259186" y="112676"/>
                </a:lnTo>
                <a:close/>
                <a:lnTo>
                  <a:pt x="260675" y="157809"/>
                </a:lnTo>
                <a:close/>
                <a:lnTo>
                  <a:pt x="262165" y="154947"/>
                </a:lnTo>
                <a:close/>
                <a:lnTo>
                  <a:pt x="263655" y="135943"/>
                </a:lnTo>
                <a:close/>
                <a:lnTo>
                  <a:pt x="266634" y="85656"/>
                </a:lnTo>
                <a:close/>
                <a:lnTo>
                  <a:pt x="269613" y="175699"/>
                </a:lnTo>
                <a:close/>
                <a:lnTo>
                  <a:pt x="271103" y="118305"/>
                </a:lnTo>
                <a:close/>
                <a:lnTo>
                  <a:pt x="272592" y="175868"/>
                </a:lnTo>
                <a:close/>
                <a:lnTo>
                  <a:pt x="274082" y="162774"/>
                </a:lnTo>
                <a:close/>
                <a:lnTo>
                  <a:pt x="275571" y="257550"/>
                </a:lnTo>
                <a:close/>
                <a:lnTo>
                  <a:pt x="277061" y="260647"/>
                </a:lnTo>
                <a:close/>
                <a:lnTo>
                  <a:pt x="278550" y="348959"/>
                </a:lnTo>
                <a:close/>
                <a:lnTo>
                  <a:pt x="280040" y="312173"/>
                </a:lnTo>
                <a:close/>
                <a:lnTo>
                  <a:pt x="283019" y="367100"/>
                </a:lnTo>
                <a:close/>
                <a:lnTo>
                  <a:pt x="284509" y="468034"/>
                </a:lnTo>
                <a:close/>
                <a:lnTo>
                  <a:pt x="287488" y="406846"/>
                </a:lnTo>
                <a:close/>
                <a:lnTo>
                  <a:pt x="288977" y="417740"/>
                </a:lnTo>
                <a:close/>
                <a:lnTo>
                  <a:pt x="291957" y="329757"/>
                </a:lnTo>
                <a:close/>
                <a:lnTo>
                  <a:pt x="293446" y="330639"/>
                </a:lnTo>
                <a:close/>
                <a:lnTo>
                  <a:pt x="294936" y="333379"/>
                </a:lnTo>
                <a:close/>
                <a:lnTo>
                  <a:pt x="296425" y="366557"/>
                </a:lnTo>
                <a:close/>
                <a:lnTo>
                  <a:pt x="297915" y="339559"/>
                </a:lnTo>
                <a:close/>
                <a:lnTo>
                  <a:pt x="299404" y="256474"/>
                </a:lnTo>
                <a:close/>
                <a:lnTo>
                  <a:pt x="300894" y="284403"/>
                </a:lnTo>
                <a:close/>
                <a:lnTo>
                  <a:pt x="302384" y="284403"/>
                </a:lnTo>
                <a:close/>
                <a:lnTo>
                  <a:pt x="305363" y="361772"/>
                </a:lnTo>
                <a:close/>
                <a:lnTo>
                  <a:pt x="306852" y="330219"/>
                </a:lnTo>
                <a:close/>
                <a:lnTo>
                  <a:pt x="309831" y="378893"/>
                </a:lnTo>
                <a:close/>
                <a:lnTo>
                  <a:pt x="311321" y="383652"/>
                </a:lnTo>
                <a:close/>
                <a:lnTo>
                  <a:pt x="314300" y="242239"/>
                </a:lnTo>
                <a:close/>
                <a:lnTo>
                  <a:pt x="315790" y="253727"/>
                </a:lnTo>
                <a:close/>
                <a:lnTo>
                  <a:pt x="317279" y="210355"/>
                </a:lnTo>
                <a:close/>
                <a:lnTo>
                  <a:pt x="318769" y="209597"/>
                </a:lnTo>
                <a:close/>
                <a:lnTo>
                  <a:pt x="320259" y="245074"/>
                </a:lnTo>
                <a:close/>
                <a:lnTo>
                  <a:pt x="321748" y="244592"/>
                </a:lnTo>
                <a:close/>
                <a:lnTo>
                  <a:pt x="323238" y="258609"/>
                </a:lnTo>
                <a:close/>
                <a:lnTo>
                  <a:pt x="326217" y="354815"/>
                </a:lnTo>
                <a:close/>
                <a:lnTo>
                  <a:pt x="327706" y="339287"/>
                </a:lnTo>
                <a:close/>
                <a:lnTo>
                  <a:pt x="329196" y="279386"/>
                </a:lnTo>
                <a:close/>
                <a:lnTo>
                  <a:pt x="332175" y="299504"/>
                </a:lnTo>
                <a:close/>
                <a:lnTo>
                  <a:pt x="333665" y="292634"/>
                </a:lnTo>
                <a:close/>
                <a:lnTo>
                  <a:pt x="335154" y="311461"/>
                </a:lnTo>
                <a:close/>
                <a:lnTo>
                  <a:pt x="338133" y="262023"/>
                </a:lnTo>
                <a:close/>
                <a:lnTo>
                  <a:pt x="339623" y="342400"/>
                </a:lnTo>
                <a:close/>
                <a:lnTo>
                  <a:pt x="341113" y="341179"/>
                </a:lnTo>
                <a:close/>
                <a:lnTo>
                  <a:pt x="344092" y="251730"/>
                </a:lnTo>
                <a:close/>
                <a:lnTo>
                  <a:pt x="345581" y="322368"/>
                </a:lnTo>
                <a:close/>
                <a:lnTo>
                  <a:pt x="348560" y="174650"/>
                </a:lnTo>
                <a:close/>
                <a:lnTo>
                  <a:pt x="353029" y="343567"/>
                </a:lnTo>
                <a:close/>
                <a:lnTo>
                  <a:pt x="354519" y="326603"/>
                </a:lnTo>
                <a:close/>
                <a:lnTo>
                  <a:pt x="356008" y="310524"/>
                </a:lnTo>
                <a:close/>
                <a:lnTo>
                  <a:pt x="357498" y="252092"/>
                </a:lnTo>
                <a:close/>
                <a:lnTo>
                  <a:pt x="358988" y="301835"/>
                </a:lnTo>
                <a:close/>
                <a:lnTo>
                  <a:pt x="360477" y="285164"/>
                </a:lnTo>
                <a:close/>
                <a:lnTo>
                  <a:pt x="364946" y="157219"/>
                </a:lnTo>
                <a:close/>
                <a:lnTo>
                  <a:pt x="367925" y="216394"/>
                </a:lnTo>
                <a:close/>
                <a:lnTo>
                  <a:pt x="369415" y="203419"/>
                </a:lnTo>
                <a:close/>
                <a:lnTo>
                  <a:pt x="372394" y="336908"/>
                </a:lnTo>
                <a:close/>
                <a:lnTo>
                  <a:pt x="373883" y="359438"/>
                </a:lnTo>
                <a:close/>
                <a:lnTo>
                  <a:pt x="376862" y="499812"/>
                </a:lnTo>
                <a:close/>
                <a:lnTo>
                  <a:pt x="378352" y="485049"/>
                </a:lnTo>
                <a:close/>
                <a:lnTo>
                  <a:pt x="379842" y="496526"/>
                </a:lnTo>
                <a:close/>
                <a:lnTo>
                  <a:pt x="385800" y="713543"/>
                </a:lnTo>
                <a:close/>
                <a:lnTo>
                  <a:pt x="388779" y="611532"/>
                </a:lnTo>
                <a:close/>
                <a:lnTo>
                  <a:pt x="390269" y="644501"/>
                </a:lnTo>
                <a:close/>
                <a:lnTo>
                  <a:pt x="391758" y="552450"/>
                </a:lnTo>
                <a:close/>
                <a:lnTo>
                  <a:pt x="393248" y="569678"/>
                </a:lnTo>
                <a:close/>
                <a:lnTo>
                  <a:pt x="394737" y="518462"/>
                </a:lnTo>
                <a:close/>
                <a:lnTo>
                  <a:pt x="396227" y="529772"/>
                </a:lnTo>
                <a:close/>
                <a:lnTo>
                  <a:pt x="399206" y="461081"/>
                </a:lnTo>
                <a:close/>
                <a:lnTo>
                  <a:pt x="402185" y="646513"/>
                </a:lnTo>
                <a:close/>
                <a:lnTo>
                  <a:pt x="405164" y="549657"/>
                </a:lnTo>
                <a:close/>
                <a:lnTo>
                  <a:pt x="406654" y="624304"/>
                </a:lnTo>
                <a:close/>
                <a:lnTo>
                  <a:pt x="408144" y="540922"/>
                </a:lnTo>
                <a:close/>
                <a:lnTo>
                  <a:pt x="409633" y="540526"/>
                </a:lnTo>
                <a:close/>
                <a:lnTo>
                  <a:pt x="411123" y="595188"/>
                </a:lnTo>
                <a:close/>
                <a:lnTo>
                  <a:pt x="418571" y="382721"/>
                </a:lnTo>
                <a:close/>
                <a:lnTo>
                  <a:pt x="420060" y="401627"/>
                </a:lnTo>
                <a:close/>
                <a:lnTo>
                  <a:pt x="421550" y="351370"/>
                </a:lnTo>
                <a:close/>
                <a:lnTo>
                  <a:pt x="424529" y="419983"/>
                </a:lnTo>
                <a:close/>
                <a:lnTo>
                  <a:pt x="427508" y="333697"/>
                </a:lnTo>
                <a:close/>
                <a:lnTo>
                  <a:pt x="430487" y="535367"/>
                </a:lnTo>
                <a:close/>
                <a:lnTo>
                  <a:pt x="431977" y="556832"/>
                </a:lnTo>
                <a:close/>
                <a:lnTo>
                  <a:pt x="433466" y="536460"/>
                </a:lnTo>
                <a:close/>
                <a:lnTo>
                  <a:pt x="434956" y="494578"/>
                </a:lnTo>
                <a:close/>
                <a:lnTo>
                  <a:pt x="436445" y="508668"/>
                </a:lnTo>
                <a:close/>
                <a:lnTo>
                  <a:pt x="437935" y="452084"/>
                </a:lnTo>
                <a:close/>
                <a:lnTo>
                  <a:pt x="439425" y="506905"/>
                </a:lnTo>
                <a:close/>
                <a:lnTo>
                  <a:pt x="440914" y="487415"/>
                </a:lnTo>
                <a:close/>
                <a:lnTo>
                  <a:pt x="442404" y="549169"/>
                </a:lnTo>
                <a:close/>
                <a:lnTo>
                  <a:pt x="443893" y="502675"/>
                </a:lnTo>
                <a:close/>
                <a:lnTo>
                  <a:pt x="445383" y="519413"/>
                </a:lnTo>
                <a:close/>
                <a:lnTo>
                  <a:pt x="448362" y="315599"/>
                </a:lnTo>
                <a:close/>
                <a:lnTo>
                  <a:pt x="449852" y="361397"/>
                </a:lnTo>
                <a:close/>
                <a:lnTo>
                  <a:pt x="451341" y="326239"/>
                </a:lnTo>
                <a:close/>
                <a:lnTo>
                  <a:pt x="454320" y="368684"/>
                </a:lnTo>
                <a:close/>
                <a:lnTo>
                  <a:pt x="457300" y="485336"/>
                </a:lnTo>
                <a:close/>
                <a:lnTo>
                  <a:pt x="463258" y="357009"/>
                </a:lnTo>
                <a:close/>
                <a:lnTo>
                  <a:pt x="464747" y="356365"/>
                </a:lnTo>
                <a:close/>
                <a:lnTo>
                  <a:pt x="472195" y="219744"/>
                </a:lnTo>
                <a:close/>
                <a:lnTo>
                  <a:pt x="473685" y="263049"/>
                </a:lnTo>
                <a:close/>
                <a:lnTo>
                  <a:pt x="475174" y="119892"/>
                </a:lnTo>
                <a:close/>
                <a:lnTo>
                  <a:pt x="476664" y="135906"/>
                </a:lnTo>
                <a:close/>
                <a:lnTo>
                  <a:pt x="478154" y="125052"/>
                </a:lnTo>
                <a:close/>
                <a:lnTo>
                  <a:pt x="481133" y="186770"/>
                </a:lnTo>
                <a:close/>
                <a:lnTo>
                  <a:pt x="482622" y="91277"/>
                </a:lnTo>
                <a:close/>
                <a:lnTo>
                  <a:pt x="484112" y="113406"/>
                </a:lnTo>
                <a:close/>
                <a:lnTo>
                  <a:pt x="485601" y="208208"/>
                </a:lnTo>
                <a:close/>
                <a:lnTo>
                  <a:pt x="487091" y="192445"/>
                </a:lnTo>
                <a:close/>
                <a:lnTo>
                  <a:pt x="488581" y="222338"/>
                </a:lnTo>
                <a:close/>
                <a:lnTo>
                  <a:pt x="491560" y="196633"/>
                </a:lnTo>
                <a:close/>
                <a:lnTo>
                  <a:pt x="493049" y="279058"/>
                </a:lnTo>
                <a:close/>
                <a:lnTo>
                  <a:pt x="496029" y="139172"/>
                </a:lnTo>
                <a:close/>
                <a:lnTo>
                  <a:pt x="497518" y="173306"/>
                </a:lnTo>
                <a:close/>
                <a:lnTo>
                  <a:pt x="499008" y="158752"/>
                </a:lnTo>
                <a:close/>
                <a:lnTo>
                  <a:pt x="501987" y="216331"/>
                </a:lnTo>
                <a:close/>
                <a:lnTo>
                  <a:pt x="503476" y="219927"/>
                </a:lnTo>
                <a:close/>
                <a:lnTo>
                  <a:pt x="506456" y="272953"/>
                </a:lnTo>
                <a:close/>
                <a:lnTo>
                  <a:pt x="507945" y="250952"/>
                </a:lnTo>
                <a:close/>
                <a:lnTo>
                  <a:pt x="510924" y="321362"/>
                </a:lnTo>
                <a:close/>
                <a:lnTo>
                  <a:pt x="513903" y="226428"/>
                </a:lnTo>
                <a:close/>
                <a:lnTo>
                  <a:pt x="515393" y="255481"/>
                </a:lnTo>
                <a:close/>
                <a:lnTo>
                  <a:pt x="516883" y="198178"/>
                </a:lnTo>
                <a:close/>
                <a:lnTo>
                  <a:pt x="518372" y="231070"/>
                </a:lnTo>
                <a:close/>
                <a:lnTo>
                  <a:pt x="519862" y="204914"/>
                </a:lnTo>
                <a:close/>
                <a:lnTo>
                  <a:pt x="521351" y="229704"/>
                </a:lnTo>
                <a:close/>
                <a:lnTo>
                  <a:pt x="522841" y="223278"/>
                </a:lnTo>
                <a:close/>
                <a:lnTo>
                  <a:pt x="524330" y="199969"/>
                </a:lnTo>
                <a:close/>
                <a:lnTo>
                  <a:pt x="527310" y="73442"/>
                </a:lnTo>
                <a:close/>
                <a:lnTo>
                  <a:pt x="528799" y="90326"/>
                </a:lnTo>
                <a:close/>
                <a:lnTo>
                  <a:pt x="531778" y="170749"/>
                </a:lnTo>
                <a:close/>
                <a:lnTo>
                  <a:pt x="533268" y="169870"/>
                </a:lnTo>
                <a:close/>
                <a:lnTo>
                  <a:pt x="534757" y="158058"/>
                </a:lnTo>
                <a:close/>
                <a:lnTo>
                  <a:pt x="536247" y="229930"/>
                </a:lnTo>
                <a:close/>
                <a:lnTo>
                  <a:pt x="539226" y="161225"/>
                </a:lnTo>
                <a:close/>
                <a:lnTo>
                  <a:pt x="542205" y="238278"/>
                </a:lnTo>
                <a:close/>
                <a:lnTo>
                  <a:pt x="543695" y="223728"/>
                </a:lnTo>
                <a:close/>
                <a:lnTo>
                  <a:pt x="545185" y="261731"/>
                </a:lnTo>
                <a:close/>
                <a:lnTo>
                  <a:pt x="548164" y="199028"/>
                </a:lnTo>
                <a:close/>
                <a:lnTo>
                  <a:pt x="551143" y="321531"/>
                </a:lnTo>
                <a:close/>
                <a:lnTo>
                  <a:pt x="552632" y="305629"/>
                </a:lnTo>
                <a:close/>
                <a:lnTo>
                  <a:pt x="557101" y="410277"/>
                </a:lnTo>
                <a:close/>
                <a:lnTo>
                  <a:pt x="558591" y="416582"/>
                </a:lnTo>
                <a:close/>
                <a:lnTo>
                  <a:pt x="561570" y="465957"/>
                </a:lnTo>
                <a:close/>
                <a:lnTo>
                  <a:pt x="566039" y="362109"/>
                </a:lnTo>
                <a:close/>
                <a:lnTo>
                  <a:pt x="567528" y="280284"/>
                </a:lnTo>
                <a:close/>
                <a:lnTo>
                  <a:pt x="569018" y="282028"/>
                </a:lnTo>
                <a:close/>
                <a:lnTo>
                  <a:pt x="570507" y="206577"/>
                </a:lnTo>
                <a:close/>
                <a:lnTo>
                  <a:pt x="571997" y="216954"/>
                </a:lnTo>
                <a:close/>
                <a:lnTo>
                  <a:pt x="573486" y="75885"/>
                </a:lnTo>
                <a:close/>
                <a:lnTo>
                  <a:pt x="574976" y="75885"/>
                </a:lnTo>
                <a:close/>
                <a:lnTo>
                  <a:pt x="577955" y="17107"/>
                </a:lnTo>
                <a:close/>
                <a:lnTo>
                  <a:pt x="579445" y="60122"/>
                </a:lnTo>
                <a:close/>
                <a:lnTo>
                  <a:pt x="580934" y="47765"/>
                </a:lnTo>
                <a:close/>
                <a:lnTo>
                  <a:pt x="582424" y="100713"/>
                </a:lnTo>
                <a:close/>
                <a:lnTo>
                  <a:pt x="583914" y="93122"/>
                </a:lnTo>
                <a:close/>
                <a:lnTo>
                  <a:pt x="585403" y="67374"/>
                </a:lnTo>
                <a:close/>
                <a:lnTo>
                  <a:pt x="586893" y="99922"/>
                </a:lnTo>
                <a:close/>
                <a:lnTo>
                  <a:pt x="588382" y="67408"/>
                </a:lnTo>
                <a:close/>
                <a:lnTo>
                  <a:pt x="589872" y="0"/>
                </a:lnTo>
                <a:close/>
                <a:lnTo>
                  <a:pt x="594341" y="198543"/>
                </a:lnTo>
                <a:close/>
                <a:lnTo>
                  <a:pt x="595830" y="192109"/>
                </a:lnTo>
                <a:close/>
                <a:lnTo>
                  <a:pt x="597320" y="195335"/>
                </a:lnTo>
                <a:close/>
                <a:lnTo>
                  <a:pt x="598809" y="186051"/>
                </a:lnTo>
                <a:close/>
                <a:lnTo>
                  <a:pt x="600299" y="232759"/>
                </a:lnTo>
                <a:close/>
                <a:lnTo>
                  <a:pt x="601788" y="179613"/>
                </a:lnTo>
                <a:close/>
                <a:lnTo>
                  <a:pt x="603278" y="241959"/>
                </a:lnTo>
                <a:close/>
                <a:lnTo>
                  <a:pt x="604768" y="220148"/>
                </a:lnTo>
                <a:close/>
                <a:lnTo>
                  <a:pt x="606257" y="233510"/>
                </a:lnTo>
                <a:close/>
                <a:lnTo>
                  <a:pt x="607747" y="198953"/>
                </a:lnTo>
                <a:close/>
                <a:lnTo>
                  <a:pt x="610726" y="210213"/>
                </a:lnTo>
                <a:close/>
                <a:lnTo>
                  <a:pt x="612215" y="171136"/>
                </a:lnTo>
                <a:close/>
                <a:lnTo>
                  <a:pt x="613705" y="196656"/>
                </a:lnTo>
                <a:close/>
                <a:lnTo>
                  <a:pt x="615195" y="85754"/>
                </a:lnTo>
                <a:close/>
                <a:lnTo>
                  <a:pt x="619663" y="184904"/>
                </a:lnTo>
                <a:close/>
                <a:lnTo>
                  <a:pt x="621153" y="175449"/>
                </a:lnTo>
                <a:close/>
                <a:lnTo>
                  <a:pt x="622642" y="259315"/>
                </a:lnTo>
                <a:close/>
                <a:lnTo>
                  <a:pt x="624132" y="252595"/>
                </a:lnTo>
                <a:close/>
                <a:lnTo>
                  <a:pt x="625622" y="204601"/>
                </a:lnTo>
                <a:close/>
                <a:lnTo>
                  <a:pt x="628601" y="252037"/>
                </a:lnTo>
                <a:close/>
                <a:lnTo>
                  <a:pt x="630090" y="322943"/>
                </a:lnTo>
                <a:close/>
                <a:lnTo>
                  <a:pt x="633070" y="241594"/>
                </a:lnTo>
                <a:close/>
                <a:lnTo>
                  <a:pt x="634559" y="274410"/>
                </a:lnTo>
                <a:close/>
                <a:lnTo>
                  <a:pt x="636049" y="244289"/>
                </a:lnTo>
                <a:close/>
                <a:lnTo>
                  <a:pt x="637538" y="286517"/>
                </a:lnTo>
                <a:close/>
                <a:lnTo>
                  <a:pt x="639028" y="256684"/>
                </a:lnTo>
                <a:close/>
                <a:lnTo>
                  <a:pt x="640517" y="256684"/>
                </a:lnTo>
                <a:close/>
                <a:lnTo>
                  <a:pt x="642007" y="300945"/>
                </a:lnTo>
                <a:close/>
                <a:lnTo>
                  <a:pt x="643497" y="391106"/>
                </a:lnTo>
                <a:close/>
                <a:lnTo>
                  <a:pt x="644986" y="384195"/>
                </a:lnTo>
                <a:close/>
                <a:lnTo>
                  <a:pt x="646476" y="370312"/>
                </a:lnTo>
                <a:close/>
                <a:lnTo>
                  <a:pt x="650944" y="418844"/>
                </a:lnTo>
                <a:close/>
                <a:lnTo>
                  <a:pt x="652434" y="357725"/>
                </a:lnTo>
                <a:close/>
                <a:lnTo>
                  <a:pt x="653924" y="438803"/>
                </a:lnTo>
                <a:close/>
                <a:lnTo>
                  <a:pt x="655413" y="411692"/>
                </a:lnTo>
                <a:close/>
                <a:lnTo>
                  <a:pt x="656903" y="424447"/>
                </a:lnTo>
                <a:close/>
                <a:lnTo>
                  <a:pt x="658392" y="405085"/>
                </a:lnTo>
                <a:close/>
                <a:lnTo>
                  <a:pt x="659882" y="316728"/>
                </a:lnTo>
                <a:close/>
                <a:lnTo>
                  <a:pt x="661371" y="339661"/>
                </a:lnTo>
                <a:close/>
                <a:lnTo>
                  <a:pt x="662861" y="335832"/>
                </a:lnTo>
                <a:close/>
                <a:lnTo>
                  <a:pt x="664351" y="327157"/>
                </a:lnTo>
                <a:close/>
                <a:lnTo>
                  <a:pt x="671799" y="622629"/>
                </a:lnTo>
                <a:close/>
                <a:lnTo>
                  <a:pt x="673288" y="639953"/>
                </a:lnTo>
                <a:close/>
                <a:lnTo>
                  <a:pt x="674778" y="692441"/>
                </a:lnTo>
                <a:close/>
                <a:lnTo>
                  <a:pt x="677757" y="621093"/>
                </a:lnTo>
                <a:close/>
                <a:lnTo>
                  <a:pt x="679246" y="641214"/>
                </a:lnTo>
                <a:close/>
                <a:lnTo>
                  <a:pt x="680736" y="625260"/>
                </a:lnTo>
                <a:close/>
                <a:lnTo>
                  <a:pt x="683715" y="689031"/>
                </a:lnTo>
                <a:close/>
                <a:lnTo>
                  <a:pt x="685205" y="684267"/>
                </a:lnTo>
                <a:close/>
                <a:lnTo>
                  <a:pt x="688184" y="778192"/>
                </a:lnTo>
                <a:close/>
                <a:lnTo>
                  <a:pt x="689673" y="720455"/>
                </a:lnTo>
                <a:close/>
                <a:lnTo>
                  <a:pt x="691163" y="722065"/>
                </a:lnTo>
                <a:close/>
                <a:lnTo>
                  <a:pt x="692653" y="687202"/>
                </a:lnTo>
                <a:close/>
                <a:lnTo>
                  <a:pt x="695632" y="747395"/>
                </a:lnTo>
                <a:close/>
                <a:lnTo>
                  <a:pt x="698611" y="670977"/>
                </a:lnTo>
                <a:close/>
                <a:lnTo>
                  <a:pt x="701590" y="721699"/>
                </a:lnTo>
                <a:close/>
                <a:lnTo>
                  <a:pt x="703080" y="768254"/>
                </a:lnTo>
                <a:close/>
                <a:lnTo>
                  <a:pt x="704569" y="744623"/>
                </a:lnTo>
                <a:close/>
                <a:lnTo>
                  <a:pt x="707548" y="754424"/>
                </a:lnTo>
                <a:close/>
                <a:lnTo>
                  <a:pt x="709038" y="758210"/>
                </a:lnTo>
                <a:close/>
                <a:lnTo>
                  <a:pt x="710527" y="750859"/>
                </a:lnTo>
                <a:close/>
                <a:lnTo>
                  <a:pt x="712017" y="828512"/>
                </a:lnTo>
                <a:close/>
                <a:lnTo>
                  <a:pt x="713507" y="778417"/>
                </a:lnTo>
                <a:close/>
                <a:lnTo>
                  <a:pt x="716486" y="874954"/>
                </a:lnTo>
                <a:close/>
                <a:lnTo>
                  <a:pt x="717975" y="864170"/>
                </a:lnTo>
                <a:close/>
                <a:lnTo>
                  <a:pt x="720955" y="782713"/>
                </a:lnTo>
                <a:close/>
                <a:lnTo>
                  <a:pt x="722444" y="841711"/>
                </a:lnTo>
                <a:close/>
                <a:lnTo>
                  <a:pt x="723934" y="774295"/>
                </a:lnTo>
                <a:close/>
                <a:lnTo>
                  <a:pt x="725423" y="835014"/>
                </a:lnTo>
                <a:close/>
                <a:lnTo>
                  <a:pt x="726913" y="799577"/>
                </a:lnTo>
                <a:close/>
                <a:lnTo>
                  <a:pt x="728402" y="799211"/>
                </a:lnTo>
                <a:close/>
                <a:lnTo>
                  <a:pt x="729892" y="758712"/>
                </a:lnTo>
                <a:close/>
                <a:lnTo>
                  <a:pt x="731382" y="877966"/>
                </a:lnTo>
                <a:close/>
                <a:lnTo>
                  <a:pt x="732871" y="881136"/>
                </a:lnTo>
                <a:close/>
                <a:lnTo>
                  <a:pt x="735850" y="839982"/>
                </a:lnTo>
                <a:close/>
                <a:lnTo>
                  <a:pt x="737340" y="862823"/>
                </a:lnTo>
                <a:close/>
                <a:lnTo>
                  <a:pt x="738829" y="931026"/>
                </a:lnTo>
                <a:close/>
                <a:lnTo>
                  <a:pt x="740319" y="886509"/>
                </a:lnTo>
                <a:close/>
                <a:lnTo>
                  <a:pt x="741809" y="893724"/>
                </a:lnTo>
                <a:close/>
                <a:lnTo>
                  <a:pt x="743298" y="920893"/>
                </a:lnTo>
                <a:close/>
                <a:lnTo>
                  <a:pt x="744788" y="850931"/>
                </a:lnTo>
                <a:close/>
                <a:lnTo>
                  <a:pt x="746277" y="891323"/>
                </a:lnTo>
                <a:close/>
                <a:lnTo>
                  <a:pt x="747767" y="859368"/>
                </a:lnTo>
                <a:close/>
                <a:lnTo>
                  <a:pt x="749256" y="786322"/>
                </a:lnTo>
                <a:close/>
                <a:lnTo>
                  <a:pt x="752236" y="785976"/>
                </a:lnTo>
                <a:close/>
                <a:lnTo>
                  <a:pt x="753725" y="785931"/>
                </a:lnTo>
                <a:close/>
                <a:lnTo>
                  <a:pt x="755215" y="723429"/>
                </a:lnTo>
                <a:close/>
                <a:lnTo>
                  <a:pt x="756704" y="744299"/>
                </a:lnTo>
                <a:close/>
                <a:lnTo>
                  <a:pt x="758194" y="702022"/>
                </a:lnTo>
                <a:close/>
                <a:lnTo>
                  <a:pt x="759683" y="717590"/>
                </a:lnTo>
                <a:close/>
                <a:lnTo>
                  <a:pt x="761173" y="717590"/>
                </a:lnTo>
                <a:close/>
                <a:lnTo>
                  <a:pt x="764152" y="635536"/>
                </a:lnTo>
                <a:close/>
                <a:lnTo>
                  <a:pt x="767131" y="754375"/>
                </a:lnTo>
                <a:close/>
                <a:lnTo>
                  <a:pt x="768621" y="785780"/>
                </a:lnTo>
                <a:close/>
                <a:lnTo>
                  <a:pt x="771600" y="633967"/>
                </a:lnTo>
                <a:close/>
                <a:lnTo>
                  <a:pt x="773090" y="699630"/>
                </a:lnTo>
                <a:close/>
                <a:lnTo>
                  <a:pt x="774579" y="701689"/>
                </a:lnTo>
                <a:close/>
                <a:lnTo>
                  <a:pt x="776069" y="675506"/>
                </a:lnTo>
                <a:close/>
                <a:lnTo>
                  <a:pt x="779048" y="570224"/>
                </a:lnTo>
                <a:close/>
                <a:lnTo>
                  <a:pt x="780538" y="598471"/>
                </a:lnTo>
                <a:close/>
                <a:lnTo>
                  <a:pt x="782027" y="520553"/>
                </a:lnTo>
                <a:close/>
                <a:lnTo>
                  <a:pt x="783517" y="543451"/>
                </a:lnTo>
                <a:close/>
                <a:lnTo>
                  <a:pt x="785006" y="541211"/>
                </a:lnTo>
                <a:close/>
                <a:lnTo>
                  <a:pt x="786496" y="563739"/>
                </a:lnTo>
                <a:close/>
                <a:lnTo>
                  <a:pt x="789475" y="517671"/>
                </a:lnTo>
                <a:close/>
                <a:lnTo>
                  <a:pt x="790965" y="540721"/>
                </a:lnTo>
                <a:close/>
                <a:lnTo>
                  <a:pt x="792454" y="534494"/>
                </a:lnTo>
                <a:close/>
                <a:lnTo>
                  <a:pt x="793944" y="513268"/>
                </a:lnTo>
                <a:close/>
                <a:lnTo>
                  <a:pt x="795433" y="529615"/>
                </a:lnTo>
                <a:close/>
                <a:lnTo>
                  <a:pt x="796923" y="418245"/>
                </a:lnTo>
                <a:close/>
                <a:lnTo>
                  <a:pt x="798412" y="444158"/>
                </a:lnTo>
                <a:close/>
                <a:lnTo>
                  <a:pt x="799902" y="512743"/>
                </a:lnTo>
                <a:close/>
                <a:lnTo>
                  <a:pt x="801392" y="511196"/>
                </a:lnTo>
                <a:close/>
                <a:lnTo>
                  <a:pt x="802881" y="496615"/>
                </a:lnTo>
                <a:close/>
                <a:lnTo>
                  <a:pt x="805860" y="335093"/>
                </a:lnTo>
                <a:close/>
                <a:lnTo>
                  <a:pt x="807350" y="470740"/>
                </a:lnTo>
                <a:close/>
                <a:lnTo>
                  <a:pt x="808840" y="450341"/>
                </a:lnTo>
                <a:close/>
                <a:lnTo>
                  <a:pt x="810329" y="488327"/>
                </a:lnTo>
                <a:close/>
                <a:lnTo>
                  <a:pt x="811819" y="430525"/>
                </a:lnTo>
                <a:close/>
                <a:lnTo>
                  <a:pt x="814798" y="485253"/>
                </a:lnTo>
                <a:close/>
                <a:lnTo>
                  <a:pt x="817777" y="570683"/>
                </a:lnTo>
                <a:close/>
                <a:lnTo>
                  <a:pt x="819267" y="557929"/>
                </a:lnTo>
                <a:close/>
                <a:lnTo>
                  <a:pt x="820756" y="529105"/>
                </a:lnTo>
                <a:close/>
                <a:lnTo>
                  <a:pt x="822246" y="570499"/>
                </a:lnTo>
                <a:close/>
                <a:lnTo>
                  <a:pt x="825225" y="525718"/>
                </a:lnTo>
                <a:close/>
                <a:lnTo>
                  <a:pt x="828204" y="567043"/>
                </a:lnTo>
                <a:close/>
                <a:lnTo>
                  <a:pt x="829694" y="491092"/>
                </a:lnTo>
                <a:close/>
                <a:lnTo>
                  <a:pt x="831183" y="530117"/>
                </a:lnTo>
                <a:close/>
                <a:lnTo>
                  <a:pt x="832673" y="497806"/>
                </a:lnTo>
                <a:close/>
                <a:lnTo>
                  <a:pt x="834162" y="419864"/>
                </a:lnTo>
                <a:close/>
                <a:lnTo>
                  <a:pt x="835652" y="446086"/>
                </a:lnTo>
                <a:close/>
                <a:lnTo>
                  <a:pt x="840121" y="332673"/>
                </a:lnTo>
                <a:close/>
                <a:lnTo>
                  <a:pt x="843100" y="444499"/>
                </a:lnTo>
                <a:close/>
                <a:lnTo>
                  <a:pt x="844589" y="515279"/>
                </a:lnTo>
                <a:close/>
                <a:lnTo>
                  <a:pt x="846079" y="490204"/>
                </a:lnTo>
                <a:close/>
                <a:lnTo>
                  <a:pt x="850548" y="313221"/>
                </a:lnTo>
                <a:close/>
                <a:lnTo>
                  <a:pt x="852037" y="337742"/>
                </a:lnTo>
                <a:close/>
                <a:lnTo>
                  <a:pt x="853527" y="282094"/>
                </a:lnTo>
                <a:close/>
                <a:lnTo>
                  <a:pt x="855016" y="303760"/>
                </a:lnTo>
                <a:close/>
                <a:lnTo>
                  <a:pt x="857996" y="258517"/>
                </a:lnTo>
                <a:close/>
                <a:lnTo>
                  <a:pt x="860975" y="293543"/>
                </a:lnTo>
                <a:close/>
                <a:lnTo>
                  <a:pt x="862464" y="230306"/>
                </a:lnTo>
                <a:close/>
                <a:lnTo>
                  <a:pt x="863954" y="249884"/>
                </a:lnTo>
                <a:close/>
                <a:lnTo>
                  <a:pt x="865443" y="221446"/>
                </a:lnTo>
                <a:close/>
                <a:lnTo>
                  <a:pt x="866933" y="245077"/>
                </a:lnTo>
                <a:close/>
                <a:lnTo>
                  <a:pt x="868423" y="204091"/>
                </a:lnTo>
                <a:close/>
                <a:lnTo>
                  <a:pt x="869912" y="216275"/>
                </a:lnTo>
                <a:close/>
                <a:lnTo>
                  <a:pt x="871402" y="215381"/>
                </a:lnTo>
                <a:close/>
                <a:lnTo>
                  <a:pt x="872891" y="226462"/>
                </a:lnTo>
                <a:close/>
                <a:lnTo>
                  <a:pt x="875870" y="192785"/>
                </a:lnTo>
                <a:close/>
                <a:lnTo>
                  <a:pt x="877360" y="308562"/>
                </a:lnTo>
                <a:close/>
                <a:lnTo>
                  <a:pt x="878850" y="292186"/>
                </a:lnTo>
                <a:close/>
                <a:lnTo>
                  <a:pt x="884808" y="432798"/>
                </a:lnTo>
                <a:close/>
                <a:lnTo>
                  <a:pt x="886297" y="465262"/>
                </a:lnTo>
                <a:close/>
                <a:lnTo>
                  <a:pt x="887787" y="432956"/>
                </a:lnTo>
                <a:close/>
                <a:lnTo>
                  <a:pt x="889277" y="432956"/>
                </a:lnTo>
                <a:close/>
                <a:lnTo>
                  <a:pt x="892256" y="508538"/>
                </a:lnTo>
                <a:close/>
                <a:lnTo>
                  <a:pt x="893745" y="451214"/>
                </a:lnTo>
                <a:close/>
                <a:lnTo>
                  <a:pt x="895235" y="477083"/>
                </a:lnTo>
                <a:close/>
                <a:lnTo>
                  <a:pt x="896724" y="469328"/>
                </a:lnTo>
                <a:close/>
                <a:lnTo>
                  <a:pt x="899704" y="568144"/>
                </a:lnTo>
                <a:close/>
                <a:lnTo>
                  <a:pt x="902683" y="511439"/>
                </a:lnTo>
                <a:close/>
                <a:lnTo>
                  <a:pt x="904172" y="533760"/>
                </a:lnTo>
                <a:close/>
                <a:lnTo>
                  <a:pt x="905662" y="523404"/>
                </a:lnTo>
                <a:close/>
                <a:lnTo>
                  <a:pt x="908641" y="421931"/>
                </a:lnTo>
                <a:close/>
                <a:lnTo>
                  <a:pt x="911620" y="493097"/>
                </a:lnTo>
                <a:close/>
                <a:lnTo>
                  <a:pt x="913110" y="433546"/>
                </a:lnTo>
                <a:close/>
                <a:lnTo>
                  <a:pt x="914599" y="495093"/>
                </a:lnTo>
                <a:close/>
                <a:lnTo>
                  <a:pt x="916089" y="429602"/>
                </a:lnTo>
                <a:close/>
                <a:lnTo>
                  <a:pt x="919068" y="482984"/>
                </a:lnTo>
                <a:close/>
                <a:lnTo>
                  <a:pt x="920558" y="429557"/>
                </a:lnTo>
                <a:close/>
                <a:lnTo>
                  <a:pt x="923537" y="460870"/>
                </a:lnTo>
                <a:close/>
                <a:lnTo>
                  <a:pt x="925026" y="399154"/>
                </a:lnTo>
                <a:close/>
                <a:lnTo>
                  <a:pt x="928006" y="485376"/>
                </a:lnTo>
                <a:close/>
                <a:lnTo>
                  <a:pt x="929495" y="461244"/>
                </a:lnTo>
                <a:close/>
                <a:lnTo>
                  <a:pt x="930985" y="497252"/>
                </a:lnTo>
                <a:close/>
                <a:lnTo>
                  <a:pt x="933964" y="416211"/>
                </a:lnTo>
                <a:close/>
                <a:lnTo>
                  <a:pt x="935453" y="471571"/>
                </a:lnTo>
                <a:close/>
                <a:lnTo>
                  <a:pt x="936943" y="468977"/>
                </a:lnTo>
                <a:close/>
                <a:lnTo>
                  <a:pt x="938433" y="492005"/>
                </a:lnTo>
                <a:close/>
                <a:lnTo>
                  <a:pt x="939922" y="471509"/>
                </a:lnTo>
                <a:close/>
                <a:lnTo>
                  <a:pt x="941412" y="491430"/>
                </a:lnTo>
                <a:close/>
                <a:lnTo>
                  <a:pt x="944391" y="594332"/>
                </a:lnTo>
                <a:close/>
                <a:lnTo>
                  <a:pt x="945881" y="603434"/>
                </a:lnTo>
                <a:close/>
                <a:lnTo>
                  <a:pt x="947370" y="586359"/>
                </a:lnTo>
                <a:close/>
                <a:lnTo>
                  <a:pt x="948860" y="551427"/>
                </a:lnTo>
                <a:close/>
                <a:lnTo>
                  <a:pt x="951839" y="435508"/>
                </a:lnTo>
                <a:close/>
                <a:lnTo>
                  <a:pt x="953328" y="484608"/>
                </a:lnTo>
                <a:close/>
                <a:lnTo>
                  <a:pt x="954818" y="448077"/>
                </a:lnTo>
                <a:close/>
                <a:lnTo>
                  <a:pt x="956308" y="456139"/>
                </a:lnTo>
                <a:close/>
                <a:lnTo>
                  <a:pt x="959287" y="392341"/>
                </a:lnTo>
                <a:close/>
                <a:lnTo>
                  <a:pt x="960776" y="372917"/>
                </a:lnTo>
                <a:close/>
                <a:lnTo>
                  <a:pt x="962266" y="388874"/>
                </a:lnTo>
                <a:close/>
                <a:lnTo>
                  <a:pt x="963755" y="385992"/>
                </a:lnTo>
                <a:close/>
                <a:lnTo>
                  <a:pt x="965245" y="420578"/>
                </a:lnTo>
                <a:close/>
                <a:lnTo>
                  <a:pt x="966735" y="349304"/>
                </a:lnTo>
                <a:close/>
                <a:lnTo>
                  <a:pt x="971203" y="487441"/>
                </a:lnTo>
                <a:close/>
                <a:lnTo>
                  <a:pt x="972693" y="448152"/>
                </a:lnTo>
                <a:close/>
                <a:lnTo>
                  <a:pt x="974182" y="565911"/>
                </a:lnTo>
                <a:close/>
                <a:lnTo>
                  <a:pt x="975672" y="546755"/>
                </a:lnTo>
                <a:close/>
                <a:lnTo>
                  <a:pt x="977162" y="551179"/>
                </a:lnTo>
                <a:close/>
                <a:lnTo>
                  <a:pt x="980141" y="622205"/>
                </a:lnTo>
                <a:close/>
                <a:lnTo>
                  <a:pt x="981630" y="595732"/>
                </a:lnTo>
                <a:close/>
                <a:lnTo>
                  <a:pt x="983120" y="654848"/>
                </a:lnTo>
                <a:close/>
                <a:lnTo>
                  <a:pt x="984609" y="639845"/>
                </a:lnTo>
                <a:close/>
                <a:lnTo>
                  <a:pt x="986099" y="659469"/>
                </a:lnTo>
                <a:close/>
                <a:lnTo>
                  <a:pt x="989078" y="714902"/>
                </a:lnTo>
                <a:close/>
                <a:lnTo>
                  <a:pt x="990568" y="707599"/>
                </a:lnTo>
                <a:close/>
                <a:lnTo>
                  <a:pt x="992057" y="717870"/>
                </a:lnTo>
                <a:close/>
                <a:lnTo>
                  <a:pt x="993547" y="796042"/>
                </a:lnTo>
                <a:close/>
                <a:lnTo>
                  <a:pt x="996526" y="726302"/>
                </a:lnTo>
                <a:close/>
                <a:lnTo>
                  <a:pt x="998016" y="757976"/>
                </a:lnTo>
                <a:close/>
                <a:lnTo>
                  <a:pt x="999505" y="748157"/>
                </a:lnTo>
                <a:close/>
                <a:lnTo>
                  <a:pt x="1002484" y="700659"/>
                </a:lnTo>
                <a:close/>
                <a:lnTo>
                  <a:pt x="1003974" y="737494"/>
                </a:lnTo>
                <a:close/>
                <a:lnTo>
                  <a:pt x="1005464" y="713579"/>
                </a:lnTo>
                <a:close/>
                <a:lnTo>
                  <a:pt x="1006953" y="736605"/>
                </a:lnTo>
                <a:close/>
                <a:lnTo>
                  <a:pt x="1009932" y="628766"/>
                </a:lnTo>
                <a:close/>
                <a:lnTo>
                  <a:pt x="1011422" y="637729"/>
                </a:lnTo>
                <a:close/>
                <a:lnTo>
                  <a:pt x="1012911" y="625431"/>
                </a:lnTo>
                <a:close/>
                <a:lnTo>
                  <a:pt x="1015891" y="546771"/>
                </a:lnTo>
                <a:close/>
                <a:lnTo>
                  <a:pt x="1018870" y="572968"/>
                </a:lnTo>
                <a:close/>
                <a:lnTo>
                  <a:pt x="1021849" y="369613"/>
                </a:lnTo>
                <a:close/>
                <a:lnTo>
                  <a:pt x="1023338" y="410981"/>
                </a:lnTo>
                <a:close/>
                <a:lnTo>
                  <a:pt x="1024828" y="391518"/>
                </a:lnTo>
                <a:close/>
                <a:lnTo>
                  <a:pt x="1026318" y="415324"/>
                </a:lnTo>
                <a:close/>
                <a:lnTo>
                  <a:pt x="1027807" y="414118"/>
                </a:lnTo>
                <a:close/>
                <a:lnTo>
                  <a:pt x="1035255" y="641834"/>
                </a:lnTo>
                <a:close/>
                <a:lnTo>
                  <a:pt x="1036745" y="570257"/>
                </a:lnTo>
                <a:close/>
                <a:lnTo>
                  <a:pt x="1038234" y="585916"/>
                </a:lnTo>
                <a:close/>
                <a:lnTo>
                  <a:pt x="1039724" y="585916"/>
                </a:lnTo>
                <a:close/>
                <a:lnTo>
                  <a:pt x="1041213" y="562729"/>
                </a:lnTo>
                <a:close/>
                <a:lnTo>
                  <a:pt x="1042703" y="577901"/>
                </a:lnTo>
                <a:close/>
                <a:lnTo>
                  <a:pt x="1047172" y="293154"/>
                </a:lnTo>
                <a:close/>
                <a:lnTo>
                  <a:pt x="1051640" y="473037"/>
                </a:lnTo>
                <a:close/>
                <a:lnTo>
                  <a:pt x="1053130" y="471326"/>
                </a:lnTo>
                <a:close/>
                <a:lnTo>
                  <a:pt x="1056109" y="423313"/>
                </a:lnTo>
                <a:close/>
                <a:lnTo>
                  <a:pt x="1057599" y="497984"/>
                </a:lnTo>
                <a:close/>
                <a:lnTo>
                  <a:pt x="1059088" y="482877"/>
                </a:lnTo>
                <a:close/>
                <a:lnTo>
                  <a:pt x="1062067" y="357093"/>
                </a:lnTo>
                <a:close/>
                <a:lnTo>
                  <a:pt x="1063557" y="332614"/>
                </a:lnTo>
                <a:close/>
                <a:lnTo>
                  <a:pt x="1068026" y="470806"/>
                </a:lnTo>
                <a:close/>
                <a:lnTo>
                  <a:pt x="1072494" y="341966"/>
                </a:lnTo>
                <a:close/>
                <a:lnTo>
                  <a:pt x="1073984" y="388738"/>
                </a:lnTo>
                <a:close/>
                <a:lnTo>
                  <a:pt x="1075474" y="388744"/>
                </a:lnTo>
                <a:close/>
                <a:lnTo>
                  <a:pt x="1076963" y="380462"/>
                </a:lnTo>
                <a:close/>
                <a:lnTo>
                  <a:pt x="1078453" y="357193"/>
                </a:lnTo>
                <a:close/>
                <a:lnTo>
                  <a:pt x="1079942" y="371094"/>
                </a:lnTo>
                <a:close/>
                <a:lnTo>
                  <a:pt x="1082922" y="276942"/>
                </a:lnTo>
                <a:close/>
                <a:lnTo>
                  <a:pt x="1084411" y="323462"/>
                </a:lnTo>
                <a:close/>
                <a:lnTo>
                  <a:pt x="1085901" y="436266"/>
                </a:lnTo>
                <a:close/>
                <a:lnTo>
                  <a:pt x="1087390" y="420970"/>
                </a:lnTo>
                <a:close/>
                <a:lnTo>
                  <a:pt x="1088880" y="373344"/>
                </a:lnTo>
                <a:close/>
                <a:lnTo>
                  <a:pt x="1091859" y="481470"/>
                </a:lnTo>
                <a:close/>
                <a:lnTo>
                  <a:pt x="1093349" y="545552"/>
                </a:lnTo>
                <a:close/>
                <a:lnTo>
                  <a:pt x="1096328" y="548779"/>
                </a:lnTo>
                <a:close/>
                <a:lnTo>
                  <a:pt x="1097817" y="561202"/>
                </a:lnTo>
                <a:close/>
                <a:lnTo>
                  <a:pt x="1099307" y="611874"/>
                </a:lnTo>
                <a:close/>
                <a:lnTo>
                  <a:pt x="1100796" y="590651"/>
                </a:lnTo>
                <a:close/>
                <a:lnTo>
                  <a:pt x="1103776" y="501097"/>
                </a:lnTo>
                <a:close/>
                <a:lnTo>
                  <a:pt x="1106755" y="388144"/>
                </a:lnTo>
                <a:close/>
                <a:lnTo>
                  <a:pt x="1108244" y="417375"/>
                </a:lnTo>
                <a:close/>
                <a:lnTo>
                  <a:pt x="1111223" y="275647"/>
                </a:lnTo>
                <a:close/>
                <a:lnTo>
                  <a:pt x="1114203" y="331600"/>
                </a:lnTo>
                <a:close/>
                <a:lnTo>
                  <a:pt x="1117182" y="410738"/>
                </a:lnTo>
                <a:close/>
                <a:lnTo>
                  <a:pt x="1123140" y="589614"/>
                </a:lnTo>
                <a:close/>
                <a:lnTo>
                  <a:pt x="1126119" y="647816"/>
                </a:lnTo>
                <a:close/>
                <a:lnTo>
                  <a:pt x="1127609" y="646618"/>
                </a:lnTo>
                <a:close/>
                <a:lnTo>
                  <a:pt x="1129098" y="583621"/>
                </a:lnTo>
                <a:close/>
                <a:lnTo>
                  <a:pt x="1130588" y="593582"/>
                </a:lnTo>
                <a:close/>
                <a:lnTo>
                  <a:pt x="1132078" y="685875"/>
                </a:lnTo>
                <a:close/>
                <a:lnTo>
                  <a:pt x="1136546" y="541949"/>
                </a:lnTo>
                <a:close/>
                <a:lnTo>
                  <a:pt x="1138036" y="557567"/>
                </a:lnTo>
                <a:close/>
                <a:lnTo>
                  <a:pt x="1139525" y="599035"/>
                </a:lnTo>
                <a:close/>
                <a:lnTo>
                  <a:pt x="1141015" y="589576"/>
                </a:lnTo>
                <a:close/>
                <a:lnTo>
                  <a:pt x="1142505" y="601292"/>
                </a:lnTo>
                <a:close/>
                <a:lnTo>
                  <a:pt x="1143994" y="640150"/>
                </a:lnTo>
                <a:close/>
                <a:lnTo>
                  <a:pt x="1146973" y="525597"/>
                </a:lnTo>
                <a:close/>
                <a:lnTo>
                  <a:pt x="1149952" y="699229"/>
                </a:lnTo>
                <a:close/>
                <a:lnTo>
                  <a:pt x="1151442" y="683128"/>
                </a:lnTo>
                <a:close/>
                <a:lnTo>
                  <a:pt x="1154421" y="849870"/>
                </a:lnTo>
                <a:close/>
                <a:lnTo>
                  <a:pt x="1157400" y="785728"/>
                </a:lnTo>
                <a:close/>
                <a:lnTo>
                  <a:pt x="1158890" y="826274"/>
                </a:lnTo>
                <a:close/>
                <a:lnTo>
                  <a:pt x="1160379" y="794624"/>
                </a:lnTo>
                <a:close/>
                <a:lnTo>
                  <a:pt x="1163359" y="902149"/>
                </a:lnTo>
                <a:close/>
                <a:lnTo>
                  <a:pt x="1166338" y="843957"/>
                </a:lnTo>
                <a:close/>
                <a:lnTo>
                  <a:pt x="1169317" y="908644"/>
                </a:lnTo>
                <a:close/>
                <a:lnTo>
                  <a:pt x="1170807" y="923210"/>
                </a:lnTo>
                <a:close/>
                <a:lnTo>
                  <a:pt x="1173786" y="883062"/>
                </a:lnTo>
                <a:close/>
                <a:lnTo>
                  <a:pt x="1175275" y="880976"/>
                </a:lnTo>
                <a:close/>
                <a:lnTo>
                  <a:pt x="1176765" y="845076"/>
                </a:lnTo>
                <a:close/>
                <a:lnTo>
                  <a:pt x="1178254" y="757265"/>
                </a:lnTo>
                <a:close/>
                <a:lnTo>
                  <a:pt x="1179744" y="757487"/>
                </a:lnTo>
                <a:close/>
                <a:lnTo>
                  <a:pt x="1181234" y="686401"/>
                </a:lnTo>
                <a:close/>
                <a:lnTo>
                  <a:pt x="1184213" y="809502"/>
                </a:lnTo>
                <a:close/>
                <a:lnTo>
                  <a:pt x="1187192" y="859680"/>
                </a:lnTo>
                <a:close/>
                <a:lnTo>
                  <a:pt x="1188681" y="871910"/>
                </a:lnTo>
                <a:close/>
                <a:lnTo>
                  <a:pt x="1191661" y="753378"/>
                </a:lnTo>
                <a:close/>
                <a:lnTo>
                  <a:pt x="1193150" y="754956"/>
                </a:lnTo>
                <a:close/>
                <a:lnTo>
                  <a:pt x="1199108" y="861109"/>
                </a:lnTo>
                <a:close/>
                <a:lnTo>
                  <a:pt x="1205067" y="716392"/>
                </a:lnTo>
                <a:close/>
                <a:lnTo>
                  <a:pt x="1206556" y="714491"/>
                </a:lnTo>
                <a:close/>
                <a:lnTo>
                  <a:pt x="1208046" y="703807"/>
                </a:lnTo>
                <a:close/>
                <a:lnTo>
                  <a:pt x="1211025" y="614507"/>
                </a:lnTo>
                <a:close/>
                <a:lnTo>
                  <a:pt x="1215494" y="538763"/>
                </a:lnTo>
                <a:close/>
                <a:lnTo>
                  <a:pt x="1216983" y="479413"/>
                </a:lnTo>
                <a:close/>
                <a:lnTo>
                  <a:pt x="1218473" y="481613"/>
                </a:lnTo>
                <a:close/>
                <a:lnTo>
                  <a:pt x="1219963" y="522089"/>
                </a:lnTo>
                <a:close/>
                <a:lnTo>
                  <a:pt x="1222942" y="406132"/>
                </a:lnTo>
                <a:close/>
                <a:lnTo>
                  <a:pt x="1228900" y="283077"/>
                </a:lnTo>
                <a:close/>
                <a:lnTo>
                  <a:pt x="1230390" y="309299"/>
                </a:lnTo>
                <a:close/>
                <a:lnTo>
                  <a:pt x="1231879" y="302494"/>
                </a:lnTo>
                <a:close/>
                <a:lnTo>
                  <a:pt x="1233369" y="268806"/>
                </a:lnTo>
                <a:close/>
                <a:lnTo>
                  <a:pt x="1234858" y="315628"/>
                </a:lnTo>
                <a:close/>
                <a:lnTo>
                  <a:pt x="1236348" y="305741"/>
                </a:lnTo>
                <a:close/>
                <a:lnTo>
                  <a:pt x="1237837" y="308082"/>
                </a:lnTo>
                <a:close/>
                <a:lnTo>
                  <a:pt x="1240817" y="292038"/>
                </a:lnTo>
                <a:close/>
                <a:lnTo>
                  <a:pt x="1242306" y="229649"/>
                </a:lnTo>
                <a:close/>
                <a:lnTo>
                  <a:pt x="1243796" y="228176"/>
                </a:lnTo>
                <a:close/>
                <a:lnTo>
                  <a:pt x="1245285" y="171368"/>
                </a:lnTo>
                <a:close/>
                <a:lnTo>
                  <a:pt x="1246775" y="281403"/>
                </a:lnTo>
                <a:close/>
                <a:lnTo>
                  <a:pt x="1248264" y="202477"/>
                </a:lnTo>
                <a:close/>
                <a:lnTo>
                  <a:pt x="1249754" y="273063"/>
                </a:lnTo>
                <a:close/>
                <a:lnTo>
                  <a:pt x="1252733" y="251639"/>
                </a:lnTo>
                <a:close/>
                <a:lnTo>
                  <a:pt x="1254223" y="279456"/>
                </a:lnTo>
                <a:close/>
                <a:lnTo>
                  <a:pt x="1255712" y="276268"/>
                </a:lnTo>
                <a:close/>
                <a:lnTo>
                  <a:pt x="1257202" y="382873"/>
                </a:lnTo>
                <a:close/>
                <a:lnTo>
                  <a:pt x="1258691" y="386987"/>
                </a:lnTo>
                <a:close/>
                <a:lnTo>
                  <a:pt x="1263160" y="328758"/>
                </a:lnTo>
                <a:close/>
                <a:lnTo>
                  <a:pt x="1264650" y="344130"/>
                </a:lnTo>
                <a:close/>
                <a:lnTo>
                  <a:pt x="1267629" y="392052"/>
                </a:lnTo>
                <a:close/>
                <a:lnTo>
                  <a:pt x="1269119" y="347800"/>
                </a:lnTo>
                <a:close/>
                <a:lnTo>
                  <a:pt x="1270608" y="424960"/>
                </a:lnTo>
                <a:close/>
                <a:lnTo>
                  <a:pt x="1272098" y="413922"/>
                </a:lnTo>
                <a:close/>
                <a:lnTo>
                  <a:pt x="1273587" y="420693"/>
                </a:lnTo>
                <a:close/>
                <a:lnTo>
                  <a:pt x="1276566" y="477426"/>
                </a:lnTo>
                <a:close/>
                <a:lnTo>
                  <a:pt x="1278056" y="454651"/>
                </a:lnTo>
                <a:close/>
                <a:lnTo>
                  <a:pt x="1279546" y="382925"/>
                </a:lnTo>
                <a:close/>
                <a:lnTo>
                  <a:pt x="1284014" y="521187"/>
                </a:lnTo>
                <a:close/>
                <a:lnTo>
                  <a:pt x="1285504" y="517209"/>
                </a:lnTo>
                <a:close/>
                <a:lnTo>
                  <a:pt x="1286993" y="545379"/>
                </a:lnTo>
                <a:close/>
                <a:lnTo>
                  <a:pt x="1288483" y="609912"/>
                </a:lnTo>
                <a:close/>
                <a:lnTo>
                  <a:pt x="1289973" y="446301"/>
                </a:lnTo>
                <a:close/>
                <a:lnTo>
                  <a:pt x="1297420" y="404472"/>
                </a:lnTo>
                <a:close/>
                <a:lnTo>
                  <a:pt x="1298910" y="464881"/>
                </a:lnTo>
                <a:close/>
                <a:lnTo>
                  <a:pt x="1300400" y="454912"/>
                </a:lnTo>
                <a:close/>
                <a:lnTo>
                  <a:pt x="1303379" y="362521"/>
                </a:lnTo>
                <a:close/>
                <a:lnTo>
                  <a:pt x="1304868" y="308355"/>
                </a:lnTo>
                <a:close/>
                <a:lnTo>
                  <a:pt x="1306358" y="352341"/>
                </a:lnTo>
                <a:close/>
                <a:lnTo>
                  <a:pt x="1307848" y="286976"/>
                </a:lnTo>
                <a:close/>
                <a:lnTo>
                  <a:pt x="1310827" y="395736"/>
                </a:lnTo>
                <a:close/>
                <a:lnTo>
                  <a:pt x="1312316" y="296125"/>
                </a:lnTo>
                <a:close/>
                <a:lnTo>
                  <a:pt x="1313806" y="363091"/>
                </a:lnTo>
                <a:close/>
                <a:lnTo>
                  <a:pt x="1315295" y="363626"/>
                </a:lnTo>
                <a:close/>
                <a:lnTo>
                  <a:pt x="1318275" y="346234"/>
                </a:lnTo>
                <a:close/>
                <a:lnTo>
                  <a:pt x="1319764" y="353044"/>
                </a:lnTo>
                <a:close/>
                <a:lnTo>
                  <a:pt x="1321254" y="342749"/>
                </a:lnTo>
                <a:close/>
                <a:lnTo>
                  <a:pt x="1322743" y="359755"/>
                </a:lnTo>
                <a:close/>
                <a:lnTo>
                  <a:pt x="1324233" y="303053"/>
                </a:lnTo>
                <a:close/>
                <a:lnTo>
                  <a:pt x="1328702" y="491042"/>
                </a:lnTo>
                <a:close/>
                <a:lnTo>
                  <a:pt x="1330191" y="442559"/>
                </a:lnTo>
                <a:close/>
                <a:lnTo>
                  <a:pt x="1333170" y="491599"/>
                </a:lnTo>
                <a:close/>
                <a:lnTo>
                  <a:pt x="1334660" y="454649"/>
                </a:lnTo>
                <a:close/>
                <a:lnTo>
                  <a:pt x="1336149" y="499851"/>
                </a:lnTo>
                <a:close/>
                <a:lnTo>
                  <a:pt x="1339129" y="453848"/>
                </a:lnTo>
                <a:close/>
                <a:lnTo>
                  <a:pt x="1340618" y="450713"/>
                </a:lnTo>
                <a:close/>
                <a:lnTo>
                  <a:pt x="1342108" y="411663"/>
                </a:lnTo>
                <a:close/>
                <a:lnTo>
                  <a:pt x="1343597" y="464852"/>
                </a:lnTo>
                <a:close/>
                <a:lnTo>
                  <a:pt x="1346576" y="412143"/>
                </a:lnTo>
                <a:close/>
                <a:lnTo>
                  <a:pt x="1348066" y="418890"/>
                </a:lnTo>
                <a:close/>
                <a:lnTo>
                  <a:pt x="1349556" y="464284"/>
                </a:lnTo>
                <a:close/>
                <a:lnTo>
                  <a:pt x="1351045" y="429215"/>
                </a:lnTo>
                <a:close/>
                <a:lnTo>
                  <a:pt x="1355514" y="575570"/>
                </a:lnTo>
                <a:close/>
                <a:lnTo>
                  <a:pt x="1357004" y="590236"/>
                </a:lnTo>
                <a:close/>
                <a:lnTo>
                  <a:pt x="1359983" y="526536"/>
                </a:lnTo>
                <a:close/>
                <a:lnTo>
                  <a:pt x="1361472" y="526040"/>
                </a:lnTo>
                <a:close/>
                <a:lnTo>
                  <a:pt x="1362962" y="535484"/>
                </a:lnTo>
                <a:close/>
                <a:lnTo>
                  <a:pt x="1365941" y="595471"/>
                </a:lnTo>
                <a:close/>
                <a:lnTo>
                  <a:pt x="1367431" y="546651"/>
                </a:lnTo>
                <a:close/>
                <a:lnTo>
                  <a:pt x="1368920" y="546651"/>
                </a:lnTo>
                <a:close/>
                <a:lnTo>
                  <a:pt x="1370410" y="536443"/>
                </a:lnTo>
                <a:close/>
                <a:lnTo>
                  <a:pt x="1371899" y="553856"/>
                </a:lnTo>
                <a:close/>
                <a:lnTo>
                  <a:pt x="1373389" y="615566"/>
                </a:lnTo>
                <a:close/>
                <a:lnTo>
                  <a:pt x="1374878" y="506895"/>
                </a:lnTo>
                <a:close/>
                <a:lnTo>
                  <a:pt x="1376368" y="524624"/>
                </a:lnTo>
                <a:close/>
                <a:lnTo>
                  <a:pt x="1377858" y="453286"/>
                </a:lnTo>
                <a:close/>
                <a:lnTo>
                  <a:pt x="1379347" y="484532"/>
                </a:lnTo>
                <a:close/>
                <a:lnTo>
                  <a:pt x="1380837" y="395221"/>
                </a:lnTo>
                <a:close/>
                <a:lnTo>
                  <a:pt x="1382326" y="426165"/>
                </a:lnTo>
                <a:close/>
                <a:lnTo>
                  <a:pt x="1383816" y="411934"/>
                </a:lnTo>
                <a:close/>
                <a:lnTo>
                  <a:pt x="1386795" y="352067"/>
                </a:lnTo>
                <a:close/>
                <a:lnTo>
                  <a:pt x="1388285" y="398832"/>
                </a:lnTo>
                <a:close/>
                <a:lnTo>
                  <a:pt x="1389774" y="300774"/>
                </a:lnTo>
                <a:close/>
                <a:lnTo>
                  <a:pt x="1391264" y="296785"/>
                </a:lnTo>
                <a:close/>
                <a:lnTo>
                  <a:pt x="1394243" y="332381"/>
                </a:lnTo>
                <a:close/>
                <a:lnTo>
                  <a:pt x="1397222" y="270217"/>
                </a:lnTo>
                <a:close/>
                <a:lnTo>
                  <a:pt x="1400201" y="330195"/>
                </a:lnTo>
                <a:close/>
                <a:lnTo>
                  <a:pt x="1401691" y="326299"/>
                </a:lnTo>
                <a:close/>
                <a:lnTo>
                  <a:pt x="1404670" y="342065"/>
                </a:lnTo>
                <a:close/>
                <a:lnTo>
                  <a:pt x="1406160" y="427347"/>
                </a:lnTo>
                <a:close/>
                <a:lnTo>
                  <a:pt x="1407649" y="394119"/>
                </a:lnTo>
                <a:close/>
                <a:lnTo>
                  <a:pt x="1409139" y="436979"/>
                </a:lnTo>
                <a:close/>
                <a:lnTo>
                  <a:pt x="1412118" y="395473"/>
                </a:lnTo>
                <a:close/>
                <a:lnTo>
                  <a:pt x="1413607" y="409167"/>
                </a:lnTo>
                <a:close/>
                <a:lnTo>
                  <a:pt x="1415097" y="474959"/>
                </a:lnTo>
                <a:close/>
                <a:lnTo>
                  <a:pt x="1418076" y="333273"/>
                </a:lnTo>
                <a:close/>
                <a:lnTo>
                  <a:pt x="1421055" y="107083"/>
                </a:lnTo>
                <a:close/>
                <a:lnTo>
                  <a:pt x="1422545" y="124967"/>
                </a:lnTo>
                <a:close/>
                <a:lnTo>
                  <a:pt x="1424034" y="111009"/>
                </a:lnTo>
                <a:close/>
                <a:lnTo>
                  <a:pt x="1425524" y="146756"/>
                </a:lnTo>
                <a:close/>
                <a:lnTo>
                  <a:pt x="1427014" y="106832"/>
                </a:lnTo>
                <a:close/>
                <a:lnTo>
                  <a:pt x="1428503" y="108965"/>
                </a:lnTo>
                <a:close/>
                <a:lnTo>
                  <a:pt x="1431482" y="165812"/>
                </a:lnTo>
                <a:close/>
                <a:lnTo>
                  <a:pt x="1432972" y="113716"/>
                </a:lnTo>
                <a:close/>
                <a:lnTo>
                  <a:pt x="1435951" y="244534"/>
                </a:lnTo>
                <a:close/>
                <a:lnTo>
                  <a:pt x="1437441" y="176585"/>
                </a:lnTo>
                <a:close/>
                <a:lnTo>
                  <a:pt x="1438930" y="200730"/>
                </a:lnTo>
                <a:close/>
                <a:lnTo>
                  <a:pt x="1440420" y="259920"/>
                </a:lnTo>
                <a:close/>
                <a:lnTo>
                  <a:pt x="1441909" y="226947"/>
                </a:lnTo>
                <a:close/>
                <a:lnTo>
                  <a:pt x="1443399" y="151557"/>
                </a:lnTo>
                <a:close/>
                <a:lnTo>
                  <a:pt x="1447868" y="263628"/>
                </a:lnTo>
                <a:close/>
                <a:lnTo>
                  <a:pt x="1450847" y="187426"/>
                </a:lnTo>
                <a:close/>
                <a:lnTo>
                  <a:pt x="1453826" y="161536"/>
                </a:lnTo>
                <a:close/>
                <a:lnTo>
                  <a:pt x="1455316" y="188445"/>
                </a:lnTo>
                <a:close/>
                <a:lnTo>
                  <a:pt x="1456805" y="187232"/>
                </a:lnTo>
                <a:close/>
                <a:lnTo>
                  <a:pt x="1458295" y="164197"/>
                </a:lnTo>
                <a:close/>
                <a:lnTo>
                  <a:pt x="1459784" y="117417"/>
                </a:lnTo>
                <a:close/>
                <a:lnTo>
                  <a:pt x="1462763" y="207190"/>
                </a:lnTo>
                <a:close/>
                <a:lnTo>
                  <a:pt x="1465743" y="141829"/>
                </a:lnTo>
                <a:close/>
                <a:lnTo>
                  <a:pt x="1467232" y="147999"/>
                </a:lnTo>
                <a:close/>
                <a:lnTo>
                  <a:pt x="1470211" y="216895"/>
                </a:lnTo>
                <a:close/>
                <a:lnTo>
                  <a:pt x="1471701" y="192850"/>
                </a:lnTo>
                <a:close/>
                <a:lnTo>
                  <a:pt x="1476170" y="295905"/>
                </a:lnTo>
                <a:close/>
                <a:lnTo>
                  <a:pt x="1477659" y="301627"/>
                </a:lnTo>
                <a:close/>
                <a:lnTo>
                  <a:pt x="1479149" y="341706"/>
                </a:lnTo>
                <a:close/>
                <a:lnTo>
                  <a:pt x="1482128" y="482629"/>
                </a:lnTo>
                <a:close/>
                <a:lnTo>
                  <a:pt x="1483618" y="544061"/>
                </a:lnTo>
                <a:close/>
                <a:lnTo>
                  <a:pt x="1485107" y="526437"/>
                </a:lnTo>
                <a:close/>
                <a:lnTo>
                  <a:pt x="1488086" y="623350"/>
                </a:lnTo>
                <a:close/>
                <a:lnTo>
                  <a:pt x="1489576" y="602554"/>
                </a:lnTo>
                <a:close/>
                <a:lnTo>
                  <a:pt x="1494045" y="427506"/>
                </a:lnTo>
                <a:close/>
                <a:lnTo>
                  <a:pt x="1495534" y="503852"/>
                </a:lnTo>
                <a:close/>
                <a:lnTo>
                  <a:pt x="1497024" y="497725"/>
                </a:lnTo>
                <a:close/>
                <a:lnTo>
                  <a:pt x="1500003" y="660809"/>
                </a:lnTo>
                <a:close/>
                <a:lnTo>
                  <a:pt x="1501492" y="636280"/>
                </a:lnTo>
                <a:close/>
                <a:lnTo>
                  <a:pt x="1504472" y="681676"/>
                </a:lnTo>
                <a:close/>
                <a:lnTo>
                  <a:pt x="1505961" y="644749"/>
                </a:lnTo>
                <a:close/>
                <a:lnTo>
                  <a:pt x="1507451" y="709912"/>
                </a:lnTo>
                <a:close/>
                <a:lnTo>
                  <a:pt x="1510430" y="567000"/>
                </a:lnTo>
                <a:close/>
                <a:lnTo>
                  <a:pt x="1511919" y="546700"/>
                </a:lnTo>
                <a:close/>
                <a:lnTo>
                  <a:pt x="1514899" y="628598"/>
                </a:lnTo>
                <a:close/>
                <a:lnTo>
                  <a:pt x="1516388" y="601330"/>
                </a:lnTo>
                <a:close/>
                <a:lnTo>
                  <a:pt x="1520857" y="730581"/>
                </a:lnTo>
                <a:close/>
                <a:lnTo>
                  <a:pt x="1522346" y="704779"/>
                </a:lnTo>
                <a:close/>
                <a:lnTo>
                  <a:pt x="1523836" y="708621"/>
                </a:lnTo>
                <a:close/>
                <a:lnTo>
                  <a:pt x="1525326" y="732280"/>
                </a:lnTo>
                <a:close/>
                <a:lnTo>
                  <a:pt x="1526815" y="732560"/>
                </a:lnTo>
                <a:close/>
                <a:lnTo>
                  <a:pt x="1531284" y="654542"/>
                </a:lnTo>
                <a:close/>
                <a:lnTo>
                  <a:pt x="1534263" y="740493"/>
                </a:lnTo>
                <a:close/>
                <a:lnTo>
                  <a:pt x="1535753" y="742796"/>
                </a:lnTo>
                <a:close/>
                <a:lnTo>
                  <a:pt x="1540221" y="551818"/>
                </a:lnTo>
                <a:close/>
                <a:lnTo>
                  <a:pt x="1543201" y="603339"/>
                </a:lnTo>
                <a:close/>
                <a:lnTo>
                  <a:pt x="1544690" y="593422"/>
                </a:lnTo>
                <a:close/>
                <a:lnTo>
                  <a:pt x="1546180" y="602462"/>
                </a:lnTo>
                <a:close/>
                <a:lnTo>
                  <a:pt x="1547669" y="538332"/>
                </a:lnTo>
                <a:close/>
                <a:lnTo>
                  <a:pt x="1549159" y="567624"/>
                </a:lnTo>
                <a:close/>
                <a:lnTo>
                  <a:pt x="1550648" y="553187"/>
                </a:lnTo>
                <a:close/>
                <a:lnTo>
                  <a:pt x="1552138" y="571227"/>
                </a:lnTo>
                <a:close/>
                <a:lnTo>
                  <a:pt x="1553628" y="501398"/>
                </a:lnTo>
                <a:close/>
                <a:lnTo>
                  <a:pt x="1556607" y="590050"/>
                </a:lnTo>
                <a:close/>
                <a:lnTo>
                  <a:pt x="1558096" y="597301"/>
                </a:lnTo>
                <a:close/>
                <a:lnTo>
                  <a:pt x="1561075" y="510601"/>
                </a:lnTo>
                <a:close/>
                <a:lnTo>
                  <a:pt x="1562565" y="515080"/>
                </a:lnTo>
                <a:close/>
                <a:lnTo>
                  <a:pt x="1564055" y="539550"/>
                </a:lnTo>
                <a:close/>
                <a:lnTo>
                  <a:pt x="1565544" y="623570"/>
                </a:lnTo>
                <a:close/>
                <a:lnTo>
                  <a:pt x="1567034" y="602263"/>
                </a:lnTo>
                <a:close/>
                <a:lnTo>
                  <a:pt x="1568523" y="553430"/>
                </a:lnTo>
                <a:close/>
                <a:lnTo>
                  <a:pt x="1570013" y="559685"/>
                </a:lnTo>
                <a:close/>
                <a:lnTo>
                  <a:pt x="1571502" y="558159"/>
                </a:lnTo>
                <a:close/>
                <a:lnTo>
                  <a:pt x="1572992" y="610430"/>
                </a:lnTo>
                <a:close/>
                <a:lnTo>
                  <a:pt x="1574482" y="539358"/>
                </a:lnTo>
                <a:close/>
                <a:lnTo>
                  <a:pt x="1575971" y="544653"/>
                </a:lnTo>
                <a:close/>
                <a:lnTo>
                  <a:pt x="1577461" y="496760"/>
                </a:lnTo>
                <a:close/>
                <a:lnTo>
                  <a:pt x="1578950" y="523549"/>
                </a:lnTo>
                <a:close/>
                <a:lnTo>
                  <a:pt x="1580440" y="500353"/>
                </a:lnTo>
                <a:close/>
                <a:lnTo>
                  <a:pt x="1581930" y="500742"/>
                </a:lnTo>
                <a:close/>
                <a:lnTo>
                  <a:pt x="1583419" y="535992"/>
                </a:lnTo>
                <a:close/>
                <a:lnTo>
                  <a:pt x="1586398" y="500994"/>
                </a:lnTo>
                <a:close/>
                <a:lnTo>
                  <a:pt x="1589377" y="442295"/>
                </a:lnTo>
                <a:close/>
                <a:lnTo>
                  <a:pt x="1592357" y="582955"/>
                </a:lnTo>
                <a:close/>
                <a:lnTo>
                  <a:pt x="1595336" y="671689"/>
                </a:lnTo>
                <a:close/>
                <a:lnTo>
                  <a:pt x="1596825" y="661159"/>
                </a:lnTo>
                <a:close/>
                <a:lnTo>
                  <a:pt x="1598315" y="673646"/>
                </a:lnTo>
                <a:close/>
                <a:lnTo>
                  <a:pt x="1601294" y="673344"/>
                </a:lnTo>
                <a:close/>
                <a:lnTo>
                  <a:pt x="1602784" y="721550"/>
                </a:lnTo>
                <a:close/>
                <a:lnTo>
                  <a:pt x="1604273" y="672997"/>
                </a:lnTo>
                <a:close/>
                <a:lnTo>
                  <a:pt x="1605763" y="711554"/>
                </a:lnTo>
                <a:close/>
                <a:lnTo>
                  <a:pt x="1607252" y="695734"/>
                </a:lnTo>
                <a:close/>
                <a:lnTo>
                  <a:pt x="1608742" y="643252"/>
                </a:lnTo>
                <a:close/>
                <a:lnTo>
                  <a:pt x="1610231" y="641802"/>
                </a:lnTo>
                <a:close/>
                <a:lnTo>
                  <a:pt x="1611721" y="595821"/>
                </a:lnTo>
                <a:close/>
                <a:lnTo>
                  <a:pt x="1613211" y="630217"/>
                </a:lnTo>
                <a:close/>
                <a:lnTo>
                  <a:pt x="1616190" y="581115"/>
                </a:lnTo>
                <a:close/>
                <a:lnTo>
                  <a:pt x="1617679" y="605150"/>
                </a:lnTo>
                <a:close/>
                <a:lnTo>
                  <a:pt x="1619169" y="605150"/>
                </a:lnTo>
                <a:close/>
                <a:lnTo>
                  <a:pt x="1620659" y="598162"/>
                </a:lnTo>
                <a:close/>
                <a:lnTo>
                  <a:pt x="1622148" y="533291"/>
                </a:lnTo>
                <a:close/>
                <a:lnTo>
                  <a:pt x="1623638" y="562325"/>
                </a:lnTo>
                <a:close/>
                <a:lnTo>
                  <a:pt x="1625127" y="648218"/>
                </a:lnTo>
                <a:close/>
                <a:lnTo>
                  <a:pt x="1626617" y="572586"/>
                </a:lnTo>
                <a:close/>
                <a:lnTo>
                  <a:pt x="1628106" y="584252"/>
                </a:lnTo>
                <a:close/>
                <a:lnTo>
                  <a:pt x="1629596" y="582100"/>
                </a:lnTo>
                <a:close/>
                <a:lnTo>
                  <a:pt x="1632575" y="394923"/>
                </a:lnTo>
                <a:close/>
                <a:lnTo>
                  <a:pt x="1634065" y="594124"/>
                </a:lnTo>
                <a:close/>
                <a:lnTo>
                  <a:pt x="1635554" y="558968"/>
                </a:lnTo>
                <a:close/>
                <a:lnTo>
                  <a:pt x="1637044" y="481727"/>
                </a:lnTo>
                <a:close/>
                <a:lnTo>
                  <a:pt x="1638533" y="482699"/>
                </a:lnTo>
                <a:close/>
                <a:lnTo>
                  <a:pt x="1640023" y="491302"/>
                </a:lnTo>
                <a:close/>
                <a:lnTo>
                  <a:pt x="1644492" y="412175"/>
                </a:lnTo>
                <a:close/>
                <a:lnTo>
                  <a:pt x="1645981" y="444153"/>
                </a:lnTo>
                <a:close/>
                <a:lnTo>
                  <a:pt x="1647471" y="437272"/>
                </a:lnTo>
                <a:close/>
                <a:lnTo>
                  <a:pt x="1650450" y="481062"/>
                </a:lnTo>
                <a:close/>
                <a:lnTo>
                  <a:pt x="1651940" y="466988"/>
                </a:lnTo>
                <a:close/>
                <a:lnTo>
                  <a:pt x="1653429" y="578296"/>
                </a:lnTo>
                <a:close/>
                <a:lnTo>
                  <a:pt x="1654919" y="477360"/>
                </a:lnTo>
                <a:close/>
                <a:lnTo>
                  <a:pt x="1656408" y="486816"/>
                </a:lnTo>
                <a:close/>
                <a:lnTo>
                  <a:pt x="1657898" y="465705"/>
                </a:lnTo>
                <a:close/>
                <a:lnTo>
                  <a:pt x="1659387" y="492136"/>
                </a:lnTo>
                <a:close/>
                <a:lnTo>
                  <a:pt x="1660877" y="428779"/>
                </a:lnTo>
                <a:close/>
                <a:lnTo>
                  <a:pt x="1662367" y="514871"/>
                </a:lnTo>
                <a:close/>
                <a:lnTo>
                  <a:pt x="1666835" y="400559"/>
                </a:lnTo>
                <a:close/>
                <a:lnTo>
                  <a:pt x="1668325" y="408015"/>
                </a:lnTo>
                <a:close/>
                <a:lnTo>
                  <a:pt x="1669815" y="498569"/>
                </a:lnTo>
                <a:close/>
                <a:lnTo>
                  <a:pt x="1671304" y="463974"/>
                </a:lnTo>
                <a:close/>
                <a:lnTo>
                  <a:pt x="1672794" y="477147"/>
                </a:lnTo>
                <a:close/>
                <a:lnTo>
                  <a:pt x="1674283" y="556604"/>
                </a:lnTo>
                <a:close/>
                <a:lnTo>
                  <a:pt x="1678752" y="426075"/>
                </a:lnTo>
                <a:close/>
                <a:lnTo>
                  <a:pt x="1681731" y="480071"/>
                </a:lnTo>
                <a:close/>
                <a:lnTo>
                  <a:pt x="1683221" y="473142"/>
                </a:lnTo>
                <a:close/>
                <a:lnTo>
                  <a:pt x="1684710" y="521075"/>
                </a:lnTo>
                <a:close/>
                <a:lnTo>
                  <a:pt x="1686200" y="513062"/>
                </a:lnTo>
                <a:close/>
                <a:lnTo>
                  <a:pt x="1687689" y="552989"/>
                </a:lnTo>
                <a:close/>
                <a:lnTo>
                  <a:pt x="1690669" y="461241"/>
                </a:lnTo>
                <a:close/>
                <a:lnTo>
                  <a:pt x="1693648" y="421795"/>
                </a:lnTo>
                <a:close/>
                <a:lnTo>
                  <a:pt x="1696627" y="459113"/>
                </a:lnTo>
                <a:close/>
                <a:lnTo>
                  <a:pt x="1699606" y="567461"/>
                </a:lnTo>
                <a:close/>
                <a:lnTo>
                  <a:pt x="1701096" y="538896"/>
                </a:lnTo>
                <a:close/>
                <a:lnTo>
                  <a:pt x="1702585" y="541293"/>
                </a:lnTo>
                <a:close/>
                <a:lnTo>
                  <a:pt x="1705564" y="409997"/>
                </a:lnTo>
                <a:close/>
                <a:lnTo>
                  <a:pt x="1707054" y="409997"/>
                </a:lnTo>
                <a:close/>
                <a:lnTo>
                  <a:pt x="1708543" y="457028"/>
                </a:lnTo>
                <a:close/>
                <a:lnTo>
                  <a:pt x="1711523" y="401339"/>
                </a:lnTo>
                <a:close/>
                <a:lnTo>
                  <a:pt x="1714502" y="433069"/>
                </a:lnTo>
                <a:close/>
                <a:lnTo>
                  <a:pt x="1717481" y="519651"/>
                </a:lnTo>
                <a:close/>
                <a:lnTo>
                  <a:pt x="1718971" y="481876"/>
                </a:lnTo>
                <a:close/>
                <a:lnTo>
                  <a:pt x="1721950" y="584877"/>
                </a:lnTo>
                <a:close/>
                <a:lnTo>
                  <a:pt x="1723439" y="634611"/>
                </a:lnTo>
                <a:close/>
                <a:lnTo>
                  <a:pt x="1724929" y="630260"/>
                </a:lnTo>
                <a:close/>
                <a:lnTo>
                  <a:pt x="1726418" y="683240"/>
                </a:lnTo>
                <a:close/>
                <a:lnTo>
                  <a:pt x="1727908" y="669717"/>
                </a:lnTo>
                <a:close/>
                <a:lnTo>
                  <a:pt x="1729398" y="686623"/>
                </a:lnTo>
                <a:close/>
                <a:lnTo>
                  <a:pt x="1732377" y="586568"/>
                </a:lnTo>
                <a:close/>
                <a:lnTo>
                  <a:pt x="1733866" y="563150"/>
                </a:lnTo>
                <a:close/>
                <a:lnTo>
                  <a:pt x="1735356" y="577840"/>
                </a:lnTo>
                <a:close/>
                <a:lnTo>
                  <a:pt x="1736845" y="644484"/>
                </a:lnTo>
                <a:close/>
                <a:lnTo>
                  <a:pt x="1738335" y="642630"/>
                </a:lnTo>
                <a:close/>
                <a:lnTo>
                  <a:pt x="1739825" y="675879"/>
                </a:lnTo>
                <a:close/>
                <a:lnTo>
                  <a:pt x="1741314" y="659203"/>
                </a:lnTo>
                <a:close/>
                <a:lnTo>
                  <a:pt x="1742804" y="601352"/>
                </a:lnTo>
                <a:close/>
                <a:lnTo>
                  <a:pt x="1744293" y="696662"/>
                </a:lnTo>
                <a:close/>
                <a:lnTo>
                  <a:pt x="1747272" y="562572"/>
                </a:lnTo>
                <a:close/>
                <a:lnTo>
                  <a:pt x="1750252" y="501385"/>
                </a:lnTo>
                <a:close/>
                <a:lnTo>
                  <a:pt x="1751741" y="504578"/>
                </a:lnTo>
                <a:close/>
                <a:lnTo>
                  <a:pt x="1753231" y="561110"/>
                </a:lnTo>
                <a:close/>
                <a:lnTo>
                  <a:pt x="1754720" y="559499"/>
                </a:lnTo>
                <a:close/>
                <a:lnTo>
                  <a:pt x="1757700" y="601446"/>
                </a:lnTo>
                <a:close/>
                <a:lnTo>
                  <a:pt x="1759189" y="558288"/>
                </a:lnTo>
                <a:close/>
                <a:lnTo>
                  <a:pt x="1760679" y="632886"/>
                </a:lnTo>
                <a:close/>
                <a:lnTo>
                  <a:pt x="1762168" y="600146"/>
                </a:lnTo>
                <a:close/>
                <a:lnTo>
                  <a:pt x="1765147" y="633728"/>
                </a:lnTo>
                <a:close/>
                <a:lnTo>
                  <a:pt x="1769616" y="463144"/>
                </a:lnTo>
                <a:close/>
                <a:lnTo>
                  <a:pt x="1772595" y="526087"/>
                </a:lnTo>
                <a:close/>
                <a:lnTo>
                  <a:pt x="1774085" y="536570"/>
                </a:lnTo>
                <a:close/>
                <a:lnTo>
                  <a:pt x="1775574" y="534729"/>
                </a:lnTo>
                <a:close/>
                <a:lnTo>
                  <a:pt x="1777064" y="561646"/>
                </a:lnTo>
                <a:close/>
                <a:lnTo>
                  <a:pt x="1781533" y="321305"/>
                </a:lnTo>
                <a:close/>
                <a:lnTo>
                  <a:pt x="1784512" y="269409"/>
                </a:lnTo>
                <a:close/>
                <a:lnTo>
                  <a:pt x="1786001" y="199513"/>
                </a:lnTo>
                <a:close/>
                <a:lnTo>
                  <a:pt x="1786001" y="199513"/>
                </a:lnTo>
                <a:close/>
              </a:path>
            </a:pathLst>
          </a:custGeom>
          <a:noFill/>
          <a:ln w="7620">
            <a:solidFill>
              <a:srgbClr val="E76F51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8477904" y="4114800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8477904" y="5138928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8477904" y="5650992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8567204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8538922" y="6742670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03" name="Freeform 402"/>
          <p:cNvSpPr/>
          <p:nvPr/>
        </p:nvSpPr>
        <p:spPr>
          <a:xfrm>
            <a:off x="8865119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8780275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05" name="Freeform 404"/>
          <p:cNvSpPr/>
          <p:nvPr/>
        </p:nvSpPr>
        <p:spPr>
          <a:xfrm>
            <a:off x="9163034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9078190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407" name="Freeform 406"/>
          <p:cNvSpPr/>
          <p:nvPr/>
        </p:nvSpPr>
        <p:spPr>
          <a:xfrm>
            <a:off x="9460949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9376105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409" name="Freeform 408"/>
          <p:cNvSpPr/>
          <p:nvPr/>
        </p:nvSpPr>
        <p:spPr>
          <a:xfrm>
            <a:off x="9758865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9674021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411" name="Freeform 410"/>
          <p:cNvSpPr/>
          <p:nvPr/>
        </p:nvSpPr>
        <p:spPr>
          <a:xfrm>
            <a:off x="10056780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9943655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413" name="Freeform 412"/>
          <p:cNvSpPr/>
          <p:nvPr/>
        </p:nvSpPr>
        <p:spPr>
          <a:xfrm>
            <a:off x="10354695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10241570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9193356" y="6877984"/>
            <a:ext cx="6096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MCMC step</a:t>
            </a:r>
          </a:p>
        </p:txBody>
      </p:sp>
      <p:sp>
        <p:nvSpPr>
          <p:cNvPr id="416" name="Freeform 415"/>
          <p:cNvSpPr/>
          <p:nvPr/>
        </p:nvSpPr>
        <p:spPr>
          <a:xfrm>
            <a:off x="8433454" y="65305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8191062" y="6475433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418" name="Freeform 417"/>
          <p:cNvSpPr/>
          <p:nvPr/>
        </p:nvSpPr>
        <p:spPr>
          <a:xfrm>
            <a:off x="8433454" y="62363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191062" y="6181191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420" name="Freeform 419"/>
          <p:cNvSpPr/>
          <p:nvPr/>
        </p:nvSpPr>
        <p:spPr>
          <a:xfrm>
            <a:off x="8433454" y="594207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8191062" y="588694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422" name="Freeform 421"/>
          <p:cNvSpPr/>
          <p:nvPr/>
        </p:nvSpPr>
        <p:spPr>
          <a:xfrm>
            <a:off x="8567204" y="5697543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629371"/>
                </a:moveTo>
                <a:lnTo>
                  <a:pt x="2979" y="614607"/>
                </a:lnTo>
                <a:close/>
                <a:lnTo>
                  <a:pt x="5958" y="638021"/>
                </a:lnTo>
                <a:close/>
                <a:lnTo>
                  <a:pt x="7448" y="680774"/>
                </a:lnTo>
                <a:close/>
                <a:lnTo>
                  <a:pt x="8937" y="682565"/>
                </a:lnTo>
                <a:close/>
                <a:lnTo>
                  <a:pt x="10427" y="731032"/>
                </a:lnTo>
                <a:close/>
                <a:lnTo>
                  <a:pt x="11916" y="704289"/>
                </a:lnTo>
                <a:close/>
                <a:lnTo>
                  <a:pt x="14895" y="725142"/>
                </a:lnTo>
                <a:close/>
                <a:lnTo>
                  <a:pt x="16385" y="694848"/>
                </a:lnTo>
                <a:close/>
                <a:lnTo>
                  <a:pt x="17875" y="702111"/>
                </a:lnTo>
                <a:close/>
                <a:lnTo>
                  <a:pt x="20854" y="755131"/>
                </a:lnTo>
                <a:close/>
                <a:lnTo>
                  <a:pt x="22343" y="757464"/>
                </a:lnTo>
                <a:close/>
                <a:lnTo>
                  <a:pt x="23833" y="747562"/>
                </a:lnTo>
                <a:close/>
                <a:lnTo>
                  <a:pt x="26812" y="668633"/>
                </a:lnTo>
                <a:close/>
                <a:lnTo>
                  <a:pt x="29791" y="764985"/>
                </a:lnTo>
                <a:close/>
                <a:lnTo>
                  <a:pt x="31281" y="689893"/>
                </a:lnTo>
                <a:close/>
                <a:lnTo>
                  <a:pt x="32770" y="728939"/>
                </a:lnTo>
                <a:close/>
                <a:lnTo>
                  <a:pt x="34260" y="685498"/>
                </a:lnTo>
                <a:close/>
                <a:lnTo>
                  <a:pt x="35749" y="692807"/>
                </a:lnTo>
                <a:close/>
                <a:lnTo>
                  <a:pt x="37239" y="686927"/>
                </a:lnTo>
                <a:close/>
                <a:lnTo>
                  <a:pt x="38729" y="754761"/>
                </a:lnTo>
                <a:close/>
                <a:lnTo>
                  <a:pt x="40218" y="722847"/>
                </a:lnTo>
                <a:close/>
                <a:lnTo>
                  <a:pt x="41708" y="750821"/>
                </a:lnTo>
                <a:close/>
                <a:lnTo>
                  <a:pt x="43197" y="742065"/>
                </a:lnTo>
                <a:close/>
                <a:lnTo>
                  <a:pt x="44687" y="688244"/>
                </a:lnTo>
                <a:close/>
                <a:lnTo>
                  <a:pt x="46177" y="781614"/>
                </a:lnTo>
                <a:close/>
                <a:lnTo>
                  <a:pt x="47666" y="765649"/>
                </a:lnTo>
                <a:close/>
                <a:lnTo>
                  <a:pt x="50645" y="827298"/>
                </a:lnTo>
                <a:close/>
                <a:lnTo>
                  <a:pt x="55114" y="718733"/>
                </a:lnTo>
                <a:close/>
                <a:lnTo>
                  <a:pt x="56604" y="738544"/>
                </a:lnTo>
                <a:close/>
                <a:lnTo>
                  <a:pt x="58093" y="802971"/>
                </a:lnTo>
                <a:close/>
                <a:lnTo>
                  <a:pt x="61072" y="754647"/>
                </a:lnTo>
                <a:close/>
                <a:lnTo>
                  <a:pt x="62562" y="825785"/>
                </a:lnTo>
                <a:close/>
                <a:lnTo>
                  <a:pt x="67031" y="604580"/>
                </a:lnTo>
                <a:close/>
                <a:lnTo>
                  <a:pt x="68520" y="644043"/>
                </a:lnTo>
                <a:close/>
                <a:lnTo>
                  <a:pt x="70010" y="626928"/>
                </a:lnTo>
                <a:close/>
                <a:lnTo>
                  <a:pt x="74478" y="381603"/>
                </a:lnTo>
                <a:close/>
                <a:lnTo>
                  <a:pt x="77458" y="420596"/>
                </a:lnTo>
                <a:close/>
                <a:lnTo>
                  <a:pt x="78947" y="395258"/>
                </a:lnTo>
                <a:close/>
                <a:lnTo>
                  <a:pt x="80437" y="302885"/>
                </a:lnTo>
                <a:close/>
                <a:lnTo>
                  <a:pt x="83416" y="343618"/>
                </a:lnTo>
                <a:close/>
                <a:lnTo>
                  <a:pt x="84905" y="370193"/>
                </a:lnTo>
                <a:close/>
                <a:lnTo>
                  <a:pt x="89374" y="593649"/>
                </a:lnTo>
                <a:close/>
                <a:lnTo>
                  <a:pt x="92353" y="519184"/>
                </a:lnTo>
                <a:close/>
                <a:lnTo>
                  <a:pt x="93843" y="511083"/>
                </a:lnTo>
                <a:close/>
                <a:lnTo>
                  <a:pt x="95333" y="559590"/>
                </a:lnTo>
                <a:close/>
                <a:lnTo>
                  <a:pt x="96822" y="549559"/>
                </a:lnTo>
                <a:close/>
                <a:lnTo>
                  <a:pt x="101291" y="678439"/>
                </a:lnTo>
                <a:close/>
                <a:lnTo>
                  <a:pt x="102780" y="674272"/>
                </a:lnTo>
                <a:close/>
                <a:lnTo>
                  <a:pt x="107249" y="586362"/>
                </a:lnTo>
                <a:close/>
                <a:lnTo>
                  <a:pt x="108739" y="590591"/>
                </a:lnTo>
                <a:close/>
                <a:lnTo>
                  <a:pt x="110228" y="572403"/>
                </a:lnTo>
                <a:close/>
                <a:lnTo>
                  <a:pt x="111718" y="584361"/>
                </a:lnTo>
                <a:close/>
                <a:lnTo>
                  <a:pt x="113207" y="564580"/>
                </a:lnTo>
                <a:close/>
                <a:lnTo>
                  <a:pt x="116187" y="633568"/>
                </a:lnTo>
                <a:close/>
                <a:lnTo>
                  <a:pt x="117676" y="588455"/>
                </a:lnTo>
                <a:close/>
                <a:lnTo>
                  <a:pt x="119166" y="590939"/>
                </a:lnTo>
                <a:close/>
                <a:lnTo>
                  <a:pt x="122145" y="710756"/>
                </a:lnTo>
                <a:close/>
                <a:lnTo>
                  <a:pt x="123634" y="663197"/>
                </a:lnTo>
                <a:close/>
                <a:lnTo>
                  <a:pt x="125124" y="688156"/>
                </a:lnTo>
                <a:close/>
                <a:lnTo>
                  <a:pt x="126614" y="652026"/>
                </a:lnTo>
                <a:close/>
                <a:lnTo>
                  <a:pt x="128103" y="670974"/>
                </a:lnTo>
                <a:close/>
                <a:lnTo>
                  <a:pt x="129593" y="591097"/>
                </a:lnTo>
                <a:close/>
                <a:lnTo>
                  <a:pt x="131082" y="635437"/>
                </a:lnTo>
                <a:close/>
                <a:lnTo>
                  <a:pt x="134062" y="580571"/>
                </a:lnTo>
                <a:close/>
                <a:lnTo>
                  <a:pt x="135551" y="605482"/>
                </a:lnTo>
                <a:close/>
                <a:lnTo>
                  <a:pt x="140020" y="476081"/>
                </a:lnTo>
                <a:close/>
                <a:lnTo>
                  <a:pt x="144489" y="676987"/>
                </a:lnTo>
                <a:close/>
                <a:lnTo>
                  <a:pt x="145978" y="680475"/>
                </a:lnTo>
                <a:close/>
                <a:lnTo>
                  <a:pt x="147468" y="670582"/>
                </a:lnTo>
                <a:close/>
                <a:lnTo>
                  <a:pt x="150447" y="569936"/>
                </a:lnTo>
                <a:close/>
                <a:lnTo>
                  <a:pt x="151936" y="551502"/>
                </a:lnTo>
                <a:close/>
                <a:lnTo>
                  <a:pt x="153426" y="493649"/>
                </a:lnTo>
                <a:close/>
                <a:lnTo>
                  <a:pt x="154916" y="548902"/>
                </a:lnTo>
                <a:close/>
                <a:lnTo>
                  <a:pt x="156405" y="541588"/>
                </a:lnTo>
                <a:close/>
                <a:lnTo>
                  <a:pt x="157895" y="650373"/>
                </a:lnTo>
                <a:close/>
                <a:lnTo>
                  <a:pt x="159384" y="648695"/>
                </a:lnTo>
                <a:close/>
                <a:lnTo>
                  <a:pt x="160874" y="555426"/>
                </a:lnTo>
                <a:close/>
                <a:lnTo>
                  <a:pt x="162363" y="559590"/>
                </a:lnTo>
                <a:close/>
                <a:lnTo>
                  <a:pt x="163853" y="607483"/>
                </a:lnTo>
                <a:close/>
                <a:lnTo>
                  <a:pt x="165343" y="607483"/>
                </a:lnTo>
                <a:close/>
                <a:lnTo>
                  <a:pt x="168322" y="551819"/>
                </a:lnTo>
                <a:close/>
                <a:lnTo>
                  <a:pt x="169811" y="593224"/>
                </a:lnTo>
                <a:close/>
                <a:lnTo>
                  <a:pt x="171301" y="585965"/>
                </a:lnTo>
                <a:close/>
                <a:lnTo>
                  <a:pt x="172790" y="622600"/>
                </a:lnTo>
                <a:close/>
                <a:lnTo>
                  <a:pt x="175770" y="536355"/>
                </a:lnTo>
                <a:close/>
                <a:lnTo>
                  <a:pt x="177259" y="553371"/>
                </a:lnTo>
                <a:close/>
                <a:lnTo>
                  <a:pt x="178749" y="526768"/>
                </a:lnTo>
                <a:close/>
                <a:lnTo>
                  <a:pt x="180238" y="555682"/>
                </a:lnTo>
                <a:close/>
                <a:lnTo>
                  <a:pt x="181728" y="534979"/>
                </a:lnTo>
                <a:close/>
                <a:lnTo>
                  <a:pt x="183218" y="577843"/>
                </a:lnTo>
                <a:close/>
                <a:lnTo>
                  <a:pt x="184707" y="579772"/>
                </a:lnTo>
                <a:close/>
                <a:lnTo>
                  <a:pt x="186197" y="597251"/>
                </a:lnTo>
                <a:close/>
                <a:lnTo>
                  <a:pt x="189176" y="554311"/>
                </a:lnTo>
                <a:close/>
                <a:lnTo>
                  <a:pt x="190665" y="551238"/>
                </a:lnTo>
                <a:close/>
                <a:lnTo>
                  <a:pt x="192155" y="502358"/>
                </a:lnTo>
                <a:close/>
                <a:lnTo>
                  <a:pt x="193645" y="544756"/>
                </a:lnTo>
                <a:close/>
                <a:lnTo>
                  <a:pt x="196624" y="454854"/>
                </a:lnTo>
                <a:close/>
                <a:lnTo>
                  <a:pt x="198113" y="438965"/>
                </a:lnTo>
                <a:close/>
                <a:lnTo>
                  <a:pt x="201092" y="535143"/>
                </a:lnTo>
                <a:close/>
                <a:lnTo>
                  <a:pt x="202582" y="519826"/>
                </a:lnTo>
                <a:close/>
                <a:lnTo>
                  <a:pt x="204072" y="514171"/>
                </a:lnTo>
                <a:close/>
                <a:lnTo>
                  <a:pt x="207051" y="602056"/>
                </a:lnTo>
                <a:close/>
                <a:lnTo>
                  <a:pt x="208540" y="529482"/>
                </a:lnTo>
                <a:close/>
                <a:lnTo>
                  <a:pt x="210030" y="528281"/>
                </a:lnTo>
                <a:close/>
                <a:lnTo>
                  <a:pt x="213009" y="466154"/>
                </a:lnTo>
                <a:close/>
                <a:lnTo>
                  <a:pt x="215988" y="507762"/>
                </a:lnTo>
                <a:close/>
                <a:lnTo>
                  <a:pt x="217478" y="623141"/>
                </a:lnTo>
                <a:close/>
                <a:lnTo>
                  <a:pt x="218967" y="590803"/>
                </a:lnTo>
                <a:close/>
                <a:lnTo>
                  <a:pt x="221947" y="620890"/>
                </a:lnTo>
                <a:close/>
                <a:lnTo>
                  <a:pt x="223436" y="596832"/>
                </a:lnTo>
                <a:close/>
                <a:lnTo>
                  <a:pt x="226415" y="612543"/>
                </a:lnTo>
                <a:close/>
                <a:lnTo>
                  <a:pt x="227905" y="529422"/>
                </a:lnTo>
                <a:close/>
                <a:lnTo>
                  <a:pt x="229394" y="540788"/>
                </a:lnTo>
                <a:close/>
                <a:lnTo>
                  <a:pt x="232374" y="596023"/>
                </a:lnTo>
                <a:close/>
                <a:lnTo>
                  <a:pt x="235353" y="517130"/>
                </a:lnTo>
                <a:close/>
                <a:lnTo>
                  <a:pt x="236842" y="555628"/>
                </a:lnTo>
                <a:close/>
                <a:lnTo>
                  <a:pt x="238332" y="493941"/>
                </a:lnTo>
                <a:close/>
                <a:lnTo>
                  <a:pt x="239821" y="493785"/>
                </a:lnTo>
                <a:close/>
                <a:lnTo>
                  <a:pt x="241311" y="498148"/>
                </a:lnTo>
                <a:close/>
                <a:lnTo>
                  <a:pt x="242801" y="487941"/>
                </a:lnTo>
                <a:close/>
                <a:lnTo>
                  <a:pt x="244290" y="559135"/>
                </a:lnTo>
                <a:close/>
                <a:lnTo>
                  <a:pt x="245780" y="550228"/>
                </a:lnTo>
                <a:close/>
                <a:lnTo>
                  <a:pt x="247269" y="590187"/>
                </a:lnTo>
                <a:close/>
                <a:lnTo>
                  <a:pt x="248759" y="553175"/>
                </a:lnTo>
                <a:close/>
                <a:lnTo>
                  <a:pt x="250248" y="563836"/>
                </a:lnTo>
                <a:close/>
                <a:lnTo>
                  <a:pt x="251738" y="618213"/>
                </a:lnTo>
                <a:close/>
                <a:lnTo>
                  <a:pt x="253228" y="592411"/>
                </a:lnTo>
                <a:close/>
                <a:lnTo>
                  <a:pt x="254717" y="606750"/>
                </a:lnTo>
                <a:close/>
                <a:lnTo>
                  <a:pt x="257696" y="676324"/>
                </a:lnTo>
                <a:close/>
                <a:lnTo>
                  <a:pt x="259186" y="663061"/>
                </a:lnTo>
                <a:close/>
                <a:lnTo>
                  <a:pt x="260675" y="631765"/>
                </a:lnTo>
                <a:close/>
                <a:lnTo>
                  <a:pt x="262165" y="639989"/>
                </a:lnTo>
                <a:close/>
                <a:lnTo>
                  <a:pt x="265144" y="583884"/>
                </a:lnTo>
                <a:close/>
                <a:lnTo>
                  <a:pt x="266634" y="577611"/>
                </a:lnTo>
                <a:close/>
                <a:lnTo>
                  <a:pt x="268123" y="523239"/>
                </a:lnTo>
                <a:close/>
                <a:lnTo>
                  <a:pt x="271103" y="562857"/>
                </a:lnTo>
                <a:close/>
                <a:lnTo>
                  <a:pt x="272592" y="583778"/>
                </a:lnTo>
                <a:close/>
                <a:lnTo>
                  <a:pt x="274082" y="518855"/>
                </a:lnTo>
                <a:close/>
                <a:lnTo>
                  <a:pt x="275571" y="546597"/>
                </a:lnTo>
                <a:close/>
                <a:lnTo>
                  <a:pt x="278550" y="507800"/>
                </a:lnTo>
                <a:close/>
                <a:lnTo>
                  <a:pt x="280040" y="510495"/>
                </a:lnTo>
                <a:close/>
                <a:lnTo>
                  <a:pt x="283019" y="445463"/>
                </a:lnTo>
                <a:close/>
                <a:lnTo>
                  <a:pt x="284509" y="465668"/>
                </a:lnTo>
                <a:close/>
                <a:lnTo>
                  <a:pt x="287488" y="569779"/>
                </a:lnTo>
                <a:close/>
                <a:lnTo>
                  <a:pt x="290467" y="497776"/>
                </a:lnTo>
                <a:close/>
                <a:lnTo>
                  <a:pt x="294936" y="618699"/>
                </a:lnTo>
                <a:close/>
                <a:lnTo>
                  <a:pt x="299404" y="544126"/>
                </a:lnTo>
                <a:close/>
                <a:lnTo>
                  <a:pt x="300894" y="525473"/>
                </a:lnTo>
                <a:close/>
                <a:lnTo>
                  <a:pt x="302384" y="525473"/>
                </a:lnTo>
                <a:close/>
                <a:lnTo>
                  <a:pt x="303873" y="511842"/>
                </a:lnTo>
                <a:close/>
                <a:lnTo>
                  <a:pt x="306852" y="545171"/>
                </a:lnTo>
                <a:close/>
                <a:lnTo>
                  <a:pt x="309831" y="487140"/>
                </a:lnTo>
                <a:close/>
                <a:lnTo>
                  <a:pt x="314300" y="605234"/>
                </a:lnTo>
                <a:close/>
                <a:lnTo>
                  <a:pt x="315790" y="589229"/>
                </a:lnTo>
                <a:close/>
                <a:lnTo>
                  <a:pt x="317279" y="493498"/>
                </a:lnTo>
                <a:close/>
                <a:lnTo>
                  <a:pt x="321748" y="588506"/>
                </a:lnTo>
                <a:close/>
                <a:lnTo>
                  <a:pt x="326217" y="469290"/>
                </a:lnTo>
                <a:close/>
                <a:lnTo>
                  <a:pt x="329196" y="557523"/>
                </a:lnTo>
                <a:close/>
                <a:lnTo>
                  <a:pt x="330686" y="507387"/>
                </a:lnTo>
                <a:close/>
                <a:lnTo>
                  <a:pt x="332175" y="507023"/>
                </a:lnTo>
                <a:close/>
                <a:lnTo>
                  <a:pt x="338133" y="379522"/>
                </a:lnTo>
                <a:close/>
                <a:lnTo>
                  <a:pt x="339623" y="384998"/>
                </a:lnTo>
                <a:close/>
                <a:lnTo>
                  <a:pt x="341113" y="474913"/>
                </a:lnTo>
                <a:close/>
                <a:lnTo>
                  <a:pt x="345581" y="373643"/>
                </a:lnTo>
                <a:close/>
                <a:lnTo>
                  <a:pt x="347071" y="371448"/>
                </a:lnTo>
                <a:close/>
                <a:lnTo>
                  <a:pt x="348560" y="373301"/>
                </a:lnTo>
                <a:close/>
                <a:lnTo>
                  <a:pt x="351540" y="395101"/>
                </a:lnTo>
                <a:close/>
                <a:lnTo>
                  <a:pt x="353029" y="398906"/>
                </a:lnTo>
                <a:close/>
                <a:lnTo>
                  <a:pt x="356008" y="331463"/>
                </a:lnTo>
                <a:close/>
                <a:lnTo>
                  <a:pt x="357498" y="509672"/>
                </a:lnTo>
                <a:close/>
                <a:lnTo>
                  <a:pt x="358988" y="508836"/>
                </a:lnTo>
                <a:close/>
                <a:lnTo>
                  <a:pt x="360477" y="521315"/>
                </a:lnTo>
                <a:close/>
                <a:lnTo>
                  <a:pt x="364946" y="420970"/>
                </a:lnTo>
                <a:close/>
                <a:lnTo>
                  <a:pt x="367925" y="553824"/>
                </a:lnTo>
                <a:close/>
                <a:lnTo>
                  <a:pt x="369415" y="490344"/>
                </a:lnTo>
                <a:close/>
                <a:lnTo>
                  <a:pt x="370904" y="507666"/>
                </a:lnTo>
                <a:close/>
                <a:lnTo>
                  <a:pt x="372394" y="441954"/>
                </a:lnTo>
                <a:close/>
                <a:lnTo>
                  <a:pt x="373883" y="470276"/>
                </a:lnTo>
                <a:close/>
                <a:lnTo>
                  <a:pt x="375373" y="467605"/>
                </a:lnTo>
                <a:close/>
                <a:lnTo>
                  <a:pt x="376862" y="472285"/>
                </a:lnTo>
                <a:close/>
                <a:lnTo>
                  <a:pt x="378352" y="408743"/>
                </a:lnTo>
                <a:close/>
                <a:lnTo>
                  <a:pt x="379842" y="414728"/>
                </a:lnTo>
                <a:close/>
                <a:lnTo>
                  <a:pt x="381331" y="406638"/>
                </a:lnTo>
                <a:close/>
                <a:lnTo>
                  <a:pt x="384310" y="335295"/>
                </a:lnTo>
                <a:close/>
                <a:lnTo>
                  <a:pt x="387289" y="269414"/>
                </a:lnTo>
                <a:close/>
                <a:lnTo>
                  <a:pt x="391758" y="371158"/>
                </a:lnTo>
                <a:close/>
                <a:lnTo>
                  <a:pt x="393248" y="368819"/>
                </a:lnTo>
                <a:close/>
                <a:lnTo>
                  <a:pt x="394737" y="338727"/>
                </a:lnTo>
                <a:close/>
                <a:lnTo>
                  <a:pt x="396227" y="339408"/>
                </a:lnTo>
                <a:close/>
                <a:lnTo>
                  <a:pt x="402185" y="543692"/>
                </a:lnTo>
                <a:close/>
                <a:lnTo>
                  <a:pt x="403675" y="536684"/>
                </a:lnTo>
                <a:close/>
                <a:lnTo>
                  <a:pt x="406654" y="607055"/>
                </a:lnTo>
                <a:close/>
                <a:lnTo>
                  <a:pt x="409633" y="531525"/>
                </a:lnTo>
                <a:close/>
                <a:lnTo>
                  <a:pt x="411123" y="548015"/>
                </a:lnTo>
                <a:close/>
                <a:lnTo>
                  <a:pt x="412612" y="481749"/>
                </a:lnTo>
                <a:close/>
                <a:lnTo>
                  <a:pt x="414102" y="581746"/>
                </a:lnTo>
                <a:close/>
                <a:lnTo>
                  <a:pt x="417081" y="426675"/>
                </a:lnTo>
                <a:close/>
                <a:lnTo>
                  <a:pt x="418571" y="440207"/>
                </a:lnTo>
                <a:close/>
                <a:lnTo>
                  <a:pt x="421550" y="514047"/>
                </a:lnTo>
                <a:close/>
                <a:lnTo>
                  <a:pt x="423039" y="514774"/>
                </a:lnTo>
                <a:close/>
                <a:lnTo>
                  <a:pt x="424529" y="513784"/>
                </a:lnTo>
                <a:close/>
                <a:lnTo>
                  <a:pt x="427508" y="556877"/>
                </a:lnTo>
                <a:close/>
                <a:lnTo>
                  <a:pt x="430487" y="515656"/>
                </a:lnTo>
                <a:close/>
                <a:lnTo>
                  <a:pt x="431977" y="539265"/>
                </a:lnTo>
                <a:close/>
                <a:lnTo>
                  <a:pt x="433466" y="525046"/>
                </a:lnTo>
                <a:close/>
                <a:lnTo>
                  <a:pt x="434956" y="448631"/>
                </a:lnTo>
                <a:close/>
                <a:lnTo>
                  <a:pt x="436445" y="493924"/>
                </a:lnTo>
                <a:close/>
                <a:lnTo>
                  <a:pt x="437935" y="420916"/>
                </a:lnTo>
                <a:close/>
                <a:lnTo>
                  <a:pt x="439425" y="448626"/>
                </a:lnTo>
                <a:close/>
                <a:lnTo>
                  <a:pt x="440914" y="396647"/>
                </a:lnTo>
                <a:close/>
                <a:lnTo>
                  <a:pt x="442404" y="397121"/>
                </a:lnTo>
                <a:close/>
                <a:lnTo>
                  <a:pt x="445383" y="383306"/>
                </a:lnTo>
                <a:close/>
                <a:lnTo>
                  <a:pt x="448362" y="446227"/>
                </a:lnTo>
                <a:close/>
                <a:lnTo>
                  <a:pt x="449852" y="428478"/>
                </a:lnTo>
                <a:close/>
                <a:lnTo>
                  <a:pt x="451341" y="479136"/>
                </a:lnTo>
                <a:close/>
                <a:lnTo>
                  <a:pt x="452831" y="436516"/>
                </a:lnTo>
                <a:close/>
                <a:lnTo>
                  <a:pt x="455810" y="605018"/>
                </a:lnTo>
                <a:close/>
                <a:lnTo>
                  <a:pt x="457300" y="520039"/>
                </a:lnTo>
                <a:close/>
                <a:lnTo>
                  <a:pt x="460279" y="540482"/>
                </a:lnTo>
                <a:close/>
                <a:lnTo>
                  <a:pt x="464747" y="604235"/>
                </a:lnTo>
                <a:close/>
                <a:lnTo>
                  <a:pt x="466237" y="613092"/>
                </a:lnTo>
                <a:close/>
                <a:lnTo>
                  <a:pt x="469216" y="680381"/>
                </a:lnTo>
                <a:close/>
                <a:lnTo>
                  <a:pt x="472195" y="634008"/>
                </a:lnTo>
                <a:close/>
                <a:lnTo>
                  <a:pt x="473685" y="648180"/>
                </a:lnTo>
                <a:close/>
                <a:lnTo>
                  <a:pt x="476664" y="616768"/>
                </a:lnTo>
                <a:close/>
                <a:lnTo>
                  <a:pt x="478154" y="575736"/>
                </a:lnTo>
                <a:close/>
                <a:lnTo>
                  <a:pt x="479643" y="598474"/>
                </a:lnTo>
                <a:close/>
                <a:lnTo>
                  <a:pt x="481133" y="550622"/>
                </a:lnTo>
                <a:close/>
                <a:lnTo>
                  <a:pt x="482622" y="629159"/>
                </a:lnTo>
                <a:close/>
                <a:lnTo>
                  <a:pt x="484112" y="601233"/>
                </a:lnTo>
                <a:close/>
                <a:lnTo>
                  <a:pt x="485601" y="647785"/>
                </a:lnTo>
                <a:close/>
                <a:lnTo>
                  <a:pt x="488581" y="506518"/>
                </a:lnTo>
                <a:close/>
                <a:lnTo>
                  <a:pt x="491560" y="560431"/>
                </a:lnTo>
                <a:close/>
                <a:lnTo>
                  <a:pt x="494539" y="539247"/>
                </a:lnTo>
                <a:close/>
                <a:lnTo>
                  <a:pt x="497518" y="710881"/>
                </a:lnTo>
                <a:close/>
                <a:lnTo>
                  <a:pt x="499008" y="708153"/>
                </a:lnTo>
                <a:close/>
                <a:lnTo>
                  <a:pt x="500497" y="670375"/>
                </a:lnTo>
                <a:close/>
                <a:lnTo>
                  <a:pt x="501987" y="687109"/>
                </a:lnTo>
                <a:close/>
                <a:lnTo>
                  <a:pt x="503476" y="626181"/>
                </a:lnTo>
                <a:close/>
                <a:lnTo>
                  <a:pt x="506456" y="783119"/>
                </a:lnTo>
                <a:close/>
                <a:lnTo>
                  <a:pt x="509435" y="648606"/>
                </a:lnTo>
                <a:close/>
                <a:lnTo>
                  <a:pt x="510924" y="675997"/>
                </a:lnTo>
                <a:close/>
                <a:lnTo>
                  <a:pt x="512414" y="647425"/>
                </a:lnTo>
                <a:close/>
                <a:lnTo>
                  <a:pt x="513903" y="711208"/>
                </a:lnTo>
                <a:close/>
                <a:lnTo>
                  <a:pt x="515393" y="700896"/>
                </a:lnTo>
                <a:close/>
                <a:lnTo>
                  <a:pt x="518372" y="542867"/>
                </a:lnTo>
                <a:close/>
                <a:lnTo>
                  <a:pt x="519862" y="534473"/>
                </a:lnTo>
                <a:close/>
                <a:lnTo>
                  <a:pt x="522841" y="584571"/>
                </a:lnTo>
                <a:close/>
                <a:lnTo>
                  <a:pt x="524330" y="564751"/>
                </a:lnTo>
                <a:close/>
                <a:lnTo>
                  <a:pt x="525820" y="642707"/>
                </a:lnTo>
                <a:close/>
                <a:lnTo>
                  <a:pt x="527310" y="604667"/>
                </a:lnTo>
                <a:close/>
                <a:lnTo>
                  <a:pt x="530289" y="512080"/>
                </a:lnTo>
                <a:close/>
                <a:lnTo>
                  <a:pt x="531778" y="603509"/>
                </a:lnTo>
                <a:close/>
                <a:lnTo>
                  <a:pt x="533268" y="510713"/>
                </a:lnTo>
                <a:close/>
                <a:lnTo>
                  <a:pt x="534757" y="562783"/>
                </a:lnTo>
                <a:close/>
                <a:lnTo>
                  <a:pt x="536247" y="493831"/>
                </a:lnTo>
                <a:close/>
                <a:lnTo>
                  <a:pt x="537737" y="499486"/>
                </a:lnTo>
                <a:close/>
                <a:lnTo>
                  <a:pt x="539226" y="540331"/>
                </a:lnTo>
                <a:close/>
                <a:lnTo>
                  <a:pt x="543695" y="412215"/>
                </a:lnTo>
                <a:close/>
                <a:lnTo>
                  <a:pt x="546674" y="304119"/>
                </a:lnTo>
                <a:close/>
                <a:lnTo>
                  <a:pt x="548164" y="321710"/>
                </a:lnTo>
                <a:close/>
                <a:lnTo>
                  <a:pt x="549653" y="322273"/>
                </a:lnTo>
                <a:close/>
                <a:lnTo>
                  <a:pt x="551143" y="301276"/>
                </a:lnTo>
                <a:close/>
                <a:lnTo>
                  <a:pt x="552632" y="308251"/>
                </a:lnTo>
                <a:close/>
                <a:lnTo>
                  <a:pt x="554122" y="349818"/>
                </a:lnTo>
                <a:close/>
                <a:lnTo>
                  <a:pt x="555612" y="313992"/>
                </a:lnTo>
                <a:close/>
                <a:lnTo>
                  <a:pt x="557101" y="329591"/>
                </a:lnTo>
                <a:close/>
                <a:lnTo>
                  <a:pt x="558591" y="324882"/>
                </a:lnTo>
                <a:close/>
                <a:lnTo>
                  <a:pt x="561570" y="375633"/>
                </a:lnTo>
                <a:close/>
                <a:lnTo>
                  <a:pt x="563059" y="389668"/>
                </a:lnTo>
                <a:close/>
                <a:lnTo>
                  <a:pt x="564549" y="342092"/>
                </a:lnTo>
                <a:close/>
                <a:lnTo>
                  <a:pt x="569018" y="446718"/>
                </a:lnTo>
                <a:close/>
                <a:lnTo>
                  <a:pt x="570507" y="445625"/>
                </a:lnTo>
                <a:close/>
                <a:lnTo>
                  <a:pt x="571997" y="463160"/>
                </a:lnTo>
                <a:close/>
                <a:lnTo>
                  <a:pt x="573486" y="519343"/>
                </a:lnTo>
                <a:close/>
                <a:lnTo>
                  <a:pt x="574976" y="519343"/>
                </a:lnTo>
                <a:close/>
                <a:lnTo>
                  <a:pt x="577955" y="542771"/>
                </a:lnTo>
                <a:close/>
                <a:lnTo>
                  <a:pt x="579445" y="452980"/>
                </a:lnTo>
                <a:close/>
                <a:lnTo>
                  <a:pt x="580934" y="478649"/>
                </a:lnTo>
                <a:close/>
                <a:lnTo>
                  <a:pt x="582424" y="387733"/>
                </a:lnTo>
                <a:close/>
                <a:lnTo>
                  <a:pt x="591361" y="528174"/>
                </a:lnTo>
                <a:close/>
                <a:lnTo>
                  <a:pt x="592851" y="500720"/>
                </a:lnTo>
                <a:close/>
                <a:lnTo>
                  <a:pt x="594341" y="614105"/>
                </a:lnTo>
                <a:close/>
                <a:lnTo>
                  <a:pt x="595830" y="610630"/>
                </a:lnTo>
                <a:close/>
                <a:lnTo>
                  <a:pt x="597320" y="621192"/>
                </a:lnTo>
                <a:close/>
                <a:lnTo>
                  <a:pt x="600299" y="555164"/>
                </a:lnTo>
                <a:close/>
                <a:lnTo>
                  <a:pt x="601788" y="660263"/>
                </a:lnTo>
                <a:close/>
                <a:lnTo>
                  <a:pt x="604768" y="579007"/>
                </a:lnTo>
                <a:close/>
                <a:lnTo>
                  <a:pt x="606257" y="577192"/>
                </a:lnTo>
                <a:close/>
                <a:lnTo>
                  <a:pt x="609236" y="536375"/>
                </a:lnTo>
                <a:close/>
                <a:lnTo>
                  <a:pt x="610726" y="539466"/>
                </a:lnTo>
                <a:close/>
                <a:lnTo>
                  <a:pt x="612215" y="591226"/>
                </a:lnTo>
                <a:close/>
                <a:lnTo>
                  <a:pt x="613705" y="552731"/>
                </a:lnTo>
                <a:close/>
                <a:lnTo>
                  <a:pt x="616684" y="701612"/>
                </a:lnTo>
                <a:close/>
                <a:lnTo>
                  <a:pt x="618174" y="676869"/>
                </a:lnTo>
                <a:close/>
                <a:lnTo>
                  <a:pt x="619663" y="755085"/>
                </a:lnTo>
                <a:close/>
                <a:lnTo>
                  <a:pt x="624132" y="646972"/>
                </a:lnTo>
                <a:close/>
                <a:lnTo>
                  <a:pt x="625622" y="628109"/>
                </a:lnTo>
                <a:close/>
                <a:lnTo>
                  <a:pt x="628601" y="659103"/>
                </a:lnTo>
                <a:close/>
                <a:lnTo>
                  <a:pt x="630090" y="639881"/>
                </a:lnTo>
                <a:close/>
                <a:lnTo>
                  <a:pt x="633070" y="687685"/>
                </a:lnTo>
                <a:close/>
                <a:lnTo>
                  <a:pt x="634559" y="711452"/>
                </a:lnTo>
                <a:close/>
                <a:lnTo>
                  <a:pt x="637538" y="573364"/>
                </a:lnTo>
                <a:close/>
                <a:lnTo>
                  <a:pt x="639028" y="554663"/>
                </a:lnTo>
                <a:close/>
                <a:lnTo>
                  <a:pt x="640517" y="554663"/>
                </a:lnTo>
                <a:close/>
                <a:lnTo>
                  <a:pt x="642007" y="567245"/>
                </a:lnTo>
                <a:close/>
                <a:lnTo>
                  <a:pt x="644986" y="506372"/>
                </a:lnTo>
                <a:close/>
                <a:lnTo>
                  <a:pt x="646476" y="511659"/>
                </a:lnTo>
                <a:close/>
                <a:lnTo>
                  <a:pt x="647965" y="597585"/>
                </a:lnTo>
                <a:close/>
                <a:lnTo>
                  <a:pt x="649455" y="584611"/>
                </a:lnTo>
                <a:close/>
                <a:lnTo>
                  <a:pt x="650944" y="611712"/>
                </a:lnTo>
                <a:close/>
                <a:lnTo>
                  <a:pt x="652434" y="611193"/>
                </a:lnTo>
                <a:close/>
                <a:lnTo>
                  <a:pt x="653924" y="624189"/>
                </a:lnTo>
                <a:close/>
                <a:lnTo>
                  <a:pt x="655413" y="618328"/>
                </a:lnTo>
                <a:close/>
                <a:lnTo>
                  <a:pt x="658392" y="657113"/>
                </a:lnTo>
                <a:close/>
                <a:lnTo>
                  <a:pt x="659882" y="610574"/>
                </a:lnTo>
                <a:close/>
                <a:lnTo>
                  <a:pt x="661371" y="617990"/>
                </a:lnTo>
                <a:close/>
                <a:lnTo>
                  <a:pt x="662861" y="639516"/>
                </a:lnTo>
                <a:close/>
                <a:lnTo>
                  <a:pt x="664351" y="689897"/>
                </a:lnTo>
                <a:close/>
                <a:lnTo>
                  <a:pt x="665840" y="680431"/>
                </a:lnTo>
                <a:close/>
                <a:lnTo>
                  <a:pt x="667330" y="698505"/>
                </a:lnTo>
                <a:close/>
                <a:lnTo>
                  <a:pt x="668819" y="769554"/>
                </a:lnTo>
                <a:close/>
                <a:lnTo>
                  <a:pt x="674778" y="634608"/>
                </a:lnTo>
                <a:close/>
                <a:lnTo>
                  <a:pt x="676267" y="699492"/>
                </a:lnTo>
                <a:close/>
                <a:lnTo>
                  <a:pt x="679246" y="589033"/>
                </a:lnTo>
                <a:close/>
                <a:lnTo>
                  <a:pt x="680736" y="637349"/>
                </a:lnTo>
                <a:close/>
                <a:lnTo>
                  <a:pt x="683715" y="757669"/>
                </a:lnTo>
                <a:close/>
                <a:lnTo>
                  <a:pt x="685205" y="768226"/>
                </a:lnTo>
                <a:close/>
                <a:lnTo>
                  <a:pt x="686694" y="656762"/>
                </a:lnTo>
                <a:close/>
                <a:lnTo>
                  <a:pt x="688184" y="655584"/>
                </a:lnTo>
                <a:close/>
                <a:lnTo>
                  <a:pt x="689673" y="715458"/>
                </a:lnTo>
                <a:close/>
                <a:lnTo>
                  <a:pt x="694142" y="627715"/>
                </a:lnTo>
                <a:close/>
                <a:lnTo>
                  <a:pt x="698611" y="574879"/>
                </a:lnTo>
                <a:close/>
                <a:lnTo>
                  <a:pt x="703080" y="637677"/>
                </a:lnTo>
                <a:close/>
                <a:lnTo>
                  <a:pt x="704569" y="689638"/>
                </a:lnTo>
                <a:close/>
                <a:lnTo>
                  <a:pt x="706059" y="607664"/>
                </a:lnTo>
                <a:close/>
                <a:lnTo>
                  <a:pt x="707548" y="610383"/>
                </a:lnTo>
                <a:close/>
                <a:lnTo>
                  <a:pt x="710527" y="681582"/>
                </a:lnTo>
                <a:close/>
                <a:lnTo>
                  <a:pt x="712017" y="633121"/>
                </a:lnTo>
                <a:close/>
                <a:lnTo>
                  <a:pt x="713507" y="662261"/>
                </a:lnTo>
                <a:close/>
                <a:lnTo>
                  <a:pt x="714996" y="615298"/>
                </a:lnTo>
                <a:close/>
                <a:lnTo>
                  <a:pt x="716486" y="522574"/>
                </a:lnTo>
                <a:close/>
                <a:lnTo>
                  <a:pt x="717975" y="524190"/>
                </a:lnTo>
                <a:close/>
                <a:lnTo>
                  <a:pt x="719465" y="546075"/>
                </a:lnTo>
                <a:close/>
                <a:lnTo>
                  <a:pt x="722444" y="681627"/>
                </a:lnTo>
                <a:close/>
                <a:lnTo>
                  <a:pt x="723934" y="632513"/>
                </a:lnTo>
                <a:close/>
                <a:lnTo>
                  <a:pt x="725423" y="643176"/>
                </a:lnTo>
                <a:close/>
                <a:lnTo>
                  <a:pt x="726913" y="540905"/>
                </a:lnTo>
                <a:close/>
                <a:lnTo>
                  <a:pt x="728402" y="539134"/>
                </a:lnTo>
                <a:close/>
                <a:lnTo>
                  <a:pt x="729892" y="568322"/>
                </a:lnTo>
                <a:close/>
                <a:lnTo>
                  <a:pt x="731382" y="480716"/>
                </a:lnTo>
                <a:close/>
                <a:lnTo>
                  <a:pt x="732871" y="478906"/>
                </a:lnTo>
                <a:close/>
                <a:lnTo>
                  <a:pt x="735850" y="434492"/>
                </a:lnTo>
                <a:close/>
                <a:lnTo>
                  <a:pt x="737340" y="403768"/>
                </a:lnTo>
                <a:close/>
                <a:lnTo>
                  <a:pt x="738829" y="415653"/>
                </a:lnTo>
                <a:close/>
                <a:lnTo>
                  <a:pt x="740319" y="402650"/>
                </a:lnTo>
                <a:close/>
                <a:lnTo>
                  <a:pt x="741809" y="439002"/>
                </a:lnTo>
                <a:close/>
                <a:lnTo>
                  <a:pt x="743298" y="531175"/>
                </a:lnTo>
                <a:close/>
                <a:lnTo>
                  <a:pt x="744788" y="480231"/>
                </a:lnTo>
                <a:close/>
                <a:lnTo>
                  <a:pt x="746277" y="572182"/>
                </a:lnTo>
                <a:close/>
                <a:lnTo>
                  <a:pt x="747767" y="562587"/>
                </a:lnTo>
                <a:close/>
                <a:lnTo>
                  <a:pt x="749256" y="574376"/>
                </a:lnTo>
                <a:close/>
                <a:lnTo>
                  <a:pt x="750746" y="569168"/>
                </a:lnTo>
                <a:close/>
                <a:lnTo>
                  <a:pt x="752236" y="591812"/>
                </a:lnTo>
                <a:close/>
                <a:lnTo>
                  <a:pt x="756704" y="486190"/>
                </a:lnTo>
                <a:close/>
                <a:lnTo>
                  <a:pt x="762663" y="678991"/>
                </a:lnTo>
                <a:close/>
                <a:lnTo>
                  <a:pt x="767131" y="495786"/>
                </a:lnTo>
                <a:close/>
                <a:lnTo>
                  <a:pt x="771600" y="622978"/>
                </a:lnTo>
                <a:close/>
                <a:lnTo>
                  <a:pt x="774579" y="567796"/>
                </a:lnTo>
                <a:close/>
                <a:lnTo>
                  <a:pt x="777558" y="674540"/>
                </a:lnTo>
                <a:close/>
                <a:lnTo>
                  <a:pt x="779048" y="663079"/>
                </a:lnTo>
                <a:close/>
                <a:lnTo>
                  <a:pt x="780538" y="662989"/>
                </a:lnTo>
                <a:close/>
                <a:lnTo>
                  <a:pt x="782027" y="734959"/>
                </a:lnTo>
                <a:close/>
                <a:lnTo>
                  <a:pt x="786496" y="622002"/>
                </a:lnTo>
                <a:close/>
                <a:lnTo>
                  <a:pt x="789475" y="503862"/>
                </a:lnTo>
                <a:close/>
                <a:lnTo>
                  <a:pt x="790965" y="514867"/>
                </a:lnTo>
                <a:close/>
                <a:lnTo>
                  <a:pt x="792454" y="553979"/>
                </a:lnTo>
                <a:close/>
                <a:lnTo>
                  <a:pt x="793944" y="487767"/>
                </a:lnTo>
                <a:close/>
                <a:lnTo>
                  <a:pt x="795433" y="536317"/>
                </a:lnTo>
                <a:close/>
                <a:lnTo>
                  <a:pt x="796923" y="535181"/>
                </a:lnTo>
                <a:close/>
                <a:lnTo>
                  <a:pt x="798412" y="511059"/>
                </a:lnTo>
                <a:close/>
                <a:lnTo>
                  <a:pt x="799902" y="571993"/>
                </a:lnTo>
                <a:close/>
                <a:lnTo>
                  <a:pt x="801392" y="552277"/>
                </a:lnTo>
                <a:close/>
                <a:lnTo>
                  <a:pt x="804371" y="452435"/>
                </a:lnTo>
                <a:close/>
                <a:lnTo>
                  <a:pt x="805860" y="424741"/>
                </a:lnTo>
                <a:close/>
                <a:lnTo>
                  <a:pt x="807350" y="496466"/>
                </a:lnTo>
                <a:close/>
                <a:lnTo>
                  <a:pt x="808840" y="489243"/>
                </a:lnTo>
                <a:close/>
                <a:lnTo>
                  <a:pt x="813308" y="627981"/>
                </a:lnTo>
                <a:close/>
                <a:lnTo>
                  <a:pt x="814798" y="742765"/>
                </a:lnTo>
                <a:close/>
                <a:lnTo>
                  <a:pt x="820756" y="638785"/>
                </a:lnTo>
                <a:close/>
                <a:lnTo>
                  <a:pt x="823735" y="622922"/>
                </a:lnTo>
                <a:close/>
                <a:lnTo>
                  <a:pt x="825225" y="640779"/>
                </a:lnTo>
                <a:close/>
                <a:lnTo>
                  <a:pt x="828204" y="568098"/>
                </a:lnTo>
                <a:close/>
                <a:lnTo>
                  <a:pt x="829694" y="464439"/>
                </a:lnTo>
                <a:close/>
                <a:lnTo>
                  <a:pt x="832673" y="531765"/>
                </a:lnTo>
                <a:close/>
                <a:lnTo>
                  <a:pt x="834162" y="536702"/>
                </a:lnTo>
                <a:close/>
                <a:lnTo>
                  <a:pt x="835652" y="526537"/>
                </a:lnTo>
                <a:close/>
                <a:lnTo>
                  <a:pt x="837141" y="596802"/>
                </a:lnTo>
                <a:close/>
                <a:lnTo>
                  <a:pt x="838631" y="592711"/>
                </a:lnTo>
                <a:close/>
                <a:lnTo>
                  <a:pt x="840121" y="575409"/>
                </a:lnTo>
                <a:close/>
                <a:lnTo>
                  <a:pt x="843100" y="609138"/>
                </a:lnTo>
                <a:close/>
                <a:lnTo>
                  <a:pt x="844589" y="584780"/>
                </a:lnTo>
                <a:close/>
                <a:lnTo>
                  <a:pt x="846079" y="590494"/>
                </a:lnTo>
                <a:close/>
                <a:lnTo>
                  <a:pt x="847568" y="572371"/>
                </a:lnTo>
                <a:close/>
                <a:lnTo>
                  <a:pt x="850548" y="606314"/>
                </a:lnTo>
                <a:close/>
                <a:lnTo>
                  <a:pt x="853527" y="460017"/>
                </a:lnTo>
                <a:close/>
                <a:lnTo>
                  <a:pt x="856506" y="524539"/>
                </a:lnTo>
                <a:close/>
                <a:lnTo>
                  <a:pt x="857996" y="501936"/>
                </a:lnTo>
                <a:close/>
                <a:lnTo>
                  <a:pt x="859485" y="516030"/>
                </a:lnTo>
                <a:close/>
                <a:lnTo>
                  <a:pt x="862464" y="461502"/>
                </a:lnTo>
                <a:close/>
                <a:lnTo>
                  <a:pt x="865443" y="547627"/>
                </a:lnTo>
                <a:close/>
                <a:lnTo>
                  <a:pt x="866933" y="341719"/>
                </a:lnTo>
                <a:close/>
                <a:lnTo>
                  <a:pt x="869912" y="427509"/>
                </a:lnTo>
                <a:close/>
                <a:lnTo>
                  <a:pt x="872891" y="360629"/>
                </a:lnTo>
                <a:close/>
                <a:lnTo>
                  <a:pt x="874381" y="360961"/>
                </a:lnTo>
                <a:close/>
                <a:lnTo>
                  <a:pt x="875870" y="368070"/>
                </a:lnTo>
                <a:close/>
                <a:lnTo>
                  <a:pt x="880339" y="525879"/>
                </a:lnTo>
                <a:close/>
                <a:lnTo>
                  <a:pt x="883318" y="465617"/>
                </a:lnTo>
                <a:close/>
                <a:lnTo>
                  <a:pt x="887787" y="521896"/>
                </a:lnTo>
                <a:close/>
                <a:lnTo>
                  <a:pt x="889277" y="521896"/>
                </a:lnTo>
                <a:close/>
                <a:lnTo>
                  <a:pt x="890766" y="519383"/>
                </a:lnTo>
                <a:close/>
                <a:lnTo>
                  <a:pt x="893745" y="562199"/>
                </a:lnTo>
                <a:close/>
                <a:lnTo>
                  <a:pt x="895235" y="567706"/>
                </a:lnTo>
                <a:close/>
                <a:lnTo>
                  <a:pt x="898214" y="668537"/>
                </a:lnTo>
                <a:close/>
                <a:lnTo>
                  <a:pt x="899704" y="560276"/>
                </a:lnTo>
                <a:close/>
                <a:lnTo>
                  <a:pt x="901193" y="606461"/>
                </a:lnTo>
                <a:close/>
                <a:lnTo>
                  <a:pt x="902683" y="601060"/>
                </a:lnTo>
                <a:close/>
                <a:lnTo>
                  <a:pt x="904172" y="634606"/>
                </a:lnTo>
                <a:close/>
                <a:lnTo>
                  <a:pt x="908641" y="783185"/>
                </a:lnTo>
                <a:close/>
                <a:lnTo>
                  <a:pt x="910131" y="750510"/>
                </a:lnTo>
                <a:close/>
                <a:lnTo>
                  <a:pt x="911620" y="762396"/>
                </a:lnTo>
                <a:close/>
                <a:lnTo>
                  <a:pt x="916089" y="702263"/>
                </a:lnTo>
                <a:close/>
                <a:lnTo>
                  <a:pt x="919068" y="587485"/>
                </a:lnTo>
                <a:close/>
                <a:lnTo>
                  <a:pt x="922047" y="566685"/>
                </a:lnTo>
                <a:close/>
                <a:lnTo>
                  <a:pt x="923537" y="569908"/>
                </a:lnTo>
                <a:close/>
                <a:lnTo>
                  <a:pt x="925026" y="561262"/>
                </a:lnTo>
                <a:close/>
                <a:lnTo>
                  <a:pt x="929495" y="428981"/>
                </a:lnTo>
                <a:close/>
                <a:lnTo>
                  <a:pt x="930985" y="426737"/>
                </a:lnTo>
                <a:close/>
                <a:lnTo>
                  <a:pt x="932474" y="446660"/>
                </a:lnTo>
                <a:close/>
                <a:lnTo>
                  <a:pt x="933964" y="428723"/>
                </a:lnTo>
                <a:close/>
                <a:lnTo>
                  <a:pt x="935453" y="491379"/>
                </a:lnTo>
                <a:close/>
                <a:lnTo>
                  <a:pt x="936943" y="481453"/>
                </a:lnTo>
                <a:close/>
                <a:lnTo>
                  <a:pt x="938433" y="455142"/>
                </a:lnTo>
                <a:close/>
                <a:lnTo>
                  <a:pt x="941412" y="518357"/>
                </a:lnTo>
                <a:close/>
                <a:lnTo>
                  <a:pt x="944391" y="396893"/>
                </a:lnTo>
                <a:close/>
                <a:lnTo>
                  <a:pt x="945881" y="389659"/>
                </a:lnTo>
                <a:close/>
                <a:lnTo>
                  <a:pt x="947370" y="424258"/>
                </a:lnTo>
                <a:close/>
                <a:lnTo>
                  <a:pt x="948860" y="416281"/>
                </a:lnTo>
                <a:close/>
                <a:lnTo>
                  <a:pt x="950349" y="398411"/>
                </a:lnTo>
                <a:close/>
                <a:lnTo>
                  <a:pt x="951839" y="401020"/>
                </a:lnTo>
                <a:close/>
                <a:lnTo>
                  <a:pt x="953328" y="406955"/>
                </a:lnTo>
                <a:close/>
                <a:lnTo>
                  <a:pt x="956308" y="462275"/>
                </a:lnTo>
                <a:close/>
                <a:lnTo>
                  <a:pt x="957797" y="437935"/>
                </a:lnTo>
                <a:close/>
                <a:lnTo>
                  <a:pt x="959287" y="487990"/>
                </a:lnTo>
                <a:close/>
                <a:lnTo>
                  <a:pt x="960776" y="440306"/>
                </a:lnTo>
                <a:close/>
                <a:lnTo>
                  <a:pt x="962266" y="450354"/>
                </a:lnTo>
                <a:close/>
                <a:lnTo>
                  <a:pt x="965245" y="412924"/>
                </a:lnTo>
                <a:close/>
                <a:lnTo>
                  <a:pt x="966735" y="570000"/>
                </a:lnTo>
                <a:close/>
                <a:lnTo>
                  <a:pt x="969714" y="540546"/>
                </a:lnTo>
                <a:close/>
                <a:lnTo>
                  <a:pt x="971203" y="549009"/>
                </a:lnTo>
                <a:close/>
                <a:lnTo>
                  <a:pt x="972693" y="506722"/>
                </a:lnTo>
                <a:close/>
                <a:lnTo>
                  <a:pt x="974182" y="529817"/>
                </a:lnTo>
                <a:close/>
                <a:lnTo>
                  <a:pt x="977162" y="466060"/>
                </a:lnTo>
                <a:close/>
                <a:lnTo>
                  <a:pt x="978651" y="440969"/>
                </a:lnTo>
                <a:close/>
                <a:lnTo>
                  <a:pt x="983120" y="581238"/>
                </a:lnTo>
                <a:close/>
                <a:lnTo>
                  <a:pt x="984609" y="587854"/>
                </a:lnTo>
                <a:close/>
                <a:lnTo>
                  <a:pt x="986099" y="572755"/>
                </a:lnTo>
                <a:close/>
                <a:lnTo>
                  <a:pt x="989078" y="645672"/>
                </a:lnTo>
                <a:close/>
                <a:lnTo>
                  <a:pt x="990568" y="625381"/>
                </a:lnTo>
                <a:close/>
                <a:lnTo>
                  <a:pt x="992057" y="625068"/>
                </a:lnTo>
                <a:close/>
                <a:lnTo>
                  <a:pt x="993547" y="666465"/>
                </a:lnTo>
                <a:close/>
                <a:lnTo>
                  <a:pt x="995037" y="761308"/>
                </a:lnTo>
                <a:close/>
                <a:lnTo>
                  <a:pt x="999505" y="650587"/>
                </a:lnTo>
                <a:close/>
                <a:lnTo>
                  <a:pt x="1000995" y="694728"/>
                </a:lnTo>
                <a:close/>
                <a:lnTo>
                  <a:pt x="1003974" y="651487"/>
                </a:lnTo>
                <a:close/>
                <a:lnTo>
                  <a:pt x="1005464" y="617916"/>
                </a:lnTo>
                <a:close/>
                <a:lnTo>
                  <a:pt x="1006953" y="656658"/>
                </a:lnTo>
                <a:close/>
                <a:lnTo>
                  <a:pt x="1008443" y="656647"/>
                </a:lnTo>
                <a:close/>
                <a:lnTo>
                  <a:pt x="1009932" y="667547"/>
                </a:lnTo>
                <a:close/>
                <a:lnTo>
                  <a:pt x="1017380" y="441290"/>
                </a:lnTo>
                <a:close/>
                <a:lnTo>
                  <a:pt x="1020359" y="518350"/>
                </a:lnTo>
                <a:close/>
                <a:lnTo>
                  <a:pt x="1023338" y="631804"/>
                </a:lnTo>
                <a:close/>
                <a:lnTo>
                  <a:pt x="1026318" y="545566"/>
                </a:lnTo>
                <a:close/>
                <a:lnTo>
                  <a:pt x="1027807" y="560267"/>
                </a:lnTo>
                <a:close/>
                <a:lnTo>
                  <a:pt x="1029297" y="662718"/>
                </a:lnTo>
                <a:close/>
                <a:lnTo>
                  <a:pt x="1030786" y="514434"/>
                </a:lnTo>
                <a:close/>
                <a:lnTo>
                  <a:pt x="1032276" y="537578"/>
                </a:lnTo>
                <a:close/>
                <a:lnTo>
                  <a:pt x="1035255" y="646835"/>
                </a:lnTo>
                <a:close/>
                <a:lnTo>
                  <a:pt x="1036745" y="663311"/>
                </a:lnTo>
                <a:close/>
                <a:lnTo>
                  <a:pt x="1038234" y="630471"/>
                </a:lnTo>
                <a:close/>
                <a:lnTo>
                  <a:pt x="1039724" y="630471"/>
                </a:lnTo>
                <a:close/>
                <a:lnTo>
                  <a:pt x="1041213" y="616815"/>
                </a:lnTo>
                <a:close/>
                <a:lnTo>
                  <a:pt x="1045682" y="656334"/>
                </a:lnTo>
                <a:close/>
                <a:lnTo>
                  <a:pt x="1047172" y="648641"/>
                </a:lnTo>
                <a:close/>
                <a:lnTo>
                  <a:pt x="1048661" y="697943"/>
                </a:lnTo>
                <a:close/>
                <a:lnTo>
                  <a:pt x="1053130" y="631158"/>
                </a:lnTo>
                <a:close/>
                <a:lnTo>
                  <a:pt x="1056109" y="652112"/>
                </a:lnTo>
                <a:close/>
                <a:lnTo>
                  <a:pt x="1057599" y="619998"/>
                </a:lnTo>
                <a:close/>
                <a:lnTo>
                  <a:pt x="1059088" y="662423"/>
                </a:lnTo>
                <a:close/>
                <a:lnTo>
                  <a:pt x="1060578" y="656873"/>
                </a:lnTo>
                <a:close/>
                <a:lnTo>
                  <a:pt x="1062067" y="699634"/>
                </a:lnTo>
                <a:close/>
                <a:lnTo>
                  <a:pt x="1063557" y="644143"/>
                </a:lnTo>
                <a:close/>
                <a:lnTo>
                  <a:pt x="1065047" y="657868"/>
                </a:lnTo>
                <a:close/>
                <a:lnTo>
                  <a:pt x="1069515" y="459745"/>
                </a:lnTo>
                <a:close/>
                <a:lnTo>
                  <a:pt x="1072494" y="475711"/>
                </a:lnTo>
                <a:close/>
                <a:lnTo>
                  <a:pt x="1073984" y="466392"/>
                </a:lnTo>
                <a:close/>
                <a:lnTo>
                  <a:pt x="1078453" y="542122"/>
                </a:lnTo>
                <a:close/>
                <a:lnTo>
                  <a:pt x="1081432" y="462540"/>
                </a:lnTo>
                <a:close/>
                <a:lnTo>
                  <a:pt x="1082922" y="511420"/>
                </a:lnTo>
                <a:close/>
                <a:lnTo>
                  <a:pt x="1085901" y="385795"/>
                </a:lnTo>
                <a:close/>
                <a:lnTo>
                  <a:pt x="1087390" y="409583"/>
                </a:lnTo>
                <a:close/>
                <a:lnTo>
                  <a:pt x="1088880" y="407540"/>
                </a:lnTo>
                <a:close/>
                <a:lnTo>
                  <a:pt x="1090369" y="368019"/>
                </a:lnTo>
                <a:close/>
                <a:lnTo>
                  <a:pt x="1091859" y="390131"/>
                </a:lnTo>
                <a:close/>
                <a:lnTo>
                  <a:pt x="1094838" y="489030"/>
                </a:lnTo>
                <a:close/>
                <a:lnTo>
                  <a:pt x="1096328" y="500474"/>
                </a:lnTo>
                <a:close/>
                <a:lnTo>
                  <a:pt x="1097817" y="480965"/>
                </a:lnTo>
                <a:close/>
                <a:lnTo>
                  <a:pt x="1099307" y="488281"/>
                </a:lnTo>
                <a:close/>
                <a:lnTo>
                  <a:pt x="1100796" y="487130"/>
                </a:lnTo>
                <a:close/>
                <a:lnTo>
                  <a:pt x="1103776" y="581699"/>
                </a:lnTo>
                <a:close/>
                <a:lnTo>
                  <a:pt x="1109734" y="494781"/>
                </a:lnTo>
                <a:close/>
                <a:lnTo>
                  <a:pt x="1111223" y="570858"/>
                </a:lnTo>
                <a:close/>
                <a:lnTo>
                  <a:pt x="1112713" y="549673"/>
                </a:lnTo>
                <a:close/>
                <a:lnTo>
                  <a:pt x="1114203" y="548995"/>
                </a:lnTo>
                <a:close/>
                <a:lnTo>
                  <a:pt x="1115692" y="551551"/>
                </a:lnTo>
                <a:close/>
                <a:lnTo>
                  <a:pt x="1117182" y="521245"/>
                </a:lnTo>
                <a:close/>
                <a:lnTo>
                  <a:pt x="1118671" y="539400"/>
                </a:lnTo>
                <a:close/>
                <a:lnTo>
                  <a:pt x="1120161" y="525499"/>
                </a:lnTo>
                <a:close/>
                <a:lnTo>
                  <a:pt x="1121650" y="471131"/>
                </a:lnTo>
                <a:close/>
                <a:lnTo>
                  <a:pt x="1123140" y="490521"/>
                </a:lnTo>
                <a:close/>
                <a:lnTo>
                  <a:pt x="1126119" y="375526"/>
                </a:lnTo>
                <a:close/>
                <a:lnTo>
                  <a:pt x="1127609" y="363029"/>
                </a:lnTo>
                <a:close/>
                <a:lnTo>
                  <a:pt x="1129098" y="397498"/>
                </a:lnTo>
                <a:close/>
                <a:lnTo>
                  <a:pt x="1133567" y="191181"/>
                </a:lnTo>
                <a:close/>
                <a:lnTo>
                  <a:pt x="1136546" y="138029"/>
                </a:lnTo>
                <a:close/>
                <a:lnTo>
                  <a:pt x="1138036" y="164115"/>
                </a:lnTo>
                <a:close/>
                <a:lnTo>
                  <a:pt x="1141015" y="250957"/>
                </a:lnTo>
                <a:close/>
                <a:lnTo>
                  <a:pt x="1142505" y="255381"/>
                </a:lnTo>
                <a:close/>
                <a:lnTo>
                  <a:pt x="1143994" y="264581"/>
                </a:lnTo>
                <a:close/>
                <a:lnTo>
                  <a:pt x="1145484" y="253820"/>
                </a:lnTo>
                <a:close/>
                <a:lnTo>
                  <a:pt x="1146973" y="361503"/>
                </a:lnTo>
                <a:close/>
                <a:lnTo>
                  <a:pt x="1148463" y="284988"/>
                </a:lnTo>
                <a:close/>
                <a:lnTo>
                  <a:pt x="1149952" y="381957"/>
                </a:lnTo>
                <a:close/>
                <a:lnTo>
                  <a:pt x="1151442" y="386970"/>
                </a:lnTo>
                <a:close/>
                <a:lnTo>
                  <a:pt x="1152932" y="366368"/>
                </a:lnTo>
                <a:close/>
                <a:lnTo>
                  <a:pt x="1154421" y="394491"/>
                </a:lnTo>
                <a:close/>
                <a:lnTo>
                  <a:pt x="1155911" y="369146"/>
                </a:lnTo>
                <a:close/>
                <a:lnTo>
                  <a:pt x="1157400" y="318537"/>
                </a:lnTo>
                <a:close/>
                <a:lnTo>
                  <a:pt x="1158890" y="362220"/>
                </a:lnTo>
                <a:close/>
                <a:lnTo>
                  <a:pt x="1163359" y="277278"/>
                </a:lnTo>
                <a:close/>
                <a:lnTo>
                  <a:pt x="1164848" y="266869"/>
                </a:lnTo>
                <a:close/>
                <a:lnTo>
                  <a:pt x="1166338" y="316953"/>
                </a:lnTo>
                <a:close/>
                <a:lnTo>
                  <a:pt x="1167827" y="196239"/>
                </a:lnTo>
                <a:close/>
                <a:lnTo>
                  <a:pt x="1170807" y="220469"/>
                </a:lnTo>
                <a:close/>
                <a:lnTo>
                  <a:pt x="1172296" y="211500"/>
                </a:lnTo>
                <a:close/>
                <a:lnTo>
                  <a:pt x="1173786" y="211183"/>
                </a:lnTo>
                <a:close/>
                <a:lnTo>
                  <a:pt x="1175275" y="208679"/>
                </a:lnTo>
                <a:close/>
                <a:lnTo>
                  <a:pt x="1176765" y="224286"/>
                </a:lnTo>
                <a:close/>
                <a:lnTo>
                  <a:pt x="1178254" y="202978"/>
                </a:lnTo>
                <a:close/>
                <a:lnTo>
                  <a:pt x="1181234" y="256801"/>
                </a:lnTo>
                <a:close/>
                <a:lnTo>
                  <a:pt x="1182723" y="284675"/>
                </a:lnTo>
                <a:close/>
                <a:lnTo>
                  <a:pt x="1184213" y="262528"/>
                </a:lnTo>
                <a:close/>
                <a:lnTo>
                  <a:pt x="1187192" y="333856"/>
                </a:lnTo>
                <a:close/>
                <a:lnTo>
                  <a:pt x="1188681" y="315855"/>
                </a:lnTo>
                <a:close/>
                <a:lnTo>
                  <a:pt x="1190171" y="317460"/>
                </a:lnTo>
                <a:close/>
                <a:lnTo>
                  <a:pt x="1191661" y="276918"/>
                </a:lnTo>
                <a:close/>
                <a:lnTo>
                  <a:pt x="1193150" y="325437"/>
                </a:lnTo>
                <a:close/>
                <a:lnTo>
                  <a:pt x="1194640" y="261696"/>
                </a:lnTo>
                <a:close/>
                <a:lnTo>
                  <a:pt x="1196129" y="270233"/>
                </a:lnTo>
                <a:close/>
                <a:lnTo>
                  <a:pt x="1200598" y="130978"/>
                </a:lnTo>
                <a:close/>
                <a:lnTo>
                  <a:pt x="1202088" y="136290"/>
                </a:lnTo>
                <a:close/>
                <a:lnTo>
                  <a:pt x="1203577" y="60689"/>
                </a:lnTo>
                <a:close/>
                <a:lnTo>
                  <a:pt x="1205067" y="81582"/>
                </a:lnTo>
                <a:close/>
                <a:lnTo>
                  <a:pt x="1208046" y="249119"/>
                </a:lnTo>
                <a:close/>
                <a:lnTo>
                  <a:pt x="1209535" y="155900"/>
                </a:lnTo>
                <a:close/>
                <a:lnTo>
                  <a:pt x="1211025" y="208464"/>
                </a:lnTo>
                <a:close/>
                <a:lnTo>
                  <a:pt x="1212515" y="106054"/>
                </a:lnTo>
                <a:close/>
                <a:lnTo>
                  <a:pt x="1214004" y="137589"/>
                </a:lnTo>
                <a:close/>
                <a:lnTo>
                  <a:pt x="1215494" y="117508"/>
                </a:lnTo>
                <a:close/>
                <a:lnTo>
                  <a:pt x="1218473" y="175537"/>
                </a:lnTo>
                <a:close/>
                <a:lnTo>
                  <a:pt x="1219963" y="264712"/>
                </a:lnTo>
                <a:close/>
                <a:lnTo>
                  <a:pt x="1221452" y="210904"/>
                </a:lnTo>
                <a:close/>
                <a:lnTo>
                  <a:pt x="1222942" y="234281"/>
                </a:lnTo>
                <a:close/>
                <a:lnTo>
                  <a:pt x="1224431" y="156353"/>
                </a:lnTo>
                <a:close/>
                <a:lnTo>
                  <a:pt x="1225921" y="219566"/>
                </a:lnTo>
                <a:close/>
                <a:lnTo>
                  <a:pt x="1227410" y="179322"/>
                </a:lnTo>
                <a:close/>
                <a:lnTo>
                  <a:pt x="1228900" y="291495"/>
                </a:lnTo>
                <a:close/>
                <a:lnTo>
                  <a:pt x="1230390" y="287162"/>
                </a:lnTo>
                <a:close/>
                <a:lnTo>
                  <a:pt x="1233369" y="335671"/>
                </a:lnTo>
                <a:close/>
                <a:lnTo>
                  <a:pt x="1234858" y="297761"/>
                </a:lnTo>
                <a:close/>
                <a:lnTo>
                  <a:pt x="1236348" y="211554"/>
                </a:lnTo>
                <a:close/>
                <a:lnTo>
                  <a:pt x="1242306" y="362485"/>
                </a:lnTo>
                <a:close/>
                <a:lnTo>
                  <a:pt x="1243796" y="428191"/>
                </a:lnTo>
                <a:close/>
                <a:lnTo>
                  <a:pt x="1245285" y="409047"/>
                </a:lnTo>
                <a:close/>
                <a:lnTo>
                  <a:pt x="1246775" y="427283"/>
                </a:lnTo>
                <a:close/>
                <a:lnTo>
                  <a:pt x="1248264" y="466865"/>
                </a:lnTo>
                <a:close/>
                <a:lnTo>
                  <a:pt x="1255712" y="276069"/>
                </a:lnTo>
                <a:close/>
                <a:lnTo>
                  <a:pt x="1258691" y="438660"/>
                </a:lnTo>
                <a:close/>
                <a:lnTo>
                  <a:pt x="1260181" y="429879"/>
                </a:lnTo>
                <a:close/>
                <a:lnTo>
                  <a:pt x="1261671" y="431029"/>
                </a:lnTo>
                <a:close/>
                <a:lnTo>
                  <a:pt x="1264650" y="168847"/>
                </a:lnTo>
                <a:close/>
                <a:lnTo>
                  <a:pt x="1266139" y="221342"/>
                </a:lnTo>
                <a:close/>
                <a:lnTo>
                  <a:pt x="1269119" y="116189"/>
                </a:lnTo>
                <a:close/>
                <a:lnTo>
                  <a:pt x="1270608" y="116144"/>
                </a:lnTo>
                <a:close/>
                <a:lnTo>
                  <a:pt x="1272098" y="125601"/>
                </a:lnTo>
                <a:close/>
                <a:lnTo>
                  <a:pt x="1273587" y="117098"/>
                </a:lnTo>
                <a:close/>
                <a:lnTo>
                  <a:pt x="1276566" y="74964"/>
                </a:lnTo>
                <a:close/>
                <a:lnTo>
                  <a:pt x="1281035" y="177477"/>
                </a:lnTo>
                <a:close/>
                <a:lnTo>
                  <a:pt x="1282525" y="176445"/>
                </a:lnTo>
                <a:close/>
                <a:lnTo>
                  <a:pt x="1285504" y="136220"/>
                </a:lnTo>
                <a:close/>
                <a:lnTo>
                  <a:pt x="1286993" y="171006"/>
                </a:lnTo>
                <a:close/>
                <a:lnTo>
                  <a:pt x="1289973" y="149996"/>
                </a:lnTo>
                <a:close/>
                <a:lnTo>
                  <a:pt x="1291462" y="187063"/>
                </a:lnTo>
                <a:close/>
                <a:lnTo>
                  <a:pt x="1292952" y="160235"/>
                </a:lnTo>
                <a:close/>
                <a:lnTo>
                  <a:pt x="1294441" y="163143"/>
                </a:lnTo>
                <a:close/>
                <a:lnTo>
                  <a:pt x="1297420" y="210898"/>
                </a:lnTo>
                <a:close/>
                <a:lnTo>
                  <a:pt x="1298910" y="137427"/>
                </a:lnTo>
                <a:close/>
                <a:lnTo>
                  <a:pt x="1300400" y="134968"/>
                </a:lnTo>
                <a:close/>
                <a:lnTo>
                  <a:pt x="1304868" y="92676"/>
                </a:lnTo>
                <a:close/>
                <a:lnTo>
                  <a:pt x="1306358" y="114039"/>
                </a:lnTo>
                <a:close/>
                <a:lnTo>
                  <a:pt x="1307848" y="54030"/>
                </a:lnTo>
                <a:close/>
                <a:lnTo>
                  <a:pt x="1309337" y="54422"/>
                </a:lnTo>
                <a:close/>
                <a:lnTo>
                  <a:pt x="1310827" y="0"/>
                </a:lnTo>
                <a:close/>
                <a:lnTo>
                  <a:pt x="1312316" y="42943"/>
                </a:lnTo>
                <a:close/>
                <a:lnTo>
                  <a:pt x="1313806" y="35650"/>
                </a:lnTo>
                <a:close/>
                <a:lnTo>
                  <a:pt x="1321254" y="310933"/>
                </a:lnTo>
                <a:close/>
                <a:lnTo>
                  <a:pt x="1322743" y="350044"/>
                </a:lnTo>
                <a:close/>
                <a:lnTo>
                  <a:pt x="1325722" y="232558"/>
                </a:lnTo>
                <a:close/>
                <a:lnTo>
                  <a:pt x="1328702" y="273917"/>
                </a:lnTo>
                <a:close/>
                <a:lnTo>
                  <a:pt x="1330191" y="225797"/>
                </a:lnTo>
                <a:close/>
                <a:lnTo>
                  <a:pt x="1333170" y="298261"/>
                </a:lnTo>
                <a:close/>
                <a:lnTo>
                  <a:pt x="1334660" y="344430"/>
                </a:lnTo>
                <a:close/>
                <a:lnTo>
                  <a:pt x="1336149" y="320580"/>
                </a:lnTo>
                <a:close/>
                <a:lnTo>
                  <a:pt x="1337639" y="345981"/>
                </a:lnTo>
                <a:close/>
                <a:lnTo>
                  <a:pt x="1339129" y="316041"/>
                </a:lnTo>
                <a:close/>
                <a:lnTo>
                  <a:pt x="1340618" y="346765"/>
                </a:lnTo>
                <a:close/>
                <a:lnTo>
                  <a:pt x="1342108" y="332836"/>
                </a:lnTo>
                <a:close/>
                <a:lnTo>
                  <a:pt x="1343597" y="344725"/>
                </a:lnTo>
                <a:close/>
                <a:lnTo>
                  <a:pt x="1345087" y="344393"/>
                </a:lnTo>
                <a:close/>
                <a:lnTo>
                  <a:pt x="1346576" y="332438"/>
                </a:lnTo>
                <a:close/>
                <a:lnTo>
                  <a:pt x="1352535" y="661967"/>
                </a:lnTo>
                <a:close/>
                <a:lnTo>
                  <a:pt x="1354024" y="632337"/>
                </a:lnTo>
                <a:close/>
                <a:lnTo>
                  <a:pt x="1355514" y="540796"/>
                </a:lnTo>
                <a:close/>
                <a:lnTo>
                  <a:pt x="1358493" y="561394"/>
                </a:lnTo>
                <a:close/>
                <a:lnTo>
                  <a:pt x="1359983" y="624084"/>
                </a:lnTo>
                <a:close/>
                <a:lnTo>
                  <a:pt x="1361472" y="615853"/>
                </a:lnTo>
                <a:close/>
                <a:lnTo>
                  <a:pt x="1364451" y="746184"/>
                </a:lnTo>
                <a:close/>
                <a:lnTo>
                  <a:pt x="1367431" y="728504"/>
                </a:lnTo>
                <a:close/>
                <a:lnTo>
                  <a:pt x="1368920" y="728504"/>
                </a:lnTo>
                <a:close/>
                <a:lnTo>
                  <a:pt x="1371899" y="811444"/>
                </a:lnTo>
                <a:close/>
                <a:lnTo>
                  <a:pt x="1373389" y="868434"/>
                </a:lnTo>
                <a:close/>
                <a:lnTo>
                  <a:pt x="1374878" y="835541"/>
                </a:lnTo>
                <a:close/>
                <a:lnTo>
                  <a:pt x="1377858" y="869684"/>
                </a:lnTo>
                <a:close/>
                <a:lnTo>
                  <a:pt x="1379347" y="876937"/>
                </a:lnTo>
                <a:close/>
                <a:lnTo>
                  <a:pt x="1382326" y="918665"/>
                </a:lnTo>
                <a:close/>
                <a:lnTo>
                  <a:pt x="1383816" y="927573"/>
                </a:lnTo>
                <a:close/>
                <a:lnTo>
                  <a:pt x="1385305" y="904393"/>
                </a:lnTo>
                <a:close/>
                <a:lnTo>
                  <a:pt x="1386795" y="931026"/>
                </a:lnTo>
                <a:close/>
                <a:lnTo>
                  <a:pt x="1389774" y="854584"/>
                </a:lnTo>
                <a:close/>
                <a:lnTo>
                  <a:pt x="1391264" y="822650"/>
                </a:lnTo>
                <a:close/>
                <a:lnTo>
                  <a:pt x="1392753" y="839849"/>
                </a:lnTo>
                <a:close/>
                <a:lnTo>
                  <a:pt x="1394243" y="809579"/>
                </a:lnTo>
                <a:close/>
                <a:lnTo>
                  <a:pt x="1395733" y="906551"/>
                </a:lnTo>
                <a:close/>
                <a:lnTo>
                  <a:pt x="1398712" y="848708"/>
                </a:lnTo>
                <a:close/>
                <a:lnTo>
                  <a:pt x="1400201" y="872753"/>
                </a:lnTo>
                <a:close/>
                <a:lnTo>
                  <a:pt x="1401691" y="920266"/>
                </a:lnTo>
                <a:close/>
                <a:lnTo>
                  <a:pt x="1403180" y="860549"/>
                </a:lnTo>
                <a:close/>
                <a:lnTo>
                  <a:pt x="1404670" y="924953"/>
                </a:lnTo>
                <a:close/>
                <a:lnTo>
                  <a:pt x="1406160" y="874275"/>
                </a:lnTo>
                <a:close/>
                <a:lnTo>
                  <a:pt x="1407649" y="885861"/>
                </a:lnTo>
                <a:close/>
                <a:lnTo>
                  <a:pt x="1415097" y="756868"/>
                </a:lnTo>
                <a:close/>
                <a:lnTo>
                  <a:pt x="1416587" y="797163"/>
                </a:lnTo>
                <a:close/>
                <a:lnTo>
                  <a:pt x="1418076" y="720463"/>
                </a:lnTo>
                <a:close/>
                <a:lnTo>
                  <a:pt x="1421055" y="753709"/>
                </a:lnTo>
                <a:close/>
                <a:lnTo>
                  <a:pt x="1422545" y="844190"/>
                </a:lnTo>
                <a:close/>
                <a:lnTo>
                  <a:pt x="1428503" y="697055"/>
                </a:lnTo>
                <a:close/>
                <a:lnTo>
                  <a:pt x="1431482" y="773819"/>
                </a:lnTo>
                <a:close/>
                <a:lnTo>
                  <a:pt x="1432972" y="772784"/>
                </a:lnTo>
                <a:close/>
                <a:lnTo>
                  <a:pt x="1434461" y="780920"/>
                </a:lnTo>
                <a:close/>
                <a:lnTo>
                  <a:pt x="1435951" y="756679"/>
                </a:lnTo>
                <a:close/>
                <a:lnTo>
                  <a:pt x="1438930" y="778797"/>
                </a:lnTo>
                <a:close/>
                <a:lnTo>
                  <a:pt x="1440420" y="715934"/>
                </a:lnTo>
                <a:close/>
                <a:lnTo>
                  <a:pt x="1441909" y="772213"/>
                </a:lnTo>
                <a:close/>
                <a:lnTo>
                  <a:pt x="1444889" y="690024"/>
                </a:lnTo>
                <a:close/>
                <a:lnTo>
                  <a:pt x="1446378" y="740388"/>
                </a:lnTo>
                <a:close/>
                <a:lnTo>
                  <a:pt x="1447868" y="730929"/>
                </a:lnTo>
                <a:close/>
                <a:lnTo>
                  <a:pt x="1450847" y="699734"/>
                </a:lnTo>
                <a:close/>
                <a:lnTo>
                  <a:pt x="1452336" y="742766"/>
                </a:lnTo>
                <a:close/>
                <a:lnTo>
                  <a:pt x="1456805" y="629155"/>
                </a:lnTo>
                <a:close/>
                <a:lnTo>
                  <a:pt x="1458295" y="638787"/>
                </a:lnTo>
                <a:close/>
                <a:lnTo>
                  <a:pt x="1461274" y="582946"/>
                </a:lnTo>
                <a:close/>
                <a:lnTo>
                  <a:pt x="1462763" y="607531"/>
                </a:lnTo>
                <a:close/>
                <a:lnTo>
                  <a:pt x="1464253" y="584648"/>
                </a:lnTo>
                <a:close/>
                <a:lnTo>
                  <a:pt x="1473190" y="824411"/>
                </a:lnTo>
                <a:close/>
                <a:lnTo>
                  <a:pt x="1474680" y="788642"/>
                </a:lnTo>
                <a:close/>
                <a:lnTo>
                  <a:pt x="1477659" y="822289"/>
                </a:lnTo>
                <a:close/>
                <a:lnTo>
                  <a:pt x="1480638" y="714761"/>
                </a:lnTo>
                <a:close/>
                <a:lnTo>
                  <a:pt x="1482128" y="770652"/>
                </a:lnTo>
                <a:close/>
                <a:lnTo>
                  <a:pt x="1483618" y="742463"/>
                </a:lnTo>
                <a:close/>
                <a:lnTo>
                  <a:pt x="1485107" y="754260"/>
                </a:lnTo>
                <a:close/>
                <a:lnTo>
                  <a:pt x="1486597" y="706551"/>
                </a:lnTo>
                <a:close/>
                <a:lnTo>
                  <a:pt x="1489576" y="708071"/>
                </a:lnTo>
                <a:close/>
                <a:lnTo>
                  <a:pt x="1491065" y="738105"/>
                </a:lnTo>
                <a:close/>
                <a:lnTo>
                  <a:pt x="1494045" y="683632"/>
                </a:lnTo>
                <a:close/>
                <a:lnTo>
                  <a:pt x="1497024" y="785854"/>
                </a:lnTo>
                <a:close/>
                <a:lnTo>
                  <a:pt x="1498513" y="714917"/>
                </a:lnTo>
                <a:close/>
                <a:lnTo>
                  <a:pt x="1500003" y="760662"/>
                </a:lnTo>
                <a:close/>
                <a:lnTo>
                  <a:pt x="1501492" y="721346"/>
                </a:lnTo>
                <a:close/>
                <a:lnTo>
                  <a:pt x="1502982" y="783132"/>
                </a:lnTo>
                <a:close/>
                <a:lnTo>
                  <a:pt x="1505961" y="672226"/>
                </a:lnTo>
                <a:close/>
                <a:lnTo>
                  <a:pt x="1507451" y="734963"/>
                </a:lnTo>
                <a:close/>
                <a:lnTo>
                  <a:pt x="1510430" y="557216"/>
                </a:lnTo>
                <a:close/>
                <a:lnTo>
                  <a:pt x="1511919" y="502340"/>
                </a:lnTo>
                <a:close/>
                <a:lnTo>
                  <a:pt x="1514899" y="559005"/>
                </a:lnTo>
                <a:close/>
                <a:lnTo>
                  <a:pt x="1516388" y="587004"/>
                </a:lnTo>
                <a:close/>
                <a:lnTo>
                  <a:pt x="1519367" y="533327"/>
                </a:lnTo>
                <a:close/>
                <a:lnTo>
                  <a:pt x="1520857" y="533327"/>
                </a:lnTo>
                <a:close/>
                <a:lnTo>
                  <a:pt x="1522346" y="521792"/>
                </a:lnTo>
                <a:close/>
                <a:lnTo>
                  <a:pt x="1523836" y="530143"/>
                </a:lnTo>
                <a:close/>
                <a:lnTo>
                  <a:pt x="1525326" y="518960"/>
                </a:lnTo>
                <a:close/>
                <a:lnTo>
                  <a:pt x="1526815" y="576524"/>
                </a:lnTo>
                <a:close/>
                <a:lnTo>
                  <a:pt x="1529794" y="532753"/>
                </a:lnTo>
                <a:close/>
                <a:lnTo>
                  <a:pt x="1531284" y="589337"/>
                </a:lnTo>
                <a:close/>
                <a:lnTo>
                  <a:pt x="1532774" y="557210"/>
                </a:lnTo>
                <a:close/>
                <a:lnTo>
                  <a:pt x="1534263" y="586500"/>
                </a:lnTo>
                <a:close/>
                <a:lnTo>
                  <a:pt x="1535753" y="557019"/>
                </a:lnTo>
                <a:close/>
                <a:lnTo>
                  <a:pt x="1537242" y="470064"/>
                </a:lnTo>
                <a:close/>
                <a:lnTo>
                  <a:pt x="1540221" y="606379"/>
                </a:lnTo>
                <a:close/>
                <a:lnTo>
                  <a:pt x="1541711" y="600147"/>
                </a:lnTo>
                <a:close/>
                <a:lnTo>
                  <a:pt x="1543201" y="552720"/>
                </a:lnTo>
                <a:close/>
                <a:lnTo>
                  <a:pt x="1544690" y="566770"/>
                </a:lnTo>
                <a:close/>
                <a:lnTo>
                  <a:pt x="1546180" y="532906"/>
                </a:lnTo>
                <a:close/>
                <a:lnTo>
                  <a:pt x="1547669" y="536694"/>
                </a:lnTo>
                <a:close/>
                <a:lnTo>
                  <a:pt x="1553628" y="623212"/>
                </a:lnTo>
                <a:close/>
                <a:lnTo>
                  <a:pt x="1555117" y="584793"/>
                </a:lnTo>
                <a:close/>
                <a:lnTo>
                  <a:pt x="1556607" y="592938"/>
                </a:lnTo>
                <a:close/>
                <a:lnTo>
                  <a:pt x="1558096" y="586236"/>
                </a:lnTo>
                <a:close/>
                <a:lnTo>
                  <a:pt x="1561075" y="503170"/>
                </a:lnTo>
                <a:close/>
                <a:lnTo>
                  <a:pt x="1562565" y="582209"/>
                </a:lnTo>
                <a:close/>
                <a:lnTo>
                  <a:pt x="1564055" y="550508"/>
                </a:lnTo>
                <a:close/>
                <a:lnTo>
                  <a:pt x="1565544" y="458791"/>
                </a:lnTo>
                <a:close/>
                <a:lnTo>
                  <a:pt x="1567034" y="460670"/>
                </a:lnTo>
                <a:close/>
                <a:lnTo>
                  <a:pt x="1568523" y="500285"/>
                </a:lnTo>
                <a:close/>
                <a:lnTo>
                  <a:pt x="1571502" y="392349"/>
                </a:lnTo>
                <a:close/>
                <a:lnTo>
                  <a:pt x="1572992" y="400283"/>
                </a:lnTo>
                <a:close/>
                <a:lnTo>
                  <a:pt x="1574482" y="357222"/>
                </a:lnTo>
                <a:close/>
                <a:lnTo>
                  <a:pt x="1575971" y="361538"/>
                </a:lnTo>
                <a:close/>
                <a:lnTo>
                  <a:pt x="1577461" y="419434"/>
                </a:lnTo>
                <a:close/>
                <a:lnTo>
                  <a:pt x="1578950" y="420341"/>
                </a:lnTo>
                <a:close/>
                <a:lnTo>
                  <a:pt x="1581930" y="281578"/>
                </a:lnTo>
                <a:close/>
                <a:lnTo>
                  <a:pt x="1583419" y="286259"/>
                </a:lnTo>
                <a:close/>
                <a:lnTo>
                  <a:pt x="1584909" y="389335"/>
                </a:lnTo>
                <a:close/>
                <a:lnTo>
                  <a:pt x="1586398" y="390869"/>
                </a:lnTo>
                <a:close/>
                <a:lnTo>
                  <a:pt x="1587888" y="382736"/>
                </a:lnTo>
                <a:close/>
                <a:lnTo>
                  <a:pt x="1589377" y="408893"/>
                </a:lnTo>
                <a:close/>
                <a:lnTo>
                  <a:pt x="1590867" y="389785"/>
                </a:lnTo>
                <a:close/>
                <a:lnTo>
                  <a:pt x="1592357" y="410761"/>
                </a:lnTo>
                <a:close/>
                <a:lnTo>
                  <a:pt x="1593846" y="404517"/>
                </a:lnTo>
                <a:close/>
                <a:lnTo>
                  <a:pt x="1595336" y="371021"/>
                </a:lnTo>
                <a:close/>
                <a:lnTo>
                  <a:pt x="1596825" y="404827"/>
                </a:lnTo>
                <a:close/>
                <a:lnTo>
                  <a:pt x="1598315" y="387430"/>
                </a:lnTo>
                <a:close/>
                <a:lnTo>
                  <a:pt x="1599804" y="387430"/>
                </a:lnTo>
                <a:close/>
                <a:lnTo>
                  <a:pt x="1601294" y="371427"/>
                </a:lnTo>
                <a:close/>
                <a:lnTo>
                  <a:pt x="1605763" y="222367"/>
                </a:lnTo>
                <a:close/>
                <a:lnTo>
                  <a:pt x="1607252" y="251809"/>
                </a:lnTo>
                <a:close/>
                <a:lnTo>
                  <a:pt x="1608742" y="246092"/>
                </a:lnTo>
                <a:close/>
                <a:lnTo>
                  <a:pt x="1614700" y="351139"/>
                </a:lnTo>
                <a:close/>
                <a:lnTo>
                  <a:pt x="1617679" y="298842"/>
                </a:lnTo>
                <a:close/>
                <a:lnTo>
                  <a:pt x="1619169" y="298842"/>
                </a:lnTo>
                <a:close/>
                <a:lnTo>
                  <a:pt x="1620659" y="328838"/>
                </a:lnTo>
                <a:close/>
                <a:lnTo>
                  <a:pt x="1622148" y="406435"/>
                </a:lnTo>
                <a:close/>
                <a:lnTo>
                  <a:pt x="1623638" y="378376"/>
                </a:lnTo>
                <a:close/>
                <a:lnTo>
                  <a:pt x="1626617" y="472680"/>
                </a:lnTo>
                <a:close/>
                <a:lnTo>
                  <a:pt x="1628106" y="536210"/>
                </a:lnTo>
                <a:close/>
                <a:lnTo>
                  <a:pt x="1629596" y="533208"/>
                </a:lnTo>
                <a:close/>
                <a:lnTo>
                  <a:pt x="1631086" y="596354"/>
                </a:lnTo>
                <a:close/>
                <a:lnTo>
                  <a:pt x="1632575" y="596435"/>
                </a:lnTo>
                <a:close/>
                <a:lnTo>
                  <a:pt x="1634065" y="546491"/>
                </a:lnTo>
                <a:close/>
                <a:lnTo>
                  <a:pt x="1637044" y="666627"/>
                </a:lnTo>
                <a:close/>
                <a:lnTo>
                  <a:pt x="1640023" y="657935"/>
                </a:lnTo>
                <a:close/>
                <a:lnTo>
                  <a:pt x="1641513" y="677178"/>
                </a:lnTo>
                <a:close/>
                <a:lnTo>
                  <a:pt x="1643002" y="764523"/>
                </a:lnTo>
                <a:close/>
                <a:lnTo>
                  <a:pt x="1644492" y="757161"/>
                </a:lnTo>
                <a:close/>
                <a:lnTo>
                  <a:pt x="1647471" y="673418"/>
                </a:lnTo>
                <a:close/>
                <a:lnTo>
                  <a:pt x="1650450" y="708660"/>
                </a:lnTo>
                <a:close/>
                <a:lnTo>
                  <a:pt x="1653429" y="647893"/>
                </a:lnTo>
                <a:close/>
                <a:lnTo>
                  <a:pt x="1654919" y="656494"/>
                </a:lnTo>
                <a:close/>
                <a:lnTo>
                  <a:pt x="1656408" y="649816"/>
                </a:lnTo>
                <a:close/>
                <a:lnTo>
                  <a:pt x="1657898" y="622361"/>
                </a:lnTo>
                <a:close/>
                <a:lnTo>
                  <a:pt x="1659387" y="516390"/>
                </a:lnTo>
                <a:close/>
                <a:lnTo>
                  <a:pt x="1660877" y="625924"/>
                </a:lnTo>
                <a:close/>
                <a:lnTo>
                  <a:pt x="1662367" y="518512"/>
                </a:lnTo>
                <a:close/>
                <a:lnTo>
                  <a:pt x="1665346" y="570348"/>
                </a:lnTo>
                <a:close/>
                <a:lnTo>
                  <a:pt x="1669815" y="434451"/>
                </a:lnTo>
                <a:close/>
                <a:lnTo>
                  <a:pt x="1671304" y="418170"/>
                </a:lnTo>
                <a:close/>
                <a:lnTo>
                  <a:pt x="1672794" y="421800"/>
                </a:lnTo>
                <a:close/>
                <a:lnTo>
                  <a:pt x="1674283" y="444994"/>
                </a:lnTo>
                <a:close/>
                <a:lnTo>
                  <a:pt x="1675773" y="436041"/>
                </a:lnTo>
                <a:close/>
                <a:lnTo>
                  <a:pt x="1677262" y="462788"/>
                </a:lnTo>
                <a:close/>
                <a:lnTo>
                  <a:pt x="1678752" y="412209"/>
                </a:lnTo>
                <a:close/>
                <a:lnTo>
                  <a:pt x="1680242" y="435899"/>
                </a:lnTo>
                <a:close/>
                <a:lnTo>
                  <a:pt x="1681731" y="425894"/>
                </a:lnTo>
                <a:close/>
                <a:lnTo>
                  <a:pt x="1683221" y="459245"/>
                </a:lnTo>
                <a:close/>
                <a:lnTo>
                  <a:pt x="1684710" y="361998"/>
                </a:lnTo>
                <a:close/>
                <a:lnTo>
                  <a:pt x="1687689" y="508566"/>
                </a:lnTo>
                <a:close/>
                <a:lnTo>
                  <a:pt x="1690669" y="476929"/>
                </a:lnTo>
                <a:close/>
                <a:lnTo>
                  <a:pt x="1692158" y="469570"/>
                </a:lnTo>
                <a:close/>
                <a:lnTo>
                  <a:pt x="1695137" y="363070"/>
                </a:lnTo>
                <a:close/>
                <a:lnTo>
                  <a:pt x="1696627" y="393456"/>
                </a:lnTo>
                <a:close/>
                <a:lnTo>
                  <a:pt x="1698116" y="383663"/>
                </a:lnTo>
                <a:close/>
                <a:lnTo>
                  <a:pt x="1699606" y="449294"/>
                </a:lnTo>
                <a:close/>
                <a:lnTo>
                  <a:pt x="1701096" y="433977"/>
                </a:lnTo>
                <a:close/>
                <a:lnTo>
                  <a:pt x="1702585" y="389545"/>
                </a:lnTo>
                <a:close/>
                <a:lnTo>
                  <a:pt x="1704075" y="299786"/>
                </a:lnTo>
                <a:close/>
                <a:lnTo>
                  <a:pt x="1705564" y="318384"/>
                </a:lnTo>
                <a:close/>
                <a:lnTo>
                  <a:pt x="1707054" y="318384"/>
                </a:lnTo>
                <a:close/>
                <a:lnTo>
                  <a:pt x="1708543" y="311489"/>
                </a:lnTo>
                <a:close/>
                <a:lnTo>
                  <a:pt x="1710033" y="331488"/>
                </a:lnTo>
                <a:close/>
                <a:lnTo>
                  <a:pt x="1713012" y="273507"/>
                </a:lnTo>
                <a:close/>
                <a:lnTo>
                  <a:pt x="1717481" y="404458"/>
                </a:lnTo>
                <a:close/>
                <a:lnTo>
                  <a:pt x="1718971" y="400077"/>
                </a:lnTo>
                <a:close/>
                <a:lnTo>
                  <a:pt x="1720460" y="430230"/>
                </a:lnTo>
                <a:close/>
                <a:lnTo>
                  <a:pt x="1721950" y="430555"/>
                </a:lnTo>
                <a:close/>
                <a:lnTo>
                  <a:pt x="1723439" y="414857"/>
                </a:lnTo>
                <a:close/>
                <a:lnTo>
                  <a:pt x="1729398" y="544918"/>
                </a:lnTo>
                <a:close/>
                <a:lnTo>
                  <a:pt x="1732377" y="452210"/>
                </a:lnTo>
                <a:close/>
                <a:lnTo>
                  <a:pt x="1733866" y="489355"/>
                </a:lnTo>
                <a:close/>
                <a:lnTo>
                  <a:pt x="1735356" y="439720"/>
                </a:lnTo>
                <a:close/>
                <a:lnTo>
                  <a:pt x="1736845" y="567415"/>
                </a:lnTo>
                <a:close/>
                <a:lnTo>
                  <a:pt x="1738335" y="573231"/>
                </a:lnTo>
                <a:close/>
                <a:lnTo>
                  <a:pt x="1739825" y="548573"/>
                </a:lnTo>
                <a:close/>
                <a:lnTo>
                  <a:pt x="1742804" y="593192"/>
                </a:lnTo>
                <a:close/>
                <a:lnTo>
                  <a:pt x="1745783" y="650175"/>
                </a:lnTo>
                <a:close/>
                <a:lnTo>
                  <a:pt x="1747272" y="566580"/>
                </a:lnTo>
                <a:close/>
                <a:lnTo>
                  <a:pt x="1748762" y="573973"/>
                </a:lnTo>
                <a:close/>
                <a:lnTo>
                  <a:pt x="1750252" y="605321"/>
                </a:lnTo>
                <a:close/>
                <a:lnTo>
                  <a:pt x="1751741" y="537059"/>
                </a:lnTo>
                <a:close/>
                <a:lnTo>
                  <a:pt x="1754720" y="594943"/>
                </a:lnTo>
                <a:close/>
                <a:lnTo>
                  <a:pt x="1759189" y="497156"/>
                </a:lnTo>
                <a:close/>
                <a:lnTo>
                  <a:pt x="1762168" y="613677"/>
                </a:lnTo>
                <a:close/>
                <a:lnTo>
                  <a:pt x="1763658" y="549864"/>
                </a:lnTo>
                <a:close/>
                <a:lnTo>
                  <a:pt x="1768127" y="740313"/>
                </a:lnTo>
                <a:close/>
                <a:lnTo>
                  <a:pt x="1774085" y="692539"/>
                </a:lnTo>
                <a:close/>
                <a:lnTo>
                  <a:pt x="1775574" y="722900"/>
                </a:lnTo>
                <a:close/>
                <a:lnTo>
                  <a:pt x="1777064" y="626993"/>
                </a:lnTo>
                <a:close/>
                <a:lnTo>
                  <a:pt x="1778554" y="651352"/>
                </a:lnTo>
                <a:close/>
                <a:lnTo>
                  <a:pt x="1780043" y="625725"/>
                </a:lnTo>
                <a:close/>
                <a:lnTo>
                  <a:pt x="1781533" y="648009"/>
                </a:lnTo>
                <a:close/>
                <a:lnTo>
                  <a:pt x="1783022" y="732601"/>
                </a:lnTo>
                <a:close/>
                <a:lnTo>
                  <a:pt x="1784512" y="736198"/>
                </a:lnTo>
                <a:close/>
                <a:lnTo>
                  <a:pt x="1786001" y="768376"/>
                </a:lnTo>
                <a:close/>
                <a:lnTo>
                  <a:pt x="1786001" y="768376"/>
                </a:lnTo>
                <a:close/>
              </a:path>
            </a:pathLst>
          </a:custGeom>
          <a:noFill/>
          <a:ln w="7620">
            <a:solidFill>
              <a:srgbClr val="E76F51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8477904" y="5650992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8477904" y="6675120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2770737" y="55507"/>
            <a:ext cx="545592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A1 | MCMC posterior traces (4 representative cases)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88258" cy="77583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0750" y="1161288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3595" y="2246997"/>
            <a:ext cx="57279" cy="68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874" y="2240155"/>
            <a:ext cx="57279" cy="136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8153" y="2241010"/>
            <a:ext cx="57279" cy="1282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5431" y="2215354"/>
            <a:ext cx="57279" cy="384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710" y="2214499"/>
            <a:ext cx="57279" cy="3933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9989" y="2202526"/>
            <a:ext cx="57279" cy="513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7268" y="2158056"/>
            <a:ext cx="57279" cy="957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4546" y="2118716"/>
            <a:ext cx="57279" cy="13512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1825" y="2109309"/>
            <a:ext cx="57279" cy="1445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9104" y="2089639"/>
            <a:ext cx="57279" cy="1641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6382" y="2017802"/>
            <a:ext cx="57279" cy="2360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3661" y="1992146"/>
            <a:ext cx="57279" cy="2616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50940" y="1969055"/>
            <a:ext cx="57279" cy="2847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08219" y="1951951"/>
            <a:ext cx="57279" cy="3018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65497" y="1898929"/>
            <a:ext cx="57279" cy="3549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22776" y="1945110"/>
            <a:ext cx="57279" cy="3087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80055" y="1962214"/>
            <a:ext cx="57279" cy="29162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37333" y="1943399"/>
            <a:ext cx="57279" cy="31043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94612" y="1964779"/>
            <a:ext cx="57279" cy="28905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51891" y="2022078"/>
            <a:ext cx="57279" cy="23176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09170" y="2088784"/>
            <a:ext cx="57279" cy="1650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66448" y="2093060"/>
            <a:ext cx="57279" cy="16077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3727" y="2142662"/>
            <a:ext cx="57279" cy="11117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81006" y="2161476"/>
            <a:ext cx="57279" cy="923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38284" y="2193974"/>
            <a:ext cx="57279" cy="598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95563" y="2204237"/>
            <a:ext cx="57279" cy="496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52842" y="2225617"/>
            <a:ext cx="57279" cy="2822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10121" y="2237589"/>
            <a:ext cx="57279" cy="1624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67399" y="2240155"/>
            <a:ext cx="57279" cy="136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24678" y="2247852"/>
            <a:ext cx="57279" cy="598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7474" y="2221322"/>
            <a:ext cx="18831" cy="325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305" y="2232161"/>
            <a:ext cx="18831" cy="216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136" y="2221322"/>
            <a:ext cx="18831" cy="325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967" y="2221322"/>
            <a:ext cx="18831" cy="325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798" y="2134612"/>
            <a:ext cx="18831" cy="11922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1629" y="2134612"/>
            <a:ext cx="18831" cy="11922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0459" y="2058740"/>
            <a:ext cx="18831" cy="1950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9290" y="1928675"/>
            <a:ext cx="18831" cy="32516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8121" y="1939513"/>
            <a:ext cx="18831" cy="31432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6952" y="1744415"/>
            <a:ext cx="18831" cy="50942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5783" y="1484284"/>
            <a:ext cx="18831" cy="76955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4614" y="1332541"/>
            <a:ext cx="18831" cy="9212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3445" y="1300025"/>
            <a:ext cx="18831" cy="9538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2276" y="1354219"/>
            <a:ext cx="18831" cy="8996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1107" y="1213314"/>
            <a:ext cx="18831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9937" y="1343380"/>
            <a:ext cx="18831" cy="910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8768" y="1267508"/>
            <a:ext cx="18831" cy="9863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7599" y="1300025"/>
            <a:ext cx="18831" cy="9538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6430" y="1321702"/>
            <a:ext cx="18831" cy="9321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5261" y="1451768"/>
            <a:ext cx="18831" cy="80207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4092" y="1538478"/>
            <a:ext cx="18831" cy="7153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2923" y="1798609"/>
            <a:ext cx="18831" cy="45522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1754" y="1906997"/>
            <a:ext cx="18831" cy="3468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80585" y="2047901"/>
            <a:ext cx="18831" cy="20593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9415" y="2177967"/>
            <a:ext cx="18831" cy="758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8246" y="2112934"/>
            <a:ext cx="18831" cy="14090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37077" y="2177967"/>
            <a:ext cx="18831" cy="758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55908" y="2199644"/>
            <a:ext cx="18831" cy="5419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74739" y="2221322"/>
            <a:ext cx="18831" cy="325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93570" y="2221322"/>
            <a:ext cx="18831" cy="325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30848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5208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66" name="Freeform 65"/>
          <p:cNvSpPr/>
          <p:nvPr/>
        </p:nvSpPr>
        <p:spPr>
          <a:xfrm>
            <a:off x="827890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2250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68" name="Freeform 67"/>
          <p:cNvSpPr/>
          <p:nvPr/>
        </p:nvSpPr>
        <p:spPr>
          <a:xfrm>
            <a:off x="1124933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9292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70" name="Freeform 69"/>
          <p:cNvSpPr/>
          <p:nvPr/>
        </p:nvSpPr>
        <p:spPr>
          <a:xfrm>
            <a:off x="1421975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56335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72" name="Freeform 71"/>
          <p:cNvSpPr/>
          <p:nvPr/>
        </p:nvSpPr>
        <p:spPr>
          <a:xfrm>
            <a:off x="1719018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53377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2.2</a:t>
            </a:r>
          </a:p>
        </p:txBody>
      </p:sp>
      <p:sp>
        <p:nvSpPr>
          <p:cNvPr id="74" name="Freeform 73"/>
          <p:cNvSpPr/>
          <p:nvPr/>
        </p:nvSpPr>
        <p:spPr>
          <a:xfrm>
            <a:off x="2016060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50420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2.4</a:t>
            </a:r>
          </a:p>
        </p:txBody>
      </p:sp>
      <p:sp>
        <p:nvSpPr>
          <p:cNvPr id="76" name="Freeform 75"/>
          <p:cNvSpPr/>
          <p:nvPr/>
        </p:nvSpPr>
        <p:spPr>
          <a:xfrm>
            <a:off x="2313102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47462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48125" y="24302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79" name="Freeform 78"/>
          <p:cNvSpPr/>
          <p:nvPr/>
        </p:nvSpPr>
        <p:spPr>
          <a:xfrm>
            <a:off x="416300" y="22538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9328" y="220265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1" name="Freeform 80"/>
          <p:cNvSpPr/>
          <p:nvPr/>
        </p:nvSpPr>
        <p:spPr>
          <a:xfrm>
            <a:off x="416300" y="19240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9328" y="187283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3" name="Freeform 82"/>
          <p:cNvSpPr/>
          <p:nvPr/>
        </p:nvSpPr>
        <p:spPr>
          <a:xfrm>
            <a:off x="416300" y="15942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9328" y="1543015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85" name="Freeform 84"/>
          <p:cNvSpPr/>
          <p:nvPr/>
        </p:nvSpPr>
        <p:spPr>
          <a:xfrm>
            <a:off x="416300" y="126438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9328" y="1213197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 rot="16200000">
            <a:off x="160832" y="1444927"/>
            <a:ext cx="7112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Eintercept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0750" y="99618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1e−11</a:t>
            </a:r>
          </a:p>
        </p:txBody>
      </p:sp>
      <p:sp>
        <p:nvSpPr>
          <p:cNvPr id="89" name="Freeform 88"/>
          <p:cNvSpPr/>
          <p:nvPr/>
        </p:nvSpPr>
        <p:spPr>
          <a:xfrm>
            <a:off x="460750" y="1161288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60750" y="2253838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82304" y="869718"/>
            <a:ext cx="9550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Near-threshold</a:t>
            </a:r>
          </a:p>
        </p:txBody>
      </p:sp>
      <p:sp>
        <p:nvSpPr>
          <p:cNvPr id="92" name="Freeform 91"/>
          <p:cNvSpPr/>
          <p:nvPr/>
        </p:nvSpPr>
        <p:spPr>
          <a:xfrm>
            <a:off x="1611364" y="1205738"/>
            <a:ext cx="712867" cy="287647"/>
          </a:xfrm>
          <a:custGeom>
            <a:avLst/>
            <a:gdLst/>
            <a:ahLst/>
            <a:cxnLst/>
            <a:rect l="l" t="t" r="r" b="b"/>
            <a:pathLst>
              <a:path w="712867" h="287647">
                <a:moveTo>
                  <a:pt x="17780" y="287647"/>
                </a:moveTo>
                <a:lnTo>
                  <a:pt x="695087" y="287647"/>
                </a:lnTo>
                <a:close/>
                <a:lnTo>
                  <a:pt x="708422" y="283202"/>
                </a:lnTo>
                <a:close/>
                <a:lnTo>
                  <a:pt x="712867" y="269867"/>
                </a:lnTo>
                <a:close/>
                <a:lnTo>
                  <a:pt x="712867" y="17780"/>
                </a:lnTo>
                <a:close/>
                <a:lnTo>
                  <a:pt x="708422" y="4445"/>
                </a:lnTo>
                <a:close/>
                <a:lnTo>
                  <a:pt x="695087" y="0"/>
                </a:lnTo>
                <a:close/>
                <a:lnTo>
                  <a:pt x="17780" y="0"/>
                </a:lnTo>
                <a:close/>
                <a:lnTo>
                  <a:pt x="4445" y="4445"/>
                </a:lnTo>
                <a:close/>
                <a:lnTo>
                  <a:pt x="0" y="17780"/>
                </a:lnTo>
                <a:close/>
                <a:lnTo>
                  <a:pt x="0" y="269867"/>
                </a:lnTo>
                <a:close/>
                <a:lnTo>
                  <a:pt x="4445" y="283202"/>
                </a:lnTo>
                <a:close/>
                <a:lnTo>
                  <a:pt x="17780" y="287647"/>
                </a:lnTo>
                <a:close/>
                <a:lnTo>
                  <a:pt x="17780" y="287647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646924" y="1246618"/>
            <a:ext cx="177800" cy="622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895844" y="1219948"/>
            <a:ext cx="35560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Prior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46924" y="1377107"/>
            <a:ext cx="177800" cy="622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95844" y="1350437"/>
            <a:ext cx="5689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Posterior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0750" y="290936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47474" y="3996024"/>
            <a:ext cx="57816" cy="58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05290" y="3996024"/>
            <a:ext cx="57816" cy="58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63106" y="3993076"/>
            <a:ext cx="57816" cy="88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20922" y="3981286"/>
            <a:ext cx="57816" cy="206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78739" y="3975391"/>
            <a:ext cx="57816" cy="2652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36555" y="3936092"/>
            <a:ext cx="57816" cy="6582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4371" y="3909564"/>
            <a:ext cx="57816" cy="923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52187" y="3881072"/>
            <a:ext cx="57816" cy="1208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10003" y="3839807"/>
            <a:ext cx="57816" cy="1621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7819" y="3796577"/>
            <a:ext cx="57816" cy="2053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25635" y="3737627"/>
            <a:ext cx="57816" cy="2642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83451" y="3677695"/>
            <a:ext cx="57816" cy="32422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241267" y="3638395"/>
            <a:ext cx="57816" cy="36352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299083" y="3575515"/>
            <a:ext cx="57816" cy="4264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356899" y="3581410"/>
            <a:ext cx="57816" cy="4205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414715" y="3579445"/>
            <a:ext cx="57816" cy="4224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72532" y="3629552"/>
            <a:ext cx="57816" cy="3723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30348" y="3640360"/>
            <a:ext cx="57816" cy="36155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588164" y="3698327"/>
            <a:ext cx="57816" cy="3035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645980" y="3736645"/>
            <a:ext cx="57816" cy="2652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703796" y="3798542"/>
            <a:ext cx="57816" cy="20337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761612" y="3843737"/>
            <a:ext cx="57816" cy="1581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819428" y="3903669"/>
            <a:ext cx="57816" cy="982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877244" y="3923319"/>
            <a:ext cx="57816" cy="786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935060" y="3953777"/>
            <a:ext cx="57816" cy="481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992876" y="3960654"/>
            <a:ext cx="57816" cy="4126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050692" y="3983251"/>
            <a:ext cx="57816" cy="1866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108508" y="3983251"/>
            <a:ext cx="57816" cy="1866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166325" y="3996024"/>
            <a:ext cx="57816" cy="58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224141" y="3998971"/>
            <a:ext cx="57816" cy="29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234862" y="3984283"/>
            <a:ext cx="26841" cy="176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261703" y="3966647"/>
            <a:ext cx="26841" cy="352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288544" y="3922557"/>
            <a:ext cx="26841" cy="7936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315385" y="3931375"/>
            <a:ext cx="26841" cy="7054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342226" y="3922557"/>
            <a:ext cx="26841" cy="7936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369067" y="3904921"/>
            <a:ext cx="26841" cy="969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395908" y="3878467"/>
            <a:ext cx="26841" cy="1234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422749" y="3931375"/>
            <a:ext cx="26841" cy="7054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449590" y="3816741"/>
            <a:ext cx="26841" cy="1851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476431" y="3772651"/>
            <a:ext cx="26841" cy="2292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503272" y="3666835"/>
            <a:ext cx="26841" cy="33508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530113" y="3516929"/>
            <a:ext cx="26841" cy="4849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556954" y="3472839"/>
            <a:ext cx="26841" cy="5290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583795" y="3102483"/>
            <a:ext cx="26841" cy="8994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610636" y="3234753"/>
            <a:ext cx="26841" cy="76716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637477" y="3199481"/>
            <a:ext cx="26841" cy="8024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664318" y="2961395"/>
            <a:ext cx="26841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691159" y="3049575"/>
            <a:ext cx="26841" cy="95234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718000" y="3199481"/>
            <a:ext cx="26841" cy="8024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744841" y="3455203"/>
            <a:ext cx="26841" cy="5467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771682" y="3508111"/>
            <a:ext cx="26841" cy="4938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798523" y="3569837"/>
            <a:ext cx="26841" cy="4320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825364" y="3728561"/>
            <a:ext cx="26841" cy="27335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852205" y="3710925"/>
            <a:ext cx="26841" cy="29099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879046" y="3613927"/>
            <a:ext cx="26841" cy="38799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905887" y="3781469"/>
            <a:ext cx="26841" cy="22045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932728" y="3860831"/>
            <a:ext cx="26841" cy="1410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959569" y="3896103"/>
            <a:ext cx="26841" cy="1058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986410" y="3949011"/>
            <a:ext cx="26841" cy="529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013251" y="3966647"/>
            <a:ext cx="26841" cy="352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860801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95160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60" name="Freeform 159"/>
          <p:cNvSpPr/>
          <p:nvPr/>
        </p:nvSpPr>
        <p:spPr>
          <a:xfrm>
            <a:off x="1398054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332414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62" name="Freeform 161"/>
          <p:cNvSpPr/>
          <p:nvPr/>
        </p:nvSpPr>
        <p:spPr>
          <a:xfrm>
            <a:off x="1935307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869667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22507" y="417831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165" name="Freeform 164"/>
          <p:cNvSpPr/>
          <p:nvPr/>
        </p:nvSpPr>
        <p:spPr>
          <a:xfrm>
            <a:off x="416300" y="40019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40570" y="3950731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67" name="Freeform 166"/>
          <p:cNvSpPr/>
          <p:nvPr/>
        </p:nvSpPr>
        <p:spPr>
          <a:xfrm>
            <a:off x="416300" y="37904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40570" y="3739270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69" name="Freeform 168"/>
          <p:cNvSpPr/>
          <p:nvPr/>
        </p:nvSpPr>
        <p:spPr>
          <a:xfrm>
            <a:off x="416300" y="35789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40570" y="3527809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71" name="Freeform 170"/>
          <p:cNvSpPr/>
          <p:nvPr/>
        </p:nvSpPr>
        <p:spPr>
          <a:xfrm>
            <a:off x="416300" y="336753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40570" y="3316348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416300" y="31560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40570" y="3104886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416300" y="294461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40570" y="289342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77" name="TextBox 176"/>
          <p:cNvSpPr txBox="1"/>
          <p:nvPr/>
        </p:nvSpPr>
        <p:spPr>
          <a:xfrm rot="16200000">
            <a:off x="92440" y="3270732"/>
            <a:ext cx="4064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60750" y="274426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1e6</a:t>
            </a:r>
          </a:p>
        </p:txBody>
      </p:sp>
      <p:sp>
        <p:nvSpPr>
          <p:cNvPr id="179" name="Freeform 178"/>
          <p:cNvSpPr/>
          <p:nvPr/>
        </p:nvSpPr>
        <p:spPr>
          <a:xfrm>
            <a:off x="460750" y="290936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460750" y="400191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60750" y="465744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547474" y="5726747"/>
            <a:ext cx="57816" cy="232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05290" y="5685409"/>
            <a:ext cx="57816" cy="6459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63106" y="5687993"/>
            <a:ext cx="57816" cy="6200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20922" y="5631154"/>
            <a:ext cx="57816" cy="11884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78739" y="5574314"/>
            <a:ext cx="57816" cy="17568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36555" y="5525226"/>
            <a:ext cx="57816" cy="2247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94371" y="5416714"/>
            <a:ext cx="57816" cy="33328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52187" y="5303035"/>
            <a:ext cx="57816" cy="4469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10003" y="5246196"/>
            <a:ext cx="57816" cy="50380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67819" y="5124767"/>
            <a:ext cx="57816" cy="62523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125635" y="4943914"/>
            <a:ext cx="57816" cy="80608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183451" y="4843153"/>
            <a:ext cx="57816" cy="90684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241267" y="4778563"/>
            <a:ext cx="57816" cy="9714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299083" y="4794065"/>
            <a:ext cx="57816" cy="95593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356899" y="4739809"/>
            <a:ext cx="57816" cy="101019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414715" y="4804399"/>
            <a:ext cx="57816" cy="9456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472532" y="4840570"/>
            <a:ext cx="57816" cy="9094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530348" y="4987835"/>
            <a:ext cx="57816" cy="7621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588164" y="5080845"/>
            <a:ext cx="57816" cy="6691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645980" y="5166104"/>
            <a:ext cx="57816" cy="5838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703796" y="5261698"/>
            <a:ext cx="57816" cy="4883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761612" y="5341790"/>
            <a:ext cx="57816" cy="4082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819428" y="5411547"/>
            <a:ext cx="57816" cy="33845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877244" y="5538144"/>
            <a:ext cx="57816" cy="21185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935060" y="5600150"/>
            <a:ext cx="57816" cy="14984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992876" y="5667324"/>
            <a:ext cx="57816" cy="826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050692" y="5669908"/>
            <a:ext cx="57816" cy="800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108508" y="5726747"/>
            <a:ext cx="57816" cy="232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2166325" y="5729331"/>
            <a:ext cx="57816" cy="2066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224141" y="5734498"/>
            <a:ext cx="57816" cy="155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04569" y="5700451"/>
            <a:ext cx="50245" cy="495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54813" y="5737612"/>
            <a:ext cx="50245" cy="1238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05058" y="5489868"/>
            <a:ext cx="50245" cy="26013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55303" y="5489868"/>
            <a:ext cx="50245" cy="26013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05548" y="5353609"/>
            <a:ext cx="50245" cy="3963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55792" y="5130640"/>
            <a:ext cx="50245" cy="6193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06037" y="5143027"/>
            <a:ext cx="50245" cy="6069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056282" y="4920058"/>
            <a:ext cx="50245" cy="82994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106527" y="4709475"/>
            <a:ext cx="50245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156772" y="4771411"/>
            <a:ext cx="50245" cy="9785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207016" y="4783798"/>
            <a:ext cx="50245" cy="96620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257261" y="4870509"/>
            <a:ext cx="50245" cy="87949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307506" y="4858122"/>
            <a:ext cx="50245" cy="8918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357751" y="4981994"/>
            <a:ext cx="50245" cy="76800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407996" y="5093478"/>
            <a:ext cx="50245" cy="6565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458240" y="5167801"/>
            <a:ext cx="50245" cy="5821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508485" y="4981994"/>
            <a:ext cx="50245" cy="76800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558730" y="4820960"/>
            <a:ext cx="50245" cy="92903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608975" y="5019155"/>
            <a:ext cx="50245" cy="73084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59219" y="5093478"/>
            <a:ext cx="50245" cy="6565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709464" y="5204963"/>
            <a:ext cx="50245" cy="5450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759709" y="5341222"/>
            <a:ext cx="50245" cy="40877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809954" y="5477481"/>
            <a:ext cx="50245" cy="27251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860199" y="5452707"/>
            <a:ext cx="50245" cy="29729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910443" y="5700451"/>
            <a:ext cx="50245" cy="495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960688" y="5601353"/>
            <a:ext cx="50245" cy="14864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010933" y="5638515"/>
            <a:ext cx="50245" cy="11148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061178" y="5688063"/>
            <a:ext cx="50245" cy="619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2111423" y="5712838"/>
            <a:ext cx="50245" cy="3716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2161667" y="5700451"/>
            <a:ext cx="50245" cy="495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49982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43417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3.5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795975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3033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4.0</a:t>
            </a:r>
          </a:p>
        </p:txBody>
      </p:sp>
      <p:sp>
        <p:nvSpPr>
          <p:cNvPr id="246" name="Freeform 245"/>
          <p:cNvSpPr/>
          <p:nvPr/>
        </p:nvSpPr>
        <p:spPr>
          <a:xfrm>
            <a:off x="109213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02648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248" name="Freeform 247"/>
          <p:cNvSpPr/>
          <p:nvPr/>
        </p:nvSpPr>
        <p:spPr>
          <a:xfrm>
            <a:off x="1388285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32264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250" name="Freeform 249"/>
          <p:cNvSpPr/>
          <p:nvPr/>
        </p:nvSpPr>
        <p:spPr>
          <a:xfrm>
            <a:off x="168444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61879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5.5</a:t>
            </a:r>
          </a:p>
        </p:txBody>
      </p:sp>
      <p:sp>
        <p:nvSpPr>
          <p:cNvPr id="252" name="Freeform 251"/>
          <p:cNvSpPr/>
          <p:nvPr/>
        </p:nvSpPr>
        <p:spPr>
          <a:xfrm>
            <a:off x="1980595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91495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6.0</a:t>
            </a:r>
          </a:p>
        </p:txBody>
      </p:sp>
      <p:sp>
        <p:nvSpPr>
          <p:cNvPr id="254" name="Freeform 253"/>
          <p:cNvSpPr/>
          <p:nvPr/>
        </p:nvSpPr>
        <p:spPr>
          <a:xfrm>
            <a:off x="227675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221110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6.5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022507" y="592639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257" name="Freeform 256"/>
          <p:cNvSpPr/>
          <p:nvPr/>
        </p:nvSpPr>
        <p:spPr>
          <a:xfrm>
            <a:off x="416300" y="57499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319328" y="5698812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59" name="Freeform 258"/>
          <p:cNvSpPr/>
          <p:nvPr/>
        </p:nvSpPr>
        <p:spPr>
          <a:xfrm>
            <a:off x="416300" y="54978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319328" y="544662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61" name="Freeform 260"/>
          <p:cNvSpPr/>
          <p:nvPr/>
        </p:nvSpPr>
        <p:spPr>
          <a:xfrm>
            <a:off x="416300" y="524562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319328" y="5194434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63" name="Freeform 262"/>
          <p:cNvSpPr/>
          <p:nvPr/>
        </p:nvSpPr>
        <p:spPr>
          <a:xfrm>
            <a:off x="416300" y="499343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319328" y="4942245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65" name="Freeform 264"/>
          <p:cNvSpPr/>
          <p:nvPr/>
        </p:nvSpPr>
        <p:spPr>
          <a:xfrm>
            <a:off x="416300" y="47412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19328" y="4690056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67" name="TextBox 266"/>
          <p:cNvSpPr txBox="1"/>
          <p:nvPr/>
        </p:nvSpPr>
        <p:spPr>
          <a:xfrm rot="16200000">
            <a:off x="160832" y="4997984"/>
            <a:ext cx="4673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αslope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60750" y="44923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1e8</a:t>
            </a:r>
          </a:p>
        </p:txBody>
      </p:sp>
      <p:sp>
        <p:nvSpPr>
          <p:cNvPr id="269" name="Freeform 268"/>
          <p:cNvSpPr/>
          <p:nvPr/>
        </p:nvSpPr>
        <p:spPr>
          <a:xfrm>
            <a:off x="460750" y="465744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460750" y="574999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460750" y="6405530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547474" y="7490048"/>
            <a:ext cx="57816" cy="80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05290" y="7496072"/>
            <a:ext cx="57816" cy="200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63106" y="7494064"/>
            <a:ext cx="57816" cy="401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720922" y="7475993"/>
            <a:ext cx="57816" cy="220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778739" y="7453906"/>
            <a:ext cx="57816" cy="441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36555" y="7451898"/>
            <a:ext cx="57816" cy="461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894371" y="7423787"/>
            <a:ext cx="57816" cy="742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52187" y="7399692"/>
            <a:ext cx="57816" cy="9838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10003" y="7303313"/>
            <a:ext cx="57816" cy="19476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67819" y="7222996"/>
            <a:ext cx="57816" cy="2750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125635" y="7158743"/>
            <a:ext cx="57816" cy="33933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183451" y="7020198"/>
            <a:ext cx="57816" cy="4778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241267" y="6861573"/>
            <a:ext cx="57816" cy="63650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299083" y="6857557"/>
            <a:ext cx="57816" cy="6405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356899" y="6664798"/>
            <a:ext cx="57816" cy="8332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414715" y="6602552"/>
            <a:ext cx="57816" cy="89552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472532" y="6656766"/>
            <a:ext cx="57816" cy="84131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530348" y="6664798"/>
            <a:ext cx="57816" cy="8332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588164" y="6704956"/>
            <a:ext cx="57816" cy="79312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645980" y="6773225"/>
            <a:ext cx="57816" cy="7248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703796" y="6893699"/>
            <a:ext cx="57816" cy="60438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761612" y="7030237"/>
            <a:ext cx="57816" cy="46784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819428" y="7128625"/>
            <a:ext cx="57816" cy="3694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877244" y="7214965"/>
            <a:ext cx="57816" cy="28311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935060" y="7293273"/>
            <a:ext cx="57816" cy="20480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992876" y="7357526"/>
            <a:ext cx="57816" cy="1405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050692" y="7409732"/>
            <a:ext cx="57816" cy="883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2108508" y="7457922"/>
            <a:ext cx="57816" cy="4015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2166325" y="7461938"/>
            <a:ext cx="57816" cy="361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2224141" y="7478001"/>
            <a:ext cx="57816" cy="2007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787163" y="7468906"/>
            <a:ext cx="49741" cy="2917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836903" y="7478631"/>
            <a:ext cx="49741" cy="194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886644" y="7459182"/>
            <a:ext cx="49741" cy="388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36385" y="7459182"/>
            <a:ext cx="49741" cy="388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986126" y="7488355"/>
            <a:ext cx="49741" cy="972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35867" y="7420284"/>
            <a:ext cx="49741" cy="7779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85608" y="7410559"/>
            <a:ext cx="49741" cy="875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135348" y="7430008"/>
            <a:ext cx="49741" cy="680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185089" y="7245242"/>
            <a:ext cx="49741" cy="2528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234830" y="7293865"/>
            <a:ext cx="49741" cy="20421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284571" y="7109099"/>
            <a:ext cx="49741" cy="38898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334312" y="7031303"/>
            <a:ext cx="49741" cy="46677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384053" y="6924333"/>
            <a:ext cx="49741" cy="57374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433794" y="6690944"/>
            <a:ext cx="49741" cy="8071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483534" y="6681220"/>
            <a:ext cx="49741" cy="8168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533275" y="6515903"/>
            <a:ext cx="49741" cy="98217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583016" y="6457556"/>
            <a:ext cx="49741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632757" y="6583975"/>
            <a:ext cx="49741" cy="91410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682498" y="6865986"/>
            <a:ext cx="49741" cy="63209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732239" y="6934058"/>
            <a:ext cx="49741" cy="56402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781979" y="6904884"/>
            <a:ext cx="49741" cy="59319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831720" y="6904884"/>
            <a:ext cx="49741" cy="59319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881461" y="6972956"/>
            <a:ext cx="49741" cy="5251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931202" y="6943782"/>
            <a:ext cx="49741" cy="5542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980943" y="6972956"/>
            <a:ext cx="49741" cy="5251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030684" y="7167446"/>
            <a:ext cx="49741" cy="3306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080425" y="7206344"/>
            <a:ext cx="49741" cy="2917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2130165" y="7410559"/>
            <a:ext cx="49741" cy="875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179906" y="7420284"/>
            <a:ext cx="49741" cy="7779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2229647" y="7420284"/>
            <a:ext cx="49741" cy="7779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558381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466480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334" name="Freeform 333"/>
          <p:cNvSpPr/>
          <p:nvPr/>
        </p:nvSpPr>
        <p:spPr>
          <a:xfrm>
            <a:off x="992087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900186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336" name="Freeform 335"/>
          <p:cNvSpPr/>
          <p:nvPr/>
        </p:nvSpPr>
        <p:spPr>
          <a:xfrm>
            <a:off x="1425793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1333892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338" name="Freeform 337"/>
          <p:cNvSpPr/>
          <p:nvPr/>
        </p:nvSpPr>
        <p:spPr>
          <a:xfrm>
            <a:off x="1859499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1767597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340" name="Freeform 339"/>
          <p:cNvSpPr/>
          <p:nvPr/>
        </p:nvSpPr>
        <p:spPr>
          <a:xfrm>
            <a:off x="2293205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2201303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342" name="Freeform 341"/>
          <p:cNvSpPr/>
          <p:nvPr/>
        </p:nvSpPr>
        <p:spPr>
          <a:xfrm>
            <a:off x="416300" y="74980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319328" y="744689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44" name="Freeform 343"/>
          <p:cNvSpPr/>
          <p:nvPr/>
        </p:nvSpPr>
        <p:spPr>
          <a:xfrm>
            <a:off x="416300" y="716349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319328" y="7112307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346" name="Freeform 345"/>
          <p:cNvSpPr/>
          <p:nvPr/>
        </p:nvSpPr>
        <p:spPr>
          <a:xfrm>
            <a:off x="416300" y="68289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266805" y="6777721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348" name="Freeform 347"/>
          <p:cNvSpPr/>
          <p:nvPr/>
        </p:nvSpPr>
        <p:spPr>
          <a:xfrm>
            <a:off x="416300" y="64943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266805" y="6443135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350" name="TextBox 349"/>
          <p:cNvSpPr txBox="1"/>
          <p:nvPr/>
        </p:nvSpPr>
        <p:spPr>
          <a:xfrm rot="16200000">
            <a:off x="118676" y="6761813"/>
            <a:ext cx="650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351" name="Freeform 350"/>
          <p:cNvSpPr/>
          <p:nvPr/>
        </p:nvSpPr>
        <p:spPr>
          <a:xfrm>
            <a:off x="460750" y="6405530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460750" y="7498080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131853" y="1161288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3218577" y="2248910"/>
            <a:ext cx="57816" cy="492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3276393" y="2251374"/>
            <a:ext cx="57816" cy="24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3334209" y="2234948"/>
            <a:ext cx="57816" cy="1889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3392025" y="2228377"/>
            <a:ext cx="57816" cy="254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3449842" y="2228377"/>
            <a:ext cx="57816" cy="254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507658" y="2211129"/>
            <a:ext cx="57816" cy="427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3565474" y="2185667"/>
            <a:ext cx="57816" cy="6817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623290" y="2161849"/>
            <a:ext cx="57816" cy="9199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681106" y="2128995"/>
            <a:ext cx="57816" cy="12484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3738922" y="2103534"/>
            <a:ext cx="57816" cy="1503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3796738" y="2033720"/>
            <a:ext cx="57816" cy="22011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3854554" y="2008259"/>
            <a:ext cx="57816" cy="24558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3912370" y="1990189"/>
            <a:ext cx="57816" cy="26364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3970186" y="1961442"/>
            <a:ext cx="57816" cy="2923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4028002" y="1915447"/>
            <a:ext cx="57816" cy="33839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4085819" y="1951586"/>
            <a:ext cx="57816" cy="3022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4143635" y="1963906"/>
            <a:ext cx="57816" cy="2899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4201451" y="1950765"/>
            <a:ext cx="57816" cy="30307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4259267" y="1956514"/>
            <a:ext cx="57816" cy="29732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4317083" y="2043576"/>
            <a:ext cx="57816" cy="2102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4374899" y="2027971"/>
            <a:ext cx="57816" cy="22586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4432715" y="2079715"/>
            <a:ext cx="57816" cy="1741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4490531" y="2127352"/>
            <a:ext cx="57816" cy="12648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4548347" y="2161027"/>
            <a:ext cx="57816" cy="9281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4606163" y="2194702"/>
            <a:ext cx="57816" cy="591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4663979" y="2209486"/>
            <a:ext cx="57816" cy="443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4721795" y="2225092"/>
            <a:ext cx="57816" cy="287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4779612" y="2235769"/>
            <a:ext cx="57816" cy="1806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4837428" y="2241518"/>
            <a:ext cx="57816" cy="1232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4895244" y="2247268"/>
            <a:ext cx="57816" cy="657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3595209" y="2244022"/>
            <a:ext cx="20156" cy="98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3615365" y="2214573"/>
            <a:ext cx="20156" cy="3926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3635521" y="2155676"/>
            <a:ext cx="20156" cy="9816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3655678" y="2136043"/>
            <a:ext cx="20156" cy="11779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3675834" y="2096778"/>
            <a:ext cx="20156" cy="1570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3695990" y="1910269"/>
            <a:ext cx="20156" cy="34356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3716147" y="1880820"/>
            <a:ext cx="20156" cy="37301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3736303" y="1792474"/>
            <a:ext cx="20156" cy="46136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3756460" y="1655046"/>
            <a:ext cx="20156" cy="59879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3776616" y="1409640"/>
            <a:ext cx="20156" cy="84419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3796772" y="1213314"/>
            <a:ext cx="20156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3816929" y="1272212"/>
            <a:ext cx="20156" cy="98162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3837085" y="1360558"/>
            <a:ext cx="20156" cy="8932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3857242" y="1252579"/>
            <a:ext cx="20156" cy="10012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3877398" y="1213314"/>
            <a:ext cx="20156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3897554" y="1429272"/>
            <a:ext cx="20156" cy="82456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3917711" y="1439088"/>
            <a:ext cx="20156" cy="81475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3937867" y="1723760"/>
            <a:ext cx="20156" cy="5300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3958023" y="1763025"/>
            <a:ext cx="20156" cy="49081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3978180" y="1851371"/>
            <a:ext cx="20156" cy="40246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3998336" y="2018248"/>
            <a:ext cx="20156" cy="2355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4018493" y="2096778"/>
            <a:ext cx="20156" cy="1570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4038649" y="2136043"/>
            <a:ext cx="20156" cy="11779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4058805" y="2194941"/>
            <a:ext cx="20156" cy="588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4078962" y="2214573"/>
            <a:ext cx="20156" cy="3926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4099118" y="2244022"/>
            <a:ext cx="20156" cy="98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4119274" y="2194941"/>
            <a:ext cx="20156" cy="588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4139431" y="2234206"/>
            <a:ext cx="20156" cy="1963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4159587" y="2244022"/>
            <a:ext cx="20156" cy="98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4179744" y="2244022"/>
            <a:ext cx="20156" cy="98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3233240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3167600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416" name="Freeform 415"/>
          <p:cNvSpPr/>
          <p:nvPr/>
        </p:nvSpPr>
        <p:spPr>
          <a:xfrm>
            <a:off x="3522664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3457024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418" name="Freeform 417"/>
          <p:cNvSpPr/>
          <p:nvPr/>
        </p:nvSpPr>
        <p:spPr>
          <a:xfrm>
            <a:off x="3812088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3746448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420" name="Freeform 419"/>
          <p:cNvSpPr/>
          <p:nvPr/>
        </p:nvSpPr>
        <p:spPr>
          <a:xfrm>
            <a:off x="4101512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4035872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422" name="Freeform 421"/>
          <p:cNvSpPr/>
          <p:nvPr/>
        </p:nvSpPr>
        <p:spPr>
          <a:xfrm>
            <a:off x="4390936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4325296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2.2</a:t>
            </a:r>
          </a:p>
        </p:txBody>
      </p:sp>
      <p:sp>
        <p:nvSpPr>
          <p:cNvPr id="424" name="Freeform 423"/>
          <p:cNvSpPr/>
          <p:nvPr/>
        </p:nvSpPr>
        <p:spPr>
          <a:xfrm>
            <a:off x="4680360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4614720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2.4</a:t>
            </a:r>
          </a:p>
        </p:txBody>
      </p:sp>
      <p:sp>
        <p:nvSpPr>
          <p:cNvPr id="426" name="Freeform 425"/>
          <p:cNvSpPr/>
          <p:nvPr/>
        </p:nvSpPr>
        <p:spPr>
          <a:xfrm>
            <a:off x="4969784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4904144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2.6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4719228" y="24302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429" name="Freeform 428"/>
          <p:cNvSpPr/>
          <p:nvPr/>
        </p:nvSpPr>
        <p:spPr>
          <a:xfrm>
            <a:off x="3087403" y="22538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2990431" y="220265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31" name="Freeform 430"/>
          <p:cNvSpPr/>
          <p:nvPr/>
        </p:nvSpPr>
        <p:spPr>
          <a:xfrm>
            <a:off x="3087403" y="192569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2990431" y="1874506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33" name="Freeform 432"/>
          <p:cNvSpPr/>
          <p:nvPr/>
        </p:nvSpPr>
        <p:spPr>
          <a:xfrm>
            <a:off x="3087403" y="15975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2990431" y="154636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35" name="Freeform 434"/>
          <p:cNvSpPr/>
          <p:nvPr/>
        </p:nvSpPr>
        <p:spPr>
          <a:xfrm>
            <a:off x="3087403" y="12694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2990431" y="1218216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3131853" y="99618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1e−11</a:t>
            </a:r>
          </a:p>
        </p:txBody>
      </p:sp>
      <p:sp>
        <p:nvSpPr>
          <p:cNvPr id="438" name="Freeform 437"/>
          <p:cNvSpPr/>
          <p:nvPr/>
        </p:nvSpPr>
        <p:spPr>
          <a:xfrm>
            <a:off x="3131853" y="1161288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3131853" y="2253838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3779439" y="869718"/>
            <a:ext cx="7112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Low stress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3131853" y="290936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3218577" y="3996314"/>
            <a:ext cx="57816" cy="56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3276393" y="3998556"/>
            <a:ext cx="57816" cy="336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3334209" y="3991830"/>
            <a:ext cx="57816" cy="100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3392025" y="3982863"/>
            <a:ext cx="57816" cy="1905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3449842" y="3970532"/>
            <a:ext cx="57816" cy="313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3507658" y="3941387"/>
            <a:ext cx="57816" cy="605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3565474" y="3914484"/>
            <a:ext cx="57816" cy="8743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3623290" y="3873009"/>
            <a:ext cx="57816" cy="1289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3681106" y="3833775"/>
            <a:ext cx="57816" cy="16814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3738922" y="3784453"/>
            <a:ext cx="57816" cy="2174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3796738" y="3734010"/>
            <a:ext cx="57816" cy="2679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3854554" y="3666752"/>
            <a:ext cx="57816" cy="33516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3912370" y="3634244"/>
            <a:ext cx="57816" cy="3676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3970186" y="3559140"/>
            <a:ext cx="57816" cy="44277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4028002" y="3527753"/>
            <a:ext cx="57816" cy="4741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4085819" y="3531116"/>
            <a:ext cx="57816" cy="47080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4143635" y="3514301"/>
            <a:ext cx="57816" cy="48761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4201451" y="3560261"/>
            <a:ext cx="57816" cy="44165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4259267" y="3648817"/>
            <a:ext cx="57816" cy="3531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4317083" y="3676841"/>
            <a:ext cx="57816" cy="32507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4374899" y="3735131"/>
            <a:ext cx="57816" cy="26678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4432715" y="3788937"/>
            <a:ext cx="57816" cy="2129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4490531" y="3831533"/>
            <a:ext cx="57816" cy="17038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4548347" y="3912242"/>
            <a:ext cx="57816" cy="8967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4606163" y="3934661"/>
            <a:ext cx="57816" cy="6725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4663979" y="3950355"/>
            <a:ext cx="57816" cy="515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4721795" y="3979500"/>
            <a:ext cx="57816" cy="2241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4779612" y="3986225"/>
            <a:ext cx="57816" cy="156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4837428" y="3997435"/>
            <a:ext cx="57816" cy="44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4895244" y="3996314"/>
            <a:ext cx="57816" cy="56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3588319" y="3946177"/>
            <a:ext cx="29067" cy="5574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3617386" y="3955467"/>
            <a:ext cx="29067" cy="464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3646452" y="3899725"/>
            <a:ext cx="29067" cy="10219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3675519" y="3862563"/>
            <a:ext cx="29067" cy="13935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3704586" y="3834692"/>
            <a:ext cx="29067" cy="16722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3733652" y="3760369"/>
            <a:ext cx="29067" cy="24155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3762719" y="3658174"/>
            <a:ext cx="29067" cy="3437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3791785" y="3565270"/>
            <a:ext cx="29067" cy="4366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3820852" y="3555980"/>
            <a:ext cx="29067" cy="44593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3849918" y="3528109"/>
            <a:ext cx="29067" cy="47381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878985" y="3128622"/>
            <a:ext cx="29067" cy="8732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3908051" y="3202945"/>
            <a:ext cx="29067" cy="79897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3937118" y="3082170"/>
            <a:ext cx="29067" cy="9197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3966184" y="3184364"/>
            <a:ext cx="29067" cy="81755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3995251" y="2961395"/>
            <a:ext cx="29067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4024317" y="3063589"/>
            <a:ext cx="29067" cy="9383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4053384" y="3212235"/>
            <a:ext cx="29067" cy="78968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4082451" y="3407334"/>
            <a:ext cx="29067" cy="59458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4111517" y="3463076"/>
            <a:ext cx="29067" cy="53884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4140584" y="3611722"/>
            <a:ext cx="29067" cy="3901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4169650" y="3695336"/>
            <a:ext cx="29067" cy="30658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4198717" y="3769659"/>
            <a:ext cx="29067" cy="2322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4227783" y="3862563"/>
            <a:ext cx="29067" cy="13935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4256850" y="3899725"/>
            <a:ext cx="29067" cy="10219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4285916" y="3936886"/>
            <a:ext cx="29067" cy="6503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4314983" y="3936886"/>
            <a:ext cx="29067" cy="6503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4344049" y="3946177"/>
            <a:ext cx="29067" cy="5574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4373116" y="3983338"/>
            <a:ext cx="29067" cy="1858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4402182" y="4001919"/>
            <a:ext cx="29067" cy="0"/>
          </a:xfrm>
          <a:custGeom>
            <a:avLst/>
            <a:gdLst/>
            <a:ahLst/>
            <a:cxnLst/>
            <a:rect l="l" t="t" r="r" b="b"/>
            <a:pathLst>
              <a:path w="29067" h="0">
                <a:moveTo>
                  <a:pt x="0" y="0"/>
                </a:moveTo>
                <a:lnTo>
                  <a:pt x="29067" y="0"/>
                </a:lnTo>
                <a:close/>
                <a:lnTo>
                  <a:pt x="2906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4431249" y="3992629"/>
            <a:ext cx="29067" cy="92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3582948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3517308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504" name="Freeform 503"/>
          <p:cNvSpPr/>
          <p:nvPr/>
        </p:nvSpPr>
        <p:spPr>
          <a:xfrm>
            <a:off x="4102851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4037211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506" name="Freeform 505"/>
          <p:cNvSpPr/>
          <p:nvPr/>
        </p:nvSpPr>
        <p:spPr>
          <a:xfrm>
            <a:off x="4622753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4557113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4693610" y="417831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509" name="Freeform 508"/>
          <p:cNvSpPr/>
          <p:nvPr/>
        </p:nvSpPr>
        <p:spPr>
          <a:xfrm>
            <a:off x="3087403" y="40019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TextBox 509"/>
          <p:cNvSpPr txBox="1"/>
          <p:nvPr/>
        </p:nvSpPr>
        <p:spPr>
          <a:xfrm>
            <a:off x="2990431" y="395073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11" name="Freeform 510"/>
          <p:cNvSpPr/>
          <p:nvPr/>
        </p:nvSpPr>
        <p:spPr>
          <a:xfrm>
            <a:off x="3087403" y="375260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2727818" y="3701417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200000</a:t>
            </a:r>
          </a:p>
        </p:txBody>
      </p:sp>
      <p:sp>
        <p:nvSpPr>
          <p:cNvPr id="513" name="Freeform 512"/>
          <p:cNvSpPr/>
          <p:nvPr/>
        </p:nvSpPr>
        <p:spPr>
          <a:xfrm>
            <a:off x="3087403" y="350329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2727818" y="3452103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400000</a:t>
            </a:r>
          </a:p>
        </p:txBody>
      </p:sp>
      <p:sp>
        <p:nvSpPr>
          <p:cNvPr id="515" name="Freeform 514"/>
          <p:cNvSpPr/>
          <p:nvPr/>
        </p:nvSpPr>
        <p:spPr>
          <a:xfrm>
            <a:off x="3087403" y="32539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TextBox 515"/>
          <p:cNvSpPr txBox="1"/>
          <p:nvPr/>
        </p:nvSpPr>
        <p:spPr>
          <a:xfrm>
            <a:off x="2727818" y="3202789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600000</a:t>
            </a:r>
          </a:p>
        </p:txBody>
      </p:sp>
      <p:sp>
        <p:nvSpPr>
          <p:cNvPr id="517" name="Freeform 516"/>
          <p:cNvSpPr/>
          <p:nvPr/>
        </p:nvSpPr>
        <p:spPr>
          <a:xfrm>
            <a:off x="3087403" y="300466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2727818" y="2953475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800000</a:t>
            </a:r>
          </a:p>
        </p:txBody>
      </p:sp>
      <p:sp>
        <p:nvSpPr>
          <p:cNvPr id="519" name="Freeform 518"/>
          <p:cNvSpPr/>
          <p:nvPr/>
        </p:nvSpPr>
        <p:spPr>
          <a:xfrm>
            <a:off x="3131853" y="290936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3131853" y="400191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3131853" y="465744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3218577" y="5719794"/>
            <a:ext cx="57816" cy="302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3276393" y="5721808"/>
            <a:ext cx="57816" cy="2819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3334209" y="5683548"/>
            <a:ext cx="57816" cy="6645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3392025" y="5649316"/>
            <a:ext cx="57816" cy="1006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3449842" y="5627165"/>
            <a:ext cx="57816" cy="1228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3507658" y="5568769"/>
            <a:ext cx="57816" cy="18123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3565474" y="5478154"/>
            <a:ext cx="57816" cy="27184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3623290" y="5439894"/>
            <a:ext cx="57816" cy="31010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3681106" y="5309005"/>
            <a:ext cx="57816" cy="44099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3738922" y="5260677"/>
            <a:ext cx="57816" cy="4893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3796738" y="5149925"/>
            <a:ext cx="57816" cy="6000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3854554" y="5067364"/>
            <a:ext cx="57816" cy="68263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3912370" y="5061323"/>
            <a:ext cx="57816" cy="68867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3970186" y="5057296"/>
            <a:ext cx="57816" cy="6927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4028002" y="4966680"/>
            <a:ext cx="57816" cy="78331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4085819" y="5029104"/>
            <a:ext cx="57816" cy="7208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4143635" y="5000913"/>
            <a:ext cx="57816" cy="7490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4201451" y="5121733"/>
            <a:ext cx="57816" cy="6282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4259267" y="5168048"/>
            <a:ext cx="57816" cy="5819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4317083" y="5278800"/>
            <a:ext cx="57816" cy="4712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4374899" y="5383511"/>
            <a:ext cx="57816" cy="3664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4432715" y="5474126"/>
            <a:ext cx="57816" cy="27587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4490531" y="5534536"/>
            <a:ext cx="57816" cy="21546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4548347" y="5558700"/>
            <a:ext cx="57816" cy="1912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4606163" y="5629179"/>
            <a:ext cx="57816" cy="12082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4663979" y="5647302"/>
            <a:ext cx="57816" cy="10269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4721795" y="5681535"/>
            <a:ext cx="57816" cy="6846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4779612" y="5705699"/>
            <a:ext cx="57816" cy="4430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4837428" y="5723822"/>
            <a:ext cx="57816" cy="2617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4895244" y="5733890"/>
            <a:ext cx="57816" cy="161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3244586" y="5722375"/>
            <a:ext cx="52681" cy="2762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3297266" y="5676334"/>
            <a:ext cx="52681" cy="7366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3349947" y="5685542"/>
            <a:ext cx="52681" cy="6445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3402628" y="5676334"/>
            <a:ext cx="52681" cy="7366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3455309" y="5630293"/>
            <a:ext cx="52681" cy="11970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3507990" y="5694750"/>
            <a:ext cx="52681" cy="552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3560671" y="5372464"/>
            <a:ext cx="52681" cy="37753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3613351" y="5234341"/>
            <a:ext cx="52681" cy="51565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3666032" y="5344840"/>
            <a:ext cx="52681" cy="4051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3718713" y="5087011"/>
            <a:ext cx="52681" cy="66298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3771394" y="5077802"/>
            <a:ext cx="52681" cy="6721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3824075" y="4801557"/>
            <a:ext cx="52681" cy="94844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3876756" y="4792349"/>
            <a:ext cx="52681" cy="95765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3929437" y="4930472"/>
            <a:ext cx="52681" cy="81952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3982117" y="4930472"/>
            <a:ext cx="52681" cy="81952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4034798" y="4709475"/>
            <a:ext cx="52681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4087479" y="5040970"/>
            <a:ext cx="52681" cy="7090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4140160" y="5068594"/>
            <a:ext cx="52681" cy="68140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4192841" y="5105427"/>
            <a:ext cx="52681" cy="6445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4245522" y="5317215"/>
            <a:ext cx="52681" cy="43278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4298203" y="5538211"/>
            <a:ext cx="52681" cy="2117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4350883" y="5648709"/>
            <a:ext cx="52681" cy="1012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4403564" y="5575044"/>
            <a:ext cx="52681" cy="17495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4456245" y="5565836"/>
            <a:ext cx="52681" cy="18416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4508926" y="5621085"/>
            <a:ext cx="52681" cy="1289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4561607" y="5694750"/>
            <a:ext cx="52681" cy="552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4614288" y="5694750"/>
            <a:ext cx="52681" cy="552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4666968" y="5740791"/>
            <a:ext cx="52681" cy="92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4719649" y="5740791"/>
            <a:ext cx="52681" cy="92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4772330" y="5731583"/>
            <a:ext cx="52681" cy="184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3161562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095922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3.5</a:t>
            </a:r>
          </a:p>
        </p:txBody>
      </p:sp>
      <p:sp>
        <p:nvSpPr>
          <p:cNvPr id="584" name="Freeform 583"/>
          <p:cNvSpPr/>
          <p:nvPr/>
        </p:nvSpPr>
        <p:spPr>
          <a:xfrm>
            <a:off x="3463384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TextBox 584"/>
          <p:cNvSpPr txBox="1"/>
          <p:nvPr/>
        </p:nvSpPr>
        <p:spPr>
          <a:xfrm>
            <a:off x="339774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4.0</a:t>
            </a:r>
          </a:p>
        </p:txBody>
      </p:sp>
      <p:sp>
        <p:nvSpPr>
          <p:cNvPr id="586" name="Freeform 585"/>
          <p:cNvSpPr/>
          <p:nvPr/>
        </p:nvSpPr>
        <p:spPr>
          <a:xfrm>
            <a:off x="3765207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3699567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588" name="Freeform 587"/>
          <p:cNvSpPr/>
          <p:nvPr/>
        </p:nvSpPr>
        <p:spPr>
          <a:xfrm>
            <a:off x="4067029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400138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590" name="Freeform 589"/>
          <p:cNvSpPr/>
          <p:nvPr/>
        </p:nvSpPr>
        <p:spPr>
          <a:xfrm>
            <a:off x="4368851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4303211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5.5</a:t>
            </a:r>
          </a:p>
        </p:txBody>
      </p:sp>
      <p:sp>
        <p:nvSpPr>
          <p:cNvPr id="592" name="Freeform 591"/>
          <p:cNvSpPr/>
          <p:nvPr/>
        </p:nvSpPr>
        <p:spPr>
          <a:xfrm>
            <a:off x="4670674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460503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6.0</a:t>
            </a:r>
          </a:p>
        </p:txBody>
      </p:sp>
      <p:sp>
        <p:nvSpPr>
          <p:cNvPr id="594" name="Freeform 593"/>
          <p:cNvSpPr/>
          <p:nvPr/>
        </p:nvSpPr>
        <p:spPr>
          <a:xfrm>
            <a:off x="4972496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4906856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6.5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4693610" y="592639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597" name="Freeform 596"/>
          <p:cNvSpPr/>
          <p:nvPr/>
        </p:nvSpPr>
        <p:spPr>
          <a:xfrm>
            <a:off x="3087403" y="57499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2911673" y="5698812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99" name="Freeform 598"/>
          <p:cNvSpPr/>
          <p:nvPr/>
        </p:nvSpPr>
        <p:spPr>
          <a:xfrm>
            <a:off x="3087403" y="555713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2911673" y="5505946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601" name="Freeform 600"/>
          <p:cNvSpPr/>
          <p:nvPr/>
        </p:nvSpPr>
        <p:spPr>
          <a:xfrm>
            <a:off x="3087403" y="536426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2911673" y="5313079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603" name="Freeform 602"/>
          <p:cNvSpPr/>
          <p:nvPr/>
        </p:nvSpPr>
        <p:spPr>
          <a:xfrm>
            <a:off x="3087403" y="517140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2911673" y="51202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605" name="Freeform 604"/>
          <p:cNvSpPr/>
          <p:nvPr/>
        </p:nvSpPr>
        <p:spPr>
          <a:xfrm>
            <a:off x="3087403" y="49785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2911673" y="4927347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607" name="Freeform 606"/>
          <p:cNvSpPr/>
          <p:nvPr/>
        </p:nvSpPr>
        <p:spPr>
          <a:xfrm>
            <a:off x="3087403" y="478566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2911673" y="4734481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3131853" y="44923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1e9</a:t>
            </a:r>
          </a:p>
        </p:txBody>
      </p:sp>
      <p:sp>
        <p:nvSpPr>
          <p:cNvPr id="610" name="Freeform 609"/>
          <p:cNvSpPr/>
          <p:nvPr/>
        </p:nvSpPr>
        <p:spPr>
          <a:xfrm>
            <a:off x="3131853" y="465744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3131853" y="574999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3131853" y="6405530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3328069" y="7490062"/>
            <a:ext cx="54166" cy="801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3382235" y="7490062"/>
            <a:ext cx="54166" cy="801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3436401" y="7474025"/>
            <a:ext cx="54166" cy="240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3490568" y="7455984"/>
            <a:ext cx="54166" cy="420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3544734" y="7429925"/>
            <a:ext cx="54166" cy="681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3598900" y="7415893"/>
            <a:ext cx="54166" cy="821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3653067" y="7351747"/>
            <a:ext cx="54166" cy="14633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3707233" y="7295619"/>
            <a:ext cx="54166" cy="2024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3761400" y="7211427"/>
            <a:ext cx="54166" cy="28665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3815566" y="7125230"/>
            <a:ext cx="54166" cy="3728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3869732" y="7029011"/>
            <a:ext cx="54166" cy="46906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3923899" y="6890696"/>
            <a:ext cx="54166" cy="6073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3978065" y="6834568"/>
            <a:ext cx="54166" cy="6635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4032231" y="6788463"/>
            <a:ext cx="54166" cy="70961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4086398" y="6690239"/>
            <a:ext cx="54166" cy="80784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4140564" y="6672198"/>
            <a:ext cx="54166" cy="8258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4194731" y="6722312"/>
            <a:ext cx="54166" cy="77576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4248897" y="6742358"/>
            <a:ext cx="54166" cy="75572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4303063" y="6842586"/>
            <a:ext cx="54166" cy="65549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4357230" y="6836573"/>
            <a:ext cx="54166" cy="66150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4411396" y="7000947"/>
            <a:ext cx="54166" cy="49713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4465562" y="7089148"/>
            <a:ext cx="54166" cy="4089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4519729" y="7221450"/>
            <a:ext cx="54166" cy="2766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4573895" y="7281587"/>
            <a:ext cx="54166" cy="2164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4628062" y="7325687"/>
            <a:ext cx="54166" cy="1723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4682228" y="7389833"/>
            <a:ext cx="54166" cy="1082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4736394" y="7429925"/>
            <a:ext cx="54166" cy="681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4790561" y="7441952"/>
            <a:ext cx="54166" cy="5612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4844727" y="7476030"/>
            <a:ext cx="54166" cy="220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4898893" y="7474025"/>
            <a:ext cx="54166" cy="240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3218577" y="7448055"/>
            <a:ext cx="45219" cy="5002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3263796" y="7368014"/>
            <a:ext cx="45219" cy="13006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3309015" y="7438050"/>
            <a:ext cx="45219" cy="600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3354234" y="7297979"/>
            <a:ext cx="45219" cy="20010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3399453" y="7418040"/>
            <a:ext cx="45219" cy="8004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3444672" y="7348004"/>
            <a:ext cx="45219" cy="1500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3489891" y="7408035"/>
            <a:ext cx="45219" cy="900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3535110" y="7448055"/>
            <a:ext cx="45219" cy="5002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3580329" y="7418040"/>
            <a:ext cx="45219" cy="8004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3625548" y="7297979"/>
            <a:ext cx="45219" cy="20010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3670767" y="7157909"/>
            <a:ext cx="45219" cy="34017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3715986" y="7027843"/>
            <a:ext cx="45219" cy="47023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3761204" y="6967813"/>
            <a:ext cx="45219" cy="53026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3806423" y="6897778"/>
            <a:ext cx="45219" cy="60030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3851642" y="6857757"/>
            <a:ext cx="45219" cy="64032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3896861" y="6727692"/>
            <a:ext cx="45219" cy="7703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3942080" y="6457556"/>
            <a:ext cx="45219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3987299" y="6697677"/>
            <a:ext cx="45219" cy="80040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4032518" y="6497576"/>
            <a:ext cx="45219" cy="100050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4077737" y="6507581"/>
            <a:ext cx="45219" cy="99049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4122956" y="6777717"/>
            <a:ext cx="45219" cy="72036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4168175" y="6747702"/>
            <a:ext cx="45219" cy="7503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4213394" y="6947803"/>
            <a:ext cx="45219" cy="55027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4258613" y="7107883"/>
            <a:ext cx="45219" cy="3901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4303832" y="7067863"/>
            <a:ext cx="45219" cy="4302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4349051" y="7157909"/>
            <a:ext cx="45219" cy="34017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4394270" y="7277969"/>
            <a:ext cx="45219" cy="22011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4439489" y="7348004"/>
            <a:ext cx="45219" cy="1500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4484707" y="7408035"/>
            <a:ext cx="45219" cy="900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4529926" y="7408035"/>
            <a:ext cx="45219" cy="900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3234699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3142797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675" name="Freeform 674"/>
          <p:cNvSpPr/>
          <p:nvPr/>
        </p:nvSpPr>
        <p:spPr>
          <a:xfrm>
            <a:off x="3666798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3574896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677" name="Freeform 676"/>
          <p:cNvSpPr/>
          <p:nvPr/>
        </p:nvSpPr>
        <p:spPr>
          <a:xfrm>
            <a:off x="4098897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TextBox 677"/>
          <p:cNvSpPr txBox="1"/>
          <p:nvPr/>
        </p:nvSpPr>
        <p:spPr>
          <a:xfrm>
            <a:off x="4006995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679" name="Freeform 678"/>
          <p:cNvSpPr/>
          <p:nvPr/>
        </p:nvSpPr>
        <p:spPr>
          <a:xfrm>
            <a:off x="4530996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4439094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681" name="Freeform 680"/>
          <p:cNvSpPr/>
          <p:nvPr/>
        </p:nvSpPr>
        <p:spPr>
          <a:xfrm>
            <a:off x="4963095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4871193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683" name="Freeform 682"/>
          <p:cNvSpPr/>
          <p:nvPr/>
        </p:nvSpPr>
        <p:spPr>
          <a:xfrm>
            <a:off x="3087403" y="74980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TextBox 683"/>
          <p:cNvSpPr txBox="1"/>
          <p:nvPr/>
        </p:nvSpPr>
        <p:spPr>
          <a:xfrm>
            <a:off x="2990431" y="744689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85" name="Freeform 684"/>
          <p:cNvSpPr/>
          <p:nvPr/>
        </p:nvSpPr>
        <p:spPr>
          <a:xfrm>
            <a:off x="3087403" y="718397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2990431" y="7132786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87" name="Freeform 686"/>
          <p:cNvSpPr/>
          <p:nvPr/>
        </p:nvSpPr>
        <p:spPr>
          <a:xfrm>
            <a:off x="3087403" y="686986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2937908" y="6818679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689" name="Freeform 688"/>
          <p:cNvSpPr/>
          <p:nvPr/>
        </p:nvSpPr>
        <p:spPr>
          <a:xfrm>
            <a:off x="3087403" y="65557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TextBox 689"/>
          <p:cNvSpPr txBox="1"/>
          <p:nvPr/>
        </p:nvSpPr>
        <p:spPr>
          <a:xfrm>
            <a:off x="2937908" y="6504573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691" name="Freeform 690"/>
          <p:cNvSpPr/>
          <p:nvPr/>
        </p:nvSpPr>
        <p:spPr>
          <a:xfrm>
            <a:off x="3131853" y="6405530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3131853" y="7498080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5802956" y="1161288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5902075" y="2251999"/>
            <a:ext cx="57403" cy="184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5959478" y="2247707"/>
            <a:ext cx="57403" cy="61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6016881" y="2247093"/>
            <a:ext cx="57403" cy="674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6074284" y="2235443"/>
            <a:ext cx="57403" cy="183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6131687" y="2240348"/>
            <a:ext cx="57403" cy="1349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6189090" y="2213368"/>
            <a:ext cx="57403" cy="4047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6246493" y="2209689"/>
            <a:ext cx="57403" cy="4414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6303896" y="2183935"/>
            <a:ext cx="57403" cy="6990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6361299" y="2162474"/>
            <a:ext cx="57403" cy="913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6418702" y="2112806"/>
            <a:ext cx="57403" cy="1410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6476104" y="2091958"/>
            <a:ext cx="57403" cy="16188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6533507" y="2069883"/>
            <a:ext cx="57403" cy="1839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6590910" y="2039837"/>
            <a:ext cx="57403" cy="21400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6648313" y="2027574"/>
            <a:ext cx="57403" cy="22626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6705716" y="2022055"/>
            <a:ext cx="57403" cy="2317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6763119" y="2007952"/>
            <a:ext cx="57403" cy="2458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6820522" y="2001820"/>
            <a:ext cx="57403" cy="25201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6877925" y="2037998"/>
            <a:ext cx="57403" cy="21584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6935328" y="2062525"/>
            <a:ext cx="57403" cy="19131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6992731" y="2068044"/>
            <a:ext cx="57403" cy="1857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7050134" y="2107288"/>
            <a:ext cx="57403" cy="14655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7107537" y="2141626"/>
            <a:ext cx="57403" cy="11221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7164939" y="2160634"/>
            <a:ext cx="57403" cy="932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7222342" y="2195586"/>
            <a:ext cx="57403" cy="582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7279745" y="2210916"/>
            <a:ext cx="57403" cy="429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7337148" y="2228085"/>
            <a:ext cx="57403" cy="257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7394551" y="2230537"/>
            <a:ext cx="57403" cy="2330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7451954" y="2243414"/>
            <a:ext cx="57403" cy="1042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7509357" y="2246480"/>
            <a:ext cx="57403" cy="735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7566760" y="2250159"/>
            <a:ext cx="57403" cy="367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5889680" y="2133357"/>
            <a:ext cx="13390" cy="1204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5903070" y="2133357"/>
            <a:ext cx="13390" cy="1204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5916461" y="2133357"/>
            <a:ext cx="13390" cy="1204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5929851" y="2023828"/>
            <a:ext cx="13390" cy="23001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5943241" y="2001922"/>
            <a:ext cx="13390" cy="2519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5956631" y="1881440"/>
            <a:ext cx="13390" cy="3723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5970021" y="1793817"/>
            <a:ext cx="13390" cy="4600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5983411" y="1760958"/>
            <a:ext cx="13390" cy="4928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5996801" y="1476183"/>
            <a:ext cx="13390" cy="77765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6010191" y="1519995"/>
            <a:ext cx="13390" cy="73384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6023582" y="1257126"/>
            <a:ext cx="13390" cy="99671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6036972" y="1487136"/>
            <a:ext cx="13390" cy="76670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6050362" y="1388560"/>
            <a:ext cx="13390" cy="8652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6063752" y="1311890"/>
            <a:ext cx="13390" cy="9419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6077142" y="1213314"/>
            <a:ext cx="13390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6090532" y="1519995"/>
            <a:ext cx="13390" cy="73384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6103922" y="1530948"/>
            <a:ext cx="13390" cy="7228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6117312" y="1498089"/>
            <a:ext cx="13390" cy="7557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6130703" y="1695241"/>
            <a:ext cx="13390" cy="5585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6144093" y="1760958"/>
            <a:ext cx="13390" cy="4928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6157483" y="1804770"/>
            <a:ext cx="13390" cy="4490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6170873" y="1903346"/>
            <a:ext cx="13390" cy="35049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6184263" y="1980016"/>
            <a:ext cx="13390" cy="27382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6197653" y="2034781"/>
            <a:ext cx="13390" cy="21905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6211043" y="2133357"/>
            <a:ext cx="13390" cy="1204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6224433" y="2188121"/>
            <a:ext cx="13390" cy="657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6237824" y="2220980"/>
            <a:ext cx="13390" cy="328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6251214" y="2220980"/>
            <a:ext cx="13390" cy="328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6264604" y="2242885"/>
            <a:ext cx="13390" cy="1095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6277994" y="2220980"/>
            <a:ext cx="13390" cy="328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5907643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5842003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756" name="Freeform 755"/>
          <p:cNvSpPr/>
          <p:nvPr/>
        </p:nvSpPr>
        <p:spPr>
          <a:xfrm>
            <a:off x="6198026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6132386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758" name="Freeform 757"/>
          <p:cNvSpPr/>
          <p:nvPr/>
        </p:nvSpPr>
        <p:spPr>
          <a:xfrm>
            <a:off x="6488408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TextBox 758"/>
          <p:cNvSpPr txBox="1"/>
          <p:nvPr/>
        </p:nvSpPr>
        <p:spPr>
          <a:xfrm>
            <a:off x="6422768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760" name="Freeform 759"/>
          <p:cNvSpPr/>
          <p:nvPr/>
        </p:nvSpPr>
        <p:spPr>
          <a:xfrm>
            <a:off x="6778791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6713151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762" name="Freeform 761"/>
          <p:cNvSpPr/>
          <p:nvPr/>
        </p:nvSpPr>
        <p:spPr>
          <a:xfrm>
            <a:off x="7069173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TextBox 762"/>
          <p:cNvSpPr txBox="1"/>
          <p:nvPr/>
        </p:nvSpPr>
        <p:spPr>
          <a:xfrm>
            <a:off x="7003533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2.2</a:t>
            </a:r>
          </a:p>
        </p:txBody>
      </p:sp>
      <p:sp>
        <p:nvSpPr>
          <p:cNvPr id="764" name="Freeform 763"/>
          <p:cNvSpPr/>
          <p:nvPr/>
        </p:nvSpPr>
        <p:spPr>
          <a:xfrm>
            <a:off x="7359556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7293916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2.4</a:t>
            </a:r>
          </a:p>
        </p:txBody>
      </p:sp>
      <p:sp>
        <p:nvSpPr>
          <p:cNvPr id="766" name="Freeform 765"/>
          <p:cNvSpPr/>
          <p:nvPr/>
        </p:nvSpPr>
        <p:spPr>
          <a:xfrm>
            <a:off x="7649939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7584298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2.6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7390331" y="24302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769" name="Freeform 768"/>
          <p:cNvSpPr/>
          <p:nvPr/>
        </p:nvSpPr>
        <p:spPr>
          <a:xfrm>
            <a:off x="5758506" y="22538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5661534" y="220265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71" name="Freeform 770"/>
          <p:cNvSpPr/>
          <p:nvPr/>
        </p:nvSpPr>
        <p:spPr>
          <a:xfrm>
            <a:off x="5758506" y="20114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TextBox 771"/>
          <p:cNvSpPr txBox="1"/>
          <p:nvPr/>
        </p:nvSpPr>
        <p:spPr>
          <a:xfrm>
            <a:off x="5661534" y="1960222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773" name="Freeform 772"/>
          <p:cNvSpPr/>
          <p:nvPr/>
        </p:nvSpPr>
        <p:spPr>
          <a:xfrm>
            <a:off x="5758506" y="17689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TextBox 773"/>
          <p:cNvSpPr txBox="1"/>
          <p:nvPr/>
        </p:nvSpPr>
        <p:spPr>
          <a:xfrm>
            <a:off x="5661534" y="1717794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75" name="Freeform 774"/>
          <p:cNvSpPr/>
          <p:nvPr/>
        </p:nvSpPr>
        <p:spPr>
          <a:xfrm>
            <a:off x="5758506" y="15265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5661534" y="1475365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777" name="Freeform 776"/>
          <p:cNvSpPr/>
          <p:nvPr/>
        </p:nvSpPr>
        <p:spPr>
          <a:xfrm>
            <a:off x="5758506" y="12841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TextBox 777"/>
          <p:cNvSpPr txBox="1"/>
          <p:nvPr/>
        </p:nvSpPr>
        <p:spPr>
          <a:xfrm>
            <a:off x="5661534" y="1232937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5802956" y="99618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1e−11</a:t>
            </a:r>
          </a:p>
        </p:txBody>
      </p:sp>
      <p:sp>
        <p:nvSpPr>
          <p:cNvPr id="780" name="Freeform 779"/>
          <p:cNvSpPr/>
          <p:nvPr/>
        </p:nvSpPr>
        <p:spPr>
          <a:xfrm>
            <a:off x="5802956" y="1161288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5802956" y="2253838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6432294" y="868924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High stress</a:t>
            </a:r>
          </a:p>
        </p:txBody>
      </p:sp>
      <p:sp>
        <p:nvSpPr>
          <p:cNvPr id="783" name="Rectangle 782"/>
          <p:cNvSpPr/>
          <p:nvPr/>
        </p:nvSpPr>
        <p:spPr>
          <a:xfrm>
            <a:off x="5802956" y="290936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5889680" y="3994853"/>
            <a:ext cx="57816" cy="70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5947496" y="3994853"/>
            <a:ext cx="57816" cy="70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6005313" y="3984758"/>
            <a:ext cx="57816" cy="171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6063129" y="3964569"/>
            <a:ext cx="57816" cy="373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6120945" y="3950437"/>
            <a:ext cx="57816" cy="514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6178761" y="3927219"/>
            <a:ext cx="57816" cy="747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6236577" y="3907030"/>
            <a:ext cx="57816" cy="948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6294393" y="3872709"/>
            <a:ext cx="57816" cy="1292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6352209" y="3825264"/>
            <a:ext cx="57816" cy="1766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6410025" y="3730376"/>
            <a:ext cx="57816" cy="27154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6467841" y="3702111"/>
            <a:ext cx="57816" cy="29980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6525657" y="3661733"/>
            <a:ext cx="57816" cy="34018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6583473" y="3645582"/>
            <a:ext cx="57816" cy="35633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6641289" y="3573910"/>
            <a:ext cx="57816" cy="42800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ectangle 797"/>
          <p:cNvSpPr/>
          <p:nvPr/>
        </p:nvSpPr>
        <p:spPr>
          <a:xfrm>
            <a:off x="6699105" y="3532523"/>
            <a:ext cx="57816" cy="4693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Rectangle 798"/>
          <p:cNvSpPr/>
          <p:nvPr/>
        </p:nvSpPr>
        <p:spPr>
          <a:xfrm>
            <a:off x="6756922" y="3582996"/>
            <a:ext cx="57816" cy="4189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Rectangle 799"/>
          <p:cNvSpPr/>
          <p:nvPr/>
        </p:nvSpPr>
        <p:spPr>
          <a:xfrm>
            <a:off x="6814738" y="3603185"/>
            <a:ext cx="57816" cy="3987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ectangle 800"/>
          <p:cNvSpPr/>
          <p:nvPr/>
        </p:nvSpPr>
        <p:spPr>
          <a:xfrm>
            <a:off x="6872554" y="3659714"/>
            <a:ext cx="57816" cy="3422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ectangle 801"/>
          <p:cNvSpPr/>
          <p:nvPr/>
        </p:nvSpPr>
        <p:spPr>
          <a:xfrm>
            <a:off x="6930370" y="3723310"/>
            <a:ext cx="57816" cy="2786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ectangle 802"/>
          <p:cNvSpPr/>
          <p:nvPr/>
        </p:nvSpPr>
        <p:spPr>
          <a:xfrm>
            <a:off x="6988186" y="3782867"/>
            <a:ext cx="57816" cy="21905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Rectangle 803"/>
          <p:cNvSpPr/>
          <p:nvPr/>
        </p:nvSpPr>
        <p:spPr>
          <a:xfrm>
            <a:off x="7046002" y="3781858"/>
            <a:ext cx="57816" cy="2200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ectangle 804"/>
          <p:cNvSpPr/>
          <p:nvPr/>
        </p:nvSpPr>
        <p:spPr>
          <a:xfrm>
            <a:off x="7103818" y="3868671"/>
            <a:ext cx="57816" cy="1332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7161634" y="3901983"/>
            <a:ext cx="57816" cy="999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Rectangle 806"/>
          <p:cNvSpPr/>
          <p:nvPr/>
        </p:nvSpPr>
        <p:spPr>
          <a:xfrm>
            <a:off x="7219450" y="3943371"/>
            <a:ext cx="57816" cy="585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ectangle 807"/>
          <p:cNvSpPr/>
          <p:nvPr/>
        </p:nvSpPr>
        <p:spPr>
          <a:xfrm>
            <a:off x="7277266" y="3947408"/>
            <a:ext cx="57816" cy="5451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Rectangle 808"/>
          <p:cNvSpPr/>
          <p:nvPr/>
        </p:nvSpPr>
        <p:spPr>
          <a:xfrm>
            <a:off x="7335082" y="3973654"/>
            <a:ext cx="57816" cy="2826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ectangle 809"/>
          <p:cNvSpPr/>
          <p:nvPr/>
        </p:nvSpPr>
        <p:spPr>
          <a:xfrm>
            <a:off x="7392899" y="3984758"/>
            <a:ext cx="57816" cy="171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Rectangle 810"/>
          <p:cNvSpPr/>
          <p:nvPr/>
        </p:nvSpPr>
        <p:spPr>
          <a:xfrm>
            <a:off x="7450715" y="3990815"/>
            <a:ext cx="57816" cy="111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Rectangle 811"/>
          <p:cNvSpPr/>
          <p:nvPr/>
        </p:nvSpPr>
        <p:spPr>
          <a:xfrm>
            <a:off x="7508531" y="3996872"/>
            <a:ext cx="57816" cy="50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7566347" y="4000909"/>
            <a:ext cx="57816" cy="1010"/>
          </a:xfrm>
          <a:custGeom>
            <a:avLst/>
            <a:gdLst/>
            <a:ahLst/>
            <a:cxnLst/>
            <a:rect l="l" t="t" r="r" b="b"/>
            <a:pathLst>
              <a:path w="57816" h="1010">
                <a:moveTo>
                  <a:pt x="0" y="1010"/>
                </a:moveTo>
                <a:lnTo>
                  <a:pt x="57816" y="1010"/>
                </a:lnTo>
                <a:close/>
                <a:lnTo>
                  <a:pt x="57816" y="0"/>
                </a:lnTo>
                <a:close/>
                <a:lnTo>
                  <a:pt x="0" y="0"/>
                </a:lnTo>
                <a:close/>
                <a:lnTo>
                  <a:pt x="0" y="1010"/>
                </a:lnTo>
                <a:close/>
              </a:path>
            </a:pathLst>
          </a:cu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Rectangle 813"/>
          <p:cNvSpPr/>
          <p:nvPr/>
        </p:nvSpPr>
        <p:spPr>
          <a:xfrm>
            <a:off x="6543434" y="3992284"/>
            <a:ext cx="25240" cy="96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Rectangle 814"/>
          <p:cNvSpPr/>
          <p:nvPr/>
        </p:nvSpPr>
        <p:spPr>
          <a:xfrm>
            <a:off x="6568674" y="3982650"/>
            <a:ext cx="25240" cy="1926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Rectangle 815"/>
          <p:cNvSpPr/>
          <p:nvPr/>
        </p:nvSpPr>
        <p:spPr>
          <a:xfrm>
            <a:off x="6593915" y="3963381"/>
            <a:ext cx="25240" cy="385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Rectangle 816"/>
          <p:cNvSpPr/>
          <p:nvPr/>
        </p:nvSpPr>
        <p:spPr>
          <a:xfrm>
            <a:off x="6619155" y="3924843"/>
            <a:ext cx="25240" cy="770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Rectangle 817"/>
          <p:cNvSpPr/>
          <p:nvPr/>
        </p:nvSpPr>
        <p:spPr>
          <a:xfrm>
            <a:off x="6644395" y="3857402"/>
            <a:ext cx="25240" cy="1445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Rectangle 818"/>
          <p:cNvSpPr/>
          <p:nvPr/>
        </p:nvSpPr>
        <p:spPr>
          <a:xfrm>
            <a:off x="6669636" y="3780326"/>
            <a:ext cx="25240" cy="22159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Rectangle 819"/>
          <p:cNvSpPr/>
          <p:nvPr/>
        </p:nvSpPr>
        <p:spPr>
          <a:xfrm>
            <a:off x="6694876" y="3712884"/>
            <a:ext cx="25240" cy="2890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6720116" y="3770691"/>
            <a:ext cx="25240" cy="23122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Rectangle 821"/>
          <p:cNvSpPr/>
          <p:nvPr/>
        </p:nvSpPr>
        <p:spPr>
          <a:xfrm>
            <a:off x="6745357" y="3558733"/>
            <a:ext cx="25240" cy="44318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Rectangle 822"/>
          <p:cNvSpPr/>
          <p:nvPr/>
        </p:nvSpPr>
        <p:spPr>
          <a:xfrm>
            <a:off x="6770597" y="3549098"/>
            <a:ext cx="25240" cy="4528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Rectangle 823"/>
          <p:cNvSpPr/>
          <p:nvPr/>
        </p:nvSpPr>
        <p:spPr>
          <a:xfrm>
            <a:off x="6795837" y="3443119"/>
            <a:ext cx="25240" cy="55880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Rectangle 824"/>
          <p:cNvSpPr/>
          <p:nvPr/>
        </p:nvSpPr>
        <p:spPr>
          <a:xfrm>
            <a:off x="6821078" y="3404581"/>
            <a:ext cx="25240" cy="5973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Rectangle 825"/>
          <p:cNvSpPr/>
          <p:nvPr/>
        </p:nvSpPr>
        <p:spPr>
          <a:xfrm>
            <a:off x="6846318" y="3086643"/>
            <a:ext cx="25240" cy="9152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Rectangle 826"/>
          <p:cNvSpPr/>
          <p:nvPr/>
        </p:nvSpPr>
        <p:spPr>
          <a:xfrm>
            <a:off x="6871559" y="3057740"/>
            <a:ext cx="25240" cy="94417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Rectangle 827"/>
          <p:cNvSpPr/>
          <p:nvPr/>
        </p:nvSpPr>
        <p:spPr>
          <a:xfrm>
            <a:off x="6896799" y="3038471"/>
            <a:ext cx="25240" cy="9634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Rectangle 828"/>
          <p:cNvSpPr/>
          <p:nvPr/>
        </p:nvSpPr>
        <p:spPr>
          <a:xfrm>
            <a:off x="6922039" y="3048105"/>
            <a:ext cx="25240" cy="9538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Rectangle 829"/>
          <p:cNvSpPr/>
          <p:nvPr/>
        </p:nvSpPr>
        <p:spPr>
          <a:xfrm>
            <a:off x="6947280" y="2961395"/>
            <a:ext cx="25240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Rectangle 830"/>
          <p:cNvSpPr/>
          <p:nvPr/>
        </p:nvSpPr>
        <p:spPr>
          <a:xfrm>
            <a:off x="6972520" y="3279333"/>
            <a:ext cx="25240" cy="72258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Rectangle 831"/>
          <p:cNvSpPr/>
          <p:nvPr/>
        </p:nvSpPr>
        <p:spPr>
          <a:xfrm>
            <a:off x="6997760" y="3125181"/>
            <a:ext cx="25240" cy="8767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Rectangle 832"/>
          <p:cNvSpPr/>
          <p:nvPr/>
        </p:nvSpPr>
        <p:spPr>
          <a:xfrm>
            <a:off x="7023001" y="3394946"/>
            <a:ext cx="25240" cy="6069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Rectangle 833"/>
          <p:cNvSpPr/>
          <p:nvPr/>
        </p:nvSpPr>
        <p:spPr>
          <a:xfrm>
            <a:off x="7048241" y="3500926"/>
            <a:ext cx="25240" cy="50099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7073481" y="3761057"/>
            <a:ext cx="25240" cy="24086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7098722" y="3789960"/>
            <a:ext cx="25240" cy="2119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Rectangle 836"/>
          <p:cNvSpPr/>
          <p:nvPr/>
        </p:nvSpPr>
        <p:spPr>
          <a:xfrm>
            <a:off x="7123962" y="3770691"/>
            <a:ext cx="25240" cy="23122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Rectangle 837"/>
          <p:cNvSpPr/>
          <p:nvPr/>
        </p:nvSpPr>
        <p:spPr>
          <a:xfrm>
            <a:off x="7149202" y="3886305"/>
            <a:ext cx="25240" cy="1156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Rectangle 838"/>
          <p:cNvSpPr/>
          <p:nvPr/>
        </p:nvSpPr>
        <p:spPr>
          <a:xfrm>
            <a:off x="7174443" y="3963381"/>
            <a:ext cx="25240" cy="385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7199683" y="3973015"/>
            <a:ext cx="25240" cy="2890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Rectangle 840"/>
          <p:cNvSpPr/>
          <p:nvPr/>
        </p:nvSpPr>
        <p:spPr>
          <a:xfrm>
            <a:off x="7224924" y="3992284"/>
            <a:ext cx="25240" cy="96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Rectangle 841"/>
          <p:cNvSpPr/>
          <p:nvPr/>
        </p:nvSpPr>
        <p:spPr>
          <a:xfrm>
            <a:off x="7250164" y="3963381"/>
            <a:ext cx="25240" cy="385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Rectangle 842"/>
          <p:cNvSpPr/>
          <p:nvPr/>
        </p:nvSpPr>
        <p:spPr>
          <a:xfrm>
            <a:off x="7275404" y="3963381"/>
            <a:ext cx="25240" cy="385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6193534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TextBox 844"/>
          <p:cNvSpPr txBox="1"/>
          <p:nvPr/>
        </p:nvSpPr>
        <p:spPr>
          <a:xfrm>
            <a:off x="6127894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846" name="Freeform 845"/>
          <p:cNvSpPr/>
          <p:nvPr/>
        </p:nvSpPr>
        <p:spPr>
          <a:xfrm>
            <a:off x="6723120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6657480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848" name="Freeform 847"/>
          <p:cNvSpPr/>
          <p:nvPr/>
        </p:nvSpPr>
        <p:spPr>
          <a:xfrm>
            <a:off x="7252706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TextBox 848"/>
          <p:cNvSpPr txBox="1"/>
          <p:nvPr/>
        </p:nvSpPr>
        <p:spPr>
          <a:xfrm>
            <a:off x="7187066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850" name="TextBox 849"/>
          <p:cNvSpPr txBox="1"/>
          <p:nvPr/>
        </p:nvSpPr>
        <p:spPr>
          <a:xfrm>
            <a:off x="7364713" y="417831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851" name="Freeform 850"/>
          <p:cNvSpPr/>
          <p:nvPr/>
        </p:nvSpPr>
        <p:spPr>
          <a:xfrm>
            <a:off x="5758506" y="40019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TextBox 851"/>
          <p:cNvSpPr txBox="1"/>
          <p:nvPr/>
        </p:nvSpPr>
        <p:spPr>
          <a:xfrm>
            <a:off x="5661534" y="395073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53" name="Freeform 852"/>
          <p:cNvSpPr/>
          <p:nvPr/>
        </p:nvSpPr>
        <p:spPr>
          <a:xfrm>
            <a:off x="5758506" y="37815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TextBox 853"/>
          <p:cNvSpPr txBox="1"/>
          <p:nvPr/>
        </p:nvSpPr>
        <p:spPr>
          <a:xfrm>
            <a:off x="5398922" y="3730323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200000</a:t>
            </a:r>
          </a:p>
        </p:txBody>
      </p:sp>
      <p:sp>
        <p:nvSpPr>
          <p:cNvPr id="855" name="Freeform 854"/>
          <p:cNvSpPr/>
          <p:nvPr/>
        </p:nvSpPr>
        <p:spPr>
          <a:xfrm>
            <a:off x="5758506" y="3561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TextBox 855"/>
          <p:cNvSpPr txBox="1"/>
          <p:nvPr/>
        </p:nvSpPr>
        <p:spPr>
          <a:xfrm>
            <a:off x="5398922" y="3509914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400000</a:t>
            </a:r>
          </a:p>
        </p:txBody>
      </p:sp>
      <p:sp>
        <p:nvSpPr>
          <p:cNvPr id="857" name="Freeform 856"/>
          <p:cNvSpPr/>
          <p:nvPr/>
        </p:nvSpPr>
        <p:spPr>
          <a:xfrm>
            <a:off x="5758506" y="334069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TextBox 857"/>
          <p:cNvSpPr txBox="1"/>
          <p:nvPr/>
        </p:nvSpPr>
        <p:spPr>
          <a:xfrm>
            <a:off x="5398922" y="3289506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600000</a:t>
            </a:r>
          </a:p>
        </p:txBody>
      </p:sp>
      <p:sp>
        <p:nvSpPr>
          <p:cNvPr id="859" name="Freeform 858"/>
          <p:cNvSpPr/>
          <p:nvPr/>
        </p:nvSpPr>
        <p:spPr>
          <a:xfrm>
            <a:off x="5758506" y="312028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TextBox 859"/>
          <p:cNvSpPr txBox="1"/>
          <p:nvPr/>
        </p:nvSpPr>
        <p:spPr>
          <a:xfrm>
            <a:off x="5398922" y="3069097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800000</a:t>
            </a:r>
          </a:p>
        </p:txBody>
      </p:sp>
      <p:sp>
        <p:nvSpPr>
          <p:cNvPr id="861" name="Freeform 860"/>
          <p:cNvSpPr/>
          <p:nvPr/>
        </p:nvSpPr>
        <p:spPr>
          <a:xfrm>
            <a:off x="5802956" y="290936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5802956" y="400191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Rectangle 862"/>
          <p:cNvSpPr/>
          <p:nvPr/>
        </p:nvSpPr>
        <p:spPr>
          <a:xfrm>
            <a:off x="5802956" y="465744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Rectangle 863"/>
          <p:cNvSpPr/>
          <p:nvPr/>
        </p:nvSpPr>
        <p:spPr>
          <a:xfrm>
            <a:off x="5889680" y="5724166"/>
            <a:ext cx="57816" cy="258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Rectangle 864"/>
          <p:cNvSpPr/>
          <p:nvPr/>
        </p:nvSpPr>
        <p:spPr>
          <a:xfrm>
            <a:off x="5947496" y="5717708"/>
            <a:ext cx="57816" cy="322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Rectangle 865"/>
          <p:cNvSpPr/>
          <p:nvPr/>
        </p:nvSpPr>
        <p:spPr>
          <a:xfrm>
            <a:off x="6005313" y="5678957"/>
            <a:ext cx="57816" cy="710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Rectangle 866"/>
          <p:cNvSpPr/>
          <p:nvPr/>
        </p:nvSpPr>
        <p:spPr>
          <a:xfrm>
            <a:off x="6063129" y="5663888"/>
            <a:ext cx="57816" cy="861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Rectangle 867"/>
          <p:cNvSpPr/>
          <p:nvPr/>
        </p:nvSpPr>
        <p:spPr>
          <a:xfrm>
            <a:off x="6120945" y="5586387"/>
            <a:ext cx="57816" cy="1636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Rectangle 868"/>
          <p:cNvSpPr/>
          <p:nvPr/>
        </p:nvSpPr>
        <p:spPr>
          <a:xfrm>
            <a:off x="6178761" y="5554095"/>
            <a:ext cx="57816" cy="1959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Rectangle 869"/>
          <p:cNvSpPr/>
          <p:nvPr/>
        </p:nvSpPr>
        <p:spPr>
          <a:xfrm>
            <a:off x="6236577" y="5495970"/>
            <a:ext cx="57816" cy="2540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Rectangle 870"/>
          <p:cNvSpPr/>
          <p:nvPr/>
        </p:nvSpPr>
        <p:spPr>
          <a:xfrm>
            <a:off x="6294393" y="5403399"/>
            <a:ext cx="57816" cy="3466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6352209" y="5345274"/>
            <a:ext cx="57816" cy="40472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Rectangle 872"/>
          <p:cNvSpPr/>
          <p:nvPr/>
        </p:nvSpPr>
        <p:spPr>
          <a:xfrm>
            <a:off x="6410025" y="5149370"/>
            <a:ext cx="57816" cy="6006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Rectangle 873"/>
          <p:cNvSpPr/>
          <p:nvPr/>
        </p:nvSpPr>
        <p:spPr>
          <a:xfrm>
            <a:off x="6467841" y="5136453"/>
            <a:ext cx="57816" cy="6135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6525657" y="5007285"/>
            <a:ext cx="57816" cy="74271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Rectangle 875"/>
          <p:cNvSpPr/>
          <p:nvPr/>
        </p:nvSpPr>
        <p:spPr>
          <a:xfrm>
            <a:off x="6583473" y="4880270"/>
            <a:ext cx="57816" cy="8697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Rectangle 876"/>
          <p:cNvSpPr/>
          <p:nvPr/>
        </p:nvSpPr>
        <p:spPr>
          <a:xfrm>
            <a:off x="6641289" y="4990063"/>
            <a:ext cx="57816" cy="75993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Rectangle 877"/>
          <p:cNvSpPr/>
          <p:nvPr/>
        </p:nvSpPr>
        <p:spPr>
          <a:xfrm>
            <a:off x="6699105" y="4919020"/>
            <a:ext cx="57816" cy="83097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Rectangle 878"/>
          <p:cNvSpPr/>
          <p:nvPr/>
        </p:nvSpPr>
        <p:spPr>
          <a:xfrm>
            <a:off x="6756922" y="4985757"/>
            <a:ext cx="57816" cy="7642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Rectangle 879"/>
          <p:cNvSpPr/>
          <p:nvPr/>
        </p:nvSpPr>
        <p:spPr>
          <a:xfrm>
            <a:off x="6814738" y="4974993"/>
            <a:ext cx="57816" cy="77500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Rectangle 880"/>
          <p:cNvSpPr/>
          <p:nvPr/>
        </p:nvSpPr>
        <p:spPr>
          <a:xfrm>
            <a:off x="6872554" y="5106314"/>
            <a:ext cx="57816" cy="64368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Rectangle 881"/>
          <p:cNvSpPr/>
          <p:nvPr/>
        </p:nvSpPr>
        <p:spPr>
          <a:xfrm>
            <a:off x="6930370" y="5110619"/>
            <a:ext cx="57816" cy="63938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Rectangle 882"/>
          <p:cNvSpPr/>
          <p:nvPr/>
        </p:nvSpPr>
        <p:spPr>
          <a:xfrm>
            <a:off x="6988186" y="5250551"/>
            <a:ext cx="57816" cy="49944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Rectangle 883"/>
          <p:cNvSpPr/>
          <p:nvPr/>
        </p:nvSpPr>
        <p:spPr>
          <a:xfrm>
            <a:off x="7046002" y="5386177"/>
            <a:ext cx="57816" cy="36382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7103818" y="5416316"/>
            <a:ext cx="57816" cy="3336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Rectangle 885"/>
          <p:cNvSpPr/>
          <p:nvPr/>
        </p:nvSpPr>
        <p:spPr>
          <a:xfrm>
            <a:off x="7161634" y="5487358"/>
            <a:ext cx="57816" cy="26264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Rectangle 886"/>
          <p:cNvSpPr/>
          <p:nvPr/>
        </p:nvSpPr>
        <p:spPr>
          <a:xfrm>
            <a:off x="7219450" y="5562706"/>
            <a:ext cx="57816" cy="1872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7277266" y="5648818"/>
            <a:ext cx="57816" cy="10118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Rectangle 888"/>
          <p:cNvSpPr/>
          <p:nvPr/>
        </p:nvSpPr>
        <p:spPr>
          <a:xfrm>
            <a:off x="7335082" y="5672499"/>
            <a:ext cx="57816" cy="7750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Rectangle 889"/>
          <p:cNvSpPr/>
          <p:nvPr/>
        </p:nvSpPr>
        <p:spPr>
          <a:xfrm>
            <a:off x="7392899" y="5700485"/>
            <a:ext cx="57816" cy="4951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Rectangle 890"/>
          <p:cNvSpPr/>
          <p:nvPr/>
        </p:nvSpPr>
        <p:spPr>
          <a:xfrm>
            <a:off x="7450715" y="5719860"/>
            <a:ext cx="57816" cy="3013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Rectangle 891"/>
          <p:cNvSpPr/>
          <p:nvPr/>
        </p:nvSpPr>
        <p:spPr>
          <a:xfrm>
            <a:off x="7508531" y="5726319"/>
            <a:ext cx="57816" cy="2368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7566347" y="5734930"/>
            <a:ext cx="57816" cy="1507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Rectangle 893"/>
          <p:cNvSpPr/>
          <p:nvPr/>
        </p:nvSpPr>
        <p:spPr>
          <a:xfrm>
            <a:off x="6023544" y="5730180"/>
            <a:ext cx="52333" cy="198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6075877" y="5730180"/>
            <a:ext cx="52333" cy="198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Rectangle 895"/>
          <p:cNvSpPr/>
          <p:nvPr/>
        </p:nvSpPr>
        <p:spPr>
          <a:xfrm>
            <a:off x="6128211" y="5680631"/>
            <a:ext cx="52333" cy="693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Rectangle 896"/>
          <p:cNvSpPr/>
          <p:nvPr/>
        </p:nvSpPr>
        <p:spPr>
          <a:xfrm>
            <a:off x="6180544" y="5660812"/>
            <a:ext cx="52333" cy="891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Rectangle 897"/>
          <p:cNvSpPr/>
          <p:nvPr/>
        </p:nvSpPr>
        <p:spPr>
          <a:xfrm>
            <a:off x="6232877" y="5541895"/>
            <a:ext cx="52333" cy="20810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Rectangle 898"/>
          <p:cNvSpPr/>
          <p:nvPr/>
        </p:nvSpPr>
        <p:spPr>
          <a:xfrm>
            <a:off x="6285210" y="5512165"/>
            <a:ext cx="52333" cy="2378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Rectangle 899"/>
          <p:cNvSpPr/>
          <p:nvPr/>
        </p:nvSpPr>
        <p:spPr>
          <a:xfrm>
            <a:off x="6337543" y="5274331"/>
            <a:ext cx="52333" cy="4756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Rectangle 900"/>
          <p:cNvSpPr/>
          <p:nvPr/>
        </p:nvSpPr>
        <p:spPr>
          <a:xfrm>
            <a:off x="6389877" y="5413068"/>
            <a:ext cx="52333" cy="33693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6442210" y="5224783"/>
            <a:ext cx="52333" cy="5252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6494543" y="5046407"/>
            <a:ext cx="52333" cy="70359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Rectangle 903"/>
          <p:cNvSpPr/>
          <p:nvPr/>
        </p:nvSpPr>
        <p:spPr>
          <a:xfrm>
            <a:off x="6546876" y="4818483"/>
            <a:ext cx="52333" cy="9315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Rectangle 904"/>
          <p:cNvSpPr/>
          <p:nvPr/>
        </p:nvSpPr>
        <p:spPr>
          <a:xfrm>
            <a:off x="6599209" y="4709475"/>
            <a:ext cx="52333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ectangle 905"/>
          <p:cNvSpPr/>
          <p:nvPr/>
        </p:nvSpPr>
        <p:spPr>
          <a:xfrm>
            <a:off x="6651543" y="4798663"/>
            <a:ext cx="52333" cy="9513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6703876" y="4788753"/>
            <a:ext cx="52333" cy="96124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ectangle 907"/>
          <p:cNvSpPr/>
          <p:nvPr/>
        </p:nvSpPr>
        <p:spPr>
          <a:xfrm>
            <a:off x="6756209" y="4897761"/>
            <a:ext cx="52333" cy="85223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6808542" y="4937400"/>
            <a:ext cx="52333" cy="81260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6860875" y="4986948"/>
            <a:ext cx="52333" cy="76305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6913209" y="5224783"/>
            <a:ext cx="52333" cy="5252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Rectangle 911"/>
          <p:cNvSpPr/>
          <p:nvPr/>
        </p:nvSpPr>
        <p:spPr>
          <a:xfrm>
            <a:off x="6965542" y="5284241"/>
            <a:ext cx="52333" cy="46575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Rectangle 912"/>
          <p:cNvSpPr/>
          <p:nvPr/>
        </p:nvSpPr>
        <p:spPr>
          <a:xfrm>
            <a:off x="7017875" y="5403158"/>
            <a:ext cx="52333" cy="3468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Rectangle 913"/>
          <p:cNvSpPr/>
          <p:nvPr/>
        </p:nvSpPr>
        <p:spPr>
          <a:xfrm>
            <a:off x="7070208" y="5413068"/>
            <a:ext cx="52333" cy="33693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Rectangle 914"/>
          <p:cNvSpPr/>
          <p:nvPr/>
        </p:nvSpPr>
        <p:spPr>
          <a:xfrm>
            <a:off x="7122541" y="5442797"/>
            <a:ext cx="52333" cy="30720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7174875" y="5492346"/>
            <a:ext cx="52333" cy="25765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7227208" y="5522075"/>
            <a:ext cx="52333" cy="2279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Rectangle 917"/>
          <p:cNvSpPr/>
          <p:nvPr/>
        </p:nvSpPr>
        <p:spPr>
          <a:xfrm>
            <a:off x="7279541" y="5531985"/>
            <a:ext cx="52333" cy="21801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Rectangle 918"/>
          <p:cNvSpPr/>
          <p:nvPr/>
        </p:nvSpPr>
        <p:spPr>
          <a:xfrm>
            <a:off x="7331874" y="5650902"/>
            <a:ext cx="52333" cy="990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Rectangle 919"/>
          <p:cNvSpPr/>
          <p:nvPr/>
        </p:nvSpPr>
        <p:spPr>
          <a:xfrm>
            <a:off x="7384207" y="5670721"/>
            <a:ext cx="52333" cy="792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7436541" y="5740090"/>
            <a:ext cx="52333" cy="991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7488874" y="5749999"/>
            <a:ext cx="52333" cy="0"/>
          </a:xfrm>
          <a:custGeom>
            <a:avLst/>
            <a:gdLst/>
            <a:ahLst/>
            <a:cxnLst/>
            <a:rect l="l" t="t" r="r" b="b"/>
            <a:pathLst>
              <a:path w="52333" h="0">
                <a:moveTo>
                  <a:pt x="0" y="0"/>
                </a:moveTo>
                <a:lnTo>
                  <a:pt x="52333" y="0"/>
                </a:lnTo>
                <a:close/>
                <a:lnTo>
                  <a:pt x="5233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Rectangle 922"/>
          <p:cNvSpPr/>
          <p:nvPr/>
        </p:nvSpPr>
        <p:spPr>
          <a:xfrm>
            <a:off x="7541207" y="5730180"/>
            <a:ext cx="52333" cy="198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583872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577307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3.5</a:t>
            </a:r>
          </a:p>
        </p:txBody>
      </p:sp>
      <p:sp>
        <p:nvSpPr>
          <p:cNvPr id="926" name="Freeform 925"/>
          <p:cNvSpPr/>
          <p:nvPr/>
        </p:nvSpPr>
        <p:spPr>
          <a:xfrm>
            <a:off x="6134429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TextBox 926"/>
          <p:cNvSpPr txBox="1"/>
          <p:nvPr/>
        </p:nvSpPr>
        <p:spPr>
          <a:xfrm>
            <a:off x="606878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4.0</a:t>
            </a:r>
          </a:p>
        </p:txBody>
      </p:sp>
      <p:sp>
        <p:nvSpPr>
          <p:cNvPr id="928" name="Freeform 927"/>
          <p:cNvSpPr/>
          <p:nvPr/>
        </p:nvSpPr>
        <p:spPr>
          <a:xfrm>
            <a:off x="6430138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TextBox 928"/>
          <p:cNvSpPr txBox="1"/>
          <p:nvPr/>
        </p:nvSpPr>
        <p:spPr>
          <a:xfrm>
            <a:off x="6364498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930" name="Freeform 929"/>
          <p:cNvSpPr/>
          <p:nvPr/>
        </p:nvSpPr>
        <p:spPr>
          <a:xfrm>
            <a:off x="6725847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6660207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932" name="Freeform 931"/>
          <p:cNvSpPr/>
          <p:nvPr/>
        </p:nvSpPr>
        <p:spPr>
          <a:xfrm>
            <a:off x="7021556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TextBox 932"/>
          <p:cNvSpPr txBox="1"/>
          <p:nvPr/>
        </p:nvSpPr>
        <p:spPr>
          <a:xfrm>
            <a:off x="6955916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5.5</a:t>
            </a:r>
          </a:p>
        </p:txBody>
      </p:sp>
      <p:sp>
        <p:nvSpPr>
          <p:cNvPr id="934" name="Freeform 933"/>
          <p:cNvSpPr/>
          <p:nvPr/>
        </p:nvSpPr>
        <p:spPr>
          <a:xfrm>
            <a:off x="7317266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TextBox 934"/>
          <p:cNvSpPr txBox="1"/>
          <p:nvPr/>
        </p:nvSpPr>
        <p:spPr>
          <a:xfrm>
            <a:off x="7251625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6.0</a:t>
            </a:r>
          </a:p>
        </p:txBody>
      </p:sp>
      <p:sp>
        <p:nvSpPr>
          <p:cNvPr id="936" name="Freeform 935"/>
          <p:cNvSpPr/>
          <p:nvPr/>
        </p:nvSpPr>
        <p:spPr>
          <a:xfrm>
            <a:off x="7612975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TextBox 936"/>
          <p:cNvSpPr txBox="1"/>
          <p:nvPr/>
        </p:nvSpPr>
        <p:spPr>
          <a:xfrm>
            <a:off x="7547335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6.5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7364713" y="592639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939" name="Freeform 938"/>
          <p:cNvSpPr/>
          <p:nvPr/>
        </p:nvSpPr>
        <p:spPr>
          <a:xfrm>
            <a:off x="5758506" y="57499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5582776" y="5698812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41" name="Freeform 940"/>
          <p:cNvSpPr/>
          <p:nvPr/>
        </p:nvSpPr>
        <p:spPr>
          <a:xfrm>
            <a:off x="5758506" y="553954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TextBox 941"/>
          <p:cNvSpPr txBox="1"/>
          <p:nvPr/>
        </p:nvSpPr>
        <p:spPr>
          <a:xfrm>
            <a:off x="5582776" y="5488358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943" name="Freeform 942"/>
          <p:cNvSpPr/>
          <p:nvPr/>
        </p:nvSpPr>
        <p:spPr>
          <a:xfrm>
            <a:off x="5758506" y="532909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TextBox 943"/>
          <p:cNvSpPr txBox="1"/>
          <p:nvPr/>
        </p:nvSpPr>
        <p:spPr>
          <a:xfrm>
            <a:off x="5582776" y="527790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945" name="Freeform 944"/>
          <p:cNvSpPr/>
          <p:nvPr/>
        </p:nvSpPr>
        <p:spPr>
          <a:xfrm>
            <a:off x="5758506" y="51186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5582776" y="5067451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947" name="Freeform 946"/>
          <p:cNvSpPr/>
          <p:nvPr/>
        </p:nvSpPr>
        <p:spPr>
          <a:xfrm>
            <a:off x="5758506" y="490818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TextBox 947"/>
          <p:cNvSpPr txBox="1"/>
          <p:nvPr/>
        </p:nvSpPr>
        <p:spPr>
          <a:xfrm>
            <a:off x="5582776" y="4856997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949" name="Freeform 948"/>
          <p:cNvSpPr/>
          <p:nvPr/>
        </p:nvSpPr>
        <p:spPr>
          <a:xfrm>
            <a:off x="5758506" y="469773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TextBox 949"/>
          <p:cNvSpPr txBox="1"/>
          <p:nvPr/>
        </p:nvSpPr>
        <p:spPr>
          <a:xfrm>
            <a:off x="5582776" y="464654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5802956" y="44923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1e9</a:t>
            </a:r>
          </a:p>
        </p:txBody>
      </p:sp>
      <p:sp>
        <p:nvSpPr>
          <p:cNvPr id="952" name="Freeform 951"/>
          <p:cNvSpPr/>
          <p:nvPr/>
        </p:nvSpPr>
        <p:spPr>
          <a:xfrm>
            <a:off x="5802956" y="465744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5802956" y="574999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Rectangle 953"/>
          <p:cNvSpPr/>
          <p:nvPr/>
        </p:nvSpPr>
        <p:spPr>
          <a:xfrm>
            <a:off x="5802956" y="6405530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Rectangle 954"/>
          <p:cNvSpPr/>
          <p:nvPr/>
        </p:nvSpPr>
        <p:spPr>
          <a:xfrm>
            <a:off x="5889680" y="7492006"/>
            <a:ext cx="57816" cy="60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Rectangle 955"/>
          <p:cNvSpPr/>
          <p:nvPr/>
        </p:nvSpPr>
        <p:spPr>
          <a:xfrm>
            <a:off x="5947496" y="7493525"/>
            <a:ext cx="57816" cy="45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Rectangle 956"/>
          <p:cNvSpPr/>
          <p:nvPr/>
        </p:nvSpPr>
        <p:spPr>
          <a:xfrm>
            <a:off x="6005313" y="7490488"/>
            <a:ext cx="57816" cy="75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Rectangle 957"/>
          <p:cNvSpPr/>
          <p:nvPr/>
        </p:nvSpPr>
        <p:spPr>
          <a:xfrm>
            <a:off x="6063129" y="7482895"/>
            <a:ext cx="57816" cy="1518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120945" y="7485932"/>
            <a:ext cx="57816" cy="121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Rectangle 959"/>
          <p:cNvSpPr/>
          <p:nvPr/>
        </p:nvSpPr>
        <p:spPr>
          <a:xfrm>
            <a:off x="6178761" y="7452525"/>
            <a:ext cx="57816" cy="455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Rectangle 960"/>
          <p:cNvSpPr/>
          <p:nvPr/>
        </p:nvSpPr>
        <p:spPr>
          <a:xfrm>
            <a:off x="6236577" y="7446451"/>
            <a:ext cx="57816" cy="516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Rectangle 961"/>
          <p:cNvSpPr/>
          <p:nvPr/>
        </p:nvSpPr>
        <p:spPr>
          <a:xfrm>
            <a:off x="6294393" y="7385712"/>
            <a:ext cx="57816" cy="11236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Rectangle 962"/>
          <p:cNvSpPr/>
          <p:nvPr/>
        </p:nvSpPr>
        <p:spPr>
          <a:xfrm>
            <a:off x="6352209" y="7353823"/>
            <a:ext cx="57816" cy="14425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Rectangle 963"/>
          <p:cNvSpPr/>
          <p:nvPr/>
        </p:nvSpPr>
        <p:spPr>
          <a:xfrm>
            <a:off x="6410025" y="7300676"/>
            <a:ext cx="57816" cy="1974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Rectangle 964"/>
          <p:cNvSpPr/>
          <p:nvPr/>
        </p:nvSpPr>
        <p:spPr>
          <a:xfrm>
            <a:off x="6467841" y="7265751"/>
            <a:ext cx="57816" cy="2323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Rectangle 965"/>
          <p:cNvSpPr/>
          <p:nvPr/>
        </p:nvSpPr>
        <p:spPr>
          <a:xfrm>
            <a:off x="6525657" y="7109346"/>
            <a:ext cx="57816" cy="3887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Rectangle 966"/>
          <p:cNvSpPr/>
          <p:nvPr/>
        </p:nvSpPr>
        <p:spPr>
          <a:xfrm>
            <a:off x="6583473" y="7063791"/>
            <a:ext cx="57816" cy="4342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Rectangle 967"/>
          <p:cNvSpPr/>
          <p:nvPr/>
        </p:nvSpPr>
        <p:spPr>
          <a:xfrm>
            <a:off x="6641289" y="7009126"/>
            <a:ext cx="57816" cy="4889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Rectangle 968"/>
          <p:cNvSpPr/>
          <p:nvPr/>
        </p:nvSpPr>
        <p:spPr>
          <a:xfrm>
            <a:off x="6699105" y="6934720"/>
            <a:ext cx="57816" cy="56336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Rectangle 969"/>
          <p:cNvSpPr/>
          <p:nvPr/>
        </p:nvSpPr>
        <p:spPr>
          <a:xfrm>
            <a:off x="6756922" y="6836018"/>
            <a:ext cx="57816" cy="6620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Rectangle 970"/>
          <p:cNvSpPr/>
          <p:nvPr/>
        </p:nvSpPr>
        <p:spPr>
          <a:xfrm>
            <a:off x="6814738" y="6817796"/>
            <a:ext cx="57816" cy="6802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Rectangle 971"/>
          <p:cNvSpPr/>
          <p:nvPr/>
        </p:nvSpPr>
        <p:spPr>
          <a:xfrm>
            <a:off x="6872554" y="6886128"/>
            <a:ext cx="57816" cy="6119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930370" y="6946868"/>
            <a:ext cx="57816" cy="5512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Rectangle 973"/>
          <p:cNvSpPr/>
          <p:nvPr/>
        </p:nvSpPr>
        <p:spPr>
          <a:xfrm>
            <a:off x="6988186" y="6939275"/>
            <a:ext cx="57816" cy="5588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7046002" y="7015200"/>
            <a:ext cx="57816" cy="48288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7103818" y="7097198"/>
            <a:ext cx="57816" cy="4008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Rectangle 976"/>
          <p:cNvSpPr/>
          <p:nvPr/>
        </p:nvSpPr>
        <p:spPr>
          <a:xfrm>
            <a:off x="7161634" y="7205011"/>
            <a:ext cx="57816" cy="29306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Rectangle 977"/>
          <p:cNvSpPr/>
          <p:nvPr/>
        </p:nvSpPr>
        <p:spPr>
          <a:xfrm>
            <a:off x="7219450" y="7288528"/>
            <a:ext cx="57816" cy="2095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Rectangle 978"/>
          <p:cNvSpPr/>
          <p:nvPr/>
        </p:nvSpPr>
        <p:spPr>
          <a:xfrm>
            <a:off x="7277266" y="7352305"/>
            <a:ext cx="57816" cy="1457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Rectangle 979"/>
          <p:cNvSpPr/>
          <p:nvPr/>
        </p:nvSpPr>
        <p:spPr>
          <a:xfrm>
            <a:off x="7335082" y="7385712"/>
            <a:ext cx="57816" cy="11236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Rectangle 980"/>
          <p:cNvSpPr/>
          <p:nvPr/>
        </p:nvSpPr>
        <p:spPr>
          <a:xfrm>
            <a:off x="7392899" y="7411526"/>
            <a:ext cx="57816" cy="865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Rectangle 981"/>
          <p:cNvSpPr/>
          <p:nvPr/>
        </p:nvSpPr>
        <p:spPr>
          <a:xfrm>
            <a:off x="7450715" y="7457081"/>
            <a:ext cx="57816" cy="409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Rectangle 982"/>
          <p:cNvSpPr/>
          <p:nvPr/>
        </p:nvSpPr>
        <p:spPr>
          <a:xfrm>
            <a:off x="7508531" y="7469229"/>
            <a:ext cx="57816" cy="2885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Rectangle 983"/>
          <p:cNvSpPr/>
          <p:nvPr/>
        </p:nvSpPr>
        <p:spPr>
          <a:xfrm>
            <a:off x="7566347" y="7475303"/>
            <a:ext cx="57816" cy="2277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Rectangle 984"/>
          <p:cNvSpPr/>
          <p:nvPr/>
        </p:nvSpPr>
        <p:spPr>
          <a:xfrm>
            <a:off x="6233799" y="7488621"/>
            <a:ext cx="38671" cy="9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Rectangle 985"/>
          <p:cNvSpPr/>
          <p:nvPr/>
        </p:nvSpPr>
        <p:spPr>
          <a:xfrm>
            <a:off x="6272470" y="7488621"/>
            <a:ext cx="38671" cy="9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311142" y="7488621"/>
            <a:ext cx="38671" cy="9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Rectangle 987"/>
          <p:cNvSpPr/>
          <p:nvPr/>
        </p:nvSpPr>
        <p:spPr>
          <a:xfrm>
            <a:off x="6349813" y="7488621"/>
            <a:ext cx="38671" cy="9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6388484" y="7431865"/>
            <a:ext cx="38671" cy="6621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6427156" y="7375109"/>
            <a:ext cx="38671" cy="12297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Rectangle 990"/>
          <p:cNvSpPr/>
          <p:nvPr/>
        </p:nvSpPr>
        <p:spPr>
          <a:xfrm>
            <a:off x="6465827" y="7337272"/>
            <a:ext cx="38671" cy="1608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Rectangle 991"/>
          <p:cNvSpPr/>
          <p:nvPr/>
        </p:nvSpPr>
        <p:spPr>
          <a:xfrm>
            <a:off x="6504499" y="7299434"/>
            <a:ext cx="38671" cy="19864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Rectangle 992"/>
          <p:cNvSpPr/>
          <p:nvPr/>
        </p:nvSpPr>
        <p:spPr>
          <a:xfrm>
            <a:off x="6543170" y="7252138"/>
            <a:ext cx="38671" cy="24594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Rectangle 993"/>
          <p:cNvSpPr/>
          <p:nvPr/>
        </p:nvSpPr>
        <p:spPr>
          <a:xfrm>
            <a:off x="6581842" y="7176463"/>
            <a:ext cx="38671" cy="3216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Rectangle 994"/>
          <p:cNvSpPr/>
          <p:nvPr/>
        </p:nvSpPr>
        <p:spPr>
          <a:xfrm>
            <a:off x="6620513" y="7167004"/>
            <a:ext cx="38671" cy="3310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Rectangle 995"/>
          <p:cNvSpPr/>
          <p:nvPr/>
        </p:nvSpPr>
        <p:spPr>
          <a:xfrm>
            <a:off x="6659184" y="6826469"/>
            <a:ext cx="38671" cy="67161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Rectangle 996"/>
          <p:cNvSpPr/>
          <p:nvPr/>
        </p:nvSpPr>
        <p:spPr>
          <a:xfrm>
            <a:off x="6697856" y="6788632"/>
            <a:ext cx="38671" cy="7094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Rectangle 997"/>
          <p:cNvSpPr/>
          <p:nvPr/>
        </p:nvSpPr>
        <p:spPr>
          <a:xfrm>
            <a:off x="6736527" y="6788632"/>
            <a:ext cx="38671" cy="7094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Rectangle 998"/>
          <p:cNvSpPr/>
          <p:nvPr/>
        </p:nvSpPr>
        <p:spPr>
          <a:xfrm>
            <a:off x="6775199" y="6608905"/>
            <a:ext cx="38671" cy="88917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Rectangle 999"/>
          <p:cNvSpPr/>
          <p:nvPr/>
        </p:nvSpPr>
        <p:spPr>
          <a:xfrm>
            <a:off x="6813870" y="6646742"/>
            <a:ext cx="38671" cy="8513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852542" y="6694039"/>
            <a:ext cx="38671" cy="8040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Rectangle 1001"/>
          <p:cNvSpPr/>
          <p:nvPr/>
        </p:nvSpPr>
        <p:spPr>
          <a:xfrm>
            <a:off x="6891213" y="6457556"/>
            <a:ext cx="38671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Rectangle 1002"/>
          <p:cNvSpPr/>
          <p:nvPr/>
        </p:nvSpPr>
        <p:spPr>
          <a:xfrm>
            <a:off x="6929885" y="6675120"/>
            <a:ext cx="38671" cy="8229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Rectangle 1003"/>
          <p:cNvSpPr/>
          <p:nvPr/>
        </p:nvSpPr>
        <p:spPr>
          <a:xfrm>
            <a:off x="6968556" y="6760254"/>
            <a:ext cx="38671" cy="73782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Rectangle 1004"/>
          <p:cNvSpPr/>
          <p:nvPr/>
        </p:nvSpPr>
        <p:spPr>
          <a:xfrm>
            <a:off x="7007227" y="6873766"/>
            <a:ext cx="38671" cy="6243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Rectangle 1005"/>
          <p:cNvSpPr/>
          <p:nvPr/>
        </p:nvSpPr>
        <p:spPr>
          <a:xfrm>
            <a:off x="7045899" y="6958899"/>
            <a:ext cx="38671" cy="53918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Rectangle 1006"/>
          <p:cNvSpPr/>
          <p:nvPr/>
        </p:nvSpPr>
        <p:spPr>
          <a:xfrm>
            <a:off x="7084570" y="7053492"/>
            <a:ext cx="38671" cy="4445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Rectangle 1007"/>
          <p:cNvSpPr/>
          <p:nvPr/>
        </p:nvSpPr>
        <p:spPr>
          <a:xfrm>
            <a:off x="7123242" y="7223760"/>
            <a:ext cx="38671" cy="2743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Rectangle 1008"/>
          <p:cNvSpPr/>
          <p:nvPr/>
        </p:nvSpPr>
        <p:spPr>
          <a:xfrm>
            <a:off x="7161913" y="7233219"/>
            <a:ext cx="38671" cy="26486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Rectangle 1009"/>
          <p:cNvSpPr/>
          <p:nvPr/>
        </p:nvSpPr>
        <p:spPr>
          <a:xfrm>
            <a:off x="7200585" y="7337272"/>
            <a:ext cx="38671" cy="1608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Rectangle 1010"/>
          <p:cNvSpPr/>
          <p:nvPr/>
        </p:nvSpPr>
        <p:spPr>
          <a:xfrm>
            <a:off x="7239256" y="7356190"/>
            <a:ext cx="38671" cy="1418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Rectangle 1011"/>
          <p:cNvSpPr/>
          <p:nvPr/>
        </p:nvSpPr>
        <p:spPr>
          <a:xfrm>
            <a:off x="7277927" y="7431865"/>
            <a:ext cx="38671" cy="6621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Rectangle 1012"/>
          <p:cNvSpPr/>
          <p:nvPr/>
        </p:nvSpPr>
        <p:spPr>
          <a:xfrm>
            <a:off x="7316599" y="7412946"/>
            <a:ext cx="38671" cy="851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Rectangle 1013"/>
          <p:cNvSpPr/>
          <p:nvPr/>
        </p:nvSpPr>
        <p:spPr>
          <a:xfrm>
            <a:off x="7355270" y="7469702"/>
            <a:ext cx="38671" cy="283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Freeform 1014"/>
          <p:cNvSpPr/>
          <p:nvPr/>
        </p:nvSpPr>
        <p:spPr>
          <a:xfrm>
            <a:off x="5871223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5779322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1017" name="Freeform 1016"/>
          <p:cNvSpPr/>
          <p:nvPr/>
        </p:nvSpPr>
        <p:spPr>
          <a:xfrm>
            <a:off x="6319805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TextBox 1017"/>
          <p:cNvSpPr txBox="1"/>
          <p:nvPr/>
        </p:nvSpPr>
        <p:spPr>
          <a:xfrm>
            <a:off x="6227904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1019" name="Freeform 1018"/>
          <p:cNvSpPr/>
          <p:nvPr/>
        </p:nvSpPr>
        <p:spPr>
          <a:xfrm>
            <a:off x="6768387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6676485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1021" name="Freeform 1020"/>
          <p:cNvSpPr/>
          <p:nvPr/>
        </p:nvSpPr>
        <p:spPr>
          <a:xfrm>
            <a:off x="7216968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TextBox 1021"/>
          <p:cNvSpPr txBox="1"/>
          <p:nvPr/>
        </p:nvSpPr>
        <p:spPr>
          <a:xfrm>
            <a:off x="7125067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1023" name="Freeform 1022"/>
          <p:cNvSpPr/>
          <p:nvPr/>
        </p:nvSpPr>
        <p:spPr>
          <a:xfrm>
            <a:off x="7665550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TextBox 1023"/>
          <p:cNvSpPr txBox="1"/>
          <p:nvPr/>
        </p:nvSpPr>
        <p:spPr>
          <a:xfrm>
            <a:off x="7573648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1025" name="Freeform 1024"/>
          <p:cNvSpPr/>
          <p:nvPr/>
        </p:nvSpPr>
        <p:spPr>
          <a:xfrm>
            <a:off x="5758506" y="74980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5661534" y="744689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27" name="Freeform 1026"/>
          <p:cNvSpPr/>
          <p:nvPr/>
        </p:nvSpPr>
        <p:spPr>
          <a:xfrm>
            <a:off x="5758506" y="72534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TextBox 1027"/>
          <p:cNvSpPr txBox="1"/>
          <p:nvPr/>
        </p:nvSpPr>
        <p:spPr>
          <a:xfrm>
            <a:off x="5661534" y="720225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029" name="Freeform 1028"/>
          <p:cNvSpPr/>
          <p:nvPr/>
        </p:nvSpPr>
        <p:spPr>
          <a:xfrm>
            <a:off x="5758506" y="700879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5609011" y="6957610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031" name="Freeform 1030"/>
          <p:cNvSpPr/>
          <p:nvPr/>
        </p:nvSpPr>
        <p:spPr>
          <a:xfrm>
            <a:off x="5758506" y="676415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5609011" y="6712969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033" name="Freeform 1032"/>
          <p:cNvSpPr/>
          <p:nvPr/>
        </p:nvSpPr>
        <p:spPr>
          <a:xfrm>
            <a:off x="5758506" y="65195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5609011" y="6468328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035" name="Freeform 1034"/>
          <p:cNvSpPr/>
          <p:nvPr/>
        </p:nvSpPr>
        <p:spPr>
          <a:xfrm>
            <a:off x="5802956" y="6405530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5802956" y="7498080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Rectangle 1036"/>
          <p:cNvSpPr/>
          <p:nvPr/>
        </p:nvSpPr>
        <p:spPr>
          <a:xfrm>
            <a:off x="8474059" y="1161288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Rectangle 1037"/>
          <p:cNvSpPr/>
          <p:nvPr/>
        </p:nvSpPr>
        <p:spPr>
          <a:xfrm>
            <a:off x="8560783" y="2249643"/>
            <a:ext cx="57816" cy="41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Rectangle 1038"/>
          <p:cNvSpPr/>
          <p:nvPr/>
        </p:nvSpPr>
        <p:spPr>
          <a:xfrm>
            <a:off x="8618599" y="2247964"/>
            <a:ext cx="57816" cy="58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Rectangle 1039"/>
          <p:cNvSpPr/>
          <p:nvPr/>
        </p:nvSpPr>
        <p:spPr>
          <a:xfrm>
            <a:off x="8676416" y="2241251"/>
            <a:ext cx="57816" cy="125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Rectangle 1040"/>
          <p:cNvSpPr/>
          <p:nvPr/>
        </p:nvSpPr>
        <p:spPr>
          <a:xfrm>
            <a:off x="8734232" y="2234538"/>
            <a:ext cx="57816" cy="193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Rectangle 1041"/>
          <p:cNvSpPr/>
          <p:nvPr/>
        </p:nvSpPr>
        <p:spPr>
          <a:xfrm>
            <a:off x="8792048" y="2217755"/>
            <a:ext cx="57816" cy="360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8849864" y="2204329"/>
            <a:ext cx="57816" cy="495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Rectangle 1043"/>
          <p:cNvSpPr/>
          <p:nvPr/>
        </p:nvSpPr>
        <p:spPr>
          <a:xfrm>
            <a:off x="8907680" y="2172442"/>
            <a:ext cx="57816" cy="813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Rectangle 1044"/>
          <p:cNvSpPr/>
          <p:nvPr/>
        </p:nvSpPr>
        <p:spPr>
          <a:xfrm>
            <a:off x="8965496" y="2170764"/>
            <a:ext cx="57816" cy="830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Rectangle 1045"/>
          <p:cNvSpPr/>
          <p:nvPr/>
        </p:nvSpPr>
        <p:spPr>
          <a:xfrm>
            <a:off x="9023312" y="2127128"/>
            <a:ext cx="57816" cy="1267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Rectangle 1046"/>
          <p:cNvSpPr/>
          <p:nvPr/>
        </p:nvSpPr>
        <p:spPr>
          <a:xfrm>
            <a:off x="9081128" y="2080137"/>
            <a:ext cx="57816" cy="1737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Rectangle 1047"/>
          <p:cNvSpPr/>
          <p:nvPr/>
        </p:nvSpPr>
        <p:spPr>
          <a:xfrm>
            <a:off x="9138944" y="2031467"/>
            <a:ext cx="57816" cy="22237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Rectangle 1048"/>
          <p:cNvSpPr/>
          <p:nvPr/>
        </p:nvSpPr>
        <p:spPr>
          <a:xfrm>
            <a:off x="9196760" y="1983636"/>
            <a:ext cx="57816" cy="2702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Rectangle 1049"/>
          <p:cNvSpPr/>
          <p:nvPr/>
        </p:nvSpPr>
        <p:spPr>
          <a:xfrm>
            <a:off x="9254576" y="1950910"/>
            <a:ext cx="57816" cy="3029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Rectangle 1050"/>
          <p:cNvSpPr/>
          <p:nvPr/>
        </p:nvSpPr>
        <p:spPr>
          <a:xfrm>
            <a:off x="9312393" y="1934127"/>
            <a:ext cx="57816" cy="3197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Rectangle 1051"/>
          <p:cNvSpPr/>
          <p:nvPr/>
        </p:nvSpPr>
        <p:spPr>
          <a:xfrm>
            <a:off x="9370209" y="1929931"/>
            <a:ext cx="57816" cy="32390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Rectangle 1052"/>
          <p:cNvSpPr/>
          <p:nvPr/>
        </p:nvSpPr>
        <p:spPr>
          <a:xfrm>
            <a:off x="9428025" y="1934127"/>
            <a:ext cx="57816" cy="3197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Rectangle 1053"/>
          <p:cNvSpPr/>
          <p:nvPr/>
        </p:nvSpPr>
        <p:spPr>
          <a:xfrm>
            <a:off x="9485841" y="1936644"/>
            <a:ext cx="57816" cy="31719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Rectangle 1054"/>
          <p:cNvSpPr/>
          <p:nvPr/>
        </p:nvSpPr>
        <p:spPr>
          <a:xfrm>
            <a:off x="9543657" y="1980279"/>
            <a:ext cx="57816" cy="27355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Rectangle 1055"/>
          <p:cNvSpPr/>
          <p:nvPr/>
        </p:nvSpPr>
        <p:spPr>
          <a:xfrm>
            <a:off x="9601473" y="1991188"/>
            <a:ext cx="57816" cy="2626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9659289" y="2009649"/>
            <a:ext cx="57816" cy="2441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Rectangle 1057"/>
          <p:cNvSpPr/>
          <p:nvPr/>
        </p:nvSpPr>
        <p:spPr>
          <a:xfrm>
            <a:off x="9717105" y="2073424"/>
            <a:ext cx="57816" cy="18041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Rectangle 1058"/>
          <p:cNvSpPr/>
          <p:nvPr/>
        </p:nvSpPr>
        <p:spPr>
          <a:xfrm>
            <a:off x="9774921" y="2100276"/>
            <a:ext cx="57816" cy="1535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Rectangle 1059"/>
          <p:cNvSpPr/>
          <p:nvPr/>
        </p:nvSpPr>
        <p:spPr>
          <a:xfrm>
            <a:off x="9832737" y="2120415"/>
            <a:ext cx="57816" cy="1334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Rectangle 1060"/>
          <p:cNvSpPr/>
          <p:nvPr/>
        </p:nvSpPr>
        <p:spPr>
          <a:xfrm>
            <a:off x="9890553" y="2162372"/>
            <a:ext cx="57816" cy="914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Rectangle 1061"/>
          <p:cNvSpPr/>
          <p:nvPr/>
        </p:nvSpPr>
        <p:spPr>
          <a:xfrm>
            <a:off x="9948369" y="2185029"/>
            <a:ext cx="57816" cy="688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Rectangle 1062"/>
          <p:cNvSpPr/>
          <p:nvPr/>
        </p:nvSpPr>
        <p:spPr>
          <a:xfrm>
            <a:off x="10006185" y="2210203"/>
            <a:ext cx="57816" cy="4363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Rectangle 1063"/>
          <p:cNvSpPr/>
          <p:nvPr/>
        </p:nvSpPr>
        <p:spPr>
          <a:xfrm>
            <a:off x="10064002" y="2221112"/>
            <a:ext cx="57816" cy="3272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Rectangle 1064"/>
          <p:cNvSpPr/>
          <p:nvPr/>
        </p:nvSpPr>
        <p:spPr>
          <a:xfrm>
            <a:off x="10121818" y="2235377"/>
            <a:ext cx="57816" cy="184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Rectangle 1065"/>
          <p:cNvSpPr/>
          <p:nvPr/>
        </p:nvSpPr>
        <p:spPr>
          <a:xfrm>
            <a:off x="10179634" y="2241251"/>
            <a:ext cx="57816" cy="125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Rectangle 1066"/>
          <p:cNvSpPr/>
          <p:nvPr/>
        </p:nvSpPr>
        <p:spPr>
          <a:xfrm>
            <a:off x="10237450" y="2242090"/>
            <a:ext cx="57816" cy="117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Rectangle 1067"/>
          <p:cNvSpPr/>
          <p:nvPr/>
        </p:nvSpPr>
        <p:spPr>
          <a:xfrm>
            <a:off x="8733982" y="2233634"/>
            <a:ext cx="20010" cy="2020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8753992" y="2253838"/>
            <a:ext cx="20010" cy="0"/>
          </a:xfrm>
          <a:custGeom>
            <a:avLst/>
            <a:gdLst/>
            <a:ahLst/>
            <a:cxnLst/>
            <a:rect l="l" t="t" r="r" b="b"/>
            <a:pathLst>
              <a:path w="20010" h="0">
                <a:moveTo>
                  <a:pt x="0" y="0"/>
                </a:moveTo>
                <a:lnTo>
                  <a:pt x="20010" y="0"/>
                </a:lnTo>
                <a:close/>
                <a:lnTo>
                  <a:pt x="200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8774002" y="2253838"/>
            <a:ext cx="20011" cy="0"/>
          </a:xfrm>
          <a:custGeom>
            <a:avLst/>
            <a:gdLst/>
            <a:ahLst/>
            <a:cxnLst/>
            <a:rect l="l" t="t" r="r" b="b"/>
            <a:pathLst>
              <a:path w="20011" h="0">
                <a:moveTo>
                  <a:pt x="0" y="0"/>
                </a:moveTo>
                <a:lnTo>
                  <a:pt x="20011" y="0"/>
                </a:lnTo>
                <a:close/>
                <a:lnTo>
                  <a:pt x="20011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Rectangle 1070"/>
          <p:cNvSpPr/>
          <p:nvPr/>
        </p:nvSpPr>
        <p:spPr>
          <a:xfrm>
            <a:off x="8794013" y="2233634"/>
            <a:ext cx="20010" cy="2020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Rectangle 1071"/>
          <p:cNvSpPr/>
          <p:nvPr/>
        </p:nvSpPr>
        <p:spPr>
          <a:xfrm>
            <a:off x="8814023" y="2233634"/>
            <a:ext cx="20010" cy="2020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Rectangle 1072"/>
          <p:cNvSpPr/>
          <p:nvPr/>
        </p:nvSpPr>
        <p:spPr>
          <a:xfrm>
            <a:off x="8834034" y="2173021"/>
            <a:ext cx="20010" cy="808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Rectangle 1073"/>
          <p:cNvSpPr/>
          <p:nvPr/>
        </p:nvSpPr>
        <p:spPr>
          <a:xfrm>
            <a:off x="8854044" y="2132612"/>
            <a:ext cx="20010" cy="12122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Rectangle 1074"/>
          <p:cNvSpPr/>
          <p:nvPr/>
        </p:nvSpPr>
        <p:spPr>
          <a:xfrm>
            <a:off x="8874054" y="2132612"/>
            <a:ext cx="20010" cy="12122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Rectangle 1075"/>
          <p:cNvSpPr/>
          <p:nvPr/>
        </p:nvSpPr>
        <p:spPr>
          <a:xfrm>
            <a:off x="8894065" y="1970977"/>
            <a:ext cx="20010" cy="28286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Rectangle 1076"/>
          <p:cNvSpPr/>
          <p:nvPr/>
        </p:nvSpPr>
        <p:spPr>
          <a:xfrm>
            <a:off x="8914075" y="1789138"/>
            <a:ext cx="20010" cy="46470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Rectangle 1077"/>
          <p:cNvSpPr/>
          <p:nvPr/>
        </p:nvSpPr>
        <p:spPr>
          <a:xfrm>
            <a:off x="8934086" y="1647708"/>
            <a:ext cx="20010" cy="60613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Rectangle 1078"/>
          <p:cNvSpPr/>
          <p:nvPr/>
        </p:nvSpPr>
        <p:spPr>
          <a:xfrm>
            <a:off x="8954096" y="1556788"/>
            <a:ext cx="20010" cy="69705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Rectangle 1079"/>
          <p:cNvSpPr/>
          <p:nvPr/>
        </p:nvSpPr>
        <p:spPr>
          <a:xfrm>
            <a:off x="8974107" y="1496175"/>
            <a:ext cx="20010" cy="75766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Rectangle 1080"/>
          <p:cNvSpPr/>
          <p:nvPr/>
        </p:nvSpPr>
        <p:spPr>
          <a:xfrm>
            <a:off x="8994117" y="1395153"/>
            <a:ext cx="20010" cy="85868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Rectangle 1081"/>
          <p:cNvSpPr/>
          <p:nvPr/>
        </p:nvSpPr>
        <p:spPr>
          <a:xfrm>
            <a:off x="9014127" y="1273927"/>
            <a:ext cx="20010" cy="97991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Rectangle 1082"/>
          <p:cNvSpPr/>
          <p:nvPr/>
        </p:nvSpPr>
        <p:spPr>
          <a:xfrm>
            <a:off x="9034138" y="1334540"/>
            <a:ext cx="20010" cy="9192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Rectangle 1083"/>
          <p:cNvSpPr/>
          <p:nvPr/>
        </p:nvSpPr>
        <p:spPr>
          <a:xfrm>
            <a:off x="9054148" y="1213314"/>
            <a:ext cx="20010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Rectangle 1084"/>
          <p:cNvSpPr/>
          <p:nvPr/>
        </p:nvSpPr>
        <p:spPr>
          <a:xfrm>
            <a:off x="9074159" y="1294132"/>
            <a:ext cx="20010" cy="9597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Rectangle 1085"/>
          <p:cNvSpPr/>
          <p:nvPr/>
        </p:nvSpPr>
        <p:spPr>
          <a:xfrm>
            <a:off x="9094169" y="1223416"/>
            <a:ext cx="20010" cy="103042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Rectangle 1086"/>
          <p:cNvSpPr/>
          <p:nvPr/>
        </p:nvSpPr>
        <p:spPr>
          <a:xfrm>
            <a:off x="9114179" y="1546686"/>
            <a:ext cx="20010" cy="7071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Rectangle 1087"/>
          <p:cNvSpPr/>
          <p:nvPr/>
        </p:nvSpPr>
        <p:spPr>
          <a:xfrm>
            <a:off x="9134190" y="1526482"/>
            <a:ext cx="20010" cy="72735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Rectangle 1088"/>
          <p:cNvSpPr/>
          <p:nvPr/>
        </p:nvSpPr>
        <p:spPr>
          <a:xfrm>
            <a:off x="9154200" y="1597197"/>
            <a:ext cx="20010" cy="6566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Rectangle 1089"/>
          <p:cNvSpPr/>
          <p:nvPr/>
        </p:nvSpPr>
        <p:spPr>
          <a:xfrm>
            <a:off x="9174211" y="1920467"/>
            <a:ext cx="20010" cy="3333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Rectangle 1090"/>
          <p:cNvSpPr/>
          <p:nvPr/>
        </p:nvSpPr>
        <p:spPr>
          <a:xfrm>
            <a:off x="9194221" y="2021488"/>
            <a:ext cx="20010" cy="23235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Rectangle 1091"/>
          <p:cNvSpPr/>
          <p:nvPr/>
        </p:nvSpPr>
        <p:spPr>
          <a:xfrm>
            <a:off x="9214231" y="2112408"/>
            <a:ext cx="20010" cy="1414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Rectangle 1092"/>
          <p:cNvSpPr/>
          <p:nvPr/>
        </p:nvSpPr>
        <p:spPr>
          <a:xfrm>
            <a:off x="9234242" y="2061897"/>
            <a:ext cx="20010" cy="1919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Rectangle 1093"/>
          <p:cNvSpPr/>
          <p:nvPr/>
        </p:nvSpPr>
        <p:spPr>
          <a:xfrm>
            <a:off x="9254252" y="2173021"/>
            <a:ext cx="20010" cy="808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Rectangle 1094"/>
          <p:cNvSpPr/>
          <p:nvPr/>
        </p:nvSpPr>
        <p:spPr>
          <a:xfrm>
            <a:off x="9274263" y="2243736"/>
            <a:ext cx="20010" cy="1010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Rectangle 1095"/>
          <p:cNvSpPr/>
          <p:nvPr/>
        </p:nvSpPr>
        <p:spPr>
          <a:xfrm>
            <a:off x="9294273" y="2223532"/>
            <a:ext cx="20010" cy="303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Rectangle 1096"/>
          <p:cNvSpPr/>
          <p:nvPr/>
        </p:nvSpPr>
        <p:spPr>
          <a:xfrm>
            <a:off x="9314283" y="2223532"/>
            <a:ext cx="20010" cy="303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8552220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TextBox 1098"/>
          <p:cNvSpPr txBox="1"/>
          <p:nvPr/>
        </p:nvSpPr>
        <p:spPr>
          <a:xfrm>
            <a:off x="8486579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1100" name="Freeform 1099"/>
          <p:cNvSpPr/>
          <p:nvPr/>
        </p:nvSpPr>
        <p:spPr>
          <a:xfrm>
            <a:off x="8848713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TextBox 1100"/>
          <p:cNvSpPr txBox="1"/>
          <p:nvPr/>
        </p:nvSpPr>
        <p:spPr>
          <a:xfrm>
            <a:off x="8783072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1102" name="Freeform 1101"/>
          <p:cNvSpPr/>
          <p:nvPr/>
        </p:nvSpPr>
        <p:spPr>
          <a:xfrm>
            <a:off x="9145206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9079566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1104" name="Freeform 1103"/>
          <p:cNvSpPr/>
          <p:nvPr/>
        </p:nvSpPr>
        <p:spPr>
          <a:xfrm>
            <a:off x="9441699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TextBox 1104"/>
          <p:cNvSpPr txBox="1"/>
          <p:nvPr/>
        </p:nvSpPr>
        <p:spPr>
          <a:xfrm>
            <a:off x="9376059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106" name="Freeform 1105"/>
          <p:cNvSpPr/>
          <p:nvPr/>
        </p:nvSpPr>
        <p:spPr>
          <a:xfrm>
            <a:off x="9738192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TextBox 1106"/>
          <p:cNvSpPr txBox="1"/>
          <p:nvPr/>
        </p:nvSpPr>
        <p:spPr>
          <a:xfrm>
            <a:off x="9672552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2.2</a:t>
            </a:r>
          </a:p>
        </p:txBody>
      </p:sp>
      <p:sp>
        <p:nvSpPr>
          <p:cNvPr id="1108" name="Freeform 1107"/>
          <p:cNvSpPr/>
          <p:nvPr/>
        </p:nvSpPr>
        <p:spPr>
          <a:xfrm>
            <a:off x="10034685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9969045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2.4</a:t>
            </a:r>
          </a:p>
        </p:txBody>
      </p:sp>
      <p:sp>
        <p:nvSpPr>
          <p:cNvPr id="1110" name="Freeform 1109"/>
          <p:cNvSpPr/>
          <p:nvPr/>
        </p:nvSpPr>
        <p:spPr>
          <a:xfrm>
            <a:off x="10331178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TextBox 1110"/>
          <p:cNvSpPr txBox="1"/>
          <p:nvPr/>
        </p:nvSpPr>
        <p:spPr>
          <a:xfrm>
            <a:off x="10265538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2.6</a:t>
            </a:r>
          </a:p>
        </p:txBody>
      </p:sp>
      <p:sp>
        <p:nvSpPr>
          <p:cNvPr id="1112" name="TextBox 1111"/>
          <p:cNvSpPr txBox="1"/>
          <p:nvPr/>
        </p:nvSpPr>
        <p:spPr>
          <a:xfrm>
            <a:off x="10061434" y="24302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1113" name="Freeform 1112"/>
          <p:cNvSpPr/>
          <p:nvPr/>
        </p:nvSpPr>
        <p:spPr>
          <a:xfrm>
            <a:off x="8429609" y="22538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TextBox 1113"/>
          <p:cNvSpPr txBox="1"/>
          <p:nvPr/>
        </p:nvSpPr>
        <p:spPr>
          <a:xfrm>
            <a:off x="8332637" y="220265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15" name="Freeform 1114"/>
          <p:cNvSpPr/>
          <p:nvPr/>
        </p:nvSpPr>
        <p:spPr>
          <a:xfrm>
            <a:off x="8429609" y="19265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8332637" y="1875387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17" name="Freeform 1116"/>
          <p:cNvSpPr/>
          <p:nvPr/>
        </p:nvSpPr>
        <p:spPr>
          <a:xfrm>
            <a:off x="8429609" y="15993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8332637" y="1548124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119" name="Freeform 1118"/>
          <p:cNvSpPr/>
          <p:nvPr/>
        </p:nvSpPr>
        <p:spPr>
          <a:xfrm>
            <a:off x="8429609" y="12720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TextBox 1119"/>
          <p:cNvSpPr txBox="1"/>
          <p:nvPr/>
        </p:nvSpPr>
        <p:spPr>
          <a:xfrm>
            <a:off x="8332637" y="122086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121" name="TextBox 1120"/>
          <p:cNvSpPr txBox="1"/>
          <p:nvPr/>
        </p:nvSpPr>
        <p:spPr>
          <a:xfrm>
            <a:off x="8474059" y="99618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1e−11</a:t>
            </a:r>
          </a:p>
        </p:txBody>
      </p:sp>
      <p:sp>
        <p:nvSpPr>
          <p:cNvPr id="1122" name="Freeform 1121"/>
          <p:cNvSpPr/>
          <p:nvPr/>
        </p:nvSpPr>
        <p:spPr>
          <a:xfrm>
            <a:off x="8474059" y="1161288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8474059" y="2253838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9189376" y="869718"/>
            <a:ext cx="5283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Extreme</a:t>
            </a:r>
          </a:p>
        </p:txBody>
      </p:sp>
      <p:sp>
        <p:nvSpPr>
          <p:cNvPr id="1125" name="Rectangle 1124"/>
          <p:cNvSpPr/>
          <p:nvPr/>
        </p:nvSpPr>
        <p:spPr>
          <a:xfrm>
            <a:off x="8474059" y="290936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Rectangle 1125"/>
          <p:cNvSpPr/>
          <p:nvPr/>
        </p:nvSpPr>
        <p:spPr>
          <a:xfrm>
            <a:off x="8560783" y="3998147"/>
            <a:ext cx="57816" cy="377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Rectangle 1126"/>
          <p:cNvSpPr/>
          <p:nvPr/>
        </p:nvSpPr>
        <p:spPr>
          <a:xfrm>
            <a:off x="8618599" y="3996889"/>
            <a:ext cx="57816" cy="50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Rectangle 1127"/>
          <p:cNvSpPr/>
          <p:nvPr/>
        </p:nvSpPr>
        <p:spPr>
          <a:xfrm>
            <a:off x="8676416" y="3985573"/>
            <a:ext cx="57816" cy="1634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Rectangle 1128"/>
          <p:cNvSpPr/>
          <p:nvPr/>
        </p:nvSpPr>
        <p:spPr>
          <a:xfrm>
            <a:off x="8734232" y="3978029"/>
            <a:ext cx="57816" cy="2389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Rectangle 1129"/>
          <p:cNvSpPr/>
          <p:nvPr/>
        </p:nvSpPr>
        <p:spPr>
          <a:xfrm>
            <a:off x="8792048" y="3949109"/>
            <a:ext cx="57816" cy="528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Rectangle 1130"/>
          <p:cNvSpPr/>
          <p:nvPr/>
        </p:nvSpPr>
        <p:spPr>
          <a:xfrm>
            <a:off x="8849864" y="3934020"/>
            <a:ext cx="57816" cy="678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Rectangle 1131"/>
          <p:cNvSpPr/>
          <p:nvPr/>
        </p:nvSpPr>
        <p:spPr>
          <a:xfrm>
            <a:off x="8907680" y="3906358"/>
            <a:ext cx="57816" cy="955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Rectangle 1132"/>
          <p:cNvSpPr/>
          <p:nvPr/>
        </p:nvSpPr>
        <p:spPr>
          <a:xfrm>
            <a:off x="8965496" y="3857320"/>
            <a:ext cx="57816" cy="1445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Rectangle 1133"/>
          <p:cNvSpPr/>
          <p:nvPr/>
        </p:nvSpPr>
        <p:spPr>
          <a:xfrm>
            <a:off x="9023312" y="3805767"/>
            <a:ext cx="57816" cy="19615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Rectangle 1134"/>
          <p:cNvSpPr/>
          <p:nvPr/>
        </p:nvSpPr>
        <p:spPr>
          <a:xfrm>
            <a:off x="9081128" y="3746671"/>
            <a:ext cx="57816" cy="2552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Rectangle 1135"/>
          <p:cNvSpPr/>
          <p:nvPr/>
        </p:nvSpPr>
        <p:spPr>
          <a:xfrm>
            <a:off x="9138944" y="3627219"/>
            <a:ext cx="57816" cy="3747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Rectangle 1136"/>
          <p:cNvSpPr/>
          <p:nvPr/>
        </p:nvSpPr>
        <p:spPr>
          <a:xfrm>
            <a:off x="9196760" y="3639793"/>
            <a:ext cx="57816" cy="36212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Rectangle 1137"/>
          <p:cNvSpPr/>
          <p:nvPr/>
        </p:nvSpPr>
        <p:spPr>
          <a:xfrm>
            <a:off x="9254576" y="3509026"/>
            <a:ext cx="57816" cy="4928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Rectangle 1138"/>
          <p:cNvSpPr/>
          <p:nvPr/>
        </p:nvSpPr>
        <p:spPr>
          <a:xfrm>
            <a:off x="9312393" y="3505253"/>
            <a:ext cx="57816" cy="4966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Rectangle 1139"/>
          <p:cNvSpPr/>
          <p:nvPr/>
        </p:nvSpPr>
        <p:spPr>
          <a:xfrm>
            <a:off x="9370209" y="3482621"/>
            <a:ext cx="57816" cy="51929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Rectangle 1140"/>
          <p:cNvSpPr/>
          <p:nvPr/>
        </p:nvSpPr>
        <p:spPr>
          <a:xfrm>
            <a:off x="9428025" y="3404663"/>
            <a:ext cx="57816" cy="59725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Rectangle 1141"/>
          <p:cNvSpPr/>
          <p:nvPr/>
        </p:nvSpPr>
        <p:spPr>
          <a:xfrm>
            <a:off x="9485841" y="3520342"/>
            <a:ext cx="57816" cy="48157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Rectangle 1142"/>
          <p:cNvSpPr/>
          <p:nvPr/>
        </p:nvSpPr>
        <p:spPr>
          <a:xfrm>
            <a:off x="9543657" y="3540460"/>
            <a:ext cx="57816" cy="46145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Rectangle 1143"/>
          <p:cNvSpPr/>
          <p:nvPr/>
        </p:nvSpPr>
        <p:spPr>
          <a:xfrm>
            <a:off x="9601473" y="3602072"/>
            <a:ext cx="57816" cy="3998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Rectangle 1144"/>
          <p:cNvSpPr/>
          <p:nvPr/>
        </p:nvSpPr>
        <p:spPr>
          <a:xfrm>
            <a:off x="9659289" y="3661169"/>
            <a:ext cx="57816" cy="3407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Rectangle 1145"/>
          <p:cNvSpPr/>
          <p:nvPr/>
        </p:nvSpPr>
        <p:spPr>
          <a:xfrm>
            <a:off x="9717105" y="3735354"/>
            <a:ext cx="57816" cy="26656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Rectangle 1146"/>
          <p:cNvSpPr/>
          <p:nvPr/>
        </p:nvSpPr>
        <p:spPr>
          <a:xfrm>
            <a:off x="9774921" y="3810797"/>
            <a:ext cx="57816" cy="19112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Rectangle 1147"/>
          <p:cNvSpPr/>
          <p:nvPr/>
        </p:nvSpPr>
        <p:spPr>
          <a:xfrm>
            <a:off x="9832737" y="3834687"/>
            <a:ext cx="57816" cy="1672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Rectangle 1148"/>
          <p:cNvSpPr/>
          <p:nvPr/>
        </p:nvSpPr>
        <p:spPr>
          <a:xfrm>
            <a:off x="9890553" y="3897556"/>
            <a:ext cx="57816" cy="10436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Rectangle 1149"/>
          <p:cNvSpPr/>
          <p:nvPr/>
        </p:nvSpPr>
        <p:spPr>
          <a:xfrm>
            <a:off x="9948369" y="3927733"/>
            <a:ext cx="57816" cy="7418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Rectangle 1150"/>
          <p:cNvSpPr/>
          <p:nvPr/>
        </p:nvSpPr>
        <p:spPr>
          <a:xfrm>
            <a:off x="10006185" y="3961683"/>
            <a:ext cx="57816" cy="402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Rectangle 1151"/>
          <p:cNvSpPr/>
          <p:nvPr/>
        </p:nvSpPr>
        <p:spPr>
          <a:xfrm>
            <a:off x="10064002" y="3974257"/>
            <a:ext cx="57816" cy="276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Rectangle 1152"/>
          <p:cNvSpPr/>
          <p:nvPr/>
        </p:nvSpPr>
        <p:spPr>
          <a:xfrm>
            <a:off x="10121818" y="3990602"/>
            <a:ext cx="57816" cy="1131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Rectangle 1153"/>
          <p:cNvSpPr/>
          <p:nvPr/>
        </p:nvSpPr>
        <p:spPr>
          <a:xfrm>
            <a:off x="10179634" y="3989345"/>
            <a:ext cx="57816" cy="125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Rectangle 1154"/>
          <p:cNvSpPr/>
          <p:nvPr/>
        </p:nvSpPr>
        <p:spPr>
          <a:xfrm>
            <a:off x="10237450" y="3998147"/>
            <a:ext cx="57816" cy="377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Rectangle 1155"/>
          <p:cNvSpPr/>
          <p:nvPr/>
        </p:nvSpPr>
        <p:spPr>
          <a:xfrm>
            <a:off x="9224102" y="3965195"/>
            <a:ext cx="24744" cy="367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Rectangle 1156"/>
          <p:cNvSpPr/>
          <p:nvPr/>
        </p:nvSpPr>
        <p:spPr>
          <a:xfrm>
            <a:off x="9248846" y="3928470"/>
            <a:ext cx="24744" cy="734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Rectangle 1157"/>
          <p:cNvSpPr/>
          <p:nvPr/>
        </p:nvSpPr>
        <p:spPr>
          <a:xfrm>
            <a:off x="9273590" y="3903987"/>
            <a:ext cx="24744" cy="9793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Rectangle 1158"/>
          <p:cNvSpPr/>
          <p:nvPr/>
        </p:nvSpPr>
        <p:spPr>
          <a:xfrm>
            <a:off x="9298334" y="3867263"/>
            <a:ext cx="24744" cy="13465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Rectangle 1159"/>
          <p:cNvSpPr/>
          <p:nvPr/>
        </p:nvSpPr>
        <p:spPr>
          <a:xfrm>
            <a:off x="9323079" y="3830538"/>
            <a:ext cx="24744" cy="1713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Rectangle 1160"/>
          <p:cNvSpPr/>
          <p:nvPr/>
        </p:nvSpPr>
        <p:spPr>
          <a:xfrm>
            <a:off x="9347823" y="3732607"/>
            <a:ext cx="24744" cy="26931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Rectangle 1161"/>
          <p:cNvSpPr/>
          <p:nvPr/>
        </p:nvSpPr>
        <p:spPr>
          <a:xfrm>
            <a:off x="9372567" y="3646917"/>
            <a:ext cx="24744" cy="35500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Rectangle 1162"/>
          <p:cNvSpPr/>
          <p:nvPr/>
        </p:nvSpPr>
        <p:spPr>
          <a:xfrm>
            <a:off x="9397311" y="3597951"/>
            <a:ext cx="24744" cy="4039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Rectangle 1163"/>
          <p:cNvSpPr/>
          <p:nvPr/>
        </p:nvSpPr>
        <p:spPr>
          <a:xfrm>
            <a:off x="9422055" y="3365363"/>
            <a:ext cx="24744" cy="63655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Rectangle 1164"/>
          <p:cNvSpPr/>
          <p:nvPr/>
        </p:nvSpPr>
        <p:spPr>
          <a:xfrm>
            <a:off x="9446799" y="3353121"/>
            <a:ext cx="24744" cy="6487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Rectangle 1165"/>
          <p:cNvSpPr/>
          <p:nvPr/>
        </p:nvSpPr>
        <p:spPr>
          <a:xfrm>
            <a:off x="9471543" y="3206224"/>
            <a:ext cx="24744" cy="79569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Rectangle 1166"/>
          <p:cNvSpPr/>
          <p:nvPr/>
        </p:nvSpPr>
        <p:spPr>
          <a:xfrm>
            <a:off x="9496287" y="3022602"/>
            <a:ext cx="24744" cy="9793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Rectangle 1167"/>
          <p:cNvSpPr/>
          <p:nvPr/>
        </p:nvSpPr>
        <p:spPr>
          <a:xfrm>
            <a:off x="9521031" y="2985878"/>
            <a:ext cx="24744" cy="10160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Rectangle 1168"/>
          <p:cNvSpPr/>
          <p:nvPr/>
        </p:nvSpPr>
        <p:spPr>
          <a:xfrm>
            <a:off x="9545775" y="3096051"/>
            <a:ext cx="24744" cy="9058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Rectangle 1169"/>
          <p:cNvSpPr/>
          <p:nvPr/>
        </p:nvSpPr>
        <p:spPr>
          <a:xfrm>
            <a:off x="9570519" y="2961395"/>
            <a:ext cx="24744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Rectangle 1170"/>
          <p:cNvSpPr/>
          <p:nvPr/>
        </p:nvSpPr>
        <p:spPr>
          <a:xfrm>
            <a:off x="9595263" y="2985878"/>
            <a:ext cx="24744" cy="10160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Rectangle 1171"/>
          <p:cNvSpPr/>
          <p:nvPr/>
        </p:nvSpPr>
        <p:spPr>
          <a:xfrm>
            <a:off x="9620007" y="3120534"/>
            <a:ext cx="24744" cy="88138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Rectangle 1172"/>
          <p:cNvSpPr/>
          <p:nvPr/>
        </p:nvSpPr>
        <p:spPr>
          <a:xfrm>
            <a:off x="9644751" y="3206224"/>
            <a:ext cx="24744" cy="79569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Rectangle 1173"/>
          <p:cNvSpPr/>
          <p:nvPr/>
        </p:nvSpPr>
        <p:spPr>
          <a:xfrm>
            <a:off x="9669496" y="3169500"/>
            <a:ext cx="24744" cy="83241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Rectangle 1174"/>
          <p:cNvSpPr/>
          <p:nvPr/>
        </p:nvSpPr>
        <p:spPr>
          <a:xfrm>
            <a:off x="9694240" y="3279673"/>
            <a:ext cx="24744" cy="72224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Rectangle 1175"/>
          <p:cNvSpPr/>
          <p:nvPr/>
        </p:nvSpPr>
        <p:spPr>
          <a:xfrm>
            <a:off x="9718984" y="3218465"/>
            <a:ext cx="24744" cy="78345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Rectangle 1176"/>
          <p:cNvSpPr/>
          <p:nvPr/>
        </p:nvSpPr>
        <p:spPr>
          <a:xfrm>
            <a:off x="9743728" y="3548985"/>
            <a:ext cx="24744" cy="4529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Rectangle 1177"/>
          <p:cNvSpPr/>
          <p:nvPr/>
        </p:nvSpPr>
        <p:spPr>
          <a:xfrm>
            <a:off x="9768472" y="3536743"/>
            <a:ext cx="24744" cy="46517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Rectangle 1178"/>
          <p:cNvSpPr/>
          <p:nvPr/>
        </p:nvSpPr>
        <p:spPr>
          <a:xfrm>
            <a:off x="9793216" y="3585709"/>
            <a:ext cx="24744" cy="41621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Rectangle 1179"/>
          <p:cNvSpPr/>
          <p:nvPr/>
        </p:nvSpPr>
        <p:spPr>
          <a:xfrm>
            <a:off x="9817960" y="3732607"/>
            <a:ext cx="24744" cy="26931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Rectangle 1180"/>
          <p:cNvSpPr/>
          <p:nvPr/>
        </p:nvSpPr>
        <p:spPr>
          <a:xfrm>
            <a:off x="9842704" y="3806056"/>
            <a:ext cx="24744" cy="19586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Rectangle 1181"/>
          <p:cNvSpPr/>
          <p:nvPr/>
        </p:nvSpPr>
        <p:spPr>
          <a:xfrm>
            <a:off x="9867448" y="3855021"/>
            <a:ext cx="24744" cy="1468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Rectangle 1182"/>
          <p:cNvSpPr/>
          <p:nvPr/>
        </p:nvSpPr>
        <p:spPr>
          <a:xfrm>
            <a:off x="9892192" y="3940712"/>
            <a:ext cx="24744" cy="612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Rectangle 1183"/>
          <p:cNvSpPr/>
          <p:nvPr/>
        </p:nvSpPr>
        <p:spPr>
          <a:xfrm>
            <a:off x="9916936" y="3940712"/>
            <a:ext cx="24744" cy="612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Rectangle 1184"/>
          <p:cNvSpPr/>
          <p:nvPr/>
        </p:nvSpPr>
        <p:spPr>
          <a:xfrm>
            <a:off x="9941680" y="3977436"/>
            <a:ext cx="24744" cy="2448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8894351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8828711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188" name="Freeform 1187"/>
          <p:cNvSpPr/>
          <p:nvPr/>
        </p:nvSpPr>
        <p:spPr>
          <a:xfrm>
            <a:off x="9418530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TextBox 1188"/>
          <p:cNvSpPr txBox="1"/>
          <p:nvPr/>
        </p:nvSpPr>
        <p:spPr>
          <a:xfrm>
            <a:off x="9352890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190" name="Freeform 1189"/>
          <p:cNvSpPr/>
          <p:nvPr/>
        </p:nvSpPr>
        <p:spPr>
          <a:xfrm>
            <a:off x="9942709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TextBox 1190"/>
          <p:cNvSpPr txBox="1"/>
          <p:nvPr/>
        </p:nvSpPr>
        <p:spPr>
          <a:xfrm>
            <a:off x="9877069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1192" name="TextBox 1191"/>
          <p:cNvSpPr txBox="1"/>
          <p:nvPr/>
        </p:nvSpPr>
        <p:spPr>
          <a:xfrm>
            <a:off x="10035816" y="417831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1193" name="Freeform 1192"/>
          <p:cNvSpPr/>
          <p:nvPr/>
        </p:nvSpPr>
        <p:spPr>
          <a:xfrm>
            <a:off x="8429609" y="40019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TextBox 1193"/>
          <p:cNvSpPr txBox="1"/>
          <p:nvPr/>
        </p:nvSpPr>
        <p:spPr>
          <a:xfrm>
            <a:off x="8332637" y="395073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95" name="Freeform 1194"/>
          <p:cNvSpPr/>
          <p:nvPr/>
        </p:nvSpPr>
        <p:spPr>
          <a:xfrm>
            <a:off x="8429609" y="37245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8070025" y="3673357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200000</a:t>
            </a:r>
          </a:p>
        </p:txBody>
      </p:sp>
      <p:sp>
        <p:nvSpPr>
          <p:cNvPr id="1197" name="Freeform 1196"/>
          <p:cNvSpPr/>
          <p:nvPr/>
        </p:nvSpPr>
        <p:spPr>
          <a:xfrm>
            <a:off x="8429609" y="344717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TextBox 1197"/>
          <p:cNvSpPr txBox="1"/>
          <p:nvPr/>
        </p:nvSpPr>
        <p:spPr>
          <a:xfrm>
            <a:off x="8070025" y="3395983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400000</a:t>
            </a:r>
          </a:p>
        </p:txBody>
      </p:sp>
      <p:sp>
        <p:nvSpPr>
          <p:cNvPr id="1199" name="Freeform 1198"/>
          <p:cNvSpPr/>
          <p:nvPr/>
        </p:nvSpPr>
        <p:spPr>
          <a:xfrm>
            <a:off x="8429609" y="316979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TextBox 1199"/>
          <p:cNvSpPr txBox="1"/>
          <p:nvPr/>
        </p:nvSpPr>
        <p:spPr>
          <a:xfrm>
            <a:off x="8070025" y="3118609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600000</a:t>
            </a:r>
          </a:p>
        </p:txBody>
      </p:sp>
      <p:sp>
        <p:nvSpPr>
          <p:cNvPr id="1201" name="Freeform 1200"/>
          <p:cNvSpPr/>
          <p:nvPr/>
        </p:nvSpPr>
        <p:spPr>
          <a:xfrm>
            <a:off x="8474059" y="290936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8474059" y="400191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Rectangle 1202"/>
          <p:cNvSpPr/>
          <p:nvPr/>
        </p:nvSpPr>
        <p:spPr>
          <a:xfrm>
            <a:off x="8474059" y="465744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Rectangle 1203"/>
          <p:cNvSpPr/>
          <p:nvPr/>
        </p:nvSpPr>
        <p:spPr>
          <a:xfrm>
            <a:off x="8560783" y="5714650"/>
            <a:ext cx="57816" cy="353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Rectangle 1204"/>
          <p:cNvSpPr/>
          <p:nvPr/>
        </p:nvSpPr>
        <p:spPr>
          <a:xfrm>
            <a:off x="8618599" y="5702867"/>
            <a:ext cx="57816" cy="4713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Rectangle 1205"/>
          <p:cNvSpPr/>
          <p:nvPr/>
        </p:nvSpPr>
        <p:spPr>
          <a:xfrm>
            <a:off x="8676416" y="5686370"/>
            <a:ext cx="57816" cy="636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Rectangle 1206"/>
          <p:cNvSpPr/>
          <p:nvPr/>
        </p:nvSpPr>
        <p:spPr>
          <a:xfrm>
            <a:off x="8734232" y="5655734"/>
            <a:ext cx="57816" cy="942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Rectangle 1207"/>
          <p:cNvSpPr/>
          <p:nvPr/>
        </p:nvSpPr>
        <p:spPr>
          <a:xfrm>
            <a:off x="8792048" y="5608601"/>
            <a:ext cx="57816" cy="14139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Rectangle 1208"/>
          <p:cNvSpPr/>
          <p:nvPr/>
        </p:nvSpPr>
        <p:spPr>
          <a:xfrm>
            <a:off x="8849864" y="5559112"/>
            <a:ext cx="57816" cy="19088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Rectangle 1209"/>
          <p:cNvSpPr/>
          <p:nvPr/>
        </p:nvSpPr>
        <p:spPr>
          <a:xfrm>
            <a:off x="8907680" y="5471916"/>
            <a:ext cx="57816" cy="2780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Rectangle 1210"/>
          <p:cNvSpPr/>
          <p:nvPr/>
        </p:nvSpPr>
        <p:spPr>
          <a:xfrm>
            <a:off x="8965496" y="5339944"/>
            <a:ext cx="57816" cy="4100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Rectangle 1211"/>
          <p:cNvSpPr/>
          <p:nvPr/>
        </p:nvSpPr>
        <p:spPr>
          <a:xfrm>
            <a:off x="9023312" y="5297525"/>
            <a:ext cx="57816" cy="4524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Rectangle 1212"/>
          <p:cNvSpPr/>
          <p:nvPr/>
        </p:nvSpPr>
        <p:spPr>
          <a:xfrm>
            <a:off x="9081128" y="5123133"/>
            <a:ext cx="57816" cy="6268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Rectangle 1213"/>
          <p:cNvSpPr/>
          <p:nvPr/>
        </p:nvSpPr>
        <p:spPr>
          <a:xfrm>
            <a:off x="9138944" y="5031224"/>
            <a:ext cx="57816" cy="7187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Rectangle 1214"/>
          <p:cNvSpPr/>
          <p:nvPr/>
        </p:nvSpPr>
        <p:spPr>
          <a:xfrm>
            <a:off x="9196760" y="4988805"/>
            <a:ext cx="57816" cy="7611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Rectangle 1215"/>
          <p:cNvSpPr/>
          <p:nvPr/>
        </p:nvSpPr>
        <p:spPr>
          <a:xfrm>
            <a:off x="9254576" y="4885112"/>
            <a:ext cx="57816" cy="8648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Rectangle 1216"/>
          <p:cNvSpPr/>
          <p:nvPr/>
        </p:nvSpPr>
        <p:spPr>
          <a:xfrm>
            <a:off x="9312393" y="4946385"/>
            <a:ext cx="57816" cy="80361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Rectangle 1217"/>
          <p:cNvSpPr/>
          <p:nvPr/>
        </p:nvSpPr>
        <p:spPr>
          <a:xfrm>
            <a:off x="9370209" y="4807343"/>
            <a:ext cx="57816" cy="94265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Rectangle 1218"/>
          <p:cNvSpPr/>
          <p:nvPr/>
        </p:nvSpPr>
        <p:spPr>
          <a:xfrm>
            <a:off x="9428025" y="4800273"/>
            <a:ext cx="57816" cy="94972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Rectangle 1219"/>
          <p:cNvSpPr/>
          <p:nvPr/>
        </p:nvSpPr>
        <p:spPr>
          <a:xfrm>
            <a:off x="9485841" y="4918105"/>
            <a:ext cx="57816" cy="83189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Rectangle 1220"/>
          <p:cNvSpPr/>
          <p:nvPr/>
        </p:nvSpPr>
        <p:spPr>
          <a:xfrm>
            <a:off x="9543657" y="5038294"/>
            <a:ext cx="57816" cy="7117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Rectangle 1221"/>
          <p:cNvSpPr/>
          <p:nvPr/>
        </p:nvSpPr>
        <p:spPr>
          <a:xfrm>
            <a:off x="9601473" y="5149056"/>
            <a:ext cx="57816" cy="60094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Rectangle 1222"/>
          <p:cNvSpPr/>
          <p:nvPr/>
        </p:nvSpPr>
        <p:spPr>
          <a:xfrm>
            <a:off x="9659289" y="5238609"/>
            <a:ext cx="57816" cy="51139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Rectangle 1223"/>
          <p:cNvSpPr/>
          <p:nvPr/>
        </p:nvSpPr>
        <p:spPr>
          <a:xfrm>
            <a:off x="9717105" y="5231539"/>
            <a:ext cx="57816" cy="5184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Rectangle 1224"/>
          <p:cNvSpPr/>
          <p:nvPr/>
        </p:nvSpPr>
        <p:spPr>
          <a:xfrm>
            <a:off x="9774921" y="5372937"/>
            <a:ext cx="57816" cy="3770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Rectangle 1225"/>
          <p:cNvSpPr/>
          <p:nvPr/>
        </p:nvSpPr>
        <p:spPr>
          <a:xfrm>
            <a:off x="9832737" y="5453063"/>
            <a:ext cx="57816" cy="29693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Rectangle 1226"/>
          <p:cNvSpPr/>
          <p:nvPr/>
        </p:nvSpPr>
        <p:spPr>
          <a:xfrm>
            <a:off x="9890553" y="5556755"/>
            <a:ext cx="57816" cy="19324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Rectangle 1227"/>
          <p:cNvSpPr/>
          <p:nvPr/>
        </p:nvSpPr>
        <p:spPr>
          <a:xfrm>
            <a:off x="9948369" y="5606244"/>
            <a:ext cx="57816" cy="1437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Rectangle 1228"/>
          <p:cNvSpPr/>
          <p:nvPr/>
        </p:nvSpPr>
        <p:spPr>
          <a:xfrm>
            <a:off x="10006185" y="5634524"/>
            <a:ext cx="57816" cy="1154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Rectangle 1229"/>
          <p:cNvSpPr/>
          <p:nvPr/>
        </p:nvSpPr>
        <p:spPr>
          <a:xfrm>
            <a:off x="10064002" y="5700510"/>
            <a:ext cx="57816" cy="494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Rectangle 1230"/>
          <p:cNvSpPr/>
          <p:nvPr/>
        </p:nvSpPr>
        <p:spPr>
          <a:xfrm>
            <a:off x="10121818" y="5719363"/>
            <a:ext cx="57816" cy="306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Rectangle 1231"/>
          <p:cNvSpPr/>
          <p:nvPr/>
        </p:nvSpPr>
        <p:spPr>
          <a:xfrm>
            <a:off x="10179634" y="5745286"/>
            <a:ext cx="57816" cy="471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Rectangle 1232"/>
          <p:cNvSpPr/>
          <p:nvPr/>
        </p:nvSpPr>
        <p:spPr>
          <a:xfrm>
            <a:off x="10237450" y="5733503"/>
            <a:ext cx="57816" cy="164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Rectangle 1233"/>
          <p:cNvSpPr/>
          <p:nvPr/>
        </p:nvSpPr>
        <p:spPr>
          <a:xfrm>
            <a:off x="8573134" y="5690879"/>
            <a:ext cx="48013" cy="591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Rectangle 1234"/>
          <p:cNvSpPr/>
          <p:nvPr/>
        </p:nvSpPr>
        <p:spPr>
          <a:xfrm>
            <a:off x="8621147" y="5619934"/>
            <a:ext cx="48013" cy="13006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Rectangle 1235"/>
          <p:cNvSpPr/>
          <p:nvPr/>
        </p:nvSpPr>
        <p:spPr>
          <a:xfrm>
            <a:off x="8669161" y="5584462"/>
            <a:ext cx="48013" cy="1655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Rectangle 1236"/>
          <p:cNvSpPr/>
          <p:nvPr/>
        </p:nvSpPr>
        <p:spPr>
          <a:xfrm>
            <a:off x="8717174" y="5596286"/>
            <a:ext cx="48013" cy="1537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Rectangle 1237"/>
          <p:cNvSpPr/>
          <p:nvPr/>
        </p:nvSpPr>
        <p:spPr>
          <a:xfrm>
            <a:off x="8765187" y="5560813"/>
            <a:ext cx="48013" cy="18918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Rectangle 1238"/>
          <p:cNvSpPr/>
          <p:nvPr/>
        </p:nvSpPr>
        <p:spPr>
          <a:xfrm>
            <a:off x="8813200" y="5560813"/>
            <a:ext cx="48013" cy="18918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Rectangle 1239"/>
          <p:cNvSpPr/>
          <p:nvPr/>
        </p:nvSpPr>
        <p:spPr>
          <a:xfrm>
            <a:off x="8861214" y="5418924"/>
            <a:ext cx="48013" cy="3310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Rectangle 1240"/>
          <p:cNvSpPr/>
          <p:nvPr/>
        </p:nvSpPr>
        <p:spPr>
          <a:xfrm>
            <a:off x="8909227" y="5383451"/>
            <a:ext cx="48013" cy="3665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Rectangle 1241"/>
          <p:cNvSpPr/>
          <p:nvPr/>
        </p:nvSpPr>
        <p:spPr>
          <a:xfrm>
            <a:off x="8957240" y="5478044"/>
            <a:ext cx="48013" cy="27195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Rectangle 1242"/>
          <p:cNvSpPr/>
          <p:nvPr/>
        </p:nvSpPr>
        <p:spPr>
          <a:xfrm>
            <a:off x="9005254" y="5253386"/>
            <a:ext cx="48013" cy="4966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Rectangle 1243"/>
          <p:cNvSpPr/>
          <p:nvPr/>
        </p:nvSpPr>
        <p:spPr>
          <a:xfrm>
            <a:off x="9053267" y="5158793"/>
            <a:ext cx="48013" cy="5912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Rectangle 1244"/>
          <p:cNvSpPr/>
          <p:nvPr/>
        </p:nvSpPr>
        <p:spPr>
          <a:xfrm>
            <a:off x="9101280" y="5028727"/>
            <a:ext cx="48013" cy="7212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Rectangle 1245"/>
          <p:cNvSpPr/>
          <p:nvPr/>
        </p:nvSpPr>
        <p:spPr>
          <a:xfrm>
            <a:off x="9149293" y="4815893"/>
            <a:ext cx="48013" cy="9341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Rectangle 1246"/>
          <p:cNvSpPr/>
          <p:nvPr/>
        </p:nvSpPr>
        <p:spPr>
          <a:xfrm>
            <a:off x="9197307" y="4981430"/>
            <a:ext cx="48013" cy="76856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Rectangle 1247"/>
          <p:cNvSpPr/>
          <p:nvPr/>
        </p:nvSpPr>
        <p:spPr>
          <a:xfrm>
            <a:off x="9245320" y="4804068"/>
            <a:ext cx="48013" cy="94593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Rectangle 1248"/>
          <p:cNvSpPr/>
          <p:nvPr/>
        </p:nvSpPr>
        <p:spPr>
          <a:xfrm>
            <a:off x="9293333" y="4839541"/>
            <a:ext cx="48013" cy="910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Rectangle 1249"/>
          <p:cNvSpPr/>
          <p:nvPr/>
        </p:nvSpPr>
        <p:spPr>
          <a:xfrm>
            <a:off x="9341346" y="4709475"/>
            <a:ext cx="48013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Rectangle 1250"/>
          <p:cNvSpPr/>
          <p:nvPr/>
        </p:nvSpPr>
        <p:spPr>
          <a:xfrm>
            <a:off x="9389360" y="4922310"/>
            <a:ext cx="48013" cy="8276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Rectangle 1251"/>
          <p:cNvSpPr/>
          <p:nvPr/>
        </p:nvSpPr>
        <p:spPr>
          <a:xfrm>
            <a:off x="9437373" y="4993255"/>
            <a:ext cx="48013" cy="7567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Rectangle 1252"/>
          <p:cNvSpPr/>
          <p:nvPr/>
        </p:nvSpPr>
        <p:spPr>
          <a:xfrm>
            <a:off x="9485386" y="4993255"/>
            <a:ext cx="48013" cy="7567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Rectangle 1253"/>
          <p:cNvSpPr/>
          <p:nvPr/>
        </p:nvSpPr>
        <p:spPr>
          <a:xfrm>
            <a:off x="9533399" y="4981430"/>
            <a:ext cx="48013" cy="76856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Rectangle 1254"/>
          <p:cNvSpPr/>
          <p:nvPr/>
        </p:nvSpPr>
        <p:spPr>
          <a:xfrm>
            <a:off x="9581413" y="5182441"/>
            <a:ext cx="48013" cy="5675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Rectangle 1255"/>
          <p:cNvSpPr/>
          <p:nvPr/>
        </p:nvSpPr>
        <p:spPr>
          <a:xfrm>
            <a:off x="9629426" y="5194265"/>
            <a:ext cx="48013" cy="5557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Rectangle 1256"/>
          <p:cNvSpPr/>
          <p:nvPr/>
        </p:nvSpPr>
        <p:spPr>
          <a:xfrm>
            <a:off x="9677439" y="5099672"/>
            <a:ext cx="48013" cy="65032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Rectangle 1257"/>
          <p:cNvSpPr/>
          <p:nvPr/>
        </p:nvSpPr>
        <p:spPr>
          <a:xfrm>
            <a:off x="9725452" y="5324330"/>
            <a:ext cx="48013" cy="42566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Rectangle 1258"/>
          <p:cNvSpPr/>
          <p:nvPr/>
        </p:nvSpPr>
        <p:spPr>
          <a:xfrm>
            <a:off x="9773466" y="5525341"/>
            <a:ext cx="48013" cy="2246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Rectangle 1259"/>
          <p:cNvSpPr/>
          <p:nvPr/>
        </p:nvSpPr>
        <p:spPr>
          <a:xfrm>
            <a:off x="9821479" y="5537165"/>
            <a:ext cx="48013" cy="2128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Rectangle 1260"/>
          <p:cNvSpPr/>
          <p:nvPr/>
        </p:nvSpPr>
        <p:spPr>
          <a:xfrm>
            <a:off x="9869492" y="5631758"/>
            <a:ext cx="48013" cy="1182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Rectangle 1261"/>
          <p:cNvSpPr/>
          <p:nvPr/>
        </p:nvSpPr>
        <p:spPr>
          <a:xfrm>
            <a:off x="9917506" y="5714527"/>
            <a:ext cx="48013" cy="354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Rectangle 1262"/>
          <p:cNvSpPr/>
          <p:nvPr/>
        </p:nvSpPr>
        <p:spPr>
          <a:xfrm>
            <a:off x="9965519" y="5726351"/>
            <a:ext cx="48013" cy="236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850944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TextBox 1264"/>
          <p:cNvSpPr txBox="1"/>
          <p:nvPr/>
        </p:nvSpPr>
        <p:spPr>
          <a:xfrm>
            <a:off x="8443800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3.5</a:t>
            </a:r>
          </a:p>
        </p:txBody>
      </p:sp>
      <p:sp>
        <p:nvSpPr>
          <p:cNvPr id="1266" name="Freeform 1265"/>
          <p:cNvSpPr/>
          <p:nvPr/>
        </p:nvSpPr>
        <p:spPr>
          <a:xfrm>
            <a:off x="8809005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TextBox 1266"/>
          <p:cNvSpPr txBox="1"/>
          <p:nvPr/>
        </p:nvSpPr>
        <p:spPr>
          <a:xfrm>
            <a:off x="8743365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4.0</a:t>
            </a:r>
          </a:p>
        </p:txBody>
      </p:sp>
      <p:sp>
        <p:nvSpPr>
          <p:cNvPr id="1268" name="Freeform 1267"/>
          <p:cNvSpPr/>
          <p:nvPr/>
        </p:nvSpPr>
        <p:spPr>
          <a:xfrm>
            <a:off x="9108569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904292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1270" name="Freeform 1269"/>
          <p:cNvSpPr/>
          <p:nvPr/>
        </p:nvSpPr>
        <p:spPr>
          <a:xfrm>
            <a:off x="9408134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TextBox 1270"/>
          <p:cNvSpPr txBox="1"/>
          <p:nvPr/>
        </p:nvSpPr>
        <p:spPr>
          <a:xfrm>
            <a:off x="934249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1272" name="Freeform 1271"/>
          <p:cNvSpPr/>
          <p:nvPr/>
        </p:nvSpPr>
        <p:spPr>
          <a:xfrm>
            <a:off x="9707698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TextBox 1272"/>
          <p:cNvSpPr txBox="1"/>
          <p:nvPr/>
        </p:nvSpPr>
        <p:spPr>
          <a:xfrm>
            <a:off x="9642058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5.5</a:t>
            </a:r>
          </a:p>
        </p:txBody>
      </p:sp>
      <p:sp>
        <p:nvSpPr>
          <p:cNvPr id="1274" name="Freeform 1273"/>
          <p:cNvSpPr/>
          <p:nvPr/>
        </p:nvSpPr>
        <p:spPr>
          <a:xfrm>
            <a:off x="10007263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9941623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6.0</a:t>
            </a:r>
          </a:p>
        </p:txBody>
      </p:sp>
      <p:sp>
        <p:nvSpPr>
          <p:cNvPr id="1276" name="Freeform 1275"/>
          <p:cNvSpPr/>
          <p:nvPr/>
        </p:nvSpPr>
        <p:spPr>
          <a:xfrm>
            <a:off x="10306827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TextBox 1276"/>
          <p:cNvSpPr txBox="1"/>
          <p:nvPr/>
        </p:nvSpPr>
        <p:spPr>
          <a:xfrm>
            <a:off x="10241187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6.5</a:t>
            </a:r>
          </a:p>
        </p:txBody>
      </p:sp>
      <p:sp>
        <p:nvSpPr>
          <p:cNvPr id="1278" name="TextBox 1277"/>
          <p:cNvSpPr txBox="1"/>
          <p:nvPr/>
        </p:nvSpPr>
        <p:spPr>
          <a:xfrm>
            <a:off x="10035816" y="592639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1279" name="Freeform 1278"/>
          <p:cNvSpPr/>
          <p:nvPr/>
        </p:nvSpPr>
        <p:spPr>
          <a:xfrm>
            <a:off x="8429609" y="57499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TextBox 1279"/>
          <p:cNvSpPr txBox="1"/>
          <p:nvPr/>
        </p:nvSpPr>
        <p:spPr>
          <a:xfrm>
            <a:off x="8332637" y="5698812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81" name="Freeform 1280"/>
          <p:cNvSpPr/>
          <p:nvPr/>
        </p:nvSpPr>
        <p:spPr>
          <a:xfrm>
            <a:off x="8429609" y="552258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TextBox 1281"/>
          <p:cNvSpPr txBox="1"/>
          <p:nvPr/>
        </p:nvSpPr>
        <p:spPr>
          <a:xfrm>
            <a:off x="8332637" y="5471396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283" name="Freeform 1282"/>
          <p:cNvSpPr/>
          <p:nvPr/>
        </p:nvSpPr>
        <p:spPr>
          <a:xfrm>
            <a:off x="8429609" y="529516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TextBox 1283"/>
          <p:cNvSpPr txBox="1"/>
          <p:nvPr/>
        </p:nvSpPr>
        <p:spPr>
          <a:xfrm>
            <a:off x="8332637" y="5243979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285" name="Freeform 1284"/>
          <p:cNvSpPr/>
          <p:nvPr/>
        </p:nvSpPr>
        <p:spPr>
          <a:xfrm>
            <a:off x="8429609" y="50677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TextBox 1285"/>
          <p:cNvSpPr txBox="1"/>
          <p:nvPr/>
        </p:nvSpPr>
        <p:spPr>
          <a:xfrm>
            <a:off x="8332637" y="501656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287" name="Freeform 1286"/>
          <p:cNvSpPr/>
          <p:nvPr/>
        </p:nvSpPr>
        <p:spPr>
          <a:xfrm>
            <a:off x="8429609" y="48403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TextBox 1287"/>
          <p:cNvSpPr txBox="1"/>
          <p:nvPr/>
        </p:nvSpPr>
        <p:spPr>
          <a:xfrm>
            <a:off x="8332637" y="4789147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8474059" y="44923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1e8</a:t>
            </a:r>
          </a:p>
        </p:txBody>
      </p:sp>
      <p:sp>
        <p:nvSpPr>
          <p:cNvPr id="1290" name="Freeform 1289"/>
          <p:cNvSpPr/>
          <p:nvPr/>
        </p:nvSpPr>
        <p:spPr>
          <a:xfrm>
            <a:off x="8474059" y="465744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8474059" y="574999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Rectangle 1291"/>
          <p:cNvSpPr/>
          <p:nvPr/>
        </p:nvSpPr>
        <p:spPr>
          <a:xfrm>
            <a:off x="8474059" y="6405530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Rectangle 1292"/>
          <p:cNvSpPr/>
          <p:nvPr/>
        </p:nvSpPr>
        <p:spPr>
          <a:xfrm>
            <a:off x="8560783" y="7496364"/>
            <a:ext cx="57816" cy="171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Rectangle 1293"/>
          <p:cNvSpPr/>
          <p:nvPr/>
        </p:nvSpPr>
        <p:spPr>
          <a:xfrm>
            <a:off x="8618599" y="7496364"/>
            <a:ext cx="57816" cy="171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Rectangle 1294"/>
          <p:cNvSpPr/>
          <p:nvPr/>
        </p:nvSpPr>
        <p:spPr>
          <a:xfrm>
            <a:off x="8676416" y="7486071"/>
            <a:ext cx="57816" cy="120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Rectangle 1295"/>
          <p:cNvSpPr/>
          <p:nvPr/>
        </p:nvSpPr>
        <p:spPr>
          <a:xfrm>
            <a:off x="8734232" y="7477493"/>
            <a:ext cx="57816" cy="205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Rectangle 1296"/>
          <p:cNvSpPr/>
          <p:nvPr/>
        </p:nvSpPr>
        <p:spPr>
          <a:xfrm>
            <a:off x="8792048" y="7472346"/>
            <a:ext cx="57816" cy="257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Rectangle 1297"/>
          <p:cNvSpPr/>
          <p:nvPr/>
        </p:nvSpPr>
        <p:spPr>
          <a:xfrm>
            <a:off x="8849864" y="7453475"/>
            <a:ext cx="57816" cy="446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Rectangle 1298"/>
          <p:cNvSpPr/>
          <p:nvPr/>
        </p:nvSpPr>
        <p:spPr>
          <a:xfrm>
            <a:off x="8907680" y="7396861"/>
            <a:ext cx="57816" cy="10121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Rectangle 1299"/>
          <p:cNvSpPr/>
          <p:nvPr/>
        </p:nvSpPr>
        <p:spPr>
          <a:xfrm>
            <a:off x="8965496" y="7355687"/>
            <a:ext cx="57816" cy="1423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Rectangle 1300"/>
          <p:cNvSpPr/>
          <p:nvPr/>
        </p:nvSpPr>
        <p:spPr>
          <a:xfrm>
            <a:off x="9023312" y="7326522"/>
            <a:ext cx="57816" cy="17155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Rectangle 1301"/>
          <p:cNvSpPr/>
          <p:nvPr/>
        </p:nvSpPr>
        <p:spPr>
          <a:xfrm>
            <a:off x="9081128" y="7233881"/>
            <a:ext cx="57816" cy="2641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Rectangle 1302"/>
          <p:cNvSpPr/>
          <p:nvPr/>
        </p:nvSpPr>
        <p:spPr>
          <a:xfrm>
            <a:off x="9138944" y="7144671"/>
            <a:ext cx="57816" cy="3534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Rectangle 1303"/>
          <p:cNvSpPr/>
          <p:nvPr/>
        </p:nvSpPr>
        <p:spPr>
          <a:xfrm>
            <a:off x="9196760" y="7038306"/>
            <a:ext cx="57816" cy="4597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Rectangle 1304"/>
          <p:cNvSpPr/>
          <p:nvPr/>
        </p:nvSpPr>
        <p:spPr>
          <a:xfrm>
            <a:off x="9254576" y="6985123"/>
            <a:ext cx="57816" cy="51295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Rectangle 1305"/>
          <p:cNvSpPr/>
          <p:nvPr/>
        </p:nvSpPr>
        <p:spPr>
          <a:xfrm>
            <a:off x="9312393" y="6847877"/>
            <a:ext cx="57816" cy="65020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Rectangle 1306"/>
          <p:cNvSpPr/>
          <p:nvPr/>
        </p:nvSpPr>
        <p:spPr>
          <a:xfrm>
            <a:off x="9370209" y="6786116"/>
            <a:ext cx="57816" cy="7119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Rectangle 1307"/>
          <p:cNvSpPr/>
          <p:nvPr/>
        </p:nvSpPr>
        <p:spPr>
          <a:xfrm>
            <a:off x="9428025" y="6787832"/>
            <a:ext cx="57816" cy="7102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Rectangle 1308"/>
          <p:cNvSpPr/>
          <p:nvPr/>
        </p:nvSpPr>
        <p:spPr>
          <a:xfrm>
            <a:off x="9485841" y="6744942"/>
            <a:ext cx="57816" cy="75313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Rectangle 1309"/>
          <p:cNvSpPr/>
          <p:nvPr/>
        </p:nvSpPr>
        <p:spPr>
          <a:xfrm>
            <a:off x="9543657" y="6791263"/>
            <a:ext cx="57816" cy="70681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Rectangle 1310"/>
          <p:cNvSpPr/>
          <p:nvPr/>
        </p:nvSpPr>
        <p:spPr>
          <a:xfrm>
            <a:off x="9601473" y="6849592"/>
            <a:ext cx="57816" cy="64848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Rectangle 1311"/>
          <p:cNvSpPr/>
          <p:nvPr/>
        </p:nvSpPr>
        <p:spPr>
          <a:xfrm>
            <a:off x="9659289" y="6914784"/>
            <a:ext cx="57816" cy="5832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Rectangle 1312"/>
          <p:cNvSpPr/>
          <p:nvPr/>
        </p:nvSpPr>
        <p:spPr>
          <a:xfrm>
            <a:off x="9717105" y="7053746"/>
            <a:ext cx="57816" cy="4443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Rectangle 1313"/>
          <p:cNvSpPr/>
          <p:nvPr/>
        </p:nvSpPr>
        <p:spPr>
          <a:xfrm>
            <a:off x="9774921" y="7170405"/>
            <a:ext cx="57816" cy="3276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Rectangle 1314"/>
          <p:cNvSpPr/>
          <p:nvPr/>
        </p:nvSpPr>
        <p:spPr>
          <a:xfrm>
            <a:off x="9832737" y="7185845"/>
            <a:ext cx="57816" cy="31223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Rectangle 1315"/>
          <p:cNvSpPr/>
          <p:nvPr/>
        </p:nvSpPr>
        <p:spPr>
          <a:xfrm>
            <a:off x="9890553" y="7264762"/>
            <a:ext cx="57816" cy="23331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Rectangle 1316"/>
          <p:cNvSpPr/>
          <p:nvPr/>
        </p:nvSpPr>
        <p:spPr>
          <a:xfrm>
            <a:off x="9948369" y="7350540"/>
            <a:ext cx="57816" cy="14754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Rectangle 1317"/>
          <p:cNvSpPr/>
          <p:nvPr/>
        </p:nvSpPr>
        <p:spPr>
          <a:xfrm>
            <a:off x="10006185" y="7405439"/>
            <a:ext cx="57816" cy="9264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Rectangle 1318"/>
          <p:cNvSpPr/>
          <p:nvPr/>
        </p:nvSpPr>
        <p:spPr>
          <a:xfrm>
            <a:off x="10064002" y="7432888"/>
            <a:ext cx="57816" cy="651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Rectangle 1319"/>
          <p:cNvSpPr/>
          <p:nvPr/>
        </p:nvSpPr>
        <p:spPr>
          <a:xfrm>
            <a:off x="10121818" y="7451759"/>
            <a:ext cx="57816" cy="4632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Rectangle 1320"/>
          <p:cNvSpPr/>
          <p:nvPr/>
        </p:nvSpPr>
        <p:spPr>
          <a:xfrm>
            <a:off x="10179634" y="7477493"/>
            <a:ext cx="57816" cy="205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Rectangle 1321"/>
          <p:cNvSpPr/>
          <p:nvPr/>
        </p:nvSpPr>
        <p:spPr>
          <a:xfrm>
            <a:off x="10237450" y="7486071"/>
            <a:ext cx="57816" cy="120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Rectangle 1322"/>
          <p:cNvSpPr/>
          <p:nvPr/>
        </p:nvSpPr>
        <p:spPr>
          <a:xfrm>
            <a:off x="8823378" y="7427536"/>
            <a:ext cx="46868" cy="7054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Rectangle 1323"/>
          <p:cNvSpPr/>
          <p:nvPr/>
        </p:nvSpPr>
        <p:spPr>
          <a:xfrm>
            <a:off x="8870246" y="7445172"/>
            <a:ext cx="46868" cy="529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Rectangle 1324"/>
          <p:cNvSpPr/>
          <p:nvPr/>
        </p:nvSpPr>
        <p:spPr>
          <a:xfrm>
            <a:off x="8917114" y="7418718"/>
            <a:ext cx="46868" cy="7936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Rectangle 1325"/>
          <p:cNvSpPr/>
          <p:nvPr/>
        </p:nvSpPr>
        <p:spPr>
          <a:xfrm>
            <a:off x="8963982" y="7401082"/>
            <a:ext cx="46868" cy="969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Rectangle 1326"/>
          <p:cNvSpPr/>
          <p:nvPr/>
        </p:nvSpPr>
        <p:spPr>
          <a:xfrm>
            <a:off x="9010850" y="7348174"/>
            <a:ext cx="46868" cy="14990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Rectangle 1327"/>
          <p:cNvSpPr/>
          <p:nvPr/>
        </p:nvSpPr>
        <p:spPr>
          <a:xfrm>
            <a:off x="9057718" y="7171814"/>
            <a:ext cx="46868" cy="32626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Rectangle 1328"/>
          <p:cNvSpPr/>
          <p:nvPr/>
        </p:nvSpPr>
        <p:spPr>
          <a:xfrm>
            <a:off x="9104586" y="7127724"/>
            <a:ext cx="46868" cy="37035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Rectangle 1329"/>
          <p:cNvSpPr/>
          <p:nvPr/>
        </p:nvSpPr>
        <p:spPr>
          <a:xfrm>
            <a:off x="9151454" y="7004272"/>
            <a:ext cx="46868" cy="4938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Rectangle 1330"/>
          <p:cNvSpPr/>
          <p:nvPr/>
        </p:nvSpPr>
        <p:spPr>
          <a:xfrm>
            <a:off x="9198322" y="6969000"/>
            <a:ext cx="46868" cy="5290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Rectangle 1331"/>
          <p:cNvSpPr/>
          <p:nvPr/>
        </p:nvSpPr>
        <p:spPr>
          <a:xfrm>
            <a:off x="9245190" y="6704460"/>
            <a:ext cx="46868" cy="7936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Rectangle 1332"/>
          <p:cNvSpPr/>
          <p:nvPr/>
        </p:nvSpPr>
        <p:spPr>
          <a:xfrm>
            <a:off x="9292058" y="6625098"/>
            <a:ext cx="46868" cy="8729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Rectangle 1333"/>
          <p:cNvSpPr/>
          <p:nvPr/>
        </p:nvSpPr>
        <p:spPr>
          <a:xfrm>
            <a:off x="9338927" y="6528100"/>
            <a:ext cx="46868" cy="9699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Rectangle 1334"/>
          <p:cNvSpPr/>
          <p:nvPr/>
        </p:nvSpPr>
        <p:spPr>
          <a:xfrm>
            <a:off x="9385795" y="6457556"/>
            <a:ext cx="46868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Rectangle 1335"/>
          <p:cNvSpPr/>
          <p:nvPr/>
        </p:nvSpPr>
        <p:spPr>
          <a:xfrm>
            <a:off x="9432663" y="6581008"/>
            <a:ext cx="46868" cy="9170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Rectangle 1336"/>
          <p:cNvSpPr/>
          <p:nvPr/>
        </p:nvSpPr>
        <p:spPr>
          <a:xfrm>
            <a:off x="9479531" y="6872002"/>
            <a:ext cx="46868" cy="6260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Rectangle 1337"/>
          <p:cNvSpPr/>
          <p:nvPr/>
        </p:nvSpPr>
        <p:spPr>
          <a:xfrm>
            <a:off x="9526399" y="7030726"/>
            <a:ext cx="46868" cy="46735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Rectangle 1338"/>
          <p:cNvSpPr/>
          <p:nvPr/>
        </p:nvSpPr>
        <p:spPr>
          <a:xfrm>
            <a:off x="9573267" y="6942546"/>
            <a:ext cx="46868" cy="5555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Rectangle 1339"/>
          <p:cNvSpPr/>
          <p:nvPr/>
        </p:nvSpPr>
        <p:spPr>
          <a:xfrm>
            <a:off x="9620135" y="7065998"/>
            <a:ext cx="46868" cy="4320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Rectangle 1340"/>
          <p:cNvSpPr/>
          <p:nvPr/>
        </p:nvSpPr>
        <p:spPr>
          <a:xfrm>
            <a:off x="9667003" y="7180632"/>
            <a:ext cx="46868" cy="3174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Rectangle 1341"/>
          <p:cNvSpPr/>
          <p:nvPr/>
        </p:nvSpPr>
        <p:spPr>
          <a:xfrm>
            <a:off x="9713871" y="7180632"/>
            <a:ext cx="46868" cy="3174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Rectangle 1342"/>
          <p:cNvSpPr/>
          <p:nvPr/>
        </p:nvSpPr>
        <p:spPr>
          <a:xfrm>
            <a:off x="9760739" y="7286448"/>
            <a:ext cx="46868" cy="21163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Rectangle 1343"/>
          <p:cNvSpPr/>
          <p:nvPr/>
        </p:nvSpPr>
        <p:spPr>
          <a:xfrm>
            <a:off x="9807607" y="7286448"/>
            <a:ext cx="46868" cy="21163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Rectangle 1344"/>
          <p:cNvSpPr/>
          <p:nvPr/>
        </p:nvSpPr>
        <p:spPr>
          <a:xfrm>
            <a:off x="9854475" y="7374628"/>
            <a:ext cx="46868" cy="1234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Rectangle 1345"/>
          <p:cNvSpPr/>
          <p:nvPr/>
        </p:nvSpPr>
        <p:spPr>
          <a:xfrm>
            <a:off x="9901344" y="7374628"/>
            <a:ext cx="46868" cy="1234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Rectangle 1346"/>
          <p:cNvSpPr/>
          <p:nvPr/>
        </p:nvSpPr>
        <p:spPr>
          <a:xfrm>
            <a:off x="9948212" y="7374628"/>
            <a:ext cx="46868" cy="1234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Rectangle 1347"/>
          <p:cNvSpPr/>
          <p:nvPr/>
        </p:nvSpPr>
        <p:spPr>
          <a:xfrm>
            <a:off x="9995080" y="7365810"/>
            <a:ext cx="46868" cy="13227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Rectangle 1348"/>
          <p:cNvSpPr/>
          <p:nvPr/>
        </p:nvSpPr>
        <p:spPr>
          <a:xfrm>
            <a:off x="10041948" y="7409900"/>
            <a:ext cx="46868" cy="881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Rectangle 1349"/>
          <p:cNvSpPr/>
          <p:nvPr/>
        </p:nvSpPr>
        <p:spPr>
          <a:xfrm>
            <a:off x="10088816" y="7462808"/>
            <a:ext cx="46868" cy="352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Rectangle 1350"/>
          <p:cNvSpPr/>
          <p:nvPr/>
        </p:nvSpPr>
        <p:spPr>
          <a:xfrm>
            <a:off x="10135684" y="7453990"/>
            <a:ext cx="46868" cy="440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Rectangle 1351"/>
          <p:cNvSpPr/>
          <p:nvPr/>
        </p:nvSpPr>
        <p:spPr>
          <a:xfrm>
            <a:off x="10182552" y="7489262"/>
            <a:ext cx="46868" cy="881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8527026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TextBox 1353"/>
          <p:cNvSpPr txBox="1"/>
          <p:nvPr/>
        </p:nvSpPr>
        <p:spPr>
          <a:xfrm>
            <a:off x="8435125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1355" name="Freeform 1354"/>
          <p:cNvSpPr/>
          <p:nvPr/>
        </p:nvSpPr>
        <p:spPr>
          <a:xfrm>
            <a:off x="8971394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TextBox 1355"/>
          <p:cNvSpPr txBox="1"/>
          <p:nvPr/>
        </p:nvSpPr>
        <p:spPr>
          <a:xfrm>
            <a:off x="8879493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1357" name="Freeform 1356"/>
          <p:cNvSpPr/>
          <p:nvPr/>
        </p:nvSpPr>
        <p:spPr>
          <a:xfrm>
            <a:off x="9415762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9323860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1359" name="Freeform 1358"/>
          <p:cNvSpPr/>
          <p:nvPr/>
        </p:nvSpPr>
        <p:spPr>
          <a:xfrm>
            <a:off x="9860130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TextBox 1359"/>
          <p:cNvSpPr txBox="1"/>
          <p:nvPr/>
        </p:nvSpPr>
        <p:spPr>
          <a:xfrm>
            <a:off x="9768228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1361" name="Freeform 1360"/>
          <p:cNvSpPr/>
          <p:nvPr/>
        </p:nvSpPr>
        <p:spPr>
          <a:xfrm>
            <a:off x="10304497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TextBox 1361"/>
          <p:cNvSpPr txBox="1"/>
          <p:nvPr/>
        </p:nvSpPr>
        <p:spPr>
          <a:xfrm>
            <a:off x="10212596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1363" name="Freeform 1362"/>
          <p:cNvSpPr/>
          <p:nvPr/>
        </p:nvSpPr>
        <p:spPr>
          <a:xfrm>
            <a:off x="8429609" y="74980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8332637" y="744689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65" name="Freeform 1364"/>
          <p:cNvSpPr/>
          <p:nvPr/>
        </p:nvSpPr>
        <p:spPr>
          <a:xfrm>
            <a:off x="8429609" y="72190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TextBox 1365"/>
          <p:cNvSpPr txBox="1"/>
          <p:nvPr/>
        </p:nvSpPr>
        <p:spPr>
          <a:xfrm>
            <a:off x="8332637" y="7167879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367" name="Freeform 1366"/>
          <p:cNvSpPr/>
          <p:nvPr/>
        </p:nvSpPr>
        <p:spPr>
          <a:xfrm>
            <a:off x="8429609" y="69400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TextBox 1367"/>
          <p:cNvSpPr txBox="1"/>
          <p:nvPr/>
        </p:nvSpPr>
        <p:spPr>
          <a:xfrm>
            <a:off x="8280114" y="6888865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369" name="Freeform 1368"/>
          <p:cNvSpPr/>
          <p:nvPr/>
        </p:nvSpPr>
        <p:spPr>
          <a:xfrm>
            <a:off x="8429609" y="66610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8280114" y="6609851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371" name="Freeform 1370"/>
          <p:cNvSpPr/>
          <p:nvPr/>
        </p:nvSpPr>
        <p:spPr>
          <a:xfrm>
            <a:off x="8474059" y="6405530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8474059" y="7498080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3030857" y="55507"/>
            <a:ext cx="499872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A2 | Prior vs posterior marginal distributions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53592" cy="3811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6022" y="608990"/>
            <a:ext cx="3922903" cy="2725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12649" y="749960"/>
            <a:ext cx="3352299" cy="2336685"/>
          </a:xfrm>
          <a:custGeom>
            <a:avLst/>
            <a:gdLst/>
            <a:ahLst/>
            <a:cxnLst/>
            <a:rect l="l" t="t" r="r" b="b"/>
            <a:pathLst>
              <a:path w="3352299" h="2336685">
                <a:moveTo>
                  <a:pt x="0" y="2306782"/>
                </a:moveTo>
                <a:lnTo>
                  <a:pt x="0" y="2336685"/>
                </a:lnTo>
                <a:close/>
                <a:lnTo>
                  <a:pt x="115597" y="2256375"/>
                </a:lnTo>
                <a:close/>
                <a:lnTo>
                  <a:pt x="231193" y="2176065"/>
                </a:lnTo>
                <a:close/>
                <a:lnTo>
                  <a:pt x="346790" y="2095754"/>
                </a:lnTo>
                <a:close/>
                <a:lnTo>
                  <a:pt x="462386" y="2015444"/>
                </a:lnTo>
                <a:close/>
                <a:lnTo>
                  <a:pt x="577983" y="1935134"/>
                </a:lnTo>
                <a:close/>
                <a:lnTo>
                  <a:pt x="693580" y="1854824"/>
                </a:lnTo>
                <a:close/>
                <a:lnTo>
                  <a:pt x="809176" y="1774514"/>
                </a:lnTo>
                <a:close/>
                <a:lnTo>
                  <a:pt x="924773" y="1694203"/>
                </a:lnTo>
                <a:close/>
                <a:lnTo>
                  <a:pt x="1040369" y="1613893"/>
                </a:lnTo>
                <a:close/>
                <a:lnTo>
                  <a:pt x="1155966" y="1533583"/>
                </a:lnTo>
                <a:close/>
                <a:lnTo>
                  <a:pt x="1271562" y="1453273"/>
                </a:lnTo>
                <a:close/>
                <a:lnTo>
                  <a:pt x="1387159" y="1372963"/>
                </a:lnTo>
                <a:close/>
                <a:lnTo>
                  <a:pt x="1502755" y="1292653"/>
                </a:lnTo>
                <a:close/>
                <a:lnTo>
                  <a:pt x="1618352" y="1212342"/>
                </a:lnTo>
                <a:close/>
                <a:lnTo>
                  <a:pt x="1733948" y="1132032"/>
                </a:lnTo>
                <a:close/>
                <a:lnTo>
                  <a:pt x="1849545" y="1051722"/>
                </a:lnTo>
                <a:close/>
                <a:lnTo>
                  <a:pt x="1965141" y="971412"/>
                </a:lnTo>
                <a:close/>
                <a:lnTo>
                  <a:pt x="2080738" y="891102"/>
                </a:lnTo>
                <a:close/>
                <a:lnTo>
                  <a:pt x="2196334" y="810791"/>
                </a:lnTo>
                <a:close/>
                <a:lnTo>
                  <a:pt x="2311931" y="730481"/>
                </a:lnTo>
                <a:close/>
                <a:lnTo>
                  <a:pt x="2427527" y="650171"/>
                </a:lnTo>
                <a:close/>
                <a:lnTo>
                  <a:pt x="2543124" y="569861"/>
                </a:lnTo>
                <a:close/>
                <a:lnTo>
                  <a:pt x="2658720" y="489551"/>
                </a:lnTo>
                <a:close/>
                <a:lnTo>
                  <a:pt x="2774317" y="409241"/>
                </a:lnTo>
                <a:close/>
                <a:lnTo>
                  <a:pt x="2889913" y="328930"/>
                </a:lnTo>
                <a:close/>
                <a:lnTo>
                  <a:pt x="3005510" y="248620"/>
                </a:lnTo>
                <a:close/>
                <a:lnTo>
                  <a:pt x="3121106" y="168310"/>
                </a:lnTo>
                <a:close/>
                <a:lnTo>
                  <a:pt x="3236703" y="88000"/>
                </a:lnTo>
                <a:close/>
                <a:lnTo>
                  <a:pt x="3352299" y="7690"/>
                </a:lnTo>
                <a:close/>
                <a:lnTo>
                  <a:pt x="3352299" y="0"/>
                </a:lnTo>
                <a:close/>
                <a:lnTo>
                  <a:pt x="3352299" y="0"/>
                </a:lnTo>
                <a:close/>
                <a:lnTo>
                  <a:pt x="3236703" y="62654"/>
                </a:lnTo>
                <a:close/>
                <a:lnTo>
                  <a:pt x="3121106" y="91133"/>
                </a:lnTo>
                <a:close/>
                <a:lnTo>
                  <a:pt x="3005510" y="119611"/>
                </a:lnTo>
                <a:close/>
                <a:lnTo>
                  <a:pt x="2889913" y="159482"/>
                </a:lnTo>
                <a:close/>
                <a:lnTo>
                  <a:pt x="2774317" y="239222"/>
                </a:lnTo>
                <a:close/>
                <a:lnTo>
                  <a:pt x="2658720" y="262005"/>
                </a:lnTo>
                <a:close/>
                <a:lnTo>
                  <a:pt x="2543124" y="330354"/>
                </a:lnTo>
                <a:close/>
                <a:lnTo>
                  <a:pt x="2427527" y="387312"/>
                </a:lnTo>
                <a:close/>
                <a:lnTo>
                  <a:pt x="2311931" y="427182"/>
                </a:lnTo>
                <a:close/>
                <a:lnTo>
                  <a:pt x="2196334" y="489836"/>
                </a:lnTo>
                <a:close/>
                <a:lnTo>
                  <a:pt x="2080738" y="592359"/>
                </a:lnTo>
                <a:close/>
                <a:lnTo>
                  <a:pt x="1965141" y="672100"/>
                </a:lnTo>
                <a:close/>
                <a:lnTo>
                  <a:pt x="1849545" y="746145"/>
                </a:lnTo>
                <a:close/>
                <a:lnTo>
                  <a:pt x="1733948" y="825885"/>
                </a:lnTo>
                <a:close/>
                <a:lnTo>
                  <a:pt x="1618352" y="922713"/>
                </a:lnTo>
                <a:close/>
                <a:lnTo>
                  <a:pt x="1502755" y="985366"/>
                </a:lnTo>
                <a:close/>
                <a:lnTo>
                  <a:pt x="1387159" y="1082194"/>
                </a:lnTo>
                <a:close/>
                <a:lnTo>
                  <a:pt x="1271562" y="1196109"/>
                </a:lnTo>
                <a:close/>
                <a:lnTo>
                  <a:pt x="1155966" y="1298633"/>
                </a:lnTo>
                <a:close/>
                <a:lnTo>
                  <a:pt x="1040369" y="1401157"/>
                </a:lnTo>
                <a:close/>
                <a:lnTo>
                  <a:pt x="924773" y="1492289"/>
                </a:lnTo>
                <a:close/>
                <a:lnTo>
                  <a:pt x="809176" y="1589117"/>
                </a:lnTo>
                <a:close/>
                <a:lnTo>
                  <a:pt x="693580" y="1685945"/>
                </a:lnTo>
                <a:close/>
                <a:lnTo>
                  <a:pt x="577983" y="1765685"/>
                </a:lnTo>
                <a:close/>
                <a:lnTo>
                  <a:pt x="462386" y="1873905"/>
                </a:lnTo>
                <a:close/>
                <a:lnTo>
                  <a:pt x="346790" y="1976428"/>
                </a:lnTo>
                <a:close/>
                <a:lnTo>
                  <a:pt x="231193" y="2141605"/>
                </a:lnTo>
                <a:close/>
                <a:lnTo>
                  <a:pt x="115597" y="2227042"/>
                </a:lnTo>
                <a:close/>
                <a:lnTo>
                  <a:pt x="0" y="2306782"/>
                </a:lnTo>
                <a:close/>
                <a:lnTo>
                  <a:pt x="0" y="2306782"/>
                </a:lnTo>
                <a:close/>
              </a:path>
            </a:pathLst>
          </a:custGeom>
          <a:solidFill>
            <a:srgbClr val="57A773">
              <a:alpha val="15000"/>
            </a:srgbClr>
          </a:solidFill>
          <a:ln w="12700">
            <a:solidFill>
              <a:srgbClr val="57A773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34336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351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7" name="Freeform 6"/>
          <p:cNvSpPr/>
          <p:nvPr/>
        </p:nvSpPr>
        <p:spPr>
          <a:xfrm>
            <a:off x="1447591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6606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9" name="Freeform 8"/>
          <p:cNvSpPr/>
          <p:nvPr/>
        </p:nvSpPr>
        <p:spPr>
          <a:xfrm>
            <a:off x="2160846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9861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1" name="Freeform 10"/>
          <p:cNvSpPr/>
          <p:nvPr/>
        </p:nvSpPr>
        <p:spPr>
          <a:xfrm>
            <a:off x="2874101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3116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3" name="Freeform 12"/>
          <p:cNvSpPr/>
          <p:nvPr/>
        </p:nvSpPr>
        <p:spPr>
          <a:xfrm>
            <a:off x="3587356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6371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5" name="Freeform 14"/>
          <p:cNvSpPr/>
          <p:nvPr/>
        </p:nvSpPr>
        <p:spPr>
          <a:xfrm>
            <a:off x="4300611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99626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9812" y="3566523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Nominal coverage</a:t>
            </a:r>
          </a:p>
        </p:txBody>
      </p:sp>
      <p:sp>
        <p:nvSpPr>
          <p:cNvPr id="18" name="Freeform 17"/>
          <p:cNvSpPr/>
          <p:nvPr/>
        </p:nvSpPr>
        <p:spPr>
          <a:xfrm>
            <a:off x="511572" y="32105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52" y="313177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0" name="Freeform 19"/>
          <p:cNvSpPr/>
          <p:nvPr/>
        </p:nvSpPr>
        <p:spPr>
          <a:xfrm>
            <a:off x="511572" y="271499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52" y="263624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2" name="Freeform 21"/>
          <p:cNvSpPr/>
          <p:nvPr/>
        </p:nvSpPr>
        <p:spPr>
          <a:xfrm>
            <a:off x="511572" y="22194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52" y="214071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4" name="Freeform 23"/>
          <p:cNvSpPr/>
          <p:nvPr/>
        </p:nvSpPr>
        <p:spPr>
          <a:xfrm>
            <a:off x="511572" y="172393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52" y="164518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6" name="Freeform 25"/>
          <p:cNvSpPr/>
          <p:nvPr/>
        </p:nvSpPr>
        <p:spPr>
          <a:xfrm>
            <a:off x="511572" y="12284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52" y="114965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28" name="Freeform 27"/>
          <p:cNvSpPr/>
          <p:nvPr/>
        </p:nvSpPr>
        <p:spPr>
          <a:xfrm>
            <a:off x="511572" y="73287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52" y="65412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2690" y="1648237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Empirical coverage (PICP)</a:t>
            </a:r>
          </a:p>
        </p:txBody>
      </p:sp>
      <p:sp>
        <p:nvSpPr>
          <p:cNvPr id="31" name="Freeform 30"/>
          <p:cNvSpPr/>
          <p:nvPr/>
        </p:nvSpPr>
        <p:spPr>
          <a:xfrm>
            <a:off x="912649" y="749960"/>
            <a:ext cx="3352299" cy="2306782"/>
          </a:xfrm>
          <a:custGeom>
            <a:avLst/>
            <a:gdLst/>
            <a:ahLst/>
            <a:cxnLst/>
            <a:rect l="l" t="t" r="r" b="b"/>
            <a:pathLst>
              <a:path w="3352299" h="2306782">
                <a:moveTo>
                  <a:pt x="0" y="2306782"/>
                </a:moveTo>
                <a:lnTo>
                  <a:pt x="115597" y="2227042"/>
                </a:lnTo>
                <a:close/>
                <a:lnTo>
                  <a:pt x="231193" y="2141605"/>
                </a:lnTo>
                <a:close/>
                <a:lnTo>
                  <a:pt x="346790" y="1976428"/>
                </a:lnTo>
                <a:close/>
                <a:lnTo>
                  <a:pt x="462386" y="1873905"/>
                </a:lnTo>
                <a:close/>
                <a:lnTo>
                  <a:pt x="577983" y="1765685"/>
                </a:lnTo>
                <a:close/>
                <a:lnTo>
                  <a:pt x="693580" y="1685945"/>
                </a:lnTo>
                <a:close/>
                <a:lnTo>
                  <a:pt x="809176" y="1589117"/>
                </a:lnTo>
                <a:close/>
                <a:lnTo>
                  <a:pt x="924773" y="1492289"/>
                </a:lnTo>
                <a:close/>
                <a:lnTo>
                  <a:pt x="1040369" y="1401157"/>
                </a:lnTo>
                <a:close/>
                <a:lnTo>
                  <a:pt x="1155966" y="1298633"/>
                </a:lnTo>
                <a:close/>
                <a:lnTo>
                  <a:pt x="1271562" y="1196109"/>
                </a:lnTo>
                <a:close/>
                <a:lnTo>
                  <a:pt x="1387159" y="1082194"/>
                </a:lnTo>
                <a:close/>
                <a:lnTo>
                  <a:pt x="1502755" y="985366"/>
                </a:lnTo>
                <a:close/>
                <a:lnTo>
                  <a:pt x="1618352" y="922713"/>
                </a:lnTo>
                <a:close/>
                <a:lnTo>
                  <a:pt x="1733948" y="825885"/>
                </a:lnTo>
                <a:close/>
                <a:lnTo>
                  <a:pt x="1849545" y="746145"/>
                </a:lnTo>
                <a:close/>
                <a:lnTo>
                  <a:pt x="1965141" y="672100"/>
                </a:lnTo>
                <a:close/>
                <a:lnTo>
                  <a:pt x="2080738" y="592359"/>
                </a:lnTo>
                <a:close/>
                <a:lnTo>
                  <a:pt x="2196334" y="489836"/>
                </a:lnTo>
                <a:close/>
                <a:lnTo>
                  <a:pt x="2311931" y="427182"/>
                </a:lnTo>
                <a:close/>
                <a:lnTo>
                  <a:pt x="2427527" y="387312"/>
                </a:lnTo>
                <a:close/>
                <a:lnTo>
                  <a:pt x="2543124" y="330354"/>
                </a:lnTo>
                <a:close/>
                <a:lnTo>
                  <a:pt x="2658720" y="262005"/>
                </a:lnTo>
                <a:close/>
                <a:lnTo>
                  <a:pt x="2774317" y="239222"/>
                </a:lnTo>
                <a:close/>
                <a:lnTo>
                  <a:pt x="2889913" y="159482"/>
                </a:lnTo>
                <a:close/>
                <a:lnTo>
                  <a:pt x="3005510" y="119611"/>
                </a:lnTo>
                <a:close/>
                <a:lnTo>
                  <a:pt x="3121106" y="91133"/>
                </a:lnTo>
                <a:close/>
                <a:lnTo>
                  <a:pt x="3236703" y="62654"/>
                </a:lnTo>
                <a:close/>
                <a:lnTo>
                  <a:pt x="3352299" y="0"/>
                </a:lnTo>
                <a:close/>
              </a:path>
            </a:pathLst>
          </a:custGeom>
          <a:noFill/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34336" y="732873"/>
            <a:ext cx="3566275" cy="2477655"/>
          </a:xfrm>
          <a:custGeom>
            <a:avLst/>
            <a:gdLst/>
            <a:ahLst/>
            <a:cxnLst/>
            <a:rect l="l" t="t" r="r" b="b"/>
            <a:pathLst>
              <a:path w="3566275" h="2477655">
                <a:moveTo>
                  <a:pt x="0" y="2477655"/>
                </a:moveTo>
                <a:lnTo>
                  <a:pt x="3566275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6022" y="608990"/>
            <a:ext cx="0" cy="2725420"/>
          </a:xfrm>
          <a:custGeom>
            <a:avLst/>
            <a:gdLst/>
            <a:ahLst/>
            <a:cxnLst/>
            <a:rect l="l" t="t" r="r" b="b"/>
            <a:pathLst>
              <a:path w="0" h="2725420">
                <a:moveTo>
                  <a:pt x="0" y="272542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56022" y="3334410"/>
            <a:ext cx="3922903" cy="0"/>
          </a:xfrm>
          <a:custGeom>
            <a:avLst/>
            <a:gdLst/>
            <a:ahLst/>
            <a:cxnLst/>
            <a:rect l="l" t="t" r="r" b="b"/>
            <a:pathLst>
              <a:path w="3922903" h="0">
                <a:moveTo>
                  <a:pt x="0" y="0"/>
                </a:moveTo>
                <a:lnTo>
                  <a:pt x="3922903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63307" y="412140"/>
            <a:ext cx="193040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Coverage calibration</a:t>
            </a:r>
          </a:p>
        </p:txBody>
      </p:sp>
      <p:sp>
        <p:nvSpPr>
          <p:cNvPr id="36" name="Freeform 35"/>
          <p:cNvSpPr/>
          <p:nvPr/>
        </p:nvSpPr>
        <p:spPr>
          <a:xfrm>
            <a:off x="606822" y="659790"/>
            <a:ext cx="1484360" cy="477870"/>
          </a:xfrm>
          <a:custGeom>
            <a:avLst/>
            <a:gdLst/>
            <a:ahLst/>
            <a:cxnLst/>
            <a:rect l="l" t="t" r="r" b="b"/>
            <a:pathLst>
              <a:path w="1484360" h="477870">
                <a:moveTo>
                  <a:pt x="20320" y="477870"/>
                </a:moveTo>
                <a:lnTo>
                  <a:pt x="1464040" y="477870"/>
                </a:lnTo>
                <a:close/>
                <a:lnTo>
                  <a:pt x="1479280" y="472790"/>
                </a:lnTo>
                <a:close/>
                <a:lnTo>
                  <a:pt x="1484360" y="457550"/>
                </a:lnTo>
                <a:close/>
                <a:lnTo>
                  <a:pt x="1484360" y="20320"/>
                </a:lnTo>
                <a:close/>
                <a:lnTo>
                  <a:pt x="1479280" y="5080"/>
                </a:lnTo>
                <a:close/>
                <a:lnTo>
                  <a:pt x="1464040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457550"/>
                </a:lnTo>
                <a:close/>
                <a:lnTo>
                  <a:pt x="5080" y="472790"/>
                </a:lnTo>
                <a:close/>
                <a:lnTo>
                  <a:pt x="20320" y="477870"/>
                </a:lnTo>
                <a:close/>
                <a:lnTo>
                  <a:pt x="20320" y="47787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462" y="742071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942" y="676031"/>
            <a:ext cx="13817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Regularized surrogate</a:t>
            </a:r>
          </a:p>
        </p:txBody>
      </p:sp>
      <p:sp>
        <p:nvSpPr>
          <p:cNvPr id="39" name="Freeform 38"/>
          <p:cNvSpPr/>
          <p:nvPr/>
        </p:nvSpPr>
        <p:spPr>
          <a:xfrm>
            <a:off x="647462" y="891200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1942" y="825160"/>
            <a:ext cx="4064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Ideal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462" y="1004770"/>
            <a:ext cx="203200" cy="71120"/>
          </a:xfrm>
          <a:prstGeom prst="rect">
            <a:avLst/>
          </a:prstGeom>
          <a:solidFill>
            <a:srgbClr val="57A773">
              <a:alpha val="15000"/>
            </a:srgbClr>
          </a:solidFill>
          <a:ln w="12700">
            <a:solidFill>
              <a:srgbClr val="57A773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1942" y="974290"/>
            <a:ext cx="13817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Over-confident region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39249" y="608990"/>
            <a:ext cx="3922903" cy="2725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786649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85664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6" name="Freeform 45"/>
          <p:cNvSpPr/>
          <p:nvPr/>
        </p:nvSpPr>
        <p:spPr>
          <a:xfrm>
            <a:off x="6545431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4446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8" name="Freeform 47"/>
          <p:cNvSpPr/>
          <p:nvPr/>
        </p:nvSpPr>
        <p:spPr>
          <a:xfrm>
            <a:off x="7304213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03228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50" name="Freeform 49"/>
          <p:cNvSpPr/>
          <p:nvPr/>
        </p:nvSpPr>
        <p:spPr>
          <a:xfrm>
            <a:off x="8062995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62010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52" name="Freeform 51"/>
          <p:cNvSpPr/>
          <p:nvPr/>
        </p:nvSpPr>
        <p:spPr>
          <a:xfrm>
            <a:off x="8821777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20792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3039" y="3566523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Nominal coverage</a:t>
            </a:r>
          </a:p>
        </p:txBody>
      </p:sp>
      <p:sp>
        <p:nvSpPr>
          <p:cNvPr id="55" name="Freeform 54"/>
          <p:cNvSpPr/>
          <p:nvPr/>
        </p:nvSpPr>
        <p:spPr>
          <a:xfrm>
            <a:off x="4994799" y="32723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69545" y="319360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7" name="Freeform 56"/>
          <p:cNvSpPr/>
          <p:nvPr/>
        </p:nvSpPr>
        <p:spPr>
          <a:xfrm>
            <a:off x="4994799" y="276493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88741" y="268618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9" name="Freeform 58"/>
          <p:cNvSpPr/>
          <p:nvPr/>
        </p:nvSpPr>
        <p:spPr>
          <a:xfrm>
            <a:off x="4994799" y="225751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88741" y="2178763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1" name="Freeform 60"/>
          <p:cNvSpPr/>
          <p:nvPr/>
        </p:nvSpPr>
        <p:spPr>
          <a:xfrm>
            <a:off x="4994799" y="175009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88741" y="1671345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63" name="Freeform 62"/>
          <p:cNvSpPr/>
          <p:nvPr/>
        </p:nvSpPr>
        <p:spPr>
          <a:xfrm>
            <a:off x="4994799" y="12426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88741" y="116392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65" name="Freeform 64"/>
          <p:cNvSpPr/>
          <p:nvPr/>
        </p:nvSpPr>
        <p:spPr>
          <a:xfrm>
            <a:off x="4994799" y="7352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88741" y="65650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67" name="TextBox 66"/>
          <p:cNvSpPr txBox="1"/>
          <p:nvPr/>
        </p:nvSpPr>
        <p:spPr>
          <a:xfrm rot="16200000">
            <a:off x="4616279" y="1577703"/>
            <a:ext cx="2870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Mean prediction interval width (MPa)</a:t>
            </a:r>
          </a:p>
        </p:txBody>
      </p:sp>
      <p:sp>
        <p:nvSpPr>
          <p:cNvPr id="68" name="Freeform 67"/>
          <p:cNvSpPr/>
          <p:nvPr/>
        </p:nvSpPr>
        <p:spPr>
          <a:xfrm>
            <a:off x="5217563" y="732873"/>
            <a:ext cx="3566275" cy="2477655"/>
          </a:xfrm>
          <a:custGeom>
            <a:avLst/>
            <a:gdLst/>
            <a:ahLst/>
            <a:cxnLst/>
            <a:rect l="l" t="t" r="r" b="b"/>
            <a:pathLst>
              <a:path w="3566275" h="2477655">
                <a:moveTo>
                  <a:pt x="0" y="2477655"/>
                </a:moveTo>
                <a:lnTo>
                  <a:pt x="122975" y="2437462"/>
                </a:lnTo>
                <a:close/>
                <a:lnTo>
                  <a:pt x="245950" y="2397099"/>
                </a:lnTo>
                <a:close/>
                <a:lnTo>
                  <a:pt x="368925" y="2356496"/>
                </a:lnTo>
                <a:close/>
                <a:lnTo>
                  <a:pt x="491900" y="2315580"/>
                </a:lnTo>
                <a:close/>
                <a:lnTo>
                  <a:pt x="614875" y="2274275"/>
                </a:lnTo>
                <a:close/>
                <a:lnTo>
                  <a:pt x="737850" y="2232498"/>
                </a:lnTo>
                <a:close/>
                <a:lnTo>
                  <a:pt x="860825" y="2190163"/>
                </a:lnTo>
                <a:close/>
                <a:lnTo>
                  <a:pt x="983800" y="2147173"/>
                </a:lnTo>
                <a:close/>
                <a:lnTo>
                  <a:pt x="1106775" y="2103424"/>
                </a:lnTo>
                <a:close/>
                <a:lnTo>
                  <a:pt x="1229750" y="2058798"/>
                </a:lnTo>
                <a:close/>
                <a:lnTo>
                  <a:pt x="1352725" y="2013165"/>
                </a:lnTo>
                <a:close/>
                <a:lnTo>
                  <a:pt x="1475700" y="1966375"/>
                </a:lnTo>
                <a:close/>
                <a:lnTo>
                  <a:pt x="1598675" y="1918256"/>
                </a:lnTo>
                <a:close/>
                <a:lnTo>
                  <a:pt x="1721650" y="1868610"/>
                </a:lnTo>
                <a:close/>
                <a:lnTo>
                  <a:pt x="1844625" y="1817201"/>
                </a:lnTo>
                <a:close/>
                <a:lnTo>
                  <a:pt x="1967600" y="1763748"/>
                </a:lnTo>
                <a:close/>
                <a:lnTo>
                  <a:pt x="2090575" y="1707910"/>
                </a:lnTo>
                <a:close/>
                <a:lnTo>
                  <a:pt x="2213550" y="1649269"/>
                </a:lnTo>
                <a:close/>
                <a:lnTo>
                  <a:pt x="2336525" y="1587294"/>
                </a:lnTo>
                <a:close/>
                <a:lnTo>
                  <a:pt x="2459500" y="1521309"/>
                </a:lnTo>
                <a:close/>
                <a:lnTo>
                  <a:pt x="2582475" y="1450414"/>
                </a:lnTo>
                <a:close/>
                <a:lnTo>
                  <a:pt x="2705450" y="1373390"/>
                </a:lnTo>
                <a:close/>
                <a:lnTo>
                  <a:pt x="2828425" y="1288501"/>
                </a:lnTo>
                <a:close/>
                <a:lnTo>
                  <a:pt x="2951400" y="1193163"/>
                </a:lnTo>
                <a:close/>
                <a:lnTo>
                  <a:pt x="3074375" y="1083246"/>
                </a:lnTo>
                <a:close/>
                <a:lnTo>
                  <a:pt x="3197350" y="951492"/>
                </a:lnTo>
                <a:close/>
                <a:lnTo>
                  <a:pt x="3320325" y="783100"/>
                </a:lnTo>
                <a:close/>
                <a:lnTo>
                  <a:pt x="3443300" y="538681"/>
                </a:lnTo>
                <a:close/>
                <a:lnTo>
                  <a:pt x="3566275" y="0"/>
                </a:lnTo>
                <a:close/>
              </a:path>
            </a:pathLst>
          </a:custGeom>
          <a:noFill/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5039249" y="608990"/>
            <a:ext cx="0" cy="2725420"/>
          </a:xfrm>
          <a:custGeom>
            <a:avLst/>
            <a:gdLst/>
            <a:ahLst/>
            <a:cxnLst/>
            <a:rect l="l" t="t" r="r" b="b"/>
            <a:pathLst>
              <a:path w="0" h="2725420">
                <a:moveTo>
                  <a:pt x="0" y="272542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039249" y="3334410"/>
            <a:ext cx="3922903" cy="0"/>
          </a:xfrm>
          <a:custGeom>
            <a:avLst/>
            <a:gdLst/>
            <a:ahLst/>
            <a:cxnLst/>
            <a:rect l="l" t="t" r="r" b="b"/>
            <a:pathLst>
              <a:path w="3922903" h="0">
                <a:moveTo>
                  <a:pt x="0" y="0"/>
                </a:moveTo>
                <a:lnTo>
                  <a:pt x="3922903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71865" y="412140"/>
            <a:ext cx="236474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Interval width vs coverage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40265" y="55507"/>
            <a:ext cx="46329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A3 | Surrogate calibration (stress output)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68016" cy="3811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660" y="743102"/>
            <a:ext cx="3480989" cy="2591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035197" y="221458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7A98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530682" y="15304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361839" y="204665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78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361587" y="228564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4D9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3925" y="213076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875E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833021" y="224699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7BA9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499501" y="155339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597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361795" y="243785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348158" y="27292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46188" y="19868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4776" y="295554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257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582533" y="180150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71623" y="292727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257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351780" y="126030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3D9D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720645" y="19630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DD1C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590137" y="197354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BBC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229923" y="214221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585447" y="16759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4B6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567451" y="19736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419190" y="197508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2A6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726383" y="223630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3C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269466" y="16890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8D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285561" y="23952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99C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453722" y="131860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EB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863147" y="171721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285561" y="23952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C8F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573649" y="22820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163128" y="307657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211062" y="238459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093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301201" y="200068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0A3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423047" y="13210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ED0C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904848" y="163778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290805" y="212214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6BFA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520435" y="117899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1DAD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539767" y="18525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5A8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411970" y="20105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DA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621657" y="160792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074117" y="184839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8D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876678" y="17164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BDCD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833053" y="196542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E846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352482" y="2568393"/>
            <a:ext cx="40160" cy="40160"/>
          </a:xfrm>
          <a:custGeom>
            <a:avLst/>
            <a:gdLst/>
            <a:ahLst/>
            <a:cxnLst/>
            <a:rect l="l" t="t" r="r" b="b"/>
            <a:pathLst>
              <a:path w="40160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7396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355962" y="246908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CDDD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630508" y="27099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2CBB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865088" y="199256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520490" y="181316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4A7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159325" y="180242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6DCE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137480" y="204920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FDAE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768937" y="19566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632136" y="209159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EB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092911" y="1900012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720221" y="19607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3CD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087254" y="225065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D7CE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438251" y="248786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3B5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738608" y="23406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2CBB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627318" y="190342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CAF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074348" y="188325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3D9D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371515" y="167386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EA1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356167" y="170074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95411" y="1588358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E9D5C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4909" y="166117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EC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343874" y="19031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513017" y="148918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DD1C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323449" y="13280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F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524961" y="182000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8D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74148" y="24940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875E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247478" y="172058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0CDB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597467" y="20518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54800" y="20981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180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157986" y="300136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093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813274" y="1185760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B3CD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603963" y="256293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4B6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553542" y="2254292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373126" y="117321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DDCD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719051" y="163781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BC8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774946" y="142854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1CB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252385" y="144862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8D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273547" y="164777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FDBD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240353" y="281826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0A3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604553" y="170417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581424" y="135697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DB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917835" y="164878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601517" y="137397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450921" y="19263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4D9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505110" y="187066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396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710775" y="250565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1CB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578062" y="252535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FB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519565" y="204724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DB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069234" y="202505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FDBD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262191" y="12339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8DCE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798142" y="2048789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BED2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173302" y="139005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4D9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691044" y="16173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7C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504731" y="211667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44E4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513827" y="224871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DB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805720" y="176852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721128" y="190463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905140" y="148247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CD2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094131" y="131296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0D4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281996" y="237396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2CA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994012" y="242986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A78E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36317" y="23397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4358C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704586" y="24230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DB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170310" y="12277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597362" y="24132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1CB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659474" y="115891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2C1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318877" y="14946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ADCE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238138" y="1458188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D2DB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199218" y="213565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EA1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946777" y="222633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8D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414191" y="90417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7B39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925149" y="21524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431091" y="114643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5D8D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228062" y="267300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539343" y="854012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EAD5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080682" y="129360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965724" y="250053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B7AE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851845" y="284331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06BD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062844" y="221819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268106" y="226392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861278" y="254645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36ED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309358" y="25164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699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260563" y="17438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BDCD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818380" y="193411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7C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206548" y="113942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DD9E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069553" y="17519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1D4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322627" y="220782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3C8B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709283" y="151066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955864" y="15171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9D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650517" y="253645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057688" y="101121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1DAD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868365" y="13084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7C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057688" y="101121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421327" y="2203585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EA1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775086" y="274168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961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003112" y="216577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D2DB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683934" y="154714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FB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718435" y="17988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6B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966313" y="208451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946753" y="269512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875E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574329" y="2620742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5C0A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445853" y="166885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8AB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822862" y="156805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6C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829431" y="308777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358C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361881" y="118336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4D9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503011" y="1498801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EFCF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811649" y="20156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EDAE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786378" y="19892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644438" y="22402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7C5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197985" y="29505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0A3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175620" y="129578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DD9E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789430" y="186821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6CE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156733" y="17963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78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958374" y="146914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851620" y="185238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CD2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2047851" y="106477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2075208" y="14745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3168170" y="158538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E866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38362" y="23200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2CC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495173" y="208250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9C6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652453" y="198086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CD2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033851" y="17587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5D6F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252323" y="281227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651005" y="155321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9C6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256436" y="257243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4A7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814323" y="309319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16D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624430" y="1859268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565310" y="211233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263126" y="29275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F92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281559" y="12904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FDAE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2086490" y="17471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9D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2158348" y="14091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1D4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000148" y="169296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F2927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774425" y="2291020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6B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540265" y="190237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653806" y="31234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3C4EC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803814" y="216781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951244" y="209001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F7F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118947" y="200516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4D5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739490" y="2740332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DC9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862786" y="180434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BC8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898862" y="2429262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5F7F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463141" y="223091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DDCD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578099" y="30451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CD3C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591923" y="201541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A1C0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597573" y="31269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ED0C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922604" y="186632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9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851321" y="16127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3D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340219" y="132599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CBD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200079" y="254753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768071" y="181609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AD0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686644" y="253871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5D6F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904649" y="106101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4D5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833280" y="10431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2CA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771389" y="2467581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C9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733237" y="15194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584680" y="112201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7D7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476059" y="165733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8BAD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631283" y="1509192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AC7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302010" y="2518348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1995328" y="243884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707870" y="206661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742260" y="198735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065359" y="236338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699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014890" y="25105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F92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689784" y="20075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1014890" y="25105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F7F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831747" y="187613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3C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496251" y="21740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DA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530591" y="219334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746858" y="1195209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6BFA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277343" y="31441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5D8D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746117" y="119703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3C8B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890163" y="295175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4E68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956183" y="28656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36ED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752599" y="130711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ABC8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340132" y="164833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962657" y="27692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36ED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208132" y="271544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29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887174" y="237777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1CB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2746117" y="119703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6BFA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421901" y="166387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99C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701224" y="217826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328698" y="16264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ABB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819304" y="23521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5C3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477688" y="168588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EA1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381855" y="20801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485E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601286" y="210508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363681" y="150625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565858" y="18657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6A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671336" y="146967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CAF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2345160" y="2325759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1534219" y="21381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1558595" y="250967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2C1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429565" y="143434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3D9D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1870285" y="214196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1828703" y="215423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3D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021237" y="207080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CD9E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1717606" y="189678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7B8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1730850" y="12441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7C5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105503" y="196486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5DBE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1938702" y="215713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2088478" y="228665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675530" y="214665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7C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1879699" y="185492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CCD9E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2089332" y="228396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0D4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206244" y="286660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282E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482289" y="159777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BBC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093210" y="227164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384E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3818341" y="21706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4042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2449240" y="156245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4D9D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424520" y="17008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2127318" y="153991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AD8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251407" y="150677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1271355" y="21349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F92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263546" y="135889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1DAD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196914" y="144440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ADCE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419849" y="1093909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EBD3C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935224" y="292959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06BD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338497" y="25211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597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275096" y="209083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78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1540388" y="18542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BBC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991006" y="22135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7B49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1429507" y="266528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1548776" y="255372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BC8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1591665" y="14883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AC7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592392" y="971986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AD5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834869" y="319654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3B4CC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2089618" y="24468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728205" y="211416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BC8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2462784" y="9053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49A7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739223" y="135776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2CC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831727" y="276381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1771443" y="2102629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1CB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1245604" y="30125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29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701002" y="302293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A1C0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2420405" y="20137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F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369012" y="241745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6A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550234" y="300662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088089" y="20517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4DBE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920701" y="141269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375476" y="27554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6D7C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840410" y="136685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7C5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1953576" y="1572309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637738" y="200277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F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440194" y="1800308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6A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2891331" y="210941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1675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1711514" y="14661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FB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657191" y="142295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6C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1749117" y="1289422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1719572" y="141399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DC9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1757991" y="203030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FDAE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2057948" y="188703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1D4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1742409" y="1819283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C1D4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1806118" y="19061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1616052" y="210312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7C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406436" y="251095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719304" y="178281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EC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237662" y="2300278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89A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1609523" y="28521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793280" y="1814816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2702702" y="226612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7BA9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2389342" y="157730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DD1C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1934318" y="144235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2026094" y="148507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2041322" y="157789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1957797" y="128003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AC7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707499" y="200310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EC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001985" y="159507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CD9E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2132358" y="230291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2DB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126589" y="200326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384E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645011" y="27650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1C0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042895" y="148737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1D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771984" y="27039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5CD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1974743" y="152345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AD8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1736271" y="2172650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C4D5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1915801" y="13276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2042895" y="148737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2458513" y="282874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7D7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2317008" y="29316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4DBE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2495562" y="147736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BD3C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1543780" y="220294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159667" y="16457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9DCE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1554505" y="199394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5C3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2343325" y="314919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1322345" y="233999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1295110" y="2141623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1087972" y="2987004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6282E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067012" y="84080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7DCE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1834209" y="309318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DC9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1849002" y="187301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0D4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1409636" y="201977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2137489" y="219514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9DCE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602681" y="212695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4B6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489657" y="146639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DA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1478881" y="148872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A9D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697861" y="212679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2292710" y="1526636"/>
            <a:ext cx="40160" cy="40160"/>
          </a:xfrm>
          <a:custGeom>
            <a:avLst/>
            <a:gdLst/>
            <a:ahLst/>
            <a:cxnLst/>
            <a:rect l="l" t="t" r="r" b="b"/>
            <a:pathLst>
              <a:path w="40160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CAD8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465476" y="232331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5A8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101833" y="166797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0DB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211744" y="108218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9D5C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388237" y="290104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DA0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691295" y="179443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3C7B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2366319" y="142908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FCEB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472405" y="22141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DD1C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1395384" y="17060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8AB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1265553" y="226801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093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1960546" y="163497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4D5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1983779" y="181740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2508455" y="159413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AD4C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940530" y="175350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1D4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1856695" y="18083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AD0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560742" y="174747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F2C9B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599251" y="160374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605545" y="1626039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2CC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1344144" y="221241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BAD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1172216" y="247952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180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548236" y="216935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9A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744816" y="234702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EBE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1975721" y="181505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0D4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3097793" y="229098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08A6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1458141" y="213404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0B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1975721" y="181505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BD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2424949" y="184398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AD4C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746727" y="263284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6C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2101265" y="185358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2DB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800605" y="2972311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FCA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2051854" y="222264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1863141" y="2003465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2475688" y="159704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DD2C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788529" y="312355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55C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04011" y="3123449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465EC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802915" y="31270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65EC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1325761" y="28846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88A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570427" y="163070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E1DAD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581700" y="282631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0CDB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1206581" y="251618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99C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1608678" y="129709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1625296" y="20131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3C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1869513" y="24763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0D4F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2321287" y="227356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5DBE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618183" y="18487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583365" y="142561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1" y="5881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AC7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2034371" y="140011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3D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807325" y="193074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7C5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1387970" y="24495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2087024" y="244856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DD9E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2095676" y="145466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7D7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2947495" y="232336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F18F7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255247" y="185821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ADCE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087024" y="244856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1962830" y="118199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6CE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387970" y="244954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1A4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338885" y="228157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EA1F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792405" y="181124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ADC9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1813349" y="139624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BD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2028393" y="1116645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BFD3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607252" y="208272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2B4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223490" y="164567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2DAD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541595" y="2063591"/>
            <a:ext cx="40160" cy="40160"/>
          </a:xfrm>
          <a:custGeom>
            <a:avLst/>
            <a:gdLst/>
            <a:ahLst/>
            <a:cxnLst/>
            <a:rect l="l" t="t" r="r" b="b"/>
            <a:pathLst>
              <a:path w="40160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0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F2CA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1254918" y="218153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699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1703708" y="136790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8B9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1429737" y="241485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96B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218346" y="1768922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3D9D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2024579" y="211048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C6D6F1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1925458" y="205289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D6DCE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2144744" y="185395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DDCD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1931469" y="20662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BED2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2280650" y="147503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EDC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1184112" y="25441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79AF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1716229" y="196020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CAF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352178" y="17991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1244496" y="1971447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7093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1320942" y="1915512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0" y="40160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0"/>
                </a:lnTo>
                <a:close/>
                <a:lnTo>
                  <a:pt x="20080" y="40160"/>
                </a:lnTo>
                <a:close/>
              </a:path>
            </a:pathLst>
          </a:custGeom>
          <a:solidFill>
            <a:srgbClr val="799C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2035332" y="1187794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BDCD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238452" y="27256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CBD8E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1486984" y="240539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9BBC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1567749" y="223050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A3C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160451" y="203331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6F92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244346" y="148735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5DBE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325032" y="2783109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99C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2452264" y="1529293"/>
            <a:ext cx="40160" cy="40161"/>
          </a:xfrm>
          <a:custGeom>
            <a:avLst/>
            <a:gdLst/>
            <a:ahLst/>
            <a:cxnLst/>
            <a:rect l="l" t="t" r="r" b="b"/>
            <a:pathLst>
              <a:path w="40160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0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1DAD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1559550" y="2616781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DB0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167841" y="2093385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6F92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2566453" y="156654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EAD5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389120" y="190076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295F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412494" y="1957838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BAD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1131226" y="3116833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1" y="0"/>
                </a:lnTo>
                <a:close/>
                <a:lnTo>
                  <a:pt x="5882" y="5882"/>
                </a:lnTo>
                <a:close/>
                <a:lnTo>
                  <a:pt x="0" y="20081"/>
                </a:lnTo>
                <a:close/>
                <a:lnTo>
                  <a:pt x="5882" y="34280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506BD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397498" y="3058747"/>
            <a:ext cx="40161" cy="40160"/>
          </a:xfrm>
          <a:custGeom>
            <a:avLst/>
            <a:gdLst/>
            <a:ahLst/>
            <a:cxnLst/>
            <a:rect l="l" t="t" r="r" b="b"/>
            <a:pathLst>
              <a:path w="40161" h="40160">
                <a:moveTo>
                  <a:pt x="20081" y="40160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0"/>
                </a:lnTo>
                <a:close/>
                <a:lnTo>
                  <a:pt x="20081" y="40160"/>
                </a:lnTo>
                <a:close/>
              </a:path>
            </a:pathLst>
          </a:custGeom>
          <a:solidFill>
            <a:srgbClr val="9DBD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1284843" y="2520090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7A9DF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1134538" y="315057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80" y="34280"/>
                </a:lnTo>
                <a:close/>
                <a:lnTo>
                  <a:pt x="40161" y="20081"/>
                </a:lnTo>
                <a:close/>
                <a:lnTo>
                  <a:pt x="34280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516DD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425600" y="193892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86A9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172610" y="305526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85A8F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1399468" y="1686602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80"/>
                </a:lnTo>
                <a:close/>
                <a:lnTo>
                  <a:pt x="40161" y="20081"/>
                </a:lnTo>
                <a:close/>
                <a:lnTo>
                  <a:pt x="34279" y="5882"/>
                </a:lnTo>
                <a:close/>
                <a:lnTo>
                  <a:pt x="20080" y="0"/>
                </a:lnTo>
                <a:close/>
                <a:lnTo>
                  <a:pt x="5881" y="5882"/>
                </a:lnTo>
                <a:close/>
                <a:lnTo>
                  <a:pt x="0" y="20081"/>
                </a:lnTo>
                <a:close/>
                <a:lnTo>
                  <a:pt x="5881" y="34280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7B9FF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915130" y="2556516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1" y="40161"/>
                </a:moveTo>
                <a:lnTo>
                  <a:pt x="34280" y="34279"/>
                </a:lnTo>
                <a:close/>
                <a:lnTo>
                  <a:pt x="40161" y="20080"/>
                </a:lnTo>
                <a:close/>
                <a:lnTo>
                  <a:pt x="34280" y="5881"/>
                </a:lnTo>
                <a:close/>
                <a:lnTo>
                  <a:pt x="20081" y="0"/>
                </a:lnTo>
                <a:close/>
                <a:lnTo>
                  <a:pt x="5882" y="5881"/>
                </a:lnTo>
                <a:close/>
                <a:lnTo>
                  <a:pt x="0" y="20080"/>
                </a:lnTo>
                <a:close/>
                <a:lnTo>
                  <a:pt x="5882" y="34279"/>
                </a:lnTo>
                <a:close/>
                <a:lnTo>
                  <a:pt x="20081" y="40161"/>
                </a:lnTo>
                <a:close/>
                <a:lnTo>
                  <a:pt x="20081" y="40161"/>
                </a:lnTo>
                <a:close/>
              </a:path>
            </a:pathLst>
          </a:custGeom>
          <a:solidFill>
            <a:srgbClr val="455C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2316774" y="2487177"/>
            <a:ext cx="40161" cy="40161"/>
          </a:xfrm>
          <a:custGeom>
            <a:avLst/>
            <a:gdLst/>
            <a:ahLst/>
            <a:cxnLst/>
            <a:rect l="l" t="t" r="r" b="b"/>
            <a:pathLst>
              <a:path w="40161" h="40161">
                <a:moveTo>
                  <a:pt x="20080" y="40161"/>
                </a:moveTo>
                <a:lnTo>
                  <a:pt x="34279" y="34279"/>
                </a:lnTo>
                <a:close/>
                <a:lnTo>
                  <a:pt x="40161" y="20080"/>
                </a:lnTo>
                <a:close/>
                <a:lnTo>
                  <a:pt x="34279" y="5881"/>
                </a:lnTo>
                <a:close/>
                <a:lnTo>
                  <a:pt x="20080" y="0"/>
                </a:lnTo>
                <a:close/>
                <a:lnTo>
                  <a:pt x="5881" y="5881"/>
                </a:lnTo>
                <a:close/>
                <a:lnTo>
                  <a:pt x="0" y="20080"/>
                </a:lnTo>
                <a:close/>
                <a:lnTo>
                  <a:pt x="5881" y="34279"/>
                </a:lnTo>
                <a:close/>
                <a:lnTo>
                  <a:pt x="20080" y="40161"/>
                </a:lnTo>
                <a:close/>
                <a:lnTo>
                  <a:pt x="20080" y="40161"/>
                </a:lnTo>
                <a:close/>
              </a:path>
            </a:pathLst>
          </a:custGeom>
          <a:solidFill>
            <a:srgbClr val="D3DBE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719495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598289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41" name="Freeform 440"/>
          <p:cNvSpPr/>
          <p:nvPr/>
        </p:nvSpPr>
        <p:spPr>
          <a:xfrm>
            <a:off x="1167360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1046154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443" name="Freeform 442"/>
          <p:cNvSpPr/>
          <p:nvPr/>
        </p:nvSpPr>
        <p:spPr>
          <a:xfrm>
            <a:off x="1615224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1494019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445" name="Freeform 444"/>
          <p:cNvSpPr/>
          <p:nvPr/>
        </p:nvSpPr>
        <p:spPr>
          <a:xfrm>
            <a:off x="2063089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1941883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447" name="Freeform 446"/>
          <p:cNvSpPr/>
          <p:nvPr/>
        </p:nvSpPr>
        <p:spPr>
          <a:xfrm>
            <a:off x="2510954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2389748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49" name="Freeform 448"/>
          <p:cNvSpPr/>
          <p:nvPr/>
        </p:nvSpPr>
        <p:spPr>
          <a:xfrm>
            <a:off x="2958818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2837613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51" name="Freeform 450"/>
          <p:cNvSpPr/>
          <p:nvPr/>
        </p:nvSpPr>
        <p:spPr>
          <a:xfrm>
            <a:off x="3406683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3285477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453" name="Freeform 452"/>
          <p:cNvSpPr/>
          <p:nvPr/>
        </p:nvSpPr>
        <p:spPr>
          <a:xfrm>
            <a:off x="3854548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3733342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350892" y="3566523"/>
            <a:ext cx="2184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mean stress (MPa)</a:t>
            </a:r>
          </a:p>
        </p:txBody>
      </p:sp>
      <p:sp>
        <p:nvSpPr>
          <p:cNvPr id="456" name="Freeform 455"/>
          <p:cNvSpPr/>
          <p:nvPr/>
        </p:nvSpPr>
        <p:spPr>
          <a:xfrm>
            <a:off x="471210" y="29548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345956" y="287608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58" name="Freeform 457"/>
          <p:cNvSpPr/>
          <p:nvPr/>
        </p:nvSpPr>
        <p:spPr>
          <a:xfrm>
            <a:off x="471210" y="24547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345956" y="237600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460" name="Freeform 459"/>
          <p:cNvSpPr/>
          <p:nvPr/>
        </p:nvSpPr>
        <p:spPr>
          <a:xfrm>
            <a:off x="471210" y="19546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265152" y="187591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62" name="Freeform 461"/>
          <p:cNvSpPr/>
          <p:nvPr/>
        </p:nvSpPr>
        <p:spPr>
          <a:xfrm>
            <a:off x="471210" y="14545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265152" y="1375832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464" name="Freeform 463"/>
          <p:cNvSpPr/>
          <p:nvPr/>
        </p:nvSpPr>
        <p:spPr>
          <a:xfrm>
            <a:off x="471210" y="95449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265152" y="87574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466" name="TextBox 465"/>
          <p:cNvSpPr txBox="1"/>
          <p:nvPr/>
        </p:nvSpPr>
        <p:spPr>
          <a:xfrm rot="16200000">
            <a:off x="92690" y="1757918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σ (MPa)</a:t>
            </a:r>
          </a:p>
        </p:txBody>
      </p:sp>
      <p:sp>
        <p:nvSpPr>
          <p:cNvPr id="467" name="Freeform 466"/>
          <p:cNvSpPr/>
          <p:nvPr/>
        </p:nvSpPr>
        <p:spPr>
          <a:xfrm>
            <a:off x="515660" y="743102"/>
            <a:ext cx="0" cy="2591308"/>
          </a:xfrm>
          <a:custGeom>
            <a:avLst/>
            <a:gdLst/>
            <a:ahLst/>
            <a:cxnLst/>
            <a:rect l="l" t="t" r="r" b="b"/>
            <a:pathLst>
              <a:path w="0" h="2591308">
                <a:moveTo>
                  <a:pt x="0" y="259130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515660" y="3334410"/>
            <a:ext cx="3480988" cy="0"/>
          </a:xfrm>
          <a:custGeom>
            <a:avLst/>
            <a:gdLst/>
            <a:ahLst/>
            <a:cxnLst/>
            <a:rect l="l" t="t" r="r" b="b"/>
            <a:pathLst>
              <a:path w="3480988" h="0">
                <a:moveTo>
                  <a:pt x="0" y="0"/>
                </a:moveTo>
                <a:lnTo>
                  <a:pt x="3480988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1207027" y="411151"/>
            <a:ext cx="258191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Predicted σ vs predicted mean</a:t>
            </a:r>
          </a:p>
        </p:txBody>
      </p:sp>
      <p:sp>
        <p:nvSpPr>
          <p:cNvPr id="470" name="Rectangle 469"/>
          <p:cNvSpPr/>
          <p:nvPr/>
        </p:nvSpPr>
        <p:spPr>
          <a:xfrm>
            <a:off x="5525340" y="743102"/>
            <a:ext cx="4351236" cy="2591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5723123" y="2968794"/>
            <a:ext cx="98892" cy="36561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5822015" y="2511773"/>
            <a:ext cx="98892" cy="82263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5920907" y="2877390"/>
            <a:ext cx="98892" cy="45702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6019799" y="2877390"/>
            <a:ext cx="98892" cy="45702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6118690" y="2694581"/>
            <a:ext cx="98892" cy="639829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6217582" y="2785985"/>
            <a:ext cx="98892" cy="548425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6316474" y="2968794"/>
            <a:ext cx="98892" cy="36561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6415366" y="2511773"/>
            <a:ext cx="98892" cy="82263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6514257" y="2877390"/>
            <a:ext cx="98892" cy="45702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6613149" y="2968794"/>
            <a:ext cx="98892" cy="36561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6712041" y="2877390"/>
            <a:ext cx="98892" cy="45702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6810932" y="1689135"/>
            <a:ext cx="98892" cy="1645275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6909824" y="2146156"/>
            <a:ext cx="98892" cy="1188254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7008716" y="2237560"/>
            <a:ext cx="98892" cy="109685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7107608" y="2420369"/>
            <a:ext cx="98892" cy="91404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7206499" y="1963348"/>
            <a:ext cx="98892" cy="137106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7305391" y="1780540"/>
            <a:ext cx="98892" cy="155387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7404283" y="1689135"/>
            <a:ext cx="98892" cy="1645275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7503174" y="1140711"/>
            <a:ext cx="98892" cy="219370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7602066" y="1963348"/>
            <a:ext cx="98892" cy="137106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7700958" y="866498"/>
            <a:ext cx="98892" cy="246791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7799850" y="2237560"/>
            <a:ext cx="98892" cy="109685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7898741" y="1323519"/>
            <a:ext cx="98892" cy="201089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7997633" y="1689135"/>
            <a:ext cx="98892" cy="1645275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8096525" y="2511773"/>
            <a:ext cx="98892" cy="82263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8195416" y="1963348"/>
            <a:ext cx="98892" cy="137106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8294308" y="1780540"/>
            <a:ext cx="98892" cy="1553871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8393200" y="1963348"/>
            <a:ext cx="98892" cy="137106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8492092" y="1871944"/>
            <a:ext cx="98892" cy="146246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8590983" y="1597731"/>
            <a:ext cx="98892" cy="1736679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8689875" y="2328965"/>
            <a:ext cx="98892" cy="1005446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8788767" y="2328965"/>
            <a:ext cx="98892" cy="1005446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8887659" y="2511773"/>
            <a:ext cx="98892" cy="82263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8986550" y="2785985"/>
            <a:ext cx="98892" cy="548425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9085442" y="2511773"/>
            <a:ext cx="98892" cy="82263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9184334" y="2968794"/>
            <a:ext cx="98892" cy="365617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9283225" y="3060198"/>
            <a:ext cx="98892" cy="27421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9382117" y="3060198"/>
            <a:ext cx="98892" cy="27421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9481009" y="3151602"/>
            <a:ext cx="98892" cy="182808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9579901" y="3151602"/>
            <a:ext cx="98892" cy="182808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6162711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6122309" y="33928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13" name="Freeform 512"/>
          <p:cNvSpPr/>
          <p:nvPr/>
        </p:nvSpPr>
        <p:spPr>
          <a:xfrm>
            <a:off x="7002436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6962034" y="33928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515" name="Freeform 514"/>
          <p:cNvSpPr/>
          <p:nvPr/>
        </p:nvSpPr>
        <p:spPr>
          <a:xfrm>
            <a:off x="7842160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TextBox 515"/>
          <p:cNvSpPr txBox="1"/>
          <p:nvPr/>
        </p:nvSpPr>
        <p:spPr>
          <a:xfrm>
            <a:off x="7761356" y="33928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17" name="Freeform 516"/>
          <p:cNvSpPr/>
          <p:nvPr/>
        </p:nvSpPr>
        <p:spPr>
          <a:xfrm>
            <a:off x="8681884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8601081" y="33928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519" name="Freeform 518"/>
          <p:cNvSpPr/>
          <p:nvPr/>
        </p:nvSpPr>
        <p:spPr>
          <a:xfrm>
            <a:off x="9521609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9440805" y="33928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7143597" y="3566523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σ (MPa)</a:t>
            </a:r>
          </a:p>
        </p:txBody>
      </p:sp>
      <p:sp>
        <p:nvSpPr>
          <p:cNvPr id="522" name="Freeform 521"/>
          <p:cNvSpPr/>
          <p:nvPr/>
        </p:nvSpPr>
        <p:spPr>
          <a:xfrm>
            <a:off x="5480890" y="33344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5355636" y="325566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24" name="Freeform 523"/>
          <p:cNvSpPr/>
          <p:nvPr/>
        </p:nvSpPr>
        <p:spPr>
          <a:xfrm>
            <a:off x="5480890" y="28773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5355636" y="279864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26" name="Freeform 525"/>
          <p:cNvSpPr/>
          <p:nvPr/>
        </p:nvSpPr>
        <p:spPr>
          <a:xfrm>
            <a:off x="5480890" y="242036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5274833" y="2341619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28" name="Freeform 527"/>
          <p:cNvSpPr/>
          <p:nvPr/>
        </p:nvSpPr>
        <p:spPr>
          <a:xfrm>
            <a:off x="5480890" y="19633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5274833" y="188459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530" name="Freeform 529"/>
          <p:cNvSpPr/>
          <p:nvPr/>
        </p:nvSpPr>
        <p:spPr>
          <a:xfrm>
            <a:off x="5480890" y="150632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TextBox 530"/>
          <p:cNvSpPr txBox="1"/>
          <p:nvPr/>
        </p:nvSpPr>
        <p:spPr>
          <a:xfrm>
            <a:off x="5274833" y="142757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532" name="Freeform 531"/>
          <p:cNvSpPr/>
          <p:nvPr/>
        </p:nvSpPr>
        <p:spPr>
          <a:xfrm>
            <a:off x="5480890" y="104930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TextBox 532"/>
          <p:cNvSpPr txBox="1"/>
          <p:nvPr/>
        </p:nvSpPr>
        <p:spPr>
          <a:xfrm>
            <a:off x="5274833" y="97055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534" name="TextBox 533"/>
          <p:cNvSpPr txBox="1"/>
          <p:nvPr/>
        </p:nvSpPr>
        <p:spPr>
          <a:xfrm rot="16200000">
            <a:off x="5102371" y="184633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Count</a:t>
            </a:r>
          </a:p>
        </p:txBody>
      </p:sp>
      <p:sp>
        <p:nvSpPr>
          <p:cNvPr id="535" name="Freeform 534"/>
          <p:cNvSpPr/>
          <p:nvPr/>
        </p:nvSpPr>
        <p:spPr>
          <a:xfrm>
            <a:off x="7722389" y="743102"/>
            <a:ext cx="0" cy="2591308"/>
          </a:xfrm>
          <a:custGeom>
            <a:avLst/>
            <a:gdLst/>
            <a:ahLst/>
            <a:cxnLst/>
            <a:rect l="l" t="t" r="r" b="b"/>
            <a:pathLst>
              <a:path w="0" h="2591308">
                <a:moveTo>
                  <a:pt x="0" y="2591308"/>
                </a:move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5525340" y="743102"/>
            <a:ext cx="0" cy="2591308"/>
          </a:xfrm>
          <a:custGeom>
            <a:avLst/>
            <a:gdLst/>
            <a:ahLst/>
            <a:cxnLst/>
            <a:rect l="l" t="t" r="r" b="b"/>
            <a:pathLst>
              <a:path w="0" h="2591308">
                <a:moveTo>
                  <a:pt x="0" y="259130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5525340" y="3334410"/>
            <a:ext cx="4351236" cy="0"/>
          </a:xfrm>
          <a:custGeom>
            <a:avLst/>
            <a:gdLst/>
            <a:ahLst/>
            <a:cxnLst/>
            <a:rect l="l" t="t" r="r" b="b"/>
            <a:pathLst>
              <a:path w="4351236" h="0">
                <a:moveTo>
                  <a:pt x="0" y="0"/>
                </a:moveTo>
                <a:lnTo>
                  <a:pt x="4351236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TextBox 537"/>
          <p:cNvSpPr txBox="1"/>
          <p:nvPr/>
        </p:nvSpPr>
        <p:spPr>
          <a:xfrm>
            <a:off x="6473910" y="546252"/>
            <a:ext cx="31610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Distribution of predicted uncertainty</a:t>
            </a:r>
          </a:p>
        </p:txBody>
      </p:sp>
      <p:sp>
        <p:nvSpPr>
          <p:cNvPr id="539" name="Freeform 538"/>
          <p:cNvSpPr/>
          <p:nvPr/>
        </p:nvSpPr>
        <p:spPr>
          <a:xfrm>
            <a:off x="8368780" y="800252"/>
            <a:ext cx="1450646" cy="202061"/>
          </a:xfrm>
          <a:custGeom>
            <a:avLst/>
            <a:gdLst/>
            <a:ahLst/>
            <a:cxnLst/>
            <a:rect l="l" t="t" r="r" b="b"/>
            <a:pathLst>
              <a:path w="1450646" h="202061">
                <a:moveTo>
                  <a:pt x="22860" y="202061"/>
                </a:moveTo>
                <a:lnTo>
                  <a:pt x="1427786" y="202061"/>
                </a:lnTo>
                <a:close/>
                <a:lnTo>
                  <a:pt x="1444931" y="196346"/>
                </a:lnTo>
                <a:close/>
                <a:lnTo>
                  <a:pt x="1450646" y="179201"/>
                </a:lnTo>
                <a:close/>
                <a:lnTo>
                  <a:pt x="1450646" y="22860"/>
                </a:lnTo>
                <a:close/>
                <a:lnTo>
                  <a:pt x="1444931" y="5715"/>
                </a:lnTo>
                <a:close/>
                <a:lnTo>
                  <a:pt x="1427786" y="0"/>
                </a:lnTo>
                <a:close/>
                <a:lnTo>
                  <a:pt x="22860" y="0"/>
                </a:lnTo>
                <a:close/>
                <a:lnTo>
                  <a:pt x="5715" y="5715"/>
                </a:lnTo>
                <a:close/>
                <a:lnTo>
                  <a:pt x="0" y="22860"/>
                </a:lnTo>
                <a:close/>
                <a:lnTo>
                  <a:pt x="0" y="179201"/>
                </a:lnTo>
                <a:close/>
                <a:lnTo>
                  <a:pt x="5715" y="196346"/>
                </a:lnTo>
                <a:close/>
                <a:lnTo>
                  <a:pt x="22860" y="202061"/>
                </a:lnTo>
                <a:close/>
                <a:lnTo>
                  <a:pt x="22860" y="20206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8414500" y="892818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114300" y="0"/>
                </a:lnTo>
                <a:close/>
                <a:lnTo>
                  <a:pt x="22860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34540" y="818523"/>
            <a:ext cx="12115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Mean σ = 9.7 MPa</a:t>
            </a:r>
          </a:p>
        </p:txBody>
      </p:sp>
      <p:sp>
        <p:nvSpPr>
          <p:cNvPr id="542" name="Rectangle 541"/>
          <p:cNvSpPr/>
          <p:nvPr/>
        </p:nvSpPr>
        <p:spPr>
          <a:xfrm>
            <a:off x="4214210" y="937450"/>
            <a:ext cx="110131" cy="2202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4324341" y="31061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4413241" y="302739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545" name="Freeform 544"/>
          <p:cNvSpPr/>
          <p:nvPr/>
        </p:nvSpPr>
        <p:spPr>
          <a:xfrm>
            <a:off x="4324341" y="280221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4413241" y="272346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547" name="Freeform 546"/>
          <p:cNvSpPr/>
          <p:nvPr/>
        </p:nvSpPr>
        <p:spPr>
          <a:xfrm>
            <a:off x="4324341" y="249829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4413241" y="241954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549" name="Freeform 548"/>
          <p:cNvSpPr/>
          <p:nvPr/>
        </p:nvSpPr>
        <p:spPr>
          <a:xfrm>
            <a:off x="4324341" y="21943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TextBox 549"/>
          <p:cNvSpPr txBox="1"/>
          <p:nvPr/>
        </p:nvSpPr>
        <p:spPr>
          <a:xfrm>
            <a:off x="4413241" y="211561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551" name="Freeform 550"/>
          <p:cNvSpPr/>
          <p:nvPr/>
        </p:nvSpPr>
        <p:spPr>
          <a:xfrm>
            <a:off x="4324341" y="18904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4413241" y="18116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553" name="Freeform 552"/>
          <p:cNvSpPr/>
          <p:nvPr/>
        </p:nvSpPr>
        <p:spPr>
          <a:xfrm>
            <a:off x="4324341" y="15865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TextBox 553"/>
          <p:cNvSpPr txBox="1"/>
          <p:nvPr/>
        </p:nvSpPr>
        <p:spPr>
          <a:xfrm>
            <a:off x="4413241" y="150776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555" name="Freeform 554"/>
          <p:cNvSpPr/>
          <p:nvPr/>
        </p:nvSpPr>
        <p:spPr>
          <a:xfrm>
            <a:off x="4324341" y="128258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4413241" y="120383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557" name="Freeform 556"/>
          <p:cNvSpPr/>
          <p:nvPr/>
        </p:nvSpPr>
        <p:spPr>
          <a:xfrm>
            <a:off x="4324341" y="97866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413241" y="89991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559" name="TextBox 558"/>
          <p:cNvSpPr txBox="1"/>
          <p:nvPr/>
        </p:nvSpPr>
        <p:spPr>
          <a:xfrm rot="16200000">
            <a:off x="4707702" y="1742321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True stress (MPa)</a:t>
            </a:r>
          </a:p>
        </p:txBody>
      </p:sp>
      <p:sp>
        <p:nvSpPr>
          <p:cNvPr id="560" name="Freeform 559"/>
          <p:cNvSpPr/>
          <p:nvPr/>
        </p:nvSpPr>
        <p:spPr>
          <a:xfrm>
            <a:off x="4214210" y="937450"/>
            <a:ext cx="110131" cy="2202612"/>
          </a:xfrm>
          <a:custGeom>
            <a:avLst/>
            <a:gdLst/>
            <a:ahLst/>
            <a:cxnLst/>
            <a:rect l="l" t="t" r="r" b="b"/>
            <a:pathLst>
              <a:path w="110131" h="2202612">
                <a:moveTo>
                  <a:pt x="0" y="2202612"/>
                </a:moveTo>
                <a:lnTo>
                  <a:pt x="55065" y="2202612"/>
                </a:lnTo>
                <a:close/>
                <a:lnTo>
                  <a:pt x="110131" y="2202612"/>
                </a:lnTo>
                <a:close/>
                <a:lnTo>
                  <a:pt x="110131" y="0"/>
                </a:lnTo>
                <a:close/>
                <a:lnTo>
                  <a:pt x="55065" y="0"/>
                </a:lnTo>
                <a:close/>
                <a:lnTo>
                  <a:pt x="0" y="0"/>
                </a:lnTo>
                <a:close/>
                <a:lnTo>
                  <a:pt x="0" y="2202612"/>
                </a:lnTo>
                <a:close/>
                <a:lnTo>
                  <a:pt x="0" y="2202612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TextBox 560"/>
          <p:cNvSpPr txBox="1"/>
          <p:nvPr/>
        </p:nvSpPr>
        <p:spPr>
          <a:xfrm>
            <a:off x="2810347" y="55507"/>
            <a:ext cx="472440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A4 | Heteroscedastic predictive uncertainty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96255" cy="495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27111" y="610819"/>
            <a:ext cx="4919790" cy="3866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27111" y="4145697"/>
            <a:ext cx="3805180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7111" y="3905760"/>
            <a:ext cx="3807202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27111" y="3665822"/>
            <a:ext cx="3802097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27111" y="3425885"/>
            <a:ext cx="4373851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7111" y="3185947"/>
            <a:ext cx="3795195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27111" y="2946010"/>
            <a:ext cx="4623482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7111" y="2706073"/>
            <a:ext cx="4681849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27111" y="2466135"/>
            <a:ext cx="410949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7111" y="2226198"/>
            <a:ext cx="2742707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27111" y="1986260"/>
            <a:ext cx="275115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27111" y="1746323"/>
            <a:ext cx="2735187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27111" y="1506386"/>
            <a:ext cx="4362979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27111" y="1266448"/>
            <a:ext cx="2787515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27111" y="1026511"/>
            <a:ext cx="371227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27111" y="786573"/>
            <a:ext cx="468551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627111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6126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1" name="Freeform 20"/>
          <p:cNvSpPr/>
          <p:nvPr/>
        </p:nvSpPr>
        <p:spPr>
          <a:xfrm>
            <a:off x="2566254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5269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3" name="Freeform 22"/>
          <p:cNvSpPr/>
          <p:nvPr/>
        </p:nvSpPr>
        <p:spPr>
          <a:xfrm>
            <a:off x="3505397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4412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5" name="Freeform 24"/>
          <p:cNvSpPr/>
          <p:nvPr/>
        </p:nvSpPr>
        <p:spPr>
          <a:xfrm>
            <a:off x="4444540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555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7" name="Freeform 26"/>
          <p:cNvSpPr/>
          <p:nvPr/>
        </p:nvSpPr>
        <p:spPr>
          <a:xfrm>
            <a:off x="5383683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2698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29" name="Freeform 28"/>
          <p:cNvSpPr/>
          <p:nvPr/>
        </p:nvSpPr>
        <p:spPr>
          <a:xfrm>
            <a:off x="6322825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1840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8266" y="4709523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R2</a:t>
            </a:r>
          </a:p>
        </p:txBody>
      </p:sp>
      <p:sp>
        <p:nvSpPr>
          <p:cNvPr id="32" name="Freeform 31"/>
          <p:cNvSpPr/>
          <p:nvPr/>
        </p:nvSpPr>
        <p:spPr>
          <a:xfrm>
            <a:off x="1582661" y="42236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666" y="4162252"/>
            <a:ext cx="1287780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avg fuel temp</a:t>
            </a:r>
          </a:p>
        </p:txBody>
      </p:sp>
      <p:sp>
        <p:nvSpPr>
          <p:cNvPr id="34" name="Freeform 33"/>
          <p:cNvSpPr/>
          <p:nvPr/>
        </p:nvSpPr>
        <p:spPr>
          <a:xfrm>
            <a:off x="1582661" y="39837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063" y="3922314"/>
            <a:ext cx="1287780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max fuel temp</a:t>
            </a:r>
          </a:p>
        </p:txBody>
      </p:sp>
      <p:sp>
        <p:nvSpPr>
          <p:cNvPr id="36" name="Freeform 35"/>
          <p:cNvSpPr/>
          <p:nvPr/>
        </p:nvSpPr>
        <p:spPr>
          <a:xfrm>
            <a:off x="1582661" y="37438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6039" y="3682377"/>
            <a:ext cx="1525524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max monolith temp</a:t>
            </a:r>
          </a:p>
        </p:txBody>
      </p:sp>
      <p:sp>
        <p:nvSpPr>
          <p:cNvPr id="38" name="Freeform 37"/>
          <p:cNvSpPr/>
          <p:nvPr/>
        </p:nvSpPr>
        <p:spPr>
          <a:xfrm>
            <a:off x="1582661" y="35038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7127" y="3442439"/>
            <a:ext cx="1525524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max global stress</a:t>
            </a:r>
          </a:p>
        </p:txBody>
      </p:sp>
      <p:sp>
        <p:nvSpPr>
          <p:cNvPr id="40" name="Freeform 39"/>
          <p:cNvSpPr/>
          <p:nvPr/>
        </p:nvSpPr>
        <p:spPr>
          <a:xfrm>
            <a:off x="1582661" y="326392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10" y="3202502"/>
            <a:ext cx="1109472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monolith T</a:t>
            </a:r>
          </a:p>
        </p:txBody>
      </p:sp>
      <p:sp>
        <p:nvSpPr>
          <p:cNvPr id="42" name="Freeform 41"/>
          <p:cNvSpPr/>
          <p:nvPr/>
        </p:nvSpPr>
        <p:spPr>
          <a:xfrm>
            <a:off x="1582661" y="30239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382" y="2962565"/>
            <a:ext cx="1168908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core height</a:t>
            </a:r>
          </a:p>
        </p:txBody>
      </p:sp>
      <p:sp>
        <p:nvSpPr>
          <p:cNvPr id="44" name="Freeform 43"/>
          <p:cNvSpPr/>
          <p:nvPr/>
        </p:nvSpPr>
        <p:spPr>
          <a:xfrm>
            <a:off x="1582661" y="27840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1360" y="2722627"/>
            <a:ext cx="812292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Pass1: wall2</a:t>
            </a:r>
          </a:p>
        </p:txBody>
      </p:sp>
      <p:sp>
        <p:nvSpPr>
          <p:cNvPr id="46" name="Freeform 45"/>
          <p:cNvSpPr/>
          <p:nvPr/>
        </p:nvSpPr>
        <p:spPr>
          <a:xfrm>
            <a:off x="1582661" y="25441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078" y="2482690"/>
            <a:ext cx="871728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keff</a:t>
            </a:r>
          </a:p>
        </p:txBody>
      </p:sp>
      <p:sp>
        <p:nvSpPr>
          <p:cNvPr id="48" name="Freeform 47"/>
          <p:cNvSpPr/>
          <p:nvPr/>
        </p:nvSpPr>
        <p:spPr>
          <a:xfrm>
            <a:off x="1582661" y="23041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6067" y="2242752"/>
            <a:ext cx="1406652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avg fuel temp</a:t>
            </a:r>
          </a:p>
        </p:txBody>
      </p:sp>
      <p:sp>
        <p:nvSpPr>
          <p:cNvPr id="50" name="Freeform 49"/>
          <p:cNvSpPr/>
          <p:nvPr/>
        </p:nvSpPr>
        <p:spPr>
          <a:xfrm>
            <a:off x="1582661" y="20642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464" y="2002815"/>
            <a:ext cx="1406652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max fuel temp</a:t>
            </a:r>
          </a:p>
        </p:txBody>
      </p:sp>
      <p:sp>
        <p:nvSpPr>
          <p:cNvPr id="52" name="Freeform 51"/>
          <p:cNvSpPr/>
          <p:nvPr/>
        </p:nvSpPr>
        <p:spPr>
          <a:xfrm>
            <a:off x="1582661" y="182430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" y="1762878"/>
            <a:ext cx="1644396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max monolith temp</a:t>
            </a:r>
          </a:p>
        </p:txBody>
      </p:sp>
      <p:sp>
        <p:nvSpPr>
          <p:cNvPr id="54" name="Freeform 53"/>
          <p:cNvSpPr/>
          <p:nvPr/>
        </p:nvSpPr>
        <p:spPr>
          <a:xfrm>
            <a:off x="1582661" y="158436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2528" y="1522940"/>
            <a:ext cx="1644396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max global stress</a:t>
            </a:r>
          </a:p>
        </p:txBody>
      </p:sp>
      <p:sp>
        <p:nvSpPr>
          <p:cNvPr id="56" name="Freeform 55"/>
          <p:cNvSpPr/>
          <p:nvPr/>
        </p:nvSpPr>
        <p:spPr>
          <a:xfrm>
            <a:off x="1582661" y="13444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7411" y="1283003"/>
            <a:ext cx="1228344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monolith T</a:t>
            </a:r>
          </a:p>
        </p:txBody>
      </p:sp>
      <p:sp>
        <p:nvSpPr>
          <p:cNvPr id="58" name="Freeform 57"/>
          <p:cNvSpPr/>
          <p:nvPr/>
        </p:nvSpPr>
        <p:spPr>
          <a:xfrm>
            <a:off x="1582661" y="11044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4783" y="1043065"/>
            <a:ext cx="1287780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core height</a:t>
            </a:r>
          </a:p>
        </p:txBody>
      </p:sp>
      <p:sp>
        <p:nvSpPr>
          <p:cNvPr id="60" name="Freeform 59"/>
          <p:cNvSpPr/>
          <p:nvPr/>
        </p:nvSpPr>
        <p:spPr>
          <a:xfrm>
            <a:off x="1582661" y="8645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6762" y="803128"/>
            <a:ext cx="931164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80" b="0" i="0">
                <a:solidFill>
                  <a:srgbClr val="000000"/>
                </a:solidFill>
                <a:latin typeface="Arial"/>
              </a:rPr>
              <a:t>Coupled: wall2</a:t>
            </a:r>
          </a:p>
        </p:txBody>
      </p:sp>
      <p:sp>
        <p:nvSpPr>
          <p:cNvPr id="62" name="Freeform 61"/>
          <p:cNvSpPr/>
          <p:nvPr/>
        </p:nvSpPr>
        <p:spPr>
          <a:xfrm>
            <a:off x="6322825" y="610819"/>
            <a:ext cx="0" cy="3866591"/>
          </a:xfrm>
          <a:custGeom>
            <a:avLst/>
            <a:gdLst/>
            <a:ahLst/>
            <a:cxnLst/>
            <a:rect l="l" t="t" r="r" b="b"/>
            <a:pathLst>
              <a:path w="0" h="3866591">
                <a:moveTo>
                  <a:pt x="0" y="3866591"/>
                </a:moveTo>
                <a:lnTo>
                  <a:pt x="0" y="0"/>
                </a:lnTo>
                <a:close/>
              </a:path>
            </a:pathLst>
          </a:custGeom>
          <a:noFill/>
          <a:ln w="889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27111" y="610819"/>
            <a:ext cx="0" cy="3866591"/>
          </a:xfrm>
          <a:custGeom>
            <a:avLst/>
            <a:gdLst/>
            <a:ahLst/>
            <a:cxnLst/>
            <a:rect l="l" t="t" r="r" b="b"/>
            <a:pathLst>
              <a:path w="0" h="3866591">
                <a:moveTo>
                  <a:pt x="0" y="3866591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27111" y="4477410"/>
            <a:ext cx="4919790" cy="0"/>
          </a:xfrm>
          <a:custGeom>
            <a:avLst/>
            <a:gdLst/>
            <a:ahLst/>
            <a:cxnLst/>
            <a:rect l="l" t="t" r="r" b="b"/>
            <a:pathLst>
              <a:path w="4919790" h="0">
                <a:moveTo>
                  <a:pt x="0" y="0"/>
                </a:moveTo>
                <a:lnTo>
                  <a:pt x="491979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85521" y="413969"/>
            <a:ext cx="62738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R2</a:t>
            </a:r>
          </a:p>
        </p:txBody>
      </p:sp>
      <p:sp>
        <p:nvSpPr>
          <p:cNvPr id="66" name="Freeform 65"/>
          <p:cNvSpPr/>
          <p:nvPr/>
        </p:nvSpPr>
        <p:spPr>
          <a:xfrm>
            <a:off x="1677911" y="661619"/>
            <a:ext cx="1770110" cy="328740"/>
          </a:xfrm>
          <a:custGeom>
            <a:avLst/>
            <a:gdLst/>
            <a:ahLst/>
            <a:cxnLst/>
            <a:rect l="l" t="t" r="r" b="b"/>
            <a:pathLst>
              <a:path w="1770110" h="328740">
                <a:moveTo>
                  <a:pt x="20320" y="328740"/>
                </a:moveTo>
                <a:lnTo>
                  <a:pt x="1749790" y="328740"/>
                </a:lnTo>
                <a:close/>
                <a:lnTo>
                  <a:pt x="1765030" y="323660"/>
                </a:lnTo>
                <a:close/>
                <a:lnTo>
                  <a:pt x="1770110" y="308420"/>
                </a:lnTo>
                <a:close/>
                <a:lnTo>
                  <a:pt x="1770110" y="20320"/>
                </a:lnTo>
                <a:close/>
                <a:lnTo>
                  <a:pt x="1765030" y="5080"/>
                </a:lnTo>
                <a:close/>
                <a:lnTo>
                  <a:pt x="1749790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420"/>
                </a:lnTo>
                <a:close/>
                <a:lnTo>
                  <a:pt x="5080" y="323660"/>
                </a:lnTo>
                <a:close/>
                <a:lnTo>
                  <a:pt x="20320" y="328740"/>
                </a:lnTo>
                <a:close/>
                <a:lnTo>
                  <a:pt x="20320" y="32874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718551" y="708339"/>
            <a:ext cx="203200" cy="71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03031" y="677859"/>
            <a:ext cx="10160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Coupled outputs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18551" y="857469"/>
            <a:ext cx="203200" cy="71120"/>
          </a:xfrm>
          <a:prstGeom prst="rect">
            <a:avLst/>
          </a:prstGeom>
          <a:solidFill>
            <a:srgbClr val="AED9E0"/>
          </a:solidFill>
          <a:ln w="12700">
            <a:solidFill>
              <a:srgbClr val="AE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03031" y="826989"/>
            <a:ext cx="16865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Decoupled (pass 1) outputs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85026" y="610819"/>
            <a:ext cx="4919790" cy="3866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5026" y="4145697"/>
            <a:ext cx="4308518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5026" y="3905760"/>
            <a:ext cx="4211577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5026" y="3665822"/>
            <a:ext cx="4222348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5026" y="3425885"/>
            <a:ext cx="4437774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85026" y="3185947"/>
            <a:ext cx="4330061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5026" y="2946010"/>
            <a:ext cx="4685514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85026" y="2706073"/>
            <a:ext cx="4685514" cy="155959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85026" y="2466135"/>
            <a:ext cx="4588572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85026" y="2226198"/>
            <a:ext cx="4157720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85026" y="1986260"/>
            <a:ext cx="4157720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85026" y="1746323"/>
            <a:ext cx="4179263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785026" y="1506386"/>
            <a:ext cx="443777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85026" y="1266448"/>
            <a:ext cx="419003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785026" y="1026511"/>
            <a:ext cx="4674743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785026" y="786573"/>
            <a:ext cx="4685514" cy="155959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6785026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84041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89" name="Freeform 88"/>
          <p:cNvSpPr/>
          <p:nvPr/>
        </p:nvSpPr>
        <p:spPr>
          <a:xfrm>
            <a:off x="7722129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21144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91" name="Freeform 90"/>
          <p:cNvSpPr/>
          <p:nvPr/>
        </p:nvSpPr>
        <p:spPr>
          <a:xfrm>
            <a:off x="8659231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58246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93" name="Freeform 92"/>
          <p:cNvSpPr/>
          <p:nvPr/>
        </p:nvSpPr>
        <p:spPr>
          <a:xfrm>
            <a:off x="9596334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495349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95" name="Freeform 94"/>
          <p:cNvSpPr/>
          <p:nvPr/>
        </p:nvSpPr>
        <p:spPr>
          <a:xfrm>
            <a:off x="10533437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432452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97" name="Freeform 96"/>
          <p:cNvSpPr/>
          <p:nvPr/>
        </p:nvSpPr>
        <p:spPr>
          <a:xfrm>
            <a:off x="11470540" y="4477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369555" y="4535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46166" y="4709523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PICP90</a:t>
            </a:r>
          </a:p>
        </p:txBody>
      </p:sp>
      <p:sp>
        <p:nvSpPr>
          <p:cNvPr id="100" name="Freeform 99"/>
          <p:cNvSpPr/>
          <p:nvPr/>
        </p:nvSpPr>
        <p:spPr>
          <a:xfrm>
            <a:off x="6740576" y="42236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6740576" y="39837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6740576" y="37438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6740576" y="35038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6740576" y="326392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6740576" y="30239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6740576" y="27840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6740576" y="25441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6740576" y="23041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6740576" y="20642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6740576" y="182430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6740576" y="158436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740576" y="13444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6740576" y="11044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740576" y="8645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1001988" y="610819"/>
            <a:ext cx="0" cy="3866591"/>
          </a:xfrm>
          <a:custGeom>
            <a:avLst/>
            <a:gdLst/>
            <a:ahLst/>
            <a:cxnLst/>
            <a:rect l="l" t="t" r="r" b="b"/>
            <a:pathLst>
              <a:path w="0" h="3866591">
                <a:moveTo>
                  <a:pt x="0" y="3866591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785026" y="610819"/>
            <a:ext cx="0" cy="3866591"/>
          </a:xfrm>
          <a:custGeom>
            <a:avLst/>
            <a:gdLst/>
            <a:ahLst/>
            <a:cxnLst/>
            <a:rect l="l" t="t" r="r" b="b"/>
            <a:pathLst>
              <a:path w="0" h="3866591">
                <a:moveTo>
                  <a:pt x="0" y="3866591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6785026" y="4477410"/>
            <a:ext cx="4919789" cy="0"/>
          </a:xfrm>
          <a:custGeom>
            <a:avLst/>
            <a:gdLst/>
            <a:ahLst/>
            <a:cxnLst/>
            <a:rect l="l" t="t" r="r" b="b"/>
            <a:pathLst>
              <a:path w="4919789" h="0">
                <a:moveTo>
                  <a:pt x="0" y="0"/>
                </a:moveTo>
                <a:lnTo>
                  <a:pt x="4919789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270040" y="413969"/>
            <a:ext cx="25095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Prediction interval coverage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6835826" y="661619"/>
            <a:ext cx="1044114" cy="179610"/>
          </a:xfrm>
          <a:custGeom>
            <a:avLst/>
            <a:gdLst/>
            <a:ahLst/>
            <a:cxnLst/>
            <a:rect l="l" t="t" r="r" b="b"/>
            <a:pathLst>
              <a:path w="1044114" h="179610">
                <a:moveTo>
                  <a:pt x="20320" y="179610"/>
                </a:moveTo>
                <a:lnTo>
                  <a:pt x="1023794" y="179610"/>
                </a:lnTo>
                <a:close/>
                <a:lnTo>
                  <a:pt x="1039034" y="174530"/>
                </a:lnTo>
                <a:close/>
                <a:lnTo>
                  <a:pt x="1044114" y="159290"/>
                </a:lnTo>
                <a:close/>
                <a:lnTo>
                  <a:pt x="1044114" y="20320"/>
                </a:lnTo>
                <a:close/>
                <a:lnTo>
                  <a:pt x="1039034" y="5080"/>
                </a:lnTo>
                <a:close/>
                <a:lnTo>
                  <a:pt x="1023794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90"/>
                </a:lnTo>
                <a:close/>
                <a:lnTo>
                  <a:pt x="5080" y="174530"/>
                </a:lnTo>
                <a:close/>
                <a:lnTo>
                  <a:pt x="20320" y="179610"/>
                </a:lnTo>
                <a:close/>
                <a:lnTo>
                  <a:pt x="20320" y="17961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6876466" y="743899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160946" y="677859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Nominal 90%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02906" y="55507"/>
            <a:ext cx="627888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A5 | Per-output accuracy (all 15 outputs, regularized model)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74547" cy="72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6826" y="539496"/>
            <a:ext cx="4654776" cy="275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48406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34766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21125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107485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193844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280204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66563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452923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39282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25642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712001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798361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84720" y="3276097"/>
            <a:ext cx="86359" cy="1929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71079" y="3218200"/>
            <a:ext cx="86359" cy="7719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39" y="3237499"/>
            <a:ext cx="86359" cy="5789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43798" y="3121705"/>
            <a:ext cx="86359" cy="17369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0158" y="3044509"/>
            <a:ext cx="86359" cy="2508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6517" y="2909416"/>
            <a:ext cx="86359" cy="38598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02877" y="2523435"/>
            <a:ext cx="86359" cy="77196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36" y="2330445"/>
            <a:ext cx="86359" cy="96495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5596" y="1732175"/>
            <a:ext cx="86359" cy="156322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61955" y="1809371"/>
            <a:ext cx="86359" cy="148602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8315" y="1288298"/>
            <a:ext cx="86359" cy="200709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34674" y="844421"/>
            <a:ext cx="86359" cy="24509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1034" y="670729"/>
            <a:ext cx="86359" cy="262466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07393" y="1153205"/>
            <a:ext cx="86359" cy="214219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93753" y="1346195"/>
            <a:ext cx="86359" cy="194920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80112" y="1790072"/>
            <a:ext cx="86359" cy="150532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66472" y="1847970"/>
            <a:ext cx="86359" cy="144742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52831" y="2176053"/>
            <a:ext cx="86359" cy="111934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39191" y="2542734"/>
            <a:ext cx="86359" cy="75266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25550" y="2812921"/>
            <a:ext cx="86359" cy="4824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11909" y="2890117"/>
            <a:ext cx="86359" cy="40527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98269" y="2986612"/>
            <a:ext cx="86359" cy="30878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84628" y="3198901"/>
            <a:ext cx="86359" cy="9649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70988" y="3237499"/>
            <a:ext cx="86359" cy="5789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57347" y="3237499"/>
            <a:ext cx="86359" cy="5789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043707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130066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216426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302785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4389145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475504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4561864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648223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734583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820942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07302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993661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56444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5640" y="335379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55" name="Freeform 54"/>
          <p:cNvSpPr/>
          <p:nvPr/>
        </p:nvSpPr>
        <p:spPr>
          <a:xfrm>
            <a:off x="1555196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74393" y="335379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57" name="Freeform 56"/>
          <p:cNvSpPr/>
          <p:nvPr/>
        </p:nvSpPr>
        <p:spPr>
          <a:xfrm>
            <a:off x="2253949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32744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59" name="Freeform 58"/>
          <p:cNvSpPr/>
          <p:nvPr/>
        </p:nvSpPr>
        <p:spPr>
          <a:xfrm>
            <a:off x="2952702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31496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61" name="Freeform 60"/>
          <p:cNvSpPr/>
          <p:nvPr/>
        </p:nvSpPr>
        <p:spPr>
          <a:xfrm>
            <a:off x="3651455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30249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63" name="Freeform 62"/>
          <p:cNvSpPr/>
          <p:nvPr/>
        </p:nvSpPr>
        <p:spPr>
          <a:xfrm>
            <a:off x="4350207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29002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65" name="Freeform 64"/>
          <p:cNvSpPr/>
          <p:nvPr/>
        </p:nvSpPr>
        <p:spPr>
          <a:xfrm>
            <a:off x="5048960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27755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12145" y="3527508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68" name="Freeform 67"/>
          <p:cNvSpPr/>
          <p:nvPr/>
        </p:nvSpPr>
        <p:spPr>
          <a:xfrm>
            <a:off x="592376" y="32953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152" y="321664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70" name="Freeform 69"/>
          <p:cNvSpPr/>
          <p:nvPr/>
        </p:nvSpPr>
        <p:spPr>
          <a:xfrm>
            <a:off x="592376" y="27229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5152" y="264420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</a:t>
            </a:r>
          </a:p>
        </p:txBody>
      </p:sp>
      <p:sp>
        <p:nvSpPr>
          <p:cNvPr id="72" name="Freeform 71"/>
          <p:cNvSpPr/>
          <p:nvPr/>
        </p:nvSpPr>
        <p:spPr>
          <a:xfrm>
            <a:off x="592376" y="21505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5152" y="207175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74" name="Freeform 73"/>
          <p:cNvSpPr/>
          <p:nvPr/>
        </p:nvSpPr>
        <p:spPr>
          <a:xfrm>
            <a:off x="592376" y="15780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5152" y="149931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</a:t>
            </a:r>
          </a:p>
        </p:txBody>
      </p:sp>
      <p:sp>
        <p:nvSpPr>
          <p:cNvPr id="76" name="Freeform 75"/>
          <p:cNvSpPr/>
          <p:nvPr/>
        </p:nvSpPr>
        <p:spPr>
          <a:xfrm>
            <a:off x="592376" y="10056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5152" y="92687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78" name="TextBox 77"/>
          <p:cNvSpPr txBox="1"/>
          <p:nvPr/>
        </p:nvSpPr>
        <p:spPr>
          <a:xfrm rot="16200000">
            <a:off x="92690" y="170165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79" name="Freeform 78"/>
          <p:cNvSpPr/>
          <p:nvPr/>
        </p:nvSpPr>
        <p:spPr>
          <a:xfrm>
            <a:off x="3364966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3337016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636826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636826" y="3295396"/>
            <a:ext cx="4654775" cy="0"/>
          </a:xfrm>
          <a:custGeom>
            <a:avLst/>
            <a:gdLst/>
            <a:ahLst/>
            <a:cxnLst/>
            <a:rect l="l" t="t" r="r" b="b"/>
            <a:pathLst>
              <a:path w="4654775" h="0">
                <a:moveTo>
                  <a:pt x="0" y="0"/>
                </a:moveTo>
                <a:lnTo>
                  <a:pt x="465477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137422" y="342646"/>
            <a:ext cx="200279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Near-threshold (131.8 MPa)</a:t>
            </a:r>
          </a:p>
        </p:txBody>
      </p:sp>
      <p:sp>
        <p:nvSpPr>
          <p:cNvPr id="84" name="Freeform 83"/>
          <p:cNvSpPr/>
          <p:nvPr/>
        </p:nvSpPr>
        <p:spPr>
          <a:xfrm>
            <a:off x="3957193" y="587121"/>
            <a:ext cx="1286783" cy="448002"/>
          </a:xfrm>
          <a:custGeom>
            <a:avLst/>
            <a:gdLst/>
            <a:ahLst/>
            <a:cxnLst/>
            <a:rect l="l" t="t" r="r" b="b"/>
            <a:pathLst>
              <a:path w="1286783" h="448002">
                <a:moveTo>
                  <a:pt x="19050" y="448002"/>
                </a:moveTo>
                <a:lnTo>
                  <a:pt x="1267733" y="448002"/>
                </a:lnTo>
                <a:close/>
                <a:lnTo>
                  <a:pt x="1282021" y="443240"/>
                </a:lnTo>
                <a:close/>
                <a:lnTo>
                  <a:pt x="1286783" y="428952"/>
                </a:lnTo>
                <a:close/>
                <a:lnTo>
                  <a:pt x="1286783" y="19050"/>
                </a:lnTo>
                <a:close/>
                <a:lnTo>
                  <a:pt x="1282021" y="4763"/>
                </a:lnTo>
                <a:close/>
                <a:lnTo>
                  <a:pt x="1267733" y="0"/>
                </a:lnTo>
                <a:close/>
                <a:lnTo>
                  <a:pt x="19050" y="0"/>
                </a:lnTo>
                <a:close/>
                <a:lnTo>
                  <a:pt x="4763" y="4763"/>
                </a:lnTo>
                <a:close/>
                <a:lnTo>
                  <a:pt x="0" y="19050"/>
                </a:lnTo>
                <a:close/>
                <a:lnTo>
                  <a:pt x="0" y="428952"/>
                </a:lnTo>
                <a:close/>
                <a:lnTo>
                  <a:pt x="4763" y="443240"/>
                </a:lnTo>
                <a:close/>
                <a:lnTo>
                  <a:pt x="19050" y="448002"/>
                </a:lnTo>
                <a:close/>
                <a:lnTo>
                  <a:pt x="19050" y="44800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995293" y="630921"/>
            <a:ext cx="190500" cy="666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61993" y="602346"/>
            <a:ext cx="12382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87" name="Freeform 86"/>
          <p:cNvSpPr/>
          <p:nvPr/>
        </p:nvSpPr>
        <p:spPr>
          <a:xfrm>
            <a:off x="3995293" y="804068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61993" y="742155"/>
            <a:ext cx="10096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Observed=132 MPa</a:t>
            </a:r>
          </a:p>
        </p:txBody>
      </p:sp>
      <p:sp>
        <p:nvSpPr>
          <p:cNvPr id="89" name="Freeform 88"/>
          <p:cNvSpPr/>
          <p:nvPr/>
        </p:nvSpPr>
        <p:spPr>
          <a:xfrm>
            <a:off x="3995293" y="943877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61993" y="881964"/>
            <a:ext cx="10668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53855" y="539496"/>
            <a:ext cx="4654776" cy="275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6265436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6351795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6438155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6524514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6610874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6697233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6783593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6869952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6956312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042671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7129031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215390" y="3275809"/>
            <a:ext cx="86359" cy="195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301750" y="3275809"/>
            <a:ext cx="86359" cy="195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388109" y="3197461"/>
            <a:ext cx="86359" cy="9793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474469" y="3060351"/>
            <a:ext cx="86359" cy="23504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560828" y="2884068"/>
            <a:ext cx="86359" cy="41132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647187" y="2707784"/>
            <a:ext cx="86359" cy="58761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733547" y="2551088"/>
            <a:ext cx="86359" cy="74430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819906" y="2139759"/>
            <a:ext cx="86359" cy="115563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06266" y="1787192"/>
            <a:ext cx="86359" cy="150820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992625" y="1042884"/>
            <a:ext cx="86359" cy="225251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078985" y="709903"/>
            <a:ext cx="86359" cy="258549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165344" y="1160406"/>
            <a:ext cx="86359" cy="213499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251704" y="670729"/>
            <a:ext cx="86359" cy="262466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338063" y="1023296"/>
            <a:ext cx="86359" cy="227210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424423" y="1571734"/>
            <a:ext cx="86359" cy="172366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510782" y="1630496"/>
            <a:ext cx="86359" cy="166490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597142" y="2041824"/>
            <a:ext cx="86359" cy="125357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83501" y="2609849"/>
            <a:ext cx="86359" cy="68554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769861" y="2688197"/>
            <a:ext cx="86359" cy="60719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856220" y="2864481"/>
            <a:ext cx="86359" cy="43091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942580" y="3197461"/>
            <a:ext cx="86359" cy="9793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028939" y="3138699"/>
            <a:ext cx="86359" cy="15669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115298" y="3217048"/>
            <a:ext cx="86359" cy="7834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201658" y="3217048"/>
            <a:ext cx="86359" cy="7834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288017" y="3236635"/>
            <a:ext cx="86359" cy="5876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9374377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460736" y="3275809"/>
            <a:ext cx="86359" cy="195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9547096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9633455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9719815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9806174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9892534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9978893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0065253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0151612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0237972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0324331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0410691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6649652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68848" y="335379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43" name="Freeform 142"/>
          <p:cNvSpPr/>
          <p:nvPr/>
        </p:nvSpPr>
        <p:spPr>
          <a:xfrm>
            <a:off x="7335125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213919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45" name="Freeform 144"/>
          <p:cNvSpPr/>
          <p:nvPr/>
        </p:nvSpPr>
        <p:spPr>
          <a:xfrm>
            <a:off x="8020597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899392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147" name="Freeform 146"/>
          <p:cNvSpPr/>
          <p:nvPr/>
        </p:nvSpPr>
        <p:spPr>
          <a:xfrm>
            <a:off x="8706070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584864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149" name="Freeform 148"/>
          <p:cNvSpPr/>
          <p:nvPr/>
        </p:nvSpPr>
        <p:spPr>
          <a:xfrm>
            <a:off x="9391543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270337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51" name="Freeform 150"/>
          <p:cNvSpPr/>
          <p:nvPr/>
        </p:nvSpPr>
        <p:spPr>
          <a:xfrm>
            <a:off x="10077015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955810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29175" y="3527508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154" name="Freeform 153"/>
          <p:cNvSpPr/>
          <p:nvPr/>
        </p:nvSpPr>
        <p:spPr>
          <a:xfrm>
            <a:off x="6009405" y="32953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682182" y="321664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156" name="Freeform 155"/>
          <p:cNvSpPr/>
          <p:nvPr/>
        </p:nvSpPr>
        <p:spPr>
          <a:xfrm>
            <a:off x="6009405" y="27031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682182" y="262440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</a:t>
            </a:r>
          </a:p>
        </p:txBody>
      </p:sp>
      <p:sp>
        <p:nvSpPr>
          <p:cNvPr id="158" name="Freeform 157"/>
          <p:cNvSpPr/>
          <p:nvPr/>
        </p:nvSpPr>
        <p:spPr>
          <a:xfrm>
            <a:off x="6009405" y="211090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682182" y="203215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160" name="Freeform 159"/>
          <p:cNvSpPr/>
          <p:nvPr/>
        </p:nvSpPr>
        <p:spPr>
          <a:xfrm>
            <a:off x="6009405" y="151866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682182" y="143991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</a:t>
            </a:r>
          </a:p>
        </p:txBody>
      </p:sp>
      <p:sp>
        <p:nvSpPr>
          <p:cNvPr id="162" name="Freeform 161"/>
          <p:cNvSpPr/>
          <p:nvPr/>
        </p:nvSpPr>
        <p:spPr>
          <a:xfrm>
            <a:off x="6009405" y="92642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682182" y="84767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164" name="TextBox 163"/>
          <p:cNvSpPr txBox="1"/>
          <p:nvPr/>
        </p:nvSpPr>
        <p:spPr>
          <a:xfrm rot="16200000">
            <a:off x="5509720" y="170165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165" name="Freeform 164"/>
          <p:cNvSpPr/>
          <p:nvPr/>
        </p:nvSpPr>
        <p:spPr>
          <a:xfrm>
            <a:off x="7828665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8397607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6053855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6053855" y="3295396"/>
            <a:ext cx="4654776" cy="0"/>
          </a:xfrm>
          <a:custGeom>
            <a:avLst/>
            <a:gdLst/>
            <a:ahLst/>
            <a:cxnLst/>
            <a:rect l="l" t="t" r="r" b="b"/>
            <a:pathLst>
              <a:path w="4654776" h="0">
                <a:moveTo>
                  <a:pt x="0" y="0"/>
                </a:moveTo>
                <a:lnTo>
                  <a:pt x="4654776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683990" y="342646"/>
            <a:ext cx="17132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Low stress (114.4 MPa)</a:t>
            </a:r>
          </a:p>
        </p:txBody>
      </p:sp>
      <p:sp>
        <p:nvSpPr>
          <p:cNvPr id="170" name="Freeform 169"/>
          <p:cNvSpPr/>
          <p:nvPr/>
        </p:nvSpPr>
        <p:spPr>
          <a:xfrm>
            <a:off x="9374223" y="587121"/>
            <a:ext cx="1286783" cy="448002"/>
          </a:xfrm>
          <a:custGeom>
            <a:avLst/>
            <a:gdLst/>
            <a:ahLst/>
            <a:cxnLst/>
            <a:rect l="l" t="t" r="r" b="b"/>
            <a:pathLst>
              <a:path w="1286783" h="448002">
                <a:moveTo>
                  <a:pt x="19050" y="448002"/>
                </a:moveTo>
                <a:lnTo>
                  <a:pt x="1267733" y="448002"/>
                </a:lnTo>
                <a:close/>
                <a:lnTo>
                  <a:pt x="1282020" y="443240"/>
                </a:lnTo>
                <a:close/>
                <a:lnTo>
                  <a:pt x="1286783" y="428952"/>
                </a:lnTo>
                <a:close/>
                <a:lnTo>
                  <a:pt x="1286783" y="19050"/>
                </a:lnTo>
                <a:close/>
                <a:lnTo>
                  <a:pt x="1282020" y="4763"/>
                </a:lnTo>
                <a:close/>
                <a:lnTo>
                  <a:pt x="1267733" y="0"/>
                </a:lnTo>
                <a:close/>
                <a:lnTo>
                  <a:pt x="19050" y="0"/>
                </a:lnTo>
                <a:close/>
                <a:lnTo>
                  <a:pt x="4762" y="4763"/>
                </a:lnTo>
                <a:close/>
                <a:lnTo>
                  <a:pt x="0" y="19050"/>
                </a:lnTo>
                <a:close/>
                <a:lnTo>
                  <a:pt x="0" y="428952"/>
                </a:lnTo>
                <a:close/>
                <a:lnTo>
                  <a:pt x="4762" y="443240"/>
                </a:lnTo>
                <a:close/>
                <a:lnTo>
                  <a:pt x="19050" y="448002"/>
                </a:lnTo>
                <a:close/>
                <a:lnTo>
                  <a:pt x="19050" y="44800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412323" y="630921"/>
            <a:ext cx="190500" cy="666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679023" y="602346"/>
            <a:ext cx="12382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9412323" y="804068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79023" y="742155"/>
            <a:ext cx="10096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Observed=114 MPa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9412323" y="943877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679023" y="881964"/>
            <a:ext cx="10668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36826" y="3983736"/>
            <a:ext cx="4654776" cy="275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848406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904331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960256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016180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072105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128030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183955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239879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295804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351729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407653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463578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519503" y="6699565"/>
            <a:ext cx="55925" cy="4007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575427" y="6679529"/>
            <a:ext cx="55925" cy="6010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631352" y="6699565"/>
            <a:ext cx="55925" cy="4007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687277" y="6519244"/>
            <a:ext cx="55925" cy="22039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743202" y="6499209"/>
            <a:ext cx="55925" cy="24042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799126" y="6098496"/>
            <a:ext cx="55925" cy="64114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855051" y="6018354"/>
            <a:ext cx="55925" cy="72128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910976" y="5677748"/>
            <a:ext cx="55925" cy="106188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966900" y="5136786"/>
            <a:ext cx="55925" cy="160285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022825" y="4655931"/>
            <a:ext cx="55925" cy="208370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078750" y="4295290"/>
            <a:ext cx="55925" cy="244434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134674" y="4375432"/>
            <a:ext cx="55925" cy="236420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2190599" y="4114969"/>
            <a:ext cx="55925" cy="262466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246524" y="4215147"/>
            <a:ext cx="55925" cy="252448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302449" y="4595824"/>
            <a:ext cx="55925" cy="214381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358373" y="4996537"/>
            <a:ext cx="55925" cy="174309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414298" y="5417285"/>
            <a:ext cx="55925" cy="132235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470223" y="5978282"/>
            <a:ext cx="55925" cy="76135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526147" y="6138567"/>
            <a:ext cx="55925" cy="60106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582072" y="6399030"/>
            <a:ext cx="55925" cy="34060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2637997" y="6419066"/>
            <a:ext cx="55925" cy="32057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693922" y="6679529"/>
            <a:ext cx="55925" cy="6010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2749846" y="6679529"/>
            <a:ext cx="55925" cy="6010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805771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2861696" y="6719600"/>
            <a:ext cx="55925" cy="2003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917620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973545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3029470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3085394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3141319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3197244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3253169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3309093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3365018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3420943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3476867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3532792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892508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11704" y="679803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229" name="Freeform 228"/>
          <p:cNvSpPr/>
          <p:nvPr/>
        </p:nvSpPr>
        <p:spPr>
          <a:xfrm>
            <a:off x="1488341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407537" y="679803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231" name="Freeform 230"/>
          <p:cNvSpPr/>
          <p:nvPr/>
        </p:nvSpPr>
        <p:spPr>
          <a:xfrm>
            <a:off x="2084173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962968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233" name="Freeform 232"/>
          <p:cNvSpPr/>
          <p:nvPr/>
        </p:nvSpPr>
        <p:spPr>
          <a:xfrm>
            <a:off x="2680006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558801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235" name="Freeform 234"/>
          <p:cNvSpPr/>
          <p:nvPr/>
        </p:nvSpPr>
        <p:spPr>
          <a:xfrm>
            <a:off x="3275839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154633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237" name="Freeform 236"/>
          <p:cNvSpPr/>
          <p:nvPr/>
        </p:nvSpPr>
        <p:spPr>
          <a:xfrm>
            <a:off x="3871672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750466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239" name="Freeform 238"/>
          <p:cNvSpPr/>
          <p:nvPr/>
        </p:nvSpPr>
        <p:spPr>
          <a:xfrm>
            <a:off x="4467504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4346299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41" name="Freeform 240"/>
          <p:cNvSpPr/>
          <p:nvPr/>
        </p:nvSpPr>
        <p:spPr>
          <a:xfrm>
            <a:off x="5063337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4942132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212145" y="6971748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592376" y="673963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65152" y="666088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246" name="Freeform 245"/>
          <p:cNvSpPr/>
          <p:nvPr/>
        </p:nvSpPr>
        <p:spPr>
          <a:xfrm>
            <a:off x="592376" y="61754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65152" y="609672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</a:t>
            </a:r>
          </a:p>
        </p:txBody>
      </p:sp>
      <p:sp>
        <p:nvSpPr>
          <p:cNvPr id="248" name="Freeform 247"/>
          <p:cNvSpPr/>
          <p:nvPr/>
        </p:nvSpPr>
        <p:spPr>
          <a:xfrm>
            <a:off x="592376" y="561131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65152" y="553256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250" name="Freeform 249"/>
          <p:cNvSpPr/>
          <p:nvPr/>
        </p:nvSpPr>
        <p:spPr>
          <a:xfrm>
            <a:off x="592376" y="50471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65152" y="496840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</a:t>
            </a:r>
          </a:p>
        </p:txBody>
      </p:sp>
      <p:sp>
        <p:nvSpPr>
          <p:cNvPr id="252" name="Freeform 251"/>
          <p:cNvSpPr/>
          <p:nvPr/>
        </p:nvSpPr>
        <p:spPr>
          <a:xfrm>
            <a:off x="592376" y="44829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65152" y="440424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254" name="TextBox 253"/>
          <p:cNvSpPr txBox="1"/>
          <p:nvPr/>
        </p:nvSpPr>
        <p:spPr>
          <a:xfrm rot="16200000">
            <a:off x="92690" y="514589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255" name="Freeform 254"/>
          <p:cNvSpPr/>
          <p:nvPr/>
        </p:nvSpPr>
        <p:spPr>
          <a:xfrm>
            <a:off x="5080020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823006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636826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636826" y="6739636"/>
            <a:ext cx="4654775" cy="0"/>
          </a:xfrm>
          <a:custGeom>
            <a:avLst/>
            <a:gdLst/>
            <a:ahLst/>
            <a:cxnLst/>
            <a:rect l="l" t="t" r="r" b="b"/>
            <a:pathLst>
              <a:path w="4654775" h="0">
                <a:moveTo>
                  <a:pt x="0" y="0"/>
                </a:moveTo>
                <a:lnTo>
                  <a:pt x="465477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2247109" y="3786886"/>
            <a:ext cx="17856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High stress (225.7 MPa)</a:t>
            </a:r>
          </a:p>
        </p:txBody>
      </p:sp>
      <p:sp>
        <p:nvSpPr>
          <p:cNvPr id="260" name="Freeform 259"/>
          <p:cNvSpPr/>
          <p:nvPr/>
        </p:nvSpPr>
        <p:spPr>
          <a:xfrm>
            <a:off x="684451" y="4031361"/>
            <a:ext cx="1286782" cy="448002"/>
          </a:xfrm>
          <a:custGeom>
            <a:avLst/>
            <a:gdLst/>
            <a:ahLst/>
            <a:cxnLst/>
            <a:rect l="l" t="t" r="r" b="b"/>
            <a:pathLst>
              <a:path w="1286782" h="448002">
                <a:moveTo>
                  <a:pt x="19050" y="448002"/>
                </a:moveTo>
                <a:lnTo>
                  <a:pt x="1267732" y="448002"/>
                </a:lnTo>
                <a:close/>
                <a:lnTo>
                  <a:pt x="1282020" y="443240"/>
                </a:lnTo>
                <a:close/>
                <a:lnTo>
                  <a:pt x="1286782" y="428952"/>
                </a:lnTo>
                <a:close/>
                <a:lnTo>
                  <a:pt x="1286782" y="19050"/>
                </a:lnTo>
                <a:close/>
                <a:lnTo>
                  <a:pt x="1282020" y="4763"/>
                </a:lnTo>
                <a:close/>
                <a:lnTo>
                  <a:pt x="1267732" y="0"/>
                </a:lnTo>
                <a:close/>
                <a:lnTo>
                  <a:pt x="19050" y="0"/>
                </a:lnTo>
                <a:close/>
                <a:lnTo>
                  <a:pt x="4762" y="4763"/>
                </a:lnTo>
                <a:close/>
                <a:lnTo>
                  <a:pt x="0" y="19050"/>
                </a:lnTo>
                <a:close/>
                <a:lnTo>
                  <a:pt x="0" y="428952"/>
                </a:lnTo>
                <a:close/>
                <a:lnTo>
                  <a:pt x="4762" y="443240"/>
                </a:lnTo>
                <a:close/>
                <a:lnTo>
                  <a:pt x="19050" y="448002"/>
                </a:lnTo>
                <a:close/>
                <a:lnTo>
                  <a:pt x="19050" y="44800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22551" y="4075161"/>
            <a:ext cx="190500" cy="666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989251" y="4046586"/>
            <a:ext cx="12382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263" name="Freeform 262"/>
          <p:cNvSpPr/>
          <p:nvPr/>
        </p:nvSpPr>
        <p:spPr>
          <a:xfrm>
            <a:off x="722551" y="4248308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989251" y="4186395"/>
            <a:ext cx="10096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Observed=226 MPa</a:t>
            </a:r>
          </a:p>
        </p:txBody>
      </p:sp>
      <p:sp>
        <p:nvSpPr>
          <p:cNvPr id="265" name="Freeform 264"/>
          <p:cNvSpPr/>
          <p:nvPr/>
        </p:nvSpPr>
        <p:spPr>
          <a:xfrm>
            <a:off x="722551" y="4388117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89251" y="4326204"/>
            <a:ext cx="10668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6053855" y="3983736"/>
            <a:ext cx="4654776" cy="275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6265436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6351795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6438155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6524514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6610874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6697233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6783593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6869952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6956312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7042671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7129031" y="6720754"/>
            <a:ext cx="86359" cy="1888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7215390" y="6701871"/>
            <a:ext cx="86359" cy="3776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7301750" y="6626341"/>
            <a:ext cx="86359" cy="11329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7388109" y="6701871"/>
            <a:ext cx="86359" cy="3776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7474469" y="6550811"/>
            <a:ext cx="86359" cy="18882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7560828" y="6267574"/>
            <a:ext cx="86359" cy="47206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7647187" y="6078749"/>
            <a:ext cx="86359" cy="6608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7733547" y="5946571"/>
            <a:ext cx="86359" cy="79306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819906" y="5323449"/>
            <a:ext cx="86359" cy="14161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906266" y="4945799"/>
            <a:ext cx="86359" cy="179383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992625" y="4568149"/>
            <a:ext cx="86359" cy="21714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8078985" y="4417089"/>
            <a:ext cx="86359" cy="232254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8165344" y="4114969"/>
            <a:ext cx="86359" cy="262466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8251704" y="4322677"/>
            <a:ext cx="86359" cy="241695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8338063" y="5059094"/>
            <a:ext cx="86359" cy="168054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424423" y="4775857"/>
            <a:ext cx="86359" cy="196377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8510782" y="5247919"/>
            <a:ext cx="86359" cy="149171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8597142" y="5719981"/>
            <a:ext cx="86359" cy="101965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8683501" y="6116514"/>
            <a:ext cx="86359" cy="62312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8769861" y="6456399"/>
            <a:ext cx="86359" cy="28323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8856220" y="6418634"/>
            <a:ext cx="86359" cy="32100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8942580" y="6682989"/>
            <a:ext cx="86359" cy="5664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9028939" y="6682989"/>
            <a:ext cx="86359" cy="5664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115298" y="6682989"/>
            <a:ext cx="86359" cy="5664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9201658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9288017" y="6720754"/>
            <a:ext cx="86359" cy="1888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9374377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9460736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9547096" y="6720754"/>
            <a:ext cx="86359" cy="1888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9633455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9719815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9806174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9892534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9978893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10065253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0151612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0237972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10324331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0410691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6548233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6467429" y="679803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319" name="Freeform 318"/>
          <p:cNvSpPr/>
          <p:nvPr/>
        </p:nvSpPr>
        <p:spPr>
          <a:xfrm>
            <a:off x="7135900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7014694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21" name="Freeform 320"/>
          <p:cNvSpPr/>
          <p:nvPr/>
        </p:nvSpPr>
        <p:spPr>
          <a:xfrm>
            <a:off x="7723567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7602361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323" name="Freeform 322"/>
          <p:cNvSpPr/>
          <p:nvPr/>
        </p:nvSpPr>
        <p:spPr>
          <a:xfrm>
            <a:off x="8311234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8190028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325" name="Freeform 324"/>
          <p:cNvSpPr/>
          <p:nvPr/>
        </p:nvSpPr>
        <p:spPr>
          <a:xfrm>
            <a:off x="8898901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8777695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327" name="Freeform 326"/>
          <p:cNvSpPr/>
          <p:nvPr/>
        </p:nvSpPr>
        <p:spPr>
          <a:xfrm>
            <a:off x="9486567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9365362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329" name="Freeform 328"/>
          <p:cNvSpPr/>
          <p:nvPr/>
        </p:nvSpPr>
        <p:spPr>
          <a:xfrm>
            <a:off x="10074234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9953029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31" name="Freeform 330"/>
          <p:cNvSpPr/>
          <p:nvPr/>
        </p:nvSpPr>
        <p:spPr>
          <a:xfrm>
            <a:off x="10661901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0540696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220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7629175" y="6971748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334" name="Freeform 333"/>
          <p:cNvSpPr/>
          <p:nvPr/>
        </p:nvSpPr>
        <p:spPr>
          <a:xfrm>
            <a:off x="6009405" y="673963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5601378" y="666088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0.000</a:t>
            </a:r>
          </a:p>
        </p:txBody>
      </p:sp>
      <p:sp>
        <p:nvSpPr>
          <p:cNvPr id="336" name="Freeform 335"/>
          <p:cNvSpPr/>
          <p:nvPr/>
        </p:nvSpPr>
        <p:spPr>
          <a:xfrm>
            <a:off x="6009405" y="64066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5601378" y="6327905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0.005</a:t>
            </a:r>
          </a:p>
        </p:txBody>
      </p:sp>
      <p:sp>
        <p:nvSpPr>
          <p:cNvPr id="338" name="Freeform 337"/>
          <p:cNvSpPr/>
          <p:nvPr/>
        </p:nvSpPr>
        <p:spPr>
          <a:xfrm>
            <a:off x="6009405" y="60736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5601378" y="599492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0.010</a:t>
            </a:r>
          </a:p>
        </p:txBody>
      </p:sp>
      <p:sp>
        <p:nvSpPr>
          <p:cNvPr id="340" name="Freeform 339"/>
          <p:cNvSpPr/>
          <p:nvPr/>
        </p:nvSpPr>
        <p:spPr>
          <a:xfrm>
            <a:off x="6009405" y="574069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5601378" y="5661943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0.015</a:t>
            </a:r>
          </a:p>
        </p:txBody>
      </p:sp>
      <p:sp>
        <p:nvSpPr>
          <p:cNvPr id="342" name="Freeform 341"/>
          <p:cNvSpPr/>
          <p:nvPr/>
        </p:nvSpPr>
        <p:spPr>
          <a:xfrm>
            <a:off x="6009405" y="540771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5601378" y="532896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0.020</a:t>
            </a:r>
          </a:p>
        </p:txBody>
      </p:sp>
      <p:sp>
        <p:nvSpPr>
          <p:cNvPr id="344" name="Freeform 343"/>
          <p:cNvSpPr/>
          <p:nvPr/>
        </p:nvSpPr>
        <p:spPr>
          <a:xfrm>
            <a:off x="6009405" y="507473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5601378" y="4995981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0.025</a:t>
            </a:r>
          </a:p>
        </p:txBody>
      </p:sp>
      <p:sp>
        <p:nvSpPr>
          <p:cNvPr id="346" name="Freeform 345"/>
          <p:cNvSpPr/>
          <p:nvPr/>
        </p:nvSpPr>
        <p:spPr>
          <a:xfrm>
            <a:off x="6009405" y="47417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5601378" y="466300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0.030</a:t>
            </a:r>
          </a:p>
        </p:txBody>
      </p:sp>
      <p:sp>
        <p:nvSpPr>
          <p:cNvPr id="348" name="Freeform 347"/>
          <p:cNvSpPr/>
          <p:nvPr/>
        </p:nvSpPr>
        <p:spPr>
          <a:xfrm>
            <a:off x="6009405" y="440876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5601378" y="433002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0.035</a:t>
            </a:r>
          </a:p>
        </p:txBody>
      </p:sp>
      <p:sp>
        <p:nvSpPr>
          <p:cNvPr id="350" name="Freeform 349"/>
          <p:cNvSpPr/>
          <p:nvPr/>
        </p:nvSpPr>
        <p:spPr>
          <a:xfrm>
            <a:off x="6009405" y="407578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5601378" y="399703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0.040</a:t>
            </a:r>
          </a:p>
        </p:txBody>
      </p:sp>
      <p:sp>
        <p:nvSpPr>
          <p:cNvPr id="352" name="TextBox 351"/>
          <p:cNvSpPr txBox="1"/>
          <p:nvPr/>
        </p:nvSpPr>
        <p:spPr>
          <a:xfrm rot="16200000">
            <a:off x="5428916" y="514589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353" name="Freeform 352"/>
          <p:cNvSpPr/>
          <p:nvPr/>
        </p:nvSpPr>
        <p:spPr>
          <a:xfrm>
            <a:off x="8387630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8046784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6053855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6053855" y="6739636"/>
            <a:ext cx="4654776" cy="0"/>
          </a:xfrm>
          <a:custGeom>
            <a:avLst/>
            <a:gdLst/>
            <a:ahLst/>
            <a:cxnLst/>
            <a:rect l="l" t="t" r="r" b="b"/>
            <a:pathLst>
              <a:path w="4654776" h="0">
                <a:moveTo>
                  <a:pt x="0" y="0"/>
                </a:moveTo>
                <a:lnTo>
                  <a:pt x="4654776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7713539" y="3786886"/>
            <a:ext cx="156845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Moderate (142.6 MPa)</a:t>
            </a:r>
          </a:p>
        </p:txBody>
      </p:sp>
      <p:sp>
        <p:nvSpPr>
          <p:cNvPr id="358" name="Freeform 357"/>
          <p:cNvSpPr/>
          <p:nvPr/>
        </p:nvSpPr>
        <p:spPr>
          <a:xfrm>
            <a:off x="9374223" y="4031361"/>
            <a:ext cx="1286783" cy="448002"/>
          </a:xfrm>
          <a:custGeom>
            <a:avLst/>
            <a:gdLst/>
            <a:ahLst/>
            <a:cxnLst/>
            <a:rect l="l" t="t" r="r" b="b"/>
            <a:pathLst>
              <a:path w="1286783" h="448002">
                <a:moveTo>
                  <a:pt x="19050" y="448002"/>
                </a:moveTo>
                <a:lnTo>
                  <a:pt x="1267733" y="448002"/>
                </a:lnTo>
                <a:close/>
                <a:lnTo>
                  <a:pt x="1282020" y="443240"/>
                </a:lnTo>
                <a:close/>
                <a:lnTo>
                  <a:pt x="1286783" y="428952"/>
                </a:lnTo>
                <a:close/>
                <a:lnTo>
                  <a:pt x="1286783" y="19050"/>
                </a:lnTo>
                <a:close/>
                <a:lnTo>
                  <a:pt x="1282020" y="4763"/>
                </a:lnTo>
                <a:close/>
                <a:lnTo>
                  <a:pt x="1267733" y="0"/>
                </a:lnTo>
                <a:close/>
                <a:lnTo>
                  <a:pt x="19050" y="0"/>
                </a:lnTo>
                <a:close/>
                <a:lnTo>
                  <a:pt x="4762" y="4763"/>
                </a:lnTo>
                <a:close/>
                <a:lnTo>
                  <a:pt x="0" y="19050"/>
                </a:lnTo>
                <a:close/>
                <a:lnTo>
                  <a:pt x="0" y="428952"/>
                </a:lnTo>
                <a:close/>
                <a:lnTo>
                  <a:pt x="4762" y="443240"/>
                </a:lnTo>
                <a:close/>
                <a:lnTo>
                  <a:pt x="19050" y="448002"/>
                </a:lnTo>
                <a:close/>
                <a:lnTo>
                  <a:pt x="19050" y="44800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9412323" y="4075161"/>
            <a:ext cx="190500" cy="666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9679023" y="4046586"/>
            <a:ext cx="12382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361" name="Freeform 360"/>
          <p:cNvSpPr/>
          <p:nvPr/>
        </p:nvSpPr>
        <p:spPr>
          <a:xfrm>
            <a:off x="9412323" y="4248308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9679023" y="4186395"/>
            <a:ext cx="10096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Observed=143 MPa</a:t>
            </a:r>
          </a:p>
        </p:txBody>
      </p:sp>
      <p:sp>
        <p:nvSpPr>
          <p:cNvPr id="363" name="Freeform 362"/>
          <p:cNvSpPr/>
          <p:nvPr/>
        </p:nvSpPr>
        <p:spPr>
          <a:xfrm>
            <a:off x="9412323" y="4388117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9679023" y="4326204"/>
            <a:ext cx="10668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2743859" y="55507"/>
            <a:ext cx="609600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A6 | Prior vs posterior predictive distributions (4 cases)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6948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14273" y="3619500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14273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93878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14273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1877568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814273" y="2948940"/>
            <a:ext cx="963778" cy="670560"/>
          </a:xfrm>
          <a:custGeom>
            <a:avLst/>
            <a:gdLst/>
            <a:ahLst/>
            <a:cxnLst/>
            <a:rect l="l" t="t" r="r" b="b"/>
            <a:pathLst>
              <a:path w="963778" h="670560">
                <a:moveTo>
                  <a:pt x="0" y="0"/>
                </a:moveTo>
                <a:lnTo>
                  <a:pt x="963778" y="67056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814273" y="2680716"/>
            <a:ext cx="963778" cy="268224"/>
          </a:xfrm>
          <a:custGeom>
            <a:avLst/>
            <a:gdLst/>
            <a:ahLst/>
            <a:cxnLst/>
            <a:rect l="l" t="t" r="r" b="b"/>
            <a:pathLst>
              <a:path w="963778" h="268224">
                <a:moveTo>
                  <a:pt x="0" y="26822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814273" y="1741932"/>
            <a:ext cx="963778" cy="1207008"/>
          </a:xfrm>
          <a:custGeom>
            <a:avLst/>
            <a:gdLst/>
            <a:ahLst/>
            <a:cxnLst/>
            <a:rect l="l" t="t" r="r" b="b"/>
            <a:pathLst>
              <a:path w="963778" h="1207008">
                <a:moveTo>
                  <a:pt x="0" y="1207008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814273" y="2278380"/>
            <a:ext cx="963778" cy="1341120"/>
          </a:xfrm>
          <a:custGeom>
            <a:avLst/>
            <a:gdLst/>
            <a:ahLst/>
            <a:cxnLst/>
            <a:rect l="l" t="t" r="r" b="b"/>
            <a:pathLst>
              <a:path w="963778" h="1341120">
                <a:moveTo>
                  <a:pt x="0" y="0"/>
                </a:moveTo>
                <a:lnTo>
                  <a:pt x="963778" y="134112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14273" y="2278380"/>
            <a:ext cx="963778" cy="402336"/>
          </a:xfrm>
          <a:custGeom>
            <a:avLst/>
            <a:gdLst/>
            <a:ahLst/>
            <a:cxnLst/>
            <a:rect l="l" t="t" r="r" b="b"/>
            <a:pathLst>
              <a:path w="963778" h="402336">
                <a:moveTo>
                  <a:pt x="0" y="0"/>
                </a:moveTo>
                <a:lnTo>
                  <a:pt x="963778" y="402336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14273" y="1741932"/>
            <a:ext cx="963778" cy="536448"/>
          </a:xfrm>
          <a:custGeom>
            <a:avLst/>
            <a:gdLst/>
            <a:ahLst/>
            <a:cxnLst/>
            <a:rect l="l" t="t" r="r" b="b"/>
            <a:pathLst>
              <a:path w="963778" h="536448">
                <a:moveTo>
                  <a:pt x="0" y="536448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14273" y="1607820"/>
            <a:ext cx="963778" cy="2011680"/>
          </a:xfrm>
          <a:custGeom>
            <a:avLst/>
            <a:gdLst/>
            <a:ahLst/>
            <a:cxnLst/>
            <a:rect l="l" t="t" r="r" b="b"/>
            <a:pathLst>
              <a:path w="963778" h="2011680">
                <a:moveTo>
                  <a:pt x="0" y="0"/>
                </a:moveTo>
                <a:lnTo>
                  <a:pt x="963778" y="201168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14273" y="1607820"/>
            <a:ext cx="963778" cy="1072896"/>
          </a:xfrm>
          <a:custGeom>
            <a:avLst/>
            <a:gdLst/>
            <a:ahLst/>
            <a:cxnLst/>
            <a:rect l="l" t="t" r="r" b="b"/>
            <a:pathLst>
              <a:path w="963778" h="1072896">
                <a:moveTo>
                  <a:pt x="0" y="0"/>
                </a:moveTo>
                <a:lnTo>
                  <a:pt x="963778" y="1072896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14273" y="1607820"/>
            <a:ext cx="963778" cy="134112"/>
          </a:xfrm>
          <a:custGeom>
            <a:avLst/>
            <a:gdLst/>
            <a:ahLst/>
            <a:cxnLst/>
            <a:rect l="l" t="t" r="r" b="b"/>
            <a:pathLst>
              <a:path w="963778" h="134112">
                <a:moveTo>
                  <a:pt x="0" y="0"/>
                </a:moveTo>
                <a:lnTo>
                  <a:pt x="963778" y="134112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89861" y="3619500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089861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93878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089861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1877568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089861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0"/>
                </a:moveTo>
                <a:lnTo>
                  <a:pt x="963778" y="93878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089861" y="2680716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089861" y="1741932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93878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089861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0"/>
                </a:moveTo>
                <a:lnTo>
                  <a:pt x="963778" y="1877568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089861" y="1741932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0"/>
                </a:moveTo>
                <a:lnTo>
                  <a:pt x="963778" y="93878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089861" y="1741932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365449" y="3619500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365449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93878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365449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1877568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365449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0"/>
                </a:moveTo>
                <a:lnTo>
                  <a:pt x="963778" y="93878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365449" y="2680716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365449" y="1741932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938784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365449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0"/>
                </a:moveTo>
                <a:lnTo>
                  <a:pt x="963778" y="1877568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365449" y="1741932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0"/>
                </a:moveTo>
                <a:lnTo>
                  <a:pt x="963778" y="93878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365449" y="1741932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641037" y="3619500"/>
            <a:ext cx="963778" cy="0"/>
          </a:xfrm>
          <a:custGeom>
            <a:avLst/>
            <a:gdLst/>
            <a:ahLst/>
            <a:cxnLst/>
            <a:rect l="l" t="t" r="r" b="b"/>
            <a:pathLst>
              <a:path w="963778" h="0">
                <a:moveTo>
                  <a:pt x="0" y="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641037" y="2948940"/>
            <a:ext cx="963778" cy="670560"/>
          </a:xfrm>
          <a:custGeom>
            <a:avLst/>
            <a:gdLst/>
            <a:ahLst/>
            <a:cxnLst/>
            <a:rect l="l" t="t" r="r" b="b"/>
            <a:pathLst>
              <a:path w="963778" h="670560">
                <a:moveTo>
                  <a:pt x="0" y="67056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641037" y="2278380"/>
            <a:ext cx="963778" cy="1341120"/>
          </a:xfrm>
          <a:custGeom>
            <a:avLst/>
            <a:gdLst/>
            <a:ahLst/>
            <a:cxnLst/>
            <a:rect l="l" t="t" r="r" b="b"/>
            <a:pathLst>
              <a:path w="963778" h="1341120">
                <a:moveTo>
                  <a:pt x="0" y="134112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641037" y="1607820"/>
            <a:ext cx="963778" cy="2011680"/>
          </a:xfrm>
          <a:custGeom>
            <a:avLst/>
            <a:gdLst/>
            <a:ahLst/>
            <a:cxnLst/>
            <a:rect l="l" t="t" r="r" b="b"/>
            <a:pathLst>
              <a:path w="963778" h="2011680">
                <a:moveTo>
                  <a:pt x="0" y="2011680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641037" y="2680716"/>
            <a:ext cx="963778" cy="938784"/>
          </a:xfrm>
          <a:custGeom>
            <a:avLst/>
            <a:gdLst/>
            <a:ahLst/>
            <a:cxnLst/>
            <a:rect l="l" t="t" r="r" b="b"/>
            <a:pathLst>
              <a:path w="963778" h="938784">
                <a:moveTo>
                  <a:pt x="0" y="0"/>
                </a:moveTo>
                <a:lnTo>
                  <a:pt x="963778" y="93878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641037" y="2680716"/>
            <a:ext cx="963778" cy="268224"/>
          </a:xfrm>
          <a:custGeom>
            <a:avLst/>
            <a:gdLst/>
            <a:ahLst/>
            <a:cxnLst/>
            <a:rect l="l" t="t" r="r" b="b"/>
            <a:pathLst>
              <a:path w="963778" h="268224">
                <a:moveTo>
                  <a:pt x="0" y="0"/>
                </a:moveTo>
                <a:lnTo>
                  <a:pt x="963778" y="268224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641037" y="2278380"/>
            <a:ext cx="963778" cy="402336"/>
          </a:xfrm>
          <a:custGeom>
            <a:avLst/>
            <a:gdLst/>
            <a:ahLst/>
            <a:cxnLst/>
            <a:rect l="l" t="t" r="r" b="b"/>
            <a:pathLst>
              <a:path w="963778" h="402336">
                <a:moveTo>
                  <a:pt x="0" y="402336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641037" y="1607820"/>
            <a:ext cx="963778" cy="1072896"/>
          </a:xfrm>
          <a:custGeom>
            <a:avLst/>
            <a:gdLst/>
            <a:ahLst/>
            <a:cxnLst/>
            <a:rect l="l" t="t" r="r" b="b"/>
            <a:pathLst>
              <a:path w="963778" h="1072896">
                <a:moveTo>
                  <a:pt x="0" y="1072896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641037" y="1741932"/>
            <a:ext cx="963778" cy="1877568"/>
          </a:xfrm>
          <a:custGeom>
            <a:avLst/>
            <a:gdLst/>
            <a:ahLst/>
            <a:cxnLst/>
            <a:rect l="l" t="t" r="r" b="b"/>
            <a:pathLst>
              <a:path w="963778" h="1877568">
                <a:moveTo>
                  <a:pt x="0" y="0"/>
                </a:moveTo>
                <a:lnTo>
                  <a:pt x="963778" y="1877568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641037" y="1741932"/>
            <a:ext cx="963778" cy="1207008"/>
          </a:xfrm>
          <a:custGeom>
            <a:avLst/>
            <a:gdLst/>
            <a:ahLst/>
            <a:cxnLst/>
            <a:rect l="l" t="t" r="r" b="b"/>
            <a:pathLst>
              <a:path w="963778" h="1207008">
                <a:moveTo>
                  <a:pt x="0" y="0"/>
                </a:moveTo>
                <a:lnTo>
                  <a:pt x="963778" y="1207008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641037" y="1741932"/>
            <a:ext cx="963778" cy="536448"/>
          </a:xfrm>
          <a:custGeom>
            <a:avLst/>
            <a:gdLst/>
            <a:ahLst/>
            <a:cxnLst/>
            <a:rect l="l" t="t" r="r" b="b"/>
            <a:pathLst>
              <a:path w="963778" h="536448">
                <a:moveTo>
                  <a:pt x="0" y="0"/>
                </a:moveTo>
                <a:lnTo>
                  <a:pt x="963778" y="536448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641037" y="1607820"/>
            <a:ext cx="963778" cy="134112"/>
          </a:xfrm>
          <a:custGeom>
            <a:avLst/>
            <a:gdLst/>
            <a:ahLst/>
            <a:cxnLst/>
            <a:rect l="l" t="t" r="r" b="b"/>
            <a:pathLst>
              <a:path w="963778" h="134112">
                <a:moveTo>
                  <a:pt x="0" y="134112"/>
                </a:moveTo>
                <a:lnTo>
                  <a:pt x="963778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916625" y="3619500"/>
            <a:ext cx="538582" cy="0"/>
          </a:xfrm>
          <a:custGeom>
            <a:avLst/>
            <a:gdLst/>
            <a:ahLst/>
            <a:cxnLst/>
            <a:rect l="l" t="t" r="r" b="b"/>
            <a:pathLst>
              <a:path w="538582" h="0">
                <a:moveTo>
                  <a:pt x="0" y="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5916625" y="294894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67056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5916625" y="2278380"/>
            <a:ext cx="538582" cy="1341120"/>
          </a:xfrm>
          <a:custGeom>
            <a:avLst/>
            <a:gdLst/>
            <a:ahLst/>
            <a:cxnLst/>
            <a:rect l="l" t="t" r="r" b="b"/>
            <a:pathLst>
              <a:path w="538582" h="1341120">
                <a:moveTo>
                  <a:pt x="0" y="134112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916625" y="1607820"/>
            <a:ext cx="538582" cy="2011680"/>
          </a:xfrm>
          <a:custGeom>
            <a:avLst/>
            <a:gdLst/>
            <a:ahLst/>
            <a:cxnLst/>
            <a:rect l="l" t="t" r="r" b="b"/>
            <a:pathLst>
              <a:path w="538582" h="2011680">
                <a:moveTo>
                  <a:pt x="0" y="201168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5916625" y="294894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0"/>
                </a:moveTo>
                <a:lnTo>
                  <a:pt x="538582" y="67056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916625" y="2948940"/>
            <a:ext cx="538582" cy="0"/>
          </a:xfrm>
          <a:custGeom>
            <a:avLst/>
            <a:gdLst/>
            <a:ahLst/>
            <a:cxnLst/>
            <a:rect l="l" t="t" r="r" b="b"/>
            <a:pathLst>
              <a:path w="538582" h="0">
                <a:moveTo>
                  <a:pt x="0" y="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5916625" y="227838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67056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5916625" y="1607820"/>
            <a:ext cx="538582" cy="1341120"/>
          </a:xfrm>
          <a:custGeom>
            <a:avLst/>
            <a:gdLst/>
            <a:ahLst/>
            <a:cxnLst/>
            <a:rect l="l" t="t" r="r" b="b"/>
            <a:pathLst>
              <a:path w="538582" h="1341120">
                <a:moveTo>
                  <a:pt x="0" y="134112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916625" y="2278380"/>
            <a:ext cx="538582" cy="1341120"/>
          </a:xfrm>
          <a:custGeom>
            <a:avLst/>
            <a:gdLst/>
            <a:ahLst/>
            <a:cxnLst/>
            <a:rect l="l" t="t" r="r" b="b"/>
            <a:pathLst>
              <a:path w="538582" h="1341120">
                <a:moveTo>
                  <a:pt x="0" y="0"/>
                </a:moveTo>
                <a:lnTo>
                  <a:pt x="538582" y="134112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5916625" y="227838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0"/>
                </a:moveTo>
                <a:lnTo>
                  <a:pt x="538582" y="67056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5916625" y="2278380"/>
            <a:ext cx="538582" cy="0"/>
          </a:xfrm>
          <a:custGeom>
            <a:avLst/>
            <a:gdLst/>
            <a:ahLst/>
            <a:cxnLst/>
            <a:rect l="l" t="t" r="r" b="b"/>
            <a:pathLst>
              <a:path w="538582" h="0">
                <a:moveTo>
                  <a:pt x="0" y="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5916625" y="160782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67056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5916625" y="1607820"/>
            <a:ext cx="538582" cy="2011680"/>
          </a:xfrm>
          <a:custGeom>
            <a:avLst/>
            <a:gdLst/>
            <a:ahLst/>
            <a:cxnLst/>
            <a:rect l="l" t="t" r="r" b="b"/>
            <a:pathLst>
              <a:path w="538582" h="2011680">
                <a:moveTo>
                  <a:pt x="0" y="0"/>
                </a:moveTo>
                <a:lnTo>
                  <a:pt x="538582" y="201168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916625" y="1607820"/>
            <a:ext cx="538582" cy="1341120"/>
          </a:xfrm>
          <a:custGeom>
            <a:avLst/>
            <a:gdLst/>
            <a:ahLst/>
            <a:cxnLst/>
            <a:rect l="l" t="t" r="r" b="b"/>
            <a:pathLst>
              <a:path w="538582" h="1341120">
                <a:moveTo>
                  <a:pt x="0" y="0"/>
                </a:moveTo>
                <a:lnTo>
                  <a:pt x="538582" y="134112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5916625" y="1607820"/>
            <a:ext cx="538582" cy="670560"/>
          </a:xfrm>
          <a:custGeom>
            <a:avLst/>
            <a:gdLst/>
            <a:ahLst/>
            <a:cxnLst/>
            <a:rect l="l" t="t" r="r" b="b"/>
            <a:pathLst>
              <a:path w="538582" h="670560">
                <a:moveTo>
                  <a:pt x="0" y="0"/>
                </a:moveTo>
                <a:lnTo>
                  <a:pt x="538582" y="67056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5916625" y="1607820"/>
            <a:ext cx="538582" cy="0"/>
          </a:xfrm>
          <a:custGeom>
            <a:avLst/>
            <a:gdLst/>
            <a:ahLst/>
            <a:cxnLst/>
            <a:rect l="l" t="t" r="r" b="b"/>
            <a:pathLst>
              <a:path w="538582" h="0">
                <a:moveTo>
                  <a:pt x="0" y="0"/>
                </a:moveTo>
                <a:lnTo>
                  <a:pt x="538582" y="0"/>
                </a:lnTo>
                <a:close/>
              </a:path>
            </a:pathLst>
          </a:custGeom>
          <a:noFill/>
          <a:ln w="6350">
            <a:solidFill>
              <a:srgbClr val="CCCCC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6828" y="3902859"/>
            <a:ext cx="4064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05221" y="3902859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Hidden 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80809" y="4016629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Hidden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56397" y="4016629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Hidden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94122" y="3714496"/>
            <a:ext cx="39116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...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5795" y="3902859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Output 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44514" y="3714496"/>
            <a:ext cx="39116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...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72355" y="3902859"/>
            <a:ext cx="8940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Output log σ²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2246" y="722122"/>
            <a:ext cx="4749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100" b="0" i="1">
                <a:solidFill>
                  <a:srgbClr val="57A773"/>
                </a:solidFill>
                <a:latin typeface="Arial"/>
              </a:rPr>
              <a:t>NLL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76140" y="734822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9B5DE5"/>
                </a:solidFill>
                <a:latin typeface="Arial"/>
              </a:rPr>
              <a:t>mono (Spearman rank)</a:t>
            </a:r>
          </a:p>
        </p:txBody>
      </p:sp>
      <p:sp>
        <p:nvSpPr>
          <p:cNvPr id="71" name="Freeform 70"/>
          <p:cNvSpPr/>
          <p:nvPr/>
        </p:nvSpPr>
        <p:spPr>
          <a:xfrm>
            <a:off x="4651466" y="868188"/>
            <a:ext cx="1068148" cy="276368"/>
          </a:xfrm>
          <a:custGeom>
            <a:avLst/>
            <a:gdLst/>
            <a:ahLst/>
            <a:cxnLst/>
            <a:rect l="l" t="t" r="r" b="b"/>
            <a:pathLst>
              <a:path w="1068148" h="276368">
                <a:moveTo>
                  <a:pt x="0" y="0"/>
                </a:moveTo>
                <a:lnTo>
                  <a:pt x="1068148" y="276368"/>
                </a:lnTo>
                <a:close/>
              </a:path>
            </a:pathLst>
          </a:custGeom>
          <a:noFill/>
          <a:ln w="1524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664071" y="1107241"/>
            <a:ext cx="55543" cy="49181"/>
          </a:xfrm>
          <a:custGeom>
            <a:avLst/>
            <a:gdLst/>
            <a:ahLst/>
            <a:cxnLst/>
            <a:rect l="l" t="t" r="r" b="b"/>
            <a:pathLst>
              <a:path w="55543" h="49181">
                <a:moveTo>
                  <a:pt x="12725" y="0"/>
                </a:moveTo>
                <a:lnTo>
                  <a:pt x="55543" y="37315"/>
                </a:lnTo>
                <a:close/>
                <a:lnTo>
                  <a:pt x="0" y="49181"/>
                </a:lnTo>
                <a:close/>
                <a:lnTo>
                  <a:pt x="12725" y="0"/>
                </a:lnTo>
                <a:close/>
              </a:path>
            </a:pathLst>
          </a:custGeom>
          <a:solidFill>
            <a:srgbClr val="9B5DE5"/>
          </a:solidFill>
          <a:ln w="1524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502463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502463" y="31551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502463" y="28198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502463" y="248457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502463" y="214929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502463" y="18140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502463" y="14787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02463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E76F5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778051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778051" y="3021025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778051" y="2551633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778051" y="2082241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778051" y="1612849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778051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3053639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3053639" y="3021025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3053639" y="2551633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3053639" y="2082241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053639" y="1612849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3053639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4329227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4329227" y="3021025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4329227" y="2551633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329227" y="2082241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4329227" y="1612849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4329227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2E86A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5604815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5604815" y="31551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5604815" y="28198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5604815" y="248457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5604815" y="214929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5604815" y="18140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5604815" y="14787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5604815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57A77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6455207" y="34904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6455207" y="31551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6455207" y="28198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6455207" y="248457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6455207" y="214929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455207" y="181401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6455207" y="147873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55207" y="1143457"/>
            <a:ext cx="311810" cy="258166"/>
          </a:xfrm>
          <a:custGeom>
            <a:avLst/>
            <a:gdLst/>
            <a:ahLst/>
            <a:cxnLst/>
            <a:rect l="l" t="t" r="r" b="b"/>
            <a:pathLst>
              <a:path w="311810" h="258166">
                <a:moveTo>
                  <a:pt x="155905" y="258166"/>
                </a:moveTo>
                <a:lnTo>
                  <a:pt x="215567" y="248339"/>
                </a:lnTo>
                <a:close/>
                <a:lnTo>
                  <a:pt x="266147" y="220358"/>
                </a:lnTo>
                <a:close/>
                <a:lnTo>
                  <a:pt x="299942" y="178481"/>
                </a:lnTo>
                <a:close/>
                <a:lnTo>
                  <a:pt x="308787" y="154383"/>
                </a:lnTo>
                <a:close/>
                <a:lnTo>
                  <a:pt x="311810" y="129083"/>
                </a:lnTo>
                <a:close/>
                <a:lnTo>
                  <a:pt x="308787" y="103783"/>
                </a:lnTo>
                <a:close/>
                <a:lnTo>
                  <a:pt x="299942" y="79685"/>
                </a:lnTo>
                <a:close/>
                <a:lnTo>
                  <a:pt x="266147" y="37808"/>
                </a:lnTo>
                <a:close/>
                <a:lnTo>
                  <a:pt x="215567" y="9827"/>
                </a:lnTo>
                <a:close/>
                <a:lnTo>
                  <a:pt x="155905" y="0"/>
                </a:lnTo>
                <a:close/>
                <a:lnTo>
                  <a:pt x="96243" y="9827"/>
                </a:lnTo>
                <a:close/>
                <a:lnTo>
                  <a:pt x="45663" y="37808"/>
                </a:lnTo>
                <a:close/>
                <a:lnTo>
                  <a:pt x="11868" y="79685"/>
                </a:lnTo>
                <a:close/>
                <a:lnTo>
                  <a:pt x="3023" y="103783"/>
                </a:lnTo>
                <a:close/>
                <a:lnTo>
                  <a:pt x="0" y="129083"/>
                </a:lnTo>
                <a:close/>
                <a:lnTo>
                  <a:pt x="3023" y="154383"/>
                </a:lnTo>
                <a:close/>
                <a:lnTo>
                  <a:pt x="11868" y="178481"/>
                </a:lnTo>
                <a:close/>
                <a:lnTo>
                  <a:pt x="45663" y="220358"/>
                </a:lnTo>
                <a:close/>
                <a:lnTo>
                  <a:pt x="96243" y="248339"/>
                </a:lnTo>
                <a:close/>
                <a:lnTo>
                  <a:pt x="155905" y="258166"/>
                </a:lnTo>
                <a:close/>
                <a:lnTo>
                  <a:pt x="155905" y="258166"/>
                </a:lnTo>
                <a:close/>
              </a:path>
            </a:pathLst>
          </a:custGeom>
          <a:solidFill>
            <a:srgbClr val="9B5DE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535287" y="55507"/>
            <a:ext cx="41757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A7 | HeteroMLP architecture schematic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52160" cy="2999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7804" y="1096503"/>
            <a:ext cx="4325620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Figure A8 | Training curves (NLL vs epoch)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542" y="1670984"/>
            <a:ext cx="431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0392B"/>
                </a:solidFill>
                <a:latin typeface="Arial"/>
              </a:rPr>
              <a:t>【缺数据】  Re-run run_train_fixed_surrogates.py to generate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