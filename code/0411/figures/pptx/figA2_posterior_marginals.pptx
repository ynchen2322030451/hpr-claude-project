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88258" cy="775831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88258" cy="77583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0750" y="1161288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3595" y="2246997"/>
            <a:ext cx="57279" cy="68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874" y="2240155"/>
            <a:ext cx="57279" cy="136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8153" y="2241010"/>
            <a:ext cx="57279" cy="1282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5431" y="2215354"/>
            <a:ext cx="57279" cy="384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710" y="2214499"/>
            <a:ext cx="57279" cy="3933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9989" y="2202526"/>
            <a:ext cx="57279" cy="513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7268" y="2158056"/>
            <a:ext cx="57279" cy="957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4546" y="2118716"/>
            <a:ext cx="57279" cy="1351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1825" y="2109309"/>
            <a:ext cx="57279" cy="1445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9104" y="2089639"/>
            <a:ext cx="57279" cy="1641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6382" y="2017802"/>
            <a:ext cx="57279" cy="2360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3661" y="1992146"/>
            <a:ext cx="57279" cy="2616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50940" y="1969055"/>
            <a:ext cx="57279" cy="2847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08219" y="1951951"/>
            <a:ext cx="57279" cy="3018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65497" y="1898929"/>
            <a:ext cx="57279" cy="3549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22776" y="1945110"/>
            <a:ext cx="57279" cy="3087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80055" y="1962214"/>
            <a:ext cx="57279" cy="29162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37333" y="1943399"/>
            <a:ext cx="57279" cy="31043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94612" y="1964779"/>
            <a:ext cx="57279" cy="28905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51891" y="2022078"/>
            <a:ext cx="57279" cy="23176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9170" y="2088784"/>
            <a:ext cx="57279" cy="1650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66448" y="2093060"/>
            <a:ext cx="57279" cy="16077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3727" y="2142662"/>
            <a:ext cx="57279" cy="1111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81006" y="2161476"/>
            <a:ext cx="57279" cy="923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38284" y="2193974"/>
            <a:ext cx="57279" cy="598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95563" y="2204237"/>
            <a:ext cx="57279" cy="496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52842" y="2225617"/>
            <a:ext cx="57279" cy="282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10121" y="2237589"/>
            <a:ext cx="57279" cy="162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67399" y="2240155"/>
            <a:ext cx="57279" cy="136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24678" y="2247852"/>
            <a:ext cx="57279" cy="59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7474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305" y="2232161"/>
            <a:ext cx="18831" cy="216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136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967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798" y="2134612"/>
            <a:ext cx="18831" cy="11922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1629" y="2134612"/>
            <a:ext cx="18831" cy="11922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0459" y="2058740"/>
            <a:ext cx="18831" cy="1950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9290" y="1928675"/>
            <a:ext cx="18831" cy="32516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8121" y="1939513"/>
            <a:ext cx="18831" cy="3143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6952" y="1744415"/>
            <a:ext cx="18831" cy="50942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5783" y="1484284"/>
            <a:ext cx="18831" cy="76955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4614" y="1332541"/>
            <a:ext cx="18831" cy="9212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3445" y="1300025"/>
            <a:ext cx="18831" cy="9538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2276" y="1354219"/>
            <a:ext cx="18831" cy="8996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1107" y="1213314"/>
            <a:ext cx="1883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9937" y="1343380"/>
            <a:ext cx="18831" cy="910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8768" y="1267508"/>
            <a:ext cx="18831" cy="9863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7599" y="1300025"/>
            <a:ext cx="18831" cy="9538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6430" y="1321702"/>
            <a:ext cx="18831" cy="9321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5261" y="1451768"/>
            <a:ext cx="18831" cy="80207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4092" y="1538478"/>
            <a:ext cx="18831" cy="7153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2923" y="1798609"/>
            <a:ext cx="18831" cy="45522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1754" y="1906997"/>
            <a:ext cx="18831" cy="3468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80585" y="2047901"/>
            <a:ext cx="18831" cy="20593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9415" y="2177967"/>
            <a:ext cx="18831" cy="758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8246" y="2112934"/>
            <a:ext cx="18831" cy="1409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37077" y="2177967"/>
            <a:ext cx="18831" cy="758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55908" y="2199644"/>
            <a:ext cx="18831" cy="541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74739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93570" y="2221322"/>
            <a:ext cx="18831" cy="325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3084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520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66" name="Freeform 65"/>
          <p:cNvSpPr/>
          <p:nvPr/>
        </p:nvSpPr>
        <p:spPr>
          <a:xfrm>
            <a:off x="82789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2250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68" name="Freeform 67"/>
          <p:cNvSpPr/>
          <p:nvPr/>
        </p:nvSpPr>
        <p:spPr>
          <a:xfrm>
            <a:off x="1124933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929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70" name="Freeform 69"/>
          <p:cNvSpPr/>
          <p:nvPr/>
        </p:nvSpPr>
        <p:spPr>
          <a:xfrm>
            <a:off x="1421975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56335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72" name="Freeform 71"/>
          <p:cNvSpPr/>
          <p:nvPr/>
        </p:nvSpPr>
        <p:spPr>
          <a:xfrm>
            <a:off x="171901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53377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2.2</a:t>
            </a:r>
          </a:p>
        </p:txBody>
      </p:sp>
      <p:sp>
        <p:nvSpPr>
          <p:cNvPr id="74" name="Freeform 73"/>
          <p:cNvSpPr/>
          <p:nvPr/>
        </p:nvSpPr>
        <p:spPr>
          <a:xfrm>
            <a:off x="201606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50420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2.4</a:t>
            </a:r>
          </a:p>
        </p:txBody>
      </p:sp>
      <p:sp>
        <p:nvSpPr>
          <p:cNvPr id="76" name="Freeform 75"/>
          <p:cNvSpPr/>
          <p:nvPr/>
        </p:nvSpPr>
        <p:spPr>
          <a:xfrm>
            <a:off x="2313102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4746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48125" y="2430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79" name="Freeform 78"/>
          <p:cNvSpPr/>
          <p:nvPr/>
        </p:nvSpPr>
        <p:spPr>
          <a:xfrm>
            <a:off x="416300" y="22538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9328" y="22026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1" name="Freeform 80"/>
          <p:cNvSpPr/>
          <p:nvPr/>
        </p:nvSpPr>
        <p:spPr>
          <a:xfrm>
            <a:off x="416300" y="19240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9328" y="187283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3" name="Freeform 82"/>
          <p:cNvSpPr/>
          <p:nvPr/>
        </p:nvSpPr>
        <p:spPr>
          <a:xfrm>
            <a:off x="416300" y="15942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9328" y="1543015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85" name="Freeform 84"/>
          <p:cNvSpPr/>
          <p:nvPr/>
        </p:nvSpPr>
        <p:spPr>
          <a:xfrm>
            <a:off x="416300" y="12643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9328" y="121319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 rot="16200000">
            <a:off x="160832" y="1444927"/>
            <a:ext cx="7112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Eintercept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0750" y="99618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1e−11</a:t>
            </a:r>
          </a:p>
        </p:txBody>
      </p:sp>
      <p:sp>
        <p:nvSpPr>
          <p:cNvPr id="89" name="Freeform 88"/>
          <p:cNvSpPr/>
          <p:nvPr/>
        </p:nvSpPr>
        <p:spPr>
          <a:xfrm>
            <a:off x="460750" y="1161288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60750" y="2253838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82304" y="869718"/>
            <a:ext cx="9550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Near-threshold</a:t>
            </a:r>
          </a:p>
        </p:txBody>
      </p:sp>
      <p:sp>
        <p:nvSpPr>
          <p:cNvPr id="92" name="Freeform 91"/>
          <p:cNvSpPr/>
          <p:nvPr/>
        </p:nvSpPr>
        <p:spPr>
          <a:xfrm>
            <a:off x="1611364" y="1205738"/>
            <a:ext cx="712867" cy="287647"/>
          </a:xfrm>
          <a:custGeom>
            <a:avLst/>
            <a:gdLst/>
            <a:ahLst/>
            <a:cxnLst/>
            <a:rect l="l" t="t" r="r" b="b"/>
            <a:pathLst>
              <a:path w="712867" h="287647">
                <a:moveTo>
                  <a:pt x="17780" y="287647"/>
                </a:moveTo>
                <a:lnTo>
                  <a:pt x="695087" y="287647"/>
                </a:lnTo>
                <a:close/>
                <a:lnTo>
                  <a:pt x="708422" y="283202"/>
                </a:lnTo>
                <a:close/>
                <a:lnTo>
                  <a:pt x="712867" y="269867"/>
                </a:lnTo>
                <a:close/>
                <a:lnTo>
                  <a:pt x="712867" y="17780"/>
                </a:lnTo>
                <a:close/>
                <a:lnTo>
                  <a:pt x="708422" y="4445"/>
                </a:lnTo>
                <a:close/>
                <a:lnTo>
                  <a:pt x="695087" y="0"/>
                </a:lnTo>
                <a:close/>
                <a:lnTo>
                  <a:pt x="17780" y="0"/>
                </a:lnTo>
                <a:close/>
                <a:lnTo>
                  <a:pt x="4445" y="4445"/>
                </a:lnTo>
                <a:close/>
                <a:lnTo>
                  <a:pt x="0" y="17780"/>
                </a:lnTo>
                <a:close/>
                <a:lnTo>
                  <a:pt x="0" y="269867"/>
                </a:lnTo>
                <a:close/>
                <a:lnTo>
                  <a:pt x="4445" y="283202"/>
                </a:lnTo>
                <a:close/>
                <a:lnTo>
                  <a:pt x="17780" y="287647"/>
                </a:lnTo>
                <a:close/>
                <a:lnTo>
                  <a:pt x="17780" y="287647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646924" y="1246618"/>
            <a:ext cx="177800" cy="622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95844" y="1219948"/>
            <a:ext cx="35560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Prior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46924" y="1377107"/>
            <a:ext cx="177800" cy="622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95844" y="1350437"/>
            <a:ext cx="5689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Posterior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0750" y="290936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7474" y="3996024"/>
            <a:ext cx="57816" cy="5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5290" y="3996024"/>
            <a:ext cx="57816" cy="5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63106" y="3993076"/>
            <a:ext cx="57816" cy="88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20922" y="3981286"/>
            <a:ext cx="57816" cy="206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78739" y="3975391"/>
            <a:ext cx="57816" cy="2652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36555" y="3936092"/>
            <a:ext cx="57816" cy="6582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4371" y="3909564"/>
            <a:ext cx="57816" cy="923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52187" y="3881072"/>
            <a:ext cx="57816" cy="1208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10003" y="3839807"/>
            <a:ext cx="57816" cy="1621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7819" y="3796577"/>
            <a:ext cx="57816" cy="2053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25635" y="3737627"/>
            <a:ext cx="57816" cy="2642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83451" y="3677695"/>
            <a:ext cx="57816" cy="3242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241267" y="3638395"/>
            <a:ext cx="57816" cy="3635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299083" y="3575515"/>
            <a:ext cx="57816" cy="4264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356899" y="3581410"/>
            <a:ext cx="57816" cy="4205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414715" y="3579445"/>
            <a:ext cx="57816" cy="4224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72532" y="3629552"/>
            <a:ext cx="57816" cy="3723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30348" y="3640360"/>
            <a:ext cx="57816" cy="36155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588164" y="3698327"/>
            <a:ext cx="57816" cy="3035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645980" y="3736645"/>
            <a:ext cx="57816" cy="2652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703796" y="3798542"/>
            <a:ext cx="57816" cy="2033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761612" y="3843737"/>
            <a:ext cx="57816" cy="1581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819428" y="3903669"/>
            <a:ext cx="57816" cy="982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877244" y="3923319"/>
            <a:ext cx="57816" cy="786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935060" y="3953777"/>
            <a:ext cx="57816" cy="481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992876" y="3960654"/>
            <a:ext cx="57816" cy="412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050692" y="3983251"/>
            <a:ext cx="57816" cy="1866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108508" y="3983251"/>
            <a:ext cx="57816" cy="1866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166325" y="3996024"/>
            <a:ext cx="57816" cy="5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224141" y="3998971"/>
            <a:ext cx="57816" cy="29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234862" y="3984283"/>
            <a:ext cx="26841" cy="176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261703" y="3966647"/>
            <a:ext cx="26841" cy="352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288544" y="3922557"/>
            <a:ext cx="26841" cy="793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315385" y="3931375"/>
            <a:ext cx="26841" cy="705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342226" y="3922557"/>
            <a:ext cx="26841" cy="793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369067" y="3904921"/>
            <a:ext cx="26841" cy="969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395908" y="3878467"/>
            <a:ext cx="26841" cy="123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422749" y="3931375"/>
            <a:ext cx="26841" cy="705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449590" y="3816741"/>
            <a:ext cx="26841" cy="1851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476431" y="3772651"/>
            <a:ext cx="26841" cy="2292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503272" y="3666835"/>
            <a:ext cx="26841" cy="33508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530113" y="3516929"/>
            <a:ext cx="26841" cy="4849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556954" y="3472839"/>
            <a:ext cx="26841" cy="5290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583795" y="3102483"/>
            <a:ext cx="26841" cy="8994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610636" y="3234753"/>
            <a:ext cx="26841" cy="7671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637477" y="3199481"/>
            <a:ext cx="26841" cy="8024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664318" y="2961395"/>
            <a:ext cx="2684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691159" y="3049575"/>
            <a:ext cx="26841" cy="9523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718000" y="3199481"/>
            <a:ext cx="26841" cy="8024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744841" y="3455203"/>
            <a:ext cx="26841" cy="5467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771682" y="3508111"/>
            <a:ext cx="26841" cy="4938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798523" y="3569837"/>
            <a:ext cx="26841" cy="4320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825364" y="3728561"/>
            <a:ext cx="26841" cy="27335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852205" y="3710925"/>
            <a:ext cx="26841" cy="2909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879046" y="3613927"/>
            <a:ext cx="26841" cy="38799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905887" y="3781469"/>
            <a:ext cx="26841" cy="2204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932728" y="3860831"/>
            <a:ext cx="26841" cy="1410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959569" y="3896103"/>
            <a:ext cx="26841" cy="105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986410" y="3949011"/>
            <a:ext cx="26841" cy="529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013251" y="3966647"/>
            <a:ext cx="26841" cy="352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860801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95160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60" name="Freeform 159"/>
          <p:cNvSpPr/>
          <p:nvPr/>
        </p:nvSpPr>
        <p:spPr>
          <a:xfrm>
            <a:off x="1398054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332414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62" name="Freeform 161"/>
          <p:cNvSpPr/>
          <p:nvPr/>
        </p:nvSpPr>
        <p:spPr>
          <a:xfrm>
            <a:off x="1935307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869667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22507" y="417831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416300" y="4001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40570" y="3950731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416300" y="37904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40570" y="3739270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69" name="Freeform 168"/>
          <p:cNvSpPr/>
          <p:nvPr/>
        </p:nvSpPr>
        <p:spPr>
          <a:xfrm>
            <a:off x="416300" y="357899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40570" y="3527809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71" name="Freeform 170"/>
          <p:cNvSpPr/>
          <p:nvPr/>
        </p:nvSpPr>
        <p:spPr>
          <a:xfrm>
            <a:off x="416300" y="336753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40570" y="3316348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416300" y="31560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40570" y="3104886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416300" y="29446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40570" y="289342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77" name="TextBox 176"/>
          <p:cNvSpPr txBox="1"/>
          <p:nvPr/>
        </p:nvSpPr>
        <p:spPr>
          <a:xfrm rot="16200000">
            <a:off x="92440" y="3270732"/>
            <a:ext cx="4064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60750" y="274426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1e6</a:t>
            </a:r>
          </a:p>
        </p:txBody>
      </p:sp>
      <p:sp>
        <p:nvSpPr>
          <p:cNvPr id="179" name="Freeform 178"/>
          <p:cNvSpPr/>
          <p:nvPr/>
        </p:nvSpPr>
        <p:spPr>
          <a:xfrm>
            <a:off x="460750" y="290936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460750" y="400191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60750" y="465744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547474" y="5726747"/>
            <a:ext cx="57816" cy="232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05290" y="5685409"/>
            <a:ext cx="57816" cy="645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63106" y="5687993"/>
            <a:ext cx="57816" cy="620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20922" y="5631154"/>
            <a:ext cx="57816" cy="11884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78739" y="5574314"/>
            <a:ext cx="57816" cy="1756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36555" y="5525226"/>
            <a:ext cx="57816" cy="2247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94371" y="5416714"/>
            <a:ext cx="57816" cy="3332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52187" y="5303035"/>
            <a:ext cx="57816" cy="4469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10003" y="5246196"/>
            <a:ext cx="57816" cy="50380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67819" y="5124767"/>
            <a:ext cx="57816" cy="62523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125635" y="4943914"/>
            <a:ext cx="57816" cy="8060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183451" y="4843153"/>
            <a:ext cx="57816" cy="90684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241267" y="4778563"/>
            <a:ext cx="57816" cy="9714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299083" y="4794065"/>
            <a:ext cx="57816" cy="9559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356899" y="4739809"/>
            <a:ext cx="57816" cy="10101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414715" y="4804399"/>
            <a:ext cx="57816" cy="9456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472532" y="4840570"/>
            <a:ext cx="57816" cy="9094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530348" y="4987835"/>
            <a:ext cx="57816" cy="7621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588164" y="5080845"/>
            <a:ext cx="57816" cy="6691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645980" y="5166104"/>
            <a:ext cx="57816" cy="583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703796" y="5261698"/>
            <a:ext cx="57816" cy="4883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1761612" y="5341790"/>
            <a:ext cx="57816" cy="4082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819428" y="5411547"/>
            <a:ext cx="57816" cy="33845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877244" y="5538144"/>
            <a:ext cx="57816" cy="21185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935060" y="5600150"/>
            <a:ext cx="57816" cy="1498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992876" y="5667324"/>
            <a:ext cx="57816" cy="826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050692" y="5669908"/>
            <a:ext cx="57816" cy="800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2108508" y="5726747"/>
            <a:ext cx="57816" cy="232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166325" y="5729331"/>
            <a:ext cx="57816" cy="2066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224141" y="5734498"/>
            <a:ext cx="57816" cy="155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04569" y="5700451"/>
            <a:ext cx="50245" cy="495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54813" y="5737612"/>
            <a:ext cx="50245" cy="1238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05058" y="5489868"/>
            <a:ext cx="50245" cy="26013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55303" y="5489868"/>
            <a:ext cx="50245" cy="26013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05548" y="5353609"/>
            <a:ext cx="50245" cy="3963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55792" y="5130640"/>
            <a:ext cx="50245" cy="6193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06037" y="5143027"/>
            <a:ext cx="50245" cy="6069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056282" y="4920058"/>
            <a:ext cx="50245" cy="8299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106527" y="4709475"/>
            <a:ext cx="50245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156772" y="4771411"/>
            <a:ext cx="50245" cy="9785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207016" y="4783798"/>
            <a:ext cx="50245" cy="96620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257261" y="4870509"/>
            <a:ext cx="50245" cy="87949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307506" y="4858122"/>
            <a:ext cx="50245" cy="8918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357751" y="4981994"/>
            <a:ext cx="50245" cy="76800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407996" y="5093478"/>
            <a:ext cx="50245" cy="6565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458240" y="5167801"/>
            <a:ext cx="50245" cy="5821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508485" y="4981994"/>
            <a:ext cx="50245" cy="76800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558730" y="4820960"/>
            <a:ext cx="50245" cy="92903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608975" y="5019155"/>
            <a:ext cx="50245" cy="7308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59219" y="5093478"/>
            <a:ext cx="50245" cy="6565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709464" y="5204963"/>
            <a:ext cx="50245" cy="5450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759709" y="5341222"/>
            <a:ext cx="50245" cy="40877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809954" y="5477481"/>
            <a:ext cx="50245" cy="27251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860199" y="5452707"/>
            <a:ext cx="50245" cy="29729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910443" y="5700451"/>
            <a:ext cx="50245" cy="495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960688" y="5601353"/>
            <a:ext cx="50245" cy="14864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010933" y="5638515"/>
            <a:ext cx="50245" cy="11148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061178" y="5688063"/>
            <a:ext cx="50245" cy="619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2111423" y="5712838"/>
            <a:ext cx="50245" cy="371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2161667" y="5700451"/>
            <a:ext cx="50245" cy="495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49982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43417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79597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3033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4.0</a:t>
            </a:r>
          </a:p>
        </p:txBody>
      </p:sp>
      <p:sp>
        <p:nvSpPr>
          <p:cNvPr id="246" name="Freeform 245"/>
          <p:cNvSpPr/>
          <p:nvPr/>
        </p:nvSpPr>
        <p:spPr>
          <a:xfrm>
            <a:off x="109213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02648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248" name="Freeform 247"/>
          <p:cNvSpPr/>
          <p:nvPr/>
        </p:nvSpPr>
        <p:spPr>
          <a:xfrm>
            <a:off x="138828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32264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250" name="Freeform 249"/>
          <p:cNvSpPr/>
          <p:nvPr/>
        </p:nvSpPr>
        <p:spPr>
          <a:xfrm>
            <a:off x="168444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61879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5.5</a:t>
            </a:r>
          </a:p>
        </p:txBody>
      </p:sp>
      <p:sp>
        <p:nvSpPr>
          <p:cNvPr id="252" name="Freeform 251"/>
          <p:cNvSpPr/>
          <p:nvPr/>
        </p:nvSpPr>
        <p:spPr>
          <a:xfrm>
            <a:off x="198059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91495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6.0</a:t>
            </a:r>
          </a:p>
        </p:txBody>
      </p:sp>
      <p:sp>
        <p:nvSpPr>
          <p:cNvPr id="254" name="Freeform 253"/>
          <p:cNvSpPr/>
          <p:nvPr/>
        </p:nvSpPr>
        <p:spPr>
          <a:xfrm>
            <a:off x="227675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221110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6.5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022507" y="592639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257" name="Freeform 256"/>
          <p:cNvSpPr/>
          <p:nvPr/>
        </p:nvSpPr>
        <p:spPr>
          <a:xfrm>
            <a:off x="416300" y="57499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319328" y="5698812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59" name="Freeform 258"/>
          <p:cNvSpPr/>
          <p:nvPr/>
        </p:nvSpPr>
        <p:spPr>
          <a:xfrm>
            <a:off x="416300" y="54978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319328" y="544662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61" name="Freeform 260"/>
          <p:cNvSpPr/>
          <p:nvPr/>
        </p:nvSpPr>
        <p:spPr>
          <a:xfrm>
            <a:off x="416300" y="524562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319328" y="5194434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63" name="Freeform 262"/>
          <p:cNvSpPr/>
          <p:nvPr/>
        </p:nvSpPr>
        <p:spPr>
          <a:xfrm>
            <a:off x="416300" y="499343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319328" y="4942245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65" name="Freeform 264"/>
          <p:cNvSpPr/>
          <p:nvPr/>
        </p:nvSpPr>
        <p:spPr>
          <a:xfrm>
            <a:off x="416300" y="47412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19328" y="469005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67" name="TextBox 266"/>
          <p:cNvSpPr txBox="1"/>
          <p:nvPr/>
        </p:nvSpPr>
        <p:spPr>
          <a:xfrm rot="16200000">
            <a:off x="160832" y="4997984"/>
            <a:ext cx="4673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60750" y="44923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1e8</a:t>
            </a:r>
          </a:p>
        </p:txBody>
      </p:sp>
      <p:sp>
        <p:nvSpPr>
          <p:cNvPr id="269" name="Freeform 268"/>
          <p:cNvSpPr/>
          <p:nvPr/>
        </p:nvSpPr>
        <p:spPr>
          <a:xfrm>
            <a:off x="460750" y="465744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460750" y="574999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460750" y="6405530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547474" y="7490048"/>
            <a:ext cx="57816" cy="80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05290" y="7496072"/>
            <a:ext cx="57816" cy="200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63106" y="7494064"/>
            <a:ext cx="57816" cy="401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20922" y="7475993"/>
            <a:ext cx="57816" cy="220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778739" y="7453906"/>
            <a:ext cx="57816" cy="441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36555" y="7451898"/>
            <a:ext cx="57816" cy="461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894371" y="7423787"/>
            <a:ext cx="57816" cy="742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52187" y="7399692"/>
            <a:ext cx="57816" cy="9838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10003" y="7303313"/>
            <a:ext cx="57816" cy="19476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67819" y="7222996"/>
            <a:ext cx="57816" cy="2750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125635" y="7158743"/>
            <a:ext cx="57816" cy="33933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183451" y="7020198"/>
            <a:ext cx="57816" cy="4778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241267" y="6861573"/>
            <a:ext cx="57816" cy="6365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299083" y="6857557"/>
            <a:ext cx="57816" cy="6405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356899" y="6664798"/>
            <a:ext cx="57816" cy="8332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414715" y="6602552"/>
            <a:ext cx="57816" cy="89552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472532" y="6656766"/>
            <a:ext cx="57816" cy="84131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530348" y="6664798"/>
            <a:ext cx="57816" cy="8332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588164" y="6704956"/>
            <a:ext cx="57816" cy="7931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645980" y="6773225"/>
            <a:ext cx="57816" cy="7248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703796" y="6893699"/>
            <a:ext cx="57816" cy="60438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761612" y="7030237"/>
            <a:ext cx="57816" cy="46784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819428" y="7128625"/>
            <a:ext cx="57816" cy="3694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877244" y="7214965"/>
            <a:ext cx="57816" cy="28311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935060" y="7293273"/>
            <a:ext cx="57816" cy="2048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992876" y="7357526"/>
            <a:ext cx="57816" cy="1405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050692" y="7409732"/>
            <a:ext cx="57816" cy="883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2108508" y="7457922"/>
            <a:ext cx="57816" cy="401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2166325" y="7461938"/>
            <a:ext cx="57816" cy="361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2224141" y="7478001"/>
            <a:ext cx="57816" cy="2007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787163" y="7468906"/>
            <a:ext cx="49741" cy="2917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36903" y="7478631"/>
            <a:ext cx="49741" cy="194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886644" y="7459182"/>
            <a:ext cx="49741" cy="38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36385" y="7459182"/>
            <a:ext cx="49741" cy="38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986126" y="7488355"/>
            <a:ext cx="49741" cy="97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35867" y="7420284"/>
            <a:ext cx="49741" cy="777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85608" y="7410559"/>
            <a:ext cx="49741" cy="875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135348" y="7430008"/>
            <a:ext cx="49741" cy="680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185089" y="7245242"/>
            <a:ext cx="49741" cy="2528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234830" y="7293865"/>
            <a:ext cx="49741" cy="20421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284571" y="7109099"/>
            <a:ext cx="49741" cy="38898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334312" y="7031303"/>
            <a:ext cx="49741" cy="46677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384053" y="6924333"/>
            <a:ext cx="49741" cy="57374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433794" y="6690944"/>
            <a:ext cx="49741" cy="8071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483534" y="6681220"/>
            <a:ext cx="49741" cy="8168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533275" y="6515903"/>
            <a:ext cx="49741" cy="98217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583016" y="6457556"/>
            <a:ext cx="4974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632757" y="6583975"/>
            <a:ext cx="49741" cy="91410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682498" y="6865986"/>
            <a:ext cx="49741" cy="6320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732239" y="6934058"/>
            <a:ext cx="49741" cy="56402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781979" y="6904884"/>
            <a:ext cx="49741" cy="5931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831720" y="6904884"/>
            <a:ext cx="49741" cy="5931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881461" y="6972956"/>
            <a:ext cx="49741" cy="5251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931202" y="6943782"/>
            <a:ext cx="49741" cy="5542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980943" y="6972956"/>
            <a:ext cx="49741" cy="5251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030684" y="7167446"/>
            <a:ext cx="49741" cy="3306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080425" y="7206344"/>
            <a:ext cx="49741" cy="2917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2130165" y="7410559"/>
            <a:ext cx="49741" cy="875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179906" y="7420284"/>
            <a:ext cx="49741" cy="777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2229647" y="7420284"/>
            <a:ext cx="49741" cy="7779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558381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466480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334" name="Freeform 333"/>
          <p:cNvSpPr/>
          <p:nvPr/>
        </p:nvSpPr>
        <p:spPr>
          <a:xfrm>
            <a:off x="992087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900186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336" name="Freeform 335"/>
          <p:cNvSpPr/>
          <p:nvPr/>
        </p:nvSpPr>
        <p:spPr>
          <a:xfrm>
            <a:off x="1425793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1333892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338" name="Freeform 337"/>
          <p:cNvSpPr/>
          <p:nvPr/>
        </p:nvSpPr>
        <p:spPr>
          <a:xfrm>
            <a:off x="1859499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1767597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340" name="Freeform 339"/>
          <p:cNvSpPr/>
          <p:nvPr/>
        </p:nvSpPr>
        <p:spPr>
          <a:xfrm>
            <a:off x="2293205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2201303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342" name="Freeform 341"/>
          <p:cNvSpPr/>
          <p:nvPr/>
        </p:nvSpPr>
        <p:spPr>
          <a:xfrm>
            <a:off x="416300" y="74980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319328" y="744689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44" name="Freeform 343"/>
          <p:cNvSpPr/>
          <p:nvPr/>
        </p:nvSpPr>
        <p:spPr>
          <a:xfrm>
            <a:off x="416300" y="716349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319328" y="711230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46" name="Freeform 345"/>
          <p:cNvSpPr/>
          <p:nvPr/>
        </p:nvSpPr>
        <p:spPr>
          <a:xfrm>
            <a:off x="416300" y="682890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266805" y="6777721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348" name="Freeform 347"/>
          <p:cNvSpPr/>
          <p:nvPr/>
        </p:nvSpPr>
        <p:spPr>
          <a:xfrm>
            <a:off x="416300" y="64943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266805" y="6443135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350" name="TextBox 349"/>
          <p:cNvSpPr txBox="1"/>
          <p:nvPr/>
        </p:nvSpPr>
        <p:spPr>
          <a:xfrm rot="16200000">
            <a:off x="118676" y="6761813"/>
            <a:ext cx="6502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351" name="Freeform 350"/>
          <p:cNvSpPr/>
          <p:nvPr/>
        </p:nvSpPr>
        <p:spPr>
          <a:xfrm>
            <a:off x="460750" y="6405530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460750" y="7498080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131853" y="1161288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3218577" y="2248910"/>
            <a:ext cx="57816" cy="492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3276393" y="2251374"/>
            <a:ext cx="57816" cy="24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3334209" y="2234948"/>
            <a:ext cx="57816" cy="1889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3392025" y="2228377"/>
            <a:ext cx="57816" cy="25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3449842" y="2228377"/>
            <a:ext cx="57816" cy="25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507658" y="2211129"/>
            <a:ext cx="57816" cy="427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565474" y="2185667"/>
            <a:ext cx="57816" cy="6817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623290" y="2161849"/>
            <a:ext cx="57816" cy="919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681106" y="2128995"/>
            <a:ext cx="57816" cy="12484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3738922" y="2103534"/>
            <a:ext cx="57816" cy="1503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3796738" y="2033720"/>
            <a:ext cx="57816" cy="2201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3854554" y="2008259"/>
            <a:ext cx="57816" cy="24558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3912370" y="1990189"/>
            <a:ext cx="57816" cy="2636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3970186" y="1961442"/>
            <a:ext cx="57816" cy="2923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4028002" y="1915447"/>
            <a:ext cx="57816" cy="33839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4085819" y="1951586"/>
            <a:ext cx="57816" cy="3022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4143635" y="1963906"/>
            <a:ext cx="57816" cy="2899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4201451" y="1950765"/>
            <a:ext cx="57816" cy="30307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4259267" y="1956514"/>
            <a:ext cx="57816" cy="2973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4317083" y="2043576"/>
            <a:ext cx="57816" cy="2102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4374899" y="2027971"/>
            <a:ext cx="57816" cy="22586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4432715" y="2079715"/>
            <a:ext cx="57816" cy="1741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4490531" y="2127352"/>
            <a:ext cx="57816" cy="1264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4548347" y="2161027"/>
            <a:ext cx="57816" cy="9281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4606163" y="2194702"/>
            <a:ext cx="57816" cy="591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4663979" y="2209486"/>
            <a:ext cx="57816" cy="443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4721795" y="2225092"/>
            <a:ext cx="57816" cy="287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4779612" y="2235769"/>
            <a:ext cx="57816" cy="1806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4837428" y="2241518"/>
            <a:ext cx="57816" cy="1232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4895244" y="2247268"/>
            <a:ext cx="57816" cy="657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3595209" y="2244022"/>
            <a:ext cx="20156" cy="9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3615365" y="2214573"/>
            <a:ext cx="20156" cy="3926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3635521" y="2155676"/>
            <a:ext cx="20156" cy="9816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3655678" y="2136043"/>
            <a:ext cx="20156" cy="11779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3675834" y="2096778"/>
            <a:ext cx="20156" cy="1570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695990" y="1910269"/>
            <a:ext cx="20156" cy="3435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3716147" y="1880820"/>
            <a:ext cx="20156" cy="37301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3736303" y="1792474"/>
            <a:ext cx="20156" cy="46136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756460" y="1655046"/>
            <a:ext cx="20156" cy="59879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776616" y="1409640"/>
            <a:ext cx="20156" cy="84419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3796772" y="1213314"/>
            <a:ext cx="20156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3816929" y="1272212"/>
            <a:ext cx="20156" cy="98162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3837085" y="1360558"/>
            <a:ext cx="20156" cy="8932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3857242" y="1252579"/>
            <a:ext cx="20156" cy="10012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3877398" y="1213314"/>
            <a:ext cx="20156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3897554" y="1429272"/>
            <a:ext cx="20156" cy="8245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3917711" y="1439088"/>
            <a:ext cx="20156" cy="8147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3937867" y="1723760"/>
            <a:ext cx="20156" cy="5300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3958023" y="1763025"/>
            <a:ext cx="20156" cy="49081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3978180" y="1851371"/>
            <a:ext cx="20156" cy="40246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3998336" y="2018248"/>
            <a:ext cx="20156" cy="2355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4018493" y="2096778"/>
            <a:ext cx="20156" cy="1570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4038649" y="2136043"/>
            <a:ext cx="20156" cy="11779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4058805" y="2194941"/>
            <a:ext cx="20156" cy="58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4078962" y="2214573"/>
            <a:ext cx="20156" cy="3926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4099118" y="2244022"/>
            <a:ext cx="20156" cy="9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4119274" y="2194941"/>
            <a:ext cx="20156" cy="58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4139431" y="2234206"/>
            <a:ext cx="20156" cy="1963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4159587" y="2244022"/>
            <a:ext cx="20156" cy="9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4179744" y="2244022"/>
            <a:ext cx="20156" cy="98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323324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3167600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416" name="Freeform 415"/>
          <p:cNvSpPr/>
          <p:nvPr/>
        </p:nvSpPr>
        <p:spPr>
          <a:xfrm>
            <a:off x="3522664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3457024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418" name="Freeform 417"/>
          <p:cNvSpPr/>
          <p:nvPr/>
        </p:nvSpPr>
        <p:spPr>
          <a:xfrm>
            <a:off x="381208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374644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420" name="Freeform 419"/>
          <p:cNvSpPr/>
          <p:nvPr/>
        </p:nvSpPr>
        <p:spPr>
          <a:xfrm>
            <a:off x="4101512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403587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422" name="Freeform 421"/>
          <p:cNvSpPr/>
          <p:nvPr/>
        </p:nvSpPr>
        <p:spPr>
          <a:xfrm>
            <a:off x="4390936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4325296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2.2</a:t>
            </a:r>
          </a:p>
        </p:txBody>
      </p:sp>
      <p:sp>
        <p:nvSpPr>
          <p:cNvPr id="424" name="Freeform 423"/>
          <p:cNvSpPr/>
          <p:nvPr/>
        </p:nvSpPr>
        <p:spPr>
          <a:xfrm>
            <a:off x="468036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4614720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2.4</a:t>
            </a:r>
          </a:p>
        </p:txBody>
      </p:sp>
      <p:sp>
        <p:nvSpPr>
          <p:cNvPr id="426" name="Freeform 425"/>
          <p:cNvSpPr/>
          <p:nvPr/>
        </p:nvSpPr>
        <p:spPr>
          <a:xfrm>
            <a:off x="4969784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4904144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2.6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4719228" y="2430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429" name="Freeform 428"/>
          <p:cNvSpPr/>
          <p:nvPr/>
        </p:nvSpPr>
        <p:spPr>
          <a:xfrm>
            <a:off x="3087403" y="22538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2990431" y="22026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31" name="Freeform 430"/>
          <p:cNvSpPr/>
          <p:nvPr/>
        </p:nvSpPr>
        <p:spPr>
          <a:xfrm>
            <a:off x="3087403" y="192569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2990431" y="187450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33" name="Freeform 432"/>
          <p:cNvSpPr/>
          <p:nvPr/>
        </p:nvSpPr>
        <p:spPr>
          <a:xfrm>
            <a:off x="3087403" y="15975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2990431" y="154636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35" name="Freeform 434"/>
          <p:cNvSpPr/>
          <p:nvPr/>
        </p:nvSpPr>
        <p:spPr>
          <a:xfrm>
            <a:off x="3087403" y="12694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990431" y="121821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3131853" y="99618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1e−11</a:t>
            </a:r>
          </a:p>
        </p:txBody>
      </p:sp>
      <p:sp>
        <p:nvSpPr>
          <p:cNvPr id="438" name="Freeform 437"/>
          <p:cNvSpPr/>
          <p:nvPr/>
        </p:nvSpPr>
        <p:spPr>
          <a:xfrm>
            <a:off x="3131853" y="1161288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3131853" y="2253838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3779439" y="869718"/>
            <a:ext cx="7112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Low stress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3131853" y="290936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3218577" y="3996314"/>
            <a:ext cx="57816" cy="56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3276393" y="3998556"/>
            <a:ext cx="57816" cy="336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3334209" y="3991830"/>
            <a:ext cx="57816" cy="100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3392025" y="3982863"/>
            <a:ext cx="57816" cy="1905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3449842" y="3970532"/>
            <a:ext cx="57816" cy="313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3507658" y="3941387"/>
            <a:ext cx="57816" cy="605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3565474" y="3914484"/>
            <a:ext cx="57816" cy="874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3623290" y="3873009"/>
            <a:ext cx="57816" cy="1289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3681106" y="3833775"/>
            <a:ext cx="57816" cy="16814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3738922" y="3784453"/>
            <a:ext cx="57816" cy="2174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3796738" y="3734010"/>
            <a:ext cx="57816" cy="2679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3854554" y="3666752"/>
            <a:ext cx="57816" cy="33516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3912370" y="3634244"/>
            <a:ext cx="57816" cy="3676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3970186" y="3559140"/>
            <a:ext cx="57816" cy="44277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4028002" y="3527753"/>
            <a:ext cx="57816" cy="4741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4085819" y="3531116"/>
            <a:ext cx="57816" cy="47080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4143635" y="3514301"/>
            <a:ext cx="57816" cy="48761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4201451" y="3560261"/>
            <a:ext cx="57816" cy="4416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4259267" y="3648817"/>
            <a:ext cx="57816" cy="3531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4317083" y="3676841"/>
            <a:ext cx="57816" cy="32507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4374899" y="3735131"/>
            <a:ext cx="57816" cy="26678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4432715" y="3788937"/>
            <a:ext cx="57816" cy="2129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4490531" y="3831533"/>
            <a:ext cx="57816" cy="1703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4548347" y="3912242"/>
            <a:ext cx="57816" cy="896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4606163" y="3934661"/>
            <a:ext cx="57816" cy="672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4663979" y="3950355"/>
            <a:ext cx="57816" cy="515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4721795" y="3979500"/>
            <a:ext cx="57816" cy="2241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4779612" y="3986225"/>
            <a:ext cx="57816" cy="156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4837428" y="3997435"/>
            <a:ext cx="57816" cy="44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4895244" y="3996314"/>
            <a:ext cx="57816" cy="56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3588319" y="3946177"/>
            <a:ext cx="29067" cy="557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3617386" y="3955467"/>
            <a:ext cx="29067" cy="46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3646452" y="3899725"/>
            <a:ext cx="29067" cy="1021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3675519" y="3862563"/>
            <a:ext cx="29067" cy="1393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3704586" y="3834692"/>
            <a:ext cx="29067" cy="16722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3733652" y="3760369"/>
            <a:ext cx="29067" cy="2415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3762719" y="3658174"/>
            <a:ext cx="29067" cy="3437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3791785" y="3565270"/>
            <a:ext cx="29067" cy="4366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3820852" y="3555980"/>
            <a:ext cx="29067" cy="44593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3849918" y="3528109"/>
            <a:ext cx="29067" cy="47381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878985" y="3128622"/>
            <a:ext cx="29067" cy="8732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3908051" y="3202945"/>
            <a:ext cx="29067" cy="79897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3937118" y="3082170"/>
            <a:ext cx="29067" cy="9197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3966184" y="3184364"/>
            <a:ext cx="29067" cy="81755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3995251" y="2961395"/>
            <a:ext cx="29067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4024317" y="3063589"/>
            <a:ext cx="29067" cy="9383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4053384" y="3212235"/>
            <a:ext cx="29067" cy="78968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4082451" y="3407334"/>
            <a:ext cx="29067" cy="59458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4111517" y="3463076"/>
            <a:ext cx="29067" cy="53884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4140584" y="3611722"/>
            <a:ext cx="29067" cy="3901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4169650" y="3695336"/>
            <a:ext cx="29067" cy="30658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4198717" y="3769659"/>
            <a:ext cx="29067" cy="2322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4227783" y="3862563"/>
            <a:ext cx="29067" cy="1393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4256850" y="3899725"/>
            <a:ext cx="29067" cy="10219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4285916" y="3936886"/>
            <a:ext cx="29067" cy="6503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4314983" y="3936886"/>
            <a:ext cx="29067" cy="6503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4344049" y="3946177"/>
            <a:ext cx="29067" cy="557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4373116" y="3983338"/>
            <a:ext cx="29067" cy="1858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4402182" y="4001919"/>
            <a:ext cx="29067" cy="0"/>
          </a:xfrm>
          <a:custGeom>
            <a:avLst/>
            <a:gdLst/>
            <a:ahLst/>
            <a:cxnLst/>
            <a:rect l="l" t="t" r="r" b="b"/>
            <a:pathLst>
              <a:path w="29067" h="0">
                <a:moveTo>
                  <a:pt x="0" y="0"/>
                </a:moveTo>
                <a:lnTo>
                  <a:pt x="29067" y="0"/>
                </a:lnTo>
                <a:close/>
                <a:lnTo>
                  <a:pt x="29067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4431249" y="3992629"/>
            <a:ext cx="29067" cy="92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3582948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3517308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504" name="Freeform 503"/>
          <p:cNvSpPr/>
          <p:nvPr/>
        </p:nvSpPr>
        <p:spPr>
          <a:xfrm>
            <a:off x="4102851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4037211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06" name="Freeform 505"/>
          <p:cNvSpPr/>
          <p:nvPr/>
        </p:nvSpPr>
        <p:spPr>
          <a:xfrm>
            <a:off x="4622753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4557113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4693610" y="417831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509" name="Freeform 508"/>
          <p:cNvSpPr/>
          <p:nvPr/>
        </p:nvSpPr>
        <p:spPr>
          <a:xfrm>
            <a:off x="3087403" y="4001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2990431" y="395073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11" name="Freeform 510"/>
          <p:cNvSpPr/>
          <p:nvPr/>
        </p:nvSpPr>
        <p:spPr>
          <a:xfrm>
            <a:off x="3087403" y="375260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2727818" y="3701417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200000</a:t>
            </a:r>
          </a:p>
        </p:txBody>
      </p:sp>
      <p:sp>
        <p:nvSpPr>
          <p:cNvPr id="513" name="Freeform 512"/>
          <p:cNvSpPr/>
          <p:nvPr/>
        </p:nvSpPr>
        <p:spPr>
          <a:xfrm>
            <a:off x="3087403" y="350329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2727818" y="3452103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400000</a:t>
            </a:r>
          </a:p>
        </p:txBody>
      </p:sp>
      <p:sp>
        <p:nvSpPr>
          <p:cNvPr id="515" name="Freeform 514"/>
          <p:cNvSpPr/>
          <p:nvPr/>
        </p:nvSpPr>
        <p:spPr>
          <a:xfrm>
            <a:off x="3087403" y="32539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TextBox 515"/>
          <p:cNvSpPr txBox="1"/>
          <p:nvPr/>
        </p:nvSpPr>
        <p:spPr>
          <a:xfrm>
            <a:off x="2727818" y="3202789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600000</a:t>
            </a:r>
          </a:p>
        </p:txBody>
      </p:sp>
      <p:sp>
        <p:nvSpPr>
          <p:cNvPr id="517" name="Freeform 516"/>
          <p:cNvSpPr/>
          <p:nvPr/>
        </p:nvSpPr>
        <p:spPr>
          <a:xfrm>
            <a:off x="3087403" y="300466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2727818" y="2953475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800000</a:t>
            </a:r>
          </a:p>
        </p:txBody>
      </p:sp>
      <p:sp>
        <p:nvSpPr>
          <p:cNvPr id="519" name="Freeform 518"/>
          <p:cNvSpPr/>
          <p:nvPr/>
        </p:nvSpPr>
        <p:spPr>
          <a:xfrm>
            <a:off x="3131853" y="290936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3131853" y="400191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3131853" y="465744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3218577" y="5719794"/>
            <a:ext cx="57816" cy="302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3276393" y="5721808"/>
            <a:ext cx="57816" cy="2819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3334209" y="5683548"/>
            <a:ext cx="57816" cy="664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3392025" y="5649316"/>
            <a:ext cx="57816" cy="1006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3449842" y="5627165"/>
            <a:ext cx="57816" cy="1228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3507658" y="5568769"/>
            <a:ext cx="57816" cy="18123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3565474" y="5478154"/>
            <a:ext cx="57816" cy="27184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3623290" y="5439894"/>
            <a:ext cx="57816" cy="31010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3681106" y="5309005"/>
            <a:ext cx="57816" cy="44099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3738922" y="5260677"/>
            <a:ext cx="57816" cy="4893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3796738" y="5149925"/>
            <a:ext cx="57816" cy="6000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3854554" y="5067364"/>
            <a:ext cx="57816" cy="6826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3912370" y="5061323"/>
            <a:ext cx="57816" cy="68867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3970186" y="5057296"/>
            <a:ext cx="57816" cy="6927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4028002" y="4966680"/>
            <a:ext cx="57816" cy="78331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4085819" y="5029104"/>
            <a:ext cx="57816" cy="7208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4143635" y="5000913"/>
            <a:ext cx="57816" cy="7490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4201451" y="5121733"/>
            <a:ext cx="57816" cy="6282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4259267" y="5168048"/>
            <a:ext cx="57816" cy="5819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4317083" y="5278800"/>
            <a:ext cx="57816" cy="4712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4374899" y="5383511"/>
            <a:ext cx="57816" cy="3664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4432715" y="5474126"/>
            <a:ext cx="57816" cy="27587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4490531" y="5534536"/>
            <a:ext cx="57816" cy="21546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4548347" y="5558700"/>
            <a:ext cx="57816" cy="1912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4606163" y="5629179"/>
            <a:ext cx="57816" cy="12082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4663979" y="5647302"/>
            <a:ext cx="57816" cy="10269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4721795" y="5681535"/>
            <a:ext cx="57816" cy="684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4779612" y="5705699"/>
            <a:ext cx="57816" cy="4430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4837428" y="5723822"/>
            <a:ext cx="57816" cy="2617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4895244" y="5733890"/>
            <a:ext cx="57816" cy="161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3244586" y="5722375"/>
            <a:ext cx="52681" cy="276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3297266" y="5676334"/>
            <a:ext cx="52681" cy="7366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3349947" y="5685542"/>
            <a:ext cx="52681" cy="6445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3402628" y="5676334"/>
            <a:ext cx="52681" cy="7366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3455309" y="5630293"/>
            <a:ext cx="52681" cy="11970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3507990" y="5694750"/>
            <a:ext cx="52681" cy="552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3560671" y="5372464"/>
            <a:ext cx="52681" cy="37753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3613351" y="5234341"/>
            <a:ext cx="52681" cy="51565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3666032" y="5344840"/>
            <a:ext cx="52681" cy="4051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3718713" y="5087011"/>
            <a:ext cx="52681" cy="66298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3771394" y="5077802"/>
            <a:ext cx="52681" cy="6721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3824075" y="4801557"/>
            <a:ext cx="52681" cy="9484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3876756" y="4792349"/>
            <a:ext cx="52681" cy="95765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3929437" y="4930472"/>
            <a:ext cx="52681" cy="8195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3982117" y="4930472"/>
            <a:ext cx="52681" cy="8195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4034798" y="4709475"/>
            <a:ext cx="5268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4087479" y="5040970"/>
            <a:ext cx="52681" cy="7090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4140160" y="5068594"/>
            <a:ext cx="52681" cy="68140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4192841" y="5105427"/>
            <a:ext cx="52681" cy="6445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4245522" y="5317215"/>
            <a:ext cx="52681" cy="43278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4298203" y="5538211"/>
            <a:ext cx="52681" cy="2117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4350883" y="5648709"/>
            <a:ext cx="52681" cy="1012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4403564" y="5575044"/>
            <a:ext cx="52681" cy="17495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4456245" y="5565836"/>
            <a:ext cx="52681" cy="18416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4508926" y="5621085"/>
            <a:ext cx="52681" cy="1289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4561607" y="5694750"/>
            <a:ext cx="52681" cy="552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4614288" y="5694750"/>
            <a:ext cx="52681" cy="552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4666968" y="5740791"/>
            <a:ext cx="52681" cy="92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4719649" y="5740791"/>
            <a:ext cx="52681" cy="92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4772330" y="5731583"/>
            <a:ext cx="52681" cy="184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3161562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095922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584" name="Freeform 583"/>
          <p:cNvSpPr/>
          <p:nvPr/>
        </p:nvSpPr>
        <p:spPr>
          <a:xfrm>
            <a:off x="3463384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TextBox 584"/>
          <p:cNvSpPr txBox="1"/>
          <p:nvPr/>
        </p:nvSpPr>
        <p:spPr>
          <a:xfrm>
            <a:off x="339774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4.0</a:t>
            </a:r>
          </a:p>
        </p:txBody>
      </p:sp>
      <p:sp>
        <p:nvSpPr>
          <p:cNvPr id="586" name="Freeform 585"/>
          <p:cNvSpPr/>
          <p:nvPr/>
        </p:nvSpPr>
        <p:spPr>
          <a:xfrm>
            <a:off x="3765207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3699567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588" name="Freeform 587"/>
          <p:cNvSpPr/>
          <p:nvPr/>
        </p:nvSpPr>
        <p:spPr>
          <a:xfrm>
            <a:off x="4067029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400138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590" name="Freeform 589"/>
          <p:cNvSpPr/>
          <p:nvPr/>
        </p:nvSpPr>
        <p:spPr>
          <a:xfrm>
            <a:off x="4368851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4303211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5.5</a:t>
            </a:r>
          </a:p>
        </p:txBody>
      </p:sp>
      <p:sp>
        <p:nvSpPr>
          <p:cNvPr id="592" name="Freeform 591"/>
          <p:cNvSpPr/>
          <p:nvPr/>
        </p:nvSpPr>
        <p:spPr>
          <a:xfrm>
            <a:off x="4670674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460503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6.0</a:t>
            </a:r>
          </a:p>
        </p:txBody>
      </p:sp>
      <p:sp>
        <p:nvSpPr>
          <p:cNvPr id="594" name="Freeform 593"/>
          <p:cNvSpPr/>
          <p:nvPr/>
        </p:nvSpPr>
        <p:spPr>
          <a:xfrm>
            <a:off x="4972496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4906856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6.5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4693610" y="592639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597" name="Freeform 596"/>
          <p:cNvSpPr/>
          <p:nvPr/>
        </p:nvSpPr>
        <p:spPr>
          <a:xfrm>
            <a:off x="3087403" y="57499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2911673" y="5698812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99" name="Freeform 598"/>
          <p:cNvSpPr/>
          <p:nvPr/>
        </p:nvSpPr>
        <p:spPr>
          <a:xfrm>
            <a:off x="3087403" y="555713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2911673" y="5505946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601" name="Freeform 600"/>
          <p:cNvSpPr/>
          <p:nvPr/>
        </p:nvSpPr>
        <p:spPr>
          <a:xfrm>
            <a:off x="3087403" y="536426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2911673" y="5313079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603" name="Freeform 602"/>
          <p:cNvSpPr/>
          <p:nvPr/>
        </p:nvSpPr>
        <p:spPr>
          <a:xfrm>
            <a:off x="3087403" y="517140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2911673" y="51202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605" name="Freeform 604"/>
          <p:cNvSpPr/>
          <p:nvPr/>
        </p:nvSpPr>
        <p:spPr>
          <a:xfrm>
            <a:off x="3087403" y="49785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911673" y="4927347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607" name="Freeform 606"/>
          <p:cNvSpPr/>
          <p:nvPr/>
        </p:nvSpPr>
        <p:spPr>
          <a:xfrm>
            <a:off x="3087403" y="478566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911673" y="4734481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3131853" y="44923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1e9</a:t>
            </a:r>
          </a:p>
        </p:txBody>
      </p:sp>
      <p:sp>
        <p:nvSpPr>
          <p:cNvPr id="610" name="Freeform 609"/>
          <p:cNvSpPr/>
          <p:nvPr/>
        </p:nvSpPr>
        <p:spPr>
          <a:xfrm>
            <a:off x="3131853" y="465744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3131853" y="574999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3131853" y="6405530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3328069" y="7490062"/>
            <a:ext cx="54166" cy="80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3382235" y="7490062"/>
            <a:ext cx="54166" cy="80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3436401" y="7474025"/>
            <a:ext cx="54166" cy="240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3490568" y="7455984"/>
            <a:ext cx="54166" cy="420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3544734" y="7429925"/>
            <a:ext cx="54166" cy="681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3598900" y="7415893"/>
            <a:ext cx="54166" cy="821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3653067" y="7351747"/>
            <a:ext cx="54166" cy="14633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3707233" y="7295619"/>
            <a:ext cx="54166" cy="202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3761400" y="7211427"/>
            <a:ext cx="54166" cy="28665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3815566" y="7125230"/>
            <a:ext cx="54166" cy="3728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3869732" y="7029011"/>
            <a:ext cx="54166" cy="46906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3923899" y="6890696"/>
            <a:ext cx="54166" cy="6073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3978065" y="6834568"/>
            <a:ext cx="54166" cy="6635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4032231" y="6788463"/>
            <a:ext cx="54166" cy="70961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4086398" y="6690239"/>
            <a:ext cx="54166" cy="80784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4140564" y="6672198"/>
            <a:ext cx="54166" cy="8258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4194731" y="6722312"/>
            <a:ext cx="54166" cy="77576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4248897" y="6742358"/>
            <a:ext cx="54166" cy="7557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4303063" y="6842586"/>
            <a:ext cx="54166" cy="65549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4357230" y="6836573"/>
            <a:ext cx="54166" cy="6615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4411396" y="7000947"/>
            <a:ext cx="54166" cy="49713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4465562" y="7089148"/>
            <a:ext cx="54166" cy="4089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4519729" y="7221450"/>
            <a:ext cx="54166" cy="2766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4573895" y="7281587"/>
            <a:ext cx="54166" cy="2164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4628062" y="7325687"/>
            <a:ext cx="54166" cy="1723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4682228" y="7389833"/>
            <a:ext cx="54166" cy="1082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4736394" y="7429925"/>
            <a:ext cx="54166" cy="681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4790561" y="7441952"/>
            <a:ext cx="54166" cy="5612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4844727" y="7476030"/>
            <a:ext cx="54166" cy="220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4898893" y="7474025"/>
            <a:ext cx="54166" cy="240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3218577" y="7448055"/>
            <a:ext cx="45219" cy="500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3263796" y="7368014"/>
            <a:ext cx="45219" cy="1300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3309015" y="7438050"/>
            <a:ext cx="45219" cy="600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3354234" y="7297979"/>
            <a:ext cx="45219" cy="20010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3399453" y="7418040"/>
            <a:ext cx="45219" cy="8004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3444672" y="7348004"/>
            <a:ext cx="45219" cy="150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3489891" y="7408035"/>
            <a:ext cx="45219" cy="900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3535110" y="7448055"/>
            <a:ext cx="45219" cy="5002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3580329" y="7418040"/>
            <a:ext cx="45219" cy="8004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3625548" y="7297979"/>
            <a:ext cx="45219" cy="20010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3670767" y="7157909"/>
            <a:ext cx="45219" cy="34017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3715986" y="7027843"/>
            <a:ext cx="45219" cy="47023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3761204" y="6967813"/>
            <a:ext cx="45219" cy="53026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3806423" y="6897778"/>
            <a:ext cx="45219" cy="6003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3851642" y="6857757"/>
            <a:ext cx="45219" cy="64032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3896861" y="6727692"/>
            <a:ext cx="45219" cy="7703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3942080" y="6457556"/>
            <a:ext cx="45219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3987299" y="6697677"/>
            <a:ext cx="45219" cy="80040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4032518" y="6497576"/>
            <a:ext cx="45219" cy="10005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4077737" y="6507581"/>
            <a:ext cx="45219" cy="99049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4122956" y="6777717"/>
            <a:ext cx="45219" cy="72036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4168175" y="6747702"/>
            <a:ext cx="45219" cy="7503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4213394" y="6947803"/>
            <a:ext cx="45219" cy="55027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4258613" y="7107883"/>
            <a:ext cx="45219" cy="3901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4303832" y="7067863"/>
            <a:ext cx="45219" cy="4302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4349051" y="7157909"/>
            <a:ext cx="45219" cy="34017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4394270" y="7277969"/>
            <a:ext cx="45219" cy="22011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4439489" y="7348004"/>
            <a:ext cx="45219" cy="150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4484707" y="7408035"/>
            <a:ext cx="45219" cy="900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4529926" y="7408035"/>
            <a:ext cx="45219" cy="900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3234699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3142797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675" name="Freeform 674"/>
          <p:cNvSpPr/>
          <p:nvPr/>
        </p:nvSpPr>
        <p:spPr>
          <a:xfrm>
            <a:off x="3666798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3574896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677" name="Freeform 676"/>
          <p:cNvSpPr/>
          <p:nvPr/>
        </p:nvSpPr>
        <p:spPr>
          <a:xfrm>
            <a:off x="4098897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TextBox 677"/>
          <p:cNvSpPr txBox="1"/>
          <p:nvPr/>
        </p:nvSpPr>
        <p:spPr>
          <a:xfrm>
            <a:off x="4006995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679" name="Freeform 678"/>
          <p:cNvSpPr/>
          <p:nvPr/>
        </p:nvSpPr>
        <p:spPr>
          <a:xfrm>
            <a:off x="4530996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4439094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681" name="Freeform 680"/>
          <p:cNvSpPr/>
          <p:nvPr/>
        </p:nvSpPr>
        <p:spPr>
          <a:xfrm>
            <a:off x="4963095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4871193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683" name="Freeform 682"/>
          <p:cNvSpPr/>
          <p:nvPr/>
        </p:nvSpPr>
        <p:spPr>
          <a:xfrm>
            <a:off x="3087403" y="74980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TextBox 683"/>
          <p:cNvSpPr txBox="1"/>
          <p:nvPr/>
        </p:nvSpPr>
        <p:spPr>
          <a:xfrm>
            <a:off x="2990431" y="744689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85" name="Freeform 684"/>
          <p:cNvSpPr/>
          <p:nvPr/>
        </p:nvSpPr>
        <p:spPr>
          <a:xfrm>
            <a:off x="3087403" y="71839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2990431" y="713278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87" name="Freeform 686"/>
          <p:cNvSpPr/>
          <p:nvPr/>
        </p:nvSpPr>
        <p:spPr>
          <a:xfrm>
            <a:off x="3087403" y="686986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2937908" y="6818679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689" name="Freeform 688"/>
          <p:cNvSpPr/>
          <p:nvPr/>
        </p:nvSpPr>
        <p:spPr>
          <a:xfrm>
            <a:off x="3087403" y="655576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TextBox 689"/>
          <p:cNvSpPr txBox="1"/>
          <p:nvPr/>
        </p:nvSpPr>
        <p:spPr>
          <a:xfrm>
            <a:off x="2937908" y="6504573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691" name="Freeform 690"/>
          <p:cNvSpPr/>
          <p:nvPr/>
        </p:nvSpPr>
        <p:spPr>
          <a:xfrm>
            <a:off x="3131853" y="6405530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3131853" y="7498080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5802956" y="1161288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5902075" y="2251999"/>
            <a:ext cx="57403" cy="184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5959478" y="2247707"/>
            <a:ext cx="57403" cy="61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6016881" y="2247093"/>
            <a:ext cx="57403" cy="674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6074284" y="2235443"/>
            <a:ext cx="57403" cy="183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6131687" y="2240348"/>
            <a:ext cx="57403" cy="134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6189090" y="2213368"/>
            <a:ext cx="57403" cy="4047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6246493" y="2209689"/>
            <a:ext cx="57403" cy="441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6303896" y="2183935"/>
            <a:ext cx="57403" cy="6990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6361299" y="2162474"/>
            <a:ext cx="57403" cy="913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6418702" y="2112806"/>
            <a:ext cx="57403" cy="1410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6476104" y="2091958"/>
            <a:ext cx="57403" cy="16188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6533507" y="2069883"/>
            <a:ext cx="57403" cy="1839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6590910" y="2039837"/>
            <a:ext cx="57403" cy="21400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6648313" y="2027574"/>
            <a:ext cx="57403" cy="2262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6705716" y="2022055"/>
            <a:ext cx="57403" cy="2317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6763119" y="2007952"/>
            <a:ext cx="57403" cy="2458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6820522" y="2001820"/>
            <a:ext cx="57403" cy="2520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6877925" y="2037998"/>
            <a:ext cx="57403" cy="21584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6935328" y="2062525"/>
            <a:ext cx="57403" cy="19131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6992731" y="2068044"/>
            <a:ext cx="57403" cy="1857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7050134" y="2107288"/>
            <a:ext cx="57403" cy="1465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7107537" y="2141626"/>
            <a:ext cx="57403" cy="11221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7164939" y="2160634"/>
            <a:ext cx="57403" cy="932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7222342" y="2195586"/>
            <a:ext cx="57403" cy="582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7279745" y="2210916"/>
            <a:ext cx="57403" cy="429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7337148" y="2228085"/>
            <a:ext cx="57403" cy="257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7394551" y="2230537"/>
            <a:ext cx="57403" cy="2330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7451954" y="2243414"/>
            <a:ext cx="57403" cy="1042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7509357" y="2246480"/>
            <a:ext cx="57403" cy="73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7566760" y="2250159"/>
            <a:ext cx="57403" cy="367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5889680" y="2133357"/>
            <a:ext cx="13390" cy="1204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5903070" y="2133357"/>
            <a:ext cx="13390" cy="1204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5916461" y="2133357"/>
            <a:ext cx="13390" cy="1204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5929851" y="2023828"/>
            <a:ext cx="13390" cy="23001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5943241" y="2001922"/>
            <a:ext cx="13390" cy="25191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5956631" y="1881440"/>
            <a:ext cx="13390" cy="3723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5970021" y="1793817"/>
            <a:ext cx="13390" cy="4600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5983411" y="1760958"/>
            <a:ext cx="13390" cy="4928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5996801" y="1476183"/>
            <a:ext cx="13390" cy="77765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6010191" y="1519995"/>
            <a:ext cx="13390" cy="73384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6023582" y="1257126"/>
            <a:ext cx="13390" cy="99671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6036972" y="1487136"/>
            <a:ext cx="13390" cy="7667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6050362" y="1388560"/>
            <a:ext cx="13390" cy="8652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6063752" y="1311890"/>
            <a:ext cx="13390" cy="9419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6077142" y="1213314"/>
            <a:ext cx="13390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6090532" y="1519995"/>
            <a:ext cx="13390" cy="73384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6103922" y="1530948"/>
            <a:ext cx="13390" cy="7228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6117312" y="1498089"/>
            <a:ext cx="13390" cy="7557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6130703" y="1695241"/>
            <a:ext cx="13390" cy="5585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6144093" y="1760958"/>
            <a:ext cx="13390" cy="4928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6157483" y="1804770"/>
            <a:ext cx="13390" cy="4490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6170873" y="1903346"/>
            <a:ext cx="13390" cy="35049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6184263" y="1980016"/>
            <a:ext cx="13390" cy="27382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6197653" y="2034781"/>
            <a:ext cx="13390" cy="21905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6211043" y="2133357"/>
            <a:ext cx="13390" cy="1204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6224433" y="2188121"/>
            <a:ext cx="13390" cy="657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6237824" y="2220980"/>
            <a:ext cx="13390" cy="328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6251214" y="2220980"/>
            <a:ext cx="13390" cy="328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6264604" y="2242885"/>
            <a:ext cx="13390" cy="1095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6277994" y="2220980"/>
            <a:ext cx="13390" cy="328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5907643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5842003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756" name="Freeform 755"/>
          <p:cNvSpPr/>
          <p:nvPr/>
        </p:nvSpPr>
        <p:spPr>
          <a:xfrm>
            <a:off x="6198026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6132386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758" name="Freeform 757"/>
          <p:cNvSpPr/>
          <p:nvPr/>
        </p:nvSpPr>
        <p:spPr>
          <a:xfrm>
            <a:off x="648840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TextBox 758"/>
          <p:cNvSpPr txBox="1"/>
          <p:nvPr/>
        </p:nvSpPr>
        <p:spPr>
          <a:xfrm>
            <a:off x="642276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760" name="Freeform 759"/>
          <p:cNvSpPr/>
          <p:nvPr/>
        </p:nvSpPr>
        <p:spPr>
          <a:xfrm>
            <a:off x="6778791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6713151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762" name="Freeform 761"/>
          <p:cNvSpPr/>
          <p:nvPr/>
        </p:nvSpPr>
        <p:spPr>
          <a:xfrm>
            <a:off x="7069173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TextBox 762"/>
          <p:cNvSpPr txBox="1"/>
          <p:nvPr/>
        </p:nvSpPr>
        <p:spPr>
          <a:xfrm>
            <a:off x="7003533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2.2</a:t>
            </a:r>
          </a:p>
        </p:txBody>
      </p:sp>
      <p:sp>
        <p:nvSpPr>
          <p:cNvPr id="764" name="Freeform 763"/>
          <p:cNvSpPr/>
          <p:nvPr/>
        </p:nvSpPr>
        <p:spPr>
          <a:xfrm>
            <a:off x="7359556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7293916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2.4</a:t>
            </a:r>
          </a:p>
        </p:txBody>
      </p:sp>
      <p:sp>
        <p:nvSpPr>
          <p:cNvPr id="766" name="Freeform 765"/>
          <p:cNvSpPr/>
          <p:nvPr/>
        </p:nvSpPr>
        <p:spPr>
          <a:xfrm>
            <a:off x="7649939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758429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2.6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7390331" y="2430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769" name="Freeform 768"/>
          <p:cNvSpPr/>
          <p:nvPr/>
        </p:nvSpPr>
        <p:spPr>
          <a:xfrm>
            <a:off x="5758506" y="22538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5661534" y="22026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71" name="Freeform 770"/>
          <p:cNvSpPr/>
          <p:nvPr/>
        </p:nvSpPr>
        <p:spPr>
          <a:xfrm>
            <a:off x="5758506" y="20114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TextBox 771"/>
          <p:cNvSpPr txBox="1"/>
          <p:nvPr/>
        </p:nvSpPr>
        <p:spPr>
          <a:xfrm>
            <a:off x="5661534" y="1960222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73" name="Freeform 772"/>
          <p:cNvSpPr/>
          <p:nvPr/>
        </p:nvSpPr>
        <p:spPr>
          <a:xfrm>
            <a:off x="5758506" y="176898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TextBox 773"/>
          <p:cNvSpPr txBox="1"/>
          <p:nvPr/>
        </p:nvSpPr>
        <p:spPr>
          <a:xfrm>
            <a:off x="5661534" y="1717794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75" name="Freeform 774"/>
          <p:cNvSpPr/>
          <p:nvPr/>
        </p:nvSpPr>
        <p:spPr>
          <a:xfrm>
            <a:off x="5758506" y="15265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5661534" y="1475365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777" name="Freeform 776"/>
          <p:cNvSpPr/>
          <p:nvPr/>
        </p:nvSpPr>
        <p:spPr>
          <a:xfrm>
            <a:off x="5758506" y="12841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5661534" y="123293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5802956" y="99618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1e−11</a:t>
            </a:r>
          </a:p>
        </p:txBody>
      </p:sp>
      <p:sp>
        <p:nvSpPr>
          <p:cNvPr id="780" name="Freeform 779"/>
          <p:cNvSpPr/>
          <p:nvPr/>
        </p:nvSpPr>
        <p:spPr>
          <a:xfrm>
            <a:off x="5802956" y="1161288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5802956" y="2253838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6432294" y="868924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High stress</a:t>
            </a:r>
          </a:p>
        </p:txBody>
      </p:sp>
      <p:sp>
        <p:nvSpPr>
          <p:cNvPr id="783" name="Rectangle 782"/>
          <p:cNvSpPr/>
          <p:nvPr/>
        </p:nvSpPr>
        <p:spPr>
          <a:xfrm>
            <a:off x="5802956" y="290936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5889680" y="3994853"/>
            <a:ext cx="57816" cy="70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5947496" y="3994853"/>
            <a:ext cx="57816" cy="70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6005313" y="3984758"/>
            <a:ext cx="57816" cy="171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6063129" y="3964569"/>
            <a:ext cx="57816" cy="373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6120945" y="3950437"/>
            <a:ext cx="57816" cy="514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6178761" y="3927219"/>
            <a:ext cx="57816" cy="747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6236577" y="3907030"/>
            <a:ext cx="57816" cy="948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6294393" y="3872709"/>
            <a:ext cx="57816" cy="1292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6352209" y="3825264"/>
            <a:ext cx="57816" cy="1766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6410025" y="3730376"/>
            <a:ext cx="57816" cy="27154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6467841" y="3702111"/>
            <a:ext cx="57816" cy="29980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6525657" y="3661733"/>
            <a:ext cx="57816" cy="3401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6583473" y="3645582"/>
            <a:ext cx="57816" cy="35633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6641289" y="3573910"/>
            <a:ext cx="57816" cy="42800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6699105" y="3532523"/>
            <a:ext cx="57816" cy="4693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6756922" y="3582996"/>
            <a:ext cx="57816" cy="4189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ectangle 799"/>
          <p:cNvSpPr/>
          <p:nvPr/>
        </p:nvSpPr>
        <p:spPr>
          <a:xfrm>
            <a:off x="6814738" y="3603185"/>
            <a:ext cx="57816" cy="3987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ectangle 800"/>
          <p:cNvSpPr/>
          <p:nvPr/>
        </p:nvSpPr>
        <p:spPr>
          <a:xfrm>
            <a:off x="6872554" y="3659714"/>
            <a:ext cx="57816" cy="3422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6930370" y="3723310"/>
            <a:ext cx="57816" cy="2786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6988186" y="3782867"/>
            <a:ext cx="57816" cy="2190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ectangle 803"/>
          <p:cNvSpPr/>
          <p:nvPr/>
        </p:nvSpPr>
        <p:spPr>
          <a:xfrm>
            <a:off x="7046002" y="3781858"/>
            <a:ext cx="57816" cy="2200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7103818" y="3868671"/>
            <a:ext cx="57816" cy="1332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7161634" y="3901983"/>
            <a:ext cx="57816" cy="999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ectangle 806"/>
          <p:cNvSpPr/>
          <p:nvPr/>
        </p:nvSpPr>
        <p:spPr>
          <a:xfrm>
            <a:off x="7219450" y="3943371"/>
            <a:ext cx="57816" cy="585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ectangle 807"/>
          <p:cNvSpPr/>
          <p:nvPr/>
        </p:nvSpPr>
        <p:spPr>
          <a:xfrm>
            <a:off x="7277266" y="3947408"/>
            <a:ext cx="57816" cy="5451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ectangle 808"/>
          <p:cNvSpPr/>
          <p:nvPr/>
        </p:nvSpPr>
        <p:spPr>
          <a:xfrm>
            <a:off x="7335082" y="3973654"/>
            <a:ext cx="57816" cy="282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7392899" y="3984758"/>
            <a:ext cx="57816" cy="171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ectangle 810"/>
          <p:cNvSpPr/>
          <p:nvPr/>
        </p:nvSpPr>
        <p:spPr>
          <a:xfrm>
            <a:off x="7450715" y="3990815"/>
            <a:ext cx="57816" cy="111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7508531" y="3996872"/>
            <a:ext cx="57816" cy="50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7566347" y="4000909"/>
            <a:ext cx="57816" cy="1010"/>
          </a:xfrm>
          <a:custGeom>
            <a:avLst/>
            <a:gdLst/>
            <a:ahLst/>
            <a:cxnLst/>
            <a:rect l="l" t="t" r="r" b="b"/>
            <a:pathLst>
              <a:path w="57816" h="1010">
                <a:moveTo>
                  <a:pt x="0" y="1010"/>
                </a:moveTo>
                <a:lnTo>
                  <a:pt x="57816" y="1010"/>
                </a:lnTo>
                <a:close/>
                <a:lnTo>
                  <a:pt x="57816" y="0"/>
                </a:lnTo>
                <a:close/>
                <a:lnTo>
                  <a:pt x="0" y="0"/>
                </a:lnTo>
                <a:close/>
                <a:lnTo>
                  <a:pt x="0" y="1010"/>
                </a:lnTo>
                <a:close/>
              </a:path>
            </a:pathLst>
          </a:cu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6543434" y="3992284"/>
            <a:ext cx="25240" cy="96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6568674" y="3982650"/>
            <a:ext cx="25240" cy="192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6593915" y="3963381"/>
            <a:ext cx="25240" cy="38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6619155" y="3924843"/>
            <a:ext cx="25240" cy="77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Rectangle 817"/>
          <p:cNvSpPr/>
          <p:nvPr/>
        </p:nvSpPr>
        <p:spPr>
          <a:xfrm>
            <a:off x="6644395" y="3857402"/>
            <a:ext cx="25240" cy="1445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6669636" y="3780326"/>
            <a:ext cx="25240" cy="22159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Rectangle 819"/>
          <p:cNvSpPr/>
          <p:nvPr/>
        </p:nvSpPr>
        <p:spPr>
          <a:xfrm>
            <a:off x="6694876" y="3712884"/>
            <a:ext cx="25240" cy="2890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Rectangle 820"/>
          <p:cNvSpPr/>
          <p:nvPr/>
        </p:nvSpPr>
        <p:spPr>
          <a:xfrm>
            <a:off x="6720116" y="3770691"/>
            <a:ext cx="25240" cy="2312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Rectangle 821"/>
          <p:cNvSpPr/>
          <p:nvPr/>
        </p:nvSpPr>
        <p:spPr>
          <a:xfrm>
            <a:off x="6745357" y="3558733"/>
            <a:ext cx="25240" cy="44318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Rectangle 822"/>
          <p:cNvSpPr/>
          <p:nvPr/>
        </p:nvSpPr>
        <p:spPr>
          <a:xfrm>
            <a:off x="6770597" y="3549098"/>
            <a:ext cx="25240" cy="4528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Rectangle 823"/>
          <p:cNvSpPr/>
          <p:nvPr/>
        </p:nvSpPr>
        <p:spPr>
          <a:xfrm>
            <a:off x="6795837" y="3443119"/>
            <a:ext cx="25240" cy="55880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Rectangle 824"/>
          <p:cNvSpPr/>
          <p:nvPr/>
        </p:nvSpPr>
        <p:spPr>
          <a:xfrm>
            <a:off x="6821078" y="3404581"/>
            <a:ext cx="25240" cy="5973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Rectangle 825"/>
          <p:cNvSpPr/>
          <p:nvPr/>
        </p:nvSpPr>
        <p:spPr>
          <a:xfrm>
            <a:off x="6846318" y="3086643"/>
            <a:ext cx="25240" cy="9152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Rectangle 826"/>
          <p:cNvSpPr/>
          <p:nvPr/>
        </p:nvSpPr>
        <p:spPr>
          <a:xfrm>
            <a:off x="6871559" y="3057740"/>
            <a:ext cx="25240" cy="94417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Rectangle 827"/>
          <p:cNvSpPr/>
          <p:nvPr/>
        </p:nvSpPr>
        <p:spPr>
          <a:xfrm>
            <a:off x="6896799" y="3038471"/>
            <a:ext cx="25240" cy="963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Rectangle 828"/>
          <p:cNvSpPr/>
          <p:nvPr/>
        </p:nvSpPr>
        <p:spPr>
          <a:xfrm>
            <a:off x="6922039" y="3048105"/>
            <a:ext cx="25240" cy="9538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Rectangle 829"/>
          <p:cNvSpPr/>
          <p:nvPr/>
        </p:nvSpPr>
        <p:spPr>
          <a:xfrm>
            <a:off x="6947280" y="2961395"/>
            <a:ext cx="25240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Rectangle 830"/>
          <p:cNvSpPr/>
          <p:nvPr/>
        </p:nvSpPr>
        <p:spPr>
          <a:xfrm>
            <a:off x="6972520" y="3279333"/>
            <a:ext cx="25240" cy="72258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Rectangle 831"/>
          <p:cNvSpPr/>
          <p:nvPr/>
        </p:nvSpPr>
        <p:spPr>
          <a:xfrm>
            <a:off x="6997760" y="3125181"/>
            <a:ext cx="25240" cy="8767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Rectangle 832"/>
          <p:cNvSpPr/>
          <p:nvPr/>
        </p:nvSpPr>
        <p:spPr>
          <a:xfrm>
            <a:off x="7023001" y="3394946"/>
            <a:ext cx="25240" cy="6069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Rectangle 833"/>
          <p:cNvSpPr/>
          <p:nvPr/>
        </p:nvSpPr>
        <p:spPr>
          <a:xfrm>
            <a:off x="7048241" y="3500926"/>
            <a:ext cx="25240" cy="50099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Rectangle 834"/>
          <p:cNvSpPr/>
          <p:nvPr/>
        </p:nvSpPr>
        <p:spPr>
          <a:xfrm>
            <a:off x="7073481" y="3761057"/>
            <a:ext cx="25240" cy="2408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Rectangle 835"/>
          <p:cNvSpPr/>
          <p:nvPr/>
        </p:nvSpPr>
        <p:spPr>
          <a:xfrm>
            <a:off x="7098722" y="3789960"/>
            <a:ext cx="25240" cy="2119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Rectangle 836"/>
          <p:cNvSpPr/>
          <p:nvPr/>
        </p:nvSpPr>
        <p:spPr>
          <a:xfrm>
            <a:off x="7123962" y="3770691"/>
            <a:ext cx="25240" cy="2312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Rectangle 837"/>
          <p:cNvSpPr/>
          <p:nvPr/>
        </p:nvSpPr>
        <p:spPr>
          <a:xfrm>
            <a:off x="7149202" y="3886305"/>
            <a:ext cx="25240" cy="1156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Rectangle 838"/>
          <p:cNvSpPr/>
          <p:nvPr/>
        </p:nvSpPr>
        <p:spPr>
          <a:xfrm>
            <a:off x="7174443" y="3963381"/>
            <a:ext cx="25240" cy="38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Rectangle 839"/>
          <p:cNvSpPr/>
          <p:nvPr/>
        </p:nvSpPr>
        <p:spPr>
          <a:xfrm>
            <a:off x="7199683" y="3973015"/>
            <a:ext cx="25240" cy="2890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Rectangle 840"/>
          <p:cNvSpPr/>
          <p:nvPr/>
        </p:nvSpPr>
        <p:spPr>
          <a:xfrm>
            <a:off x="7224924" y="3992284"/>
            <a:ext cx="25240" cy="96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Rectangle 841"/>
          <p:cNvSpPr/>
          <p:nvPr/>
        </p:nvSpPr>
        <p:spPr>
          <a:xfrm>
            <a:off x="7250164" y="3963381"/>
            <a:ext cx="25240" cy="38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Rectangle 842"/>
          <p:cNvSpPr/>
          <p:nvPr/>
        </p:nvSpPr>
        <p:spPr>
          <a:xfrm>
            <a:off x="7275404" y="3963381"/>
            <a:ext cx="25240" cy="38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6193534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TextBox 844"/>
          <p:cNvSpPr txBox="1"/>
          <p:nvPr/>
        </p:nvSpPr>
        <p:spPr>
          <a:xfrm>
            <a:off x="6127894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846" name="Freeform 845"/>
          <p:cNvSpPr/>
          <p:nvPr/>
        </p:nvSpPr>
        <p:spPr>
          <a:xfrm>
            <a:off x="6723120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6657480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848" name="Freeform 847"/>
          <p:cNvSpPr/>
          <p:nvPr/>
        </p:nvSpPr>
        <p:spPr>
          <a:xfrm>
            <a:off x="7252706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TextBox 848"/>
          <p:cNvSpPr txBox="1"/>
          <p:nvPr/>
        </p:nvSpPr>
        <p:spPr>
          <a:xfrm>
            <a:off x="7187066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850" name="TextBox 849"/>
          <p:cNvSpPr txBox="1"/>
          <p:nvPr/>
        </p:nvSpPr>
        <p:spPr>
          <a:xfrm>
            <a:off x="7364713" y="417831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851" name="Freeform 850"/>
          <p:cNvSpPr/>
          <p:nvPr/>
        </p:nvSpPr>
        <p:spPr>
          <a:xfrm>
            <a:off x="5758506" y="4001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5661534" y="395073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53" name="Freeform 852"/>
          <p:cNvSpPr/>
          <p:nvPr/>
        </p:nvSpPr>
        <p:spPr>
          <a:xfrm>
            <a:off x="5758506" y="378151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TextBox 853"/>
          <p:cNvSpPr txBox="1"/>
          <p:nvPr/>
        </p:nvSpPr>
        <p:spPr>
          <a:xfrm>
            <a:off x="5398922" y="3730323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200000</a:t>
            </a:r>
          </a:p>
        </p:txBody>
      </p:sp>
      <p:sp>
        <p:nvSpPr>
          <p:cNvPr id="855" name="Freeform 854"/>
          <p:cNvSpPr/>
          <p:nvPr/>
        </p:nvSpPr>
        <p:spPr>
          <a:xfrm>
            <a:off x="5758506" y="3561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TextBox 855"/>
          <p:cNvSpPr txBox="1"/>
          <p:nvPr/>
        </p:nvSpPr>
        <p:spPr>
          <a:xfrm>
            <a:off x="5398922" y="3509914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400000</a:t>
            </a:r>
          </a:p>
        </p:txBody>
      </p:sp>
      <p:sp>
        <p:nvSpPr>
          <p:cNvPr id="857" name="Freeform 856"/>
          <p:cNvSpPr/>
          <p:nvPr/>
        </p:nvSpPr>
        <p:spPr>
          <a:xfrm>
            <a:off x="5758506" y="334069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TextBox 857"/>
          <p:cNvSpPr txBox="1"/>
          <p:nvPr/>
        </p:nvSpPr>
        <p:spPr>
          <a:xfrm>
            <a:off x="5398922" y="3289506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600000</a:t>
            </a:r>
          </a:p>
        </p:txBody>
      </p:sp>
      <p:sp>
        <p:nvSpPr>
          <p:cNvPr id="859" name="Freeform 858"/>
          <p:cNvSpPr/>
          <p:nvPr/>
        </p:nvSpPr>
        <p:spPr>
          <a:xfrm>
            <a:off x="5758506" y="31202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TextBox 859"/>
          <p:cNvSpPr txBox="1"/>
          <p:nvPr/>
        </p:nvSpPr>
        <p:spPr>
          <a:xfrm>
            <a:off x="5398922" y="3069097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800000</a:t>
            </a:r>
          </a:p>
        </p:txBody>
      </p:sp>
      <p:sp>
        <p:nvSpPr>
          <p:cNvPr id="861" name="Freeform 860"/>
          <p:cNvSpPr/>
          <p:nvPr/>
        </p:nvSpPr>
        <p:spPr>
          <a:xfrm>
            <a:off x="5802956" y="290936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5802956" y="400191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Rectangle 862"/>
          <p:cNvSpPr/>
          <p:nvPr/>
        </p:nvSpPr>
        <p:spPr>
          <a:xfrm>
            <a:off x="5802956" y="465744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Rectangle 863"/>
          <p:cNvSpPr/>
          <p:nvPr/>
        </p:nvSpPr>
        <p:spPr>
          <a:xfrm>
            <a:off x="5889680" y="5724166"/>
            <a:ext cx="57816" cy="258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Rectangle 864"/>
          <p:cNvSpPr/>
          <p:nvPr/>
        </p:nvSpPr>
        <p:spPr>
          <a:xfrm>
            <a:off x="5947496" y="5717708"/>
            <a:ext cx="57816" cy="322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Rectangle 865"/>
          <p:cNvSpPr/>
          <p:nvPr/>
        </p:nvSpPr>
        <p:spPr>
          <a:xfrm>
            <a:off x="6005313" y="5678957"/>
            <a:ext cx="57816" cy="710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Rectangle 866"/>
          <p:cNvSpPr/>
          <p:nvPr/>
        </p:nvSpPr>
        <p:spPr>
          <a:xfrm>
            <a:off x="6063129" y="5663888"/>
            <a:ext cx="57816" cy="861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Rectangle 867"/>
          <p:cNvSpPr/>
          <p:nvPr/>
        </p:nvSpPr>
        <p:spPr>
          <a:xfrm>
            <a:off x="6120945" y="5586387"/>
            <a:ext cx="57816" cy="1636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Rectangle 868"/>
          <p:cNvSpPr/>
          <p:nvPr/>
        </p:nvSpPr>
        <p:spPr>
          <a:xfrm>
            <a:off x="6178761" y="5554095"/>
            <a:ext cx="57816" cy="1959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Rectangle 869"/>
          <p:cNvSpPr/>
          <p:nvPr/>
        </p:nvSpPr>
        <p:spPr>
          <a:xfrm>
            <a:off x="6236577" y="5495970"/>
            <a:ext cx="57816" cy="2540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Rectangle 870"/>
          <p:cNvSpPr/>
          <p:nvPr/>
        </p:nvSpPr>
        <p:spPr>
          <a:xfrm>
            <a:off x="6294393" y="5403399"/>
            <a:ext cx="57816" cy="3466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Rectangle 871"/>
          <p:cNvSpPr/>
          <p:nvPr/>
        </p:nvSpPr>
        <p:spPr>
          <a:xfrm>
            <a:off x="6352209" y="5345274"/>
            <a:ext cx="57816" cy="40472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Rectangle 872"/>
          <p:cNvSpPr/>
          <p:nvPr/>
        </p:nvSpPr>
        <p:spPr>
          <a:xfrm>
            <a:off x="6410025" y="5149370"/>
            <a:ext cx="57816" cy="6006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ectangle 873"/>
          <p:cNvSpPr/>
          <p:nvPr/>
        </p:nvSpPr>
        <p:spPr>
          <a:xfrm>
            <a:off x="6467841" y="5136453"/>
            <a:ext cx="57816" cy="6135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Rectangle 874"/>
          <p:cNvSpPr/>
          <p:nvPr/>
        </p:nvSpPr>
        <p:spPr>
          <a:xfrm>
            <a:off x="6525657" y="5007285"/>
            <a:ext cx="57816" cy="74271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Rectangle 875"/>
          <p:cNvSpPr/>
          <p:nvPr/>
        </p:nvSpPr>
        <p:spPr>
          <a:xfrm>
            <a:off x="6583473" y="4880270"/>
            <a:ext cx="57816" cy="8697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Rectangle 876"/>
          <p:cNvSpPr/>
          <p:nvPr/>
        </p:nvSpPr>
        <p:spPr>
          <a:xfrm>
            <a:off x="6641289" y="4990063"/>
            <a:ext cx="57816" cy="75993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Rectangle 877"/>
          <p:cNvSpPr/>
          <p:nvPr/>
        </p:nvSpPr>
        <p:spPr>
          <a:xfrm>
            <a:off x="6699105" y="4919020"/>
            <a:ext cx="57816" cy="83097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Rectangle 878"/>
          <p:cNvSpPr/>
          <p:nvPr/>
        </p:nvSpPr>
        <p:spPr>
          <a:xfrm>
            <a:off x="6756922" y="4985757"/>
            <a:ext cx="57816" cy="76424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Rectangle 879"/>
          <p:cNvSpPr/>
          <p:nvPr/>
        </p:nvSpPr>
        <p:spPr>
          <a:xfrm>
            <a:off x="6814738" y="4974993"/>
            <a:ext cx="57816" cy="77500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Rectangle 880"/>
          <p:cNvSpPr/>
          <p:nvPr/>
        </p:nvSpPr>
        <p:spPr>
          <a:xfrm>
            <a:off x="6872554" y="5106314"/>
            <a:ext cx="57816" cy="64368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Rectangle 881"/>
          <p:cNvSpPr/>
          <p:nvPr/>
        </p:nvSpPr>
        <p:spPr>
          <a:xfrm>
            <a:off x="6930370" y="5110619"/>
            <a:ext cx="57816" cy="63938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Rectangle 882"/>
          <p:cNvSpPr/>
          <p:nvPr/>
        </p:nvSpPr>
        <p:spPr>
          <a:xfrm>
            <a:off x="6988186" y="5250551"/>
            <a:ext cx="57816" cy="49944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Rectangle 883"/>
          <p:cNvSpPr/>
          <p:nvPr/>
        </p:nvSpPr>
        <p:spPr>
          <a:xfrm>
            <a:off x="7046002" y="5386177"/>
            <a:ext cx="57816" cy="3638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Rectangle 884"/>
          <p:cNvSpPr/>
          <p:nvPr/>
        </p:nvSpPr>
        <p:spPr>
          <a:xfrm>
            <a:off x="7103818" y="5416316"/>
            <a:ext cx="57816" cy="3336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Rectangle 885"/>
          <p:cNvSpPr/>
          <p:nvPr/>
        </p:nvSpPr>
        <p:spPr>
          <a:xfrm>
            <a:off x="7161634" y="5487358"/>
            <a:ext cx="57816" cy="26264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Rectangle 886"/>
          <p:cNvSpPr/>
          <p:nvPr/>
        </p:nvSpPr>
        <p:spPr>
          <a:xfrm>
            <a:off x="7219450" y="5562706"/>
            <a:ext cx="57816" cy="1872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Rectangle 887"/>
          <p:cNvSpPr/>
          <p:nvPr/>
        </p:nvSpPr>
        <p:spPr>
          <a:xfrm>
            <a:off x="7277266" y="5648818"/>
            <a:ext cx="57816" cy="10118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Rectangle 888"/>
          <p:cNvSpPr/>
          <p:nvPr/>
        </p:nvSpPr>
        <p:spPr>
          <a:xfrm>
            <a:off x="7335082" y="5672499"/>
            <a:ext cx="57816" cy="7750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Rectangle 889"/>
          <p:cNvSpPr/>
          <p:nvPr/>
        </p:nvSpPr>
        <p:spPr>
          <a:xfrm>
            <a:off x="7392899" y="5700485"/>
            <a:ext cx="57816" cy="4951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Rectangle 890"/>
          <p:cNvSpPr/>
          <p:nvPr/>
        </p:nvSpPr>
        <p:spPr>
          <a:xfrm>
            <a:off x="7450715" y="5719860"/>
            <a:ext cx="57816" cy="3013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Rectangle 891"/>
          <p:cNvSpPr/>
          <p:nvPr/>
        </p:nvSpPr>
        <p:spPr>
          <a:xfrm>
            <a:off x="7508531" y="5726319"/>
            <a:ext cx="57816" cy="2368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Rectangle 892"/>
          <p:cNvSpPr/>
          <p:nvPr/>
        </p:nvSpPr>
        <p:spPr>
          <a:xfrm>
            <a:off x="7566347" y="5734930"/>
            <a:ext cx="57816" cy="1507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Rectangle 893"/>
          <p:cNvSpPr/>
          <p:nvPr/>
        </p:nvSpPr>
        <p:spPr>
          <a:xfrm>
            <a:off x="6023544" y="5730180"/>
            <a:ext cx="52333" cy="198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Rectangle 894"/>
          <p:cNvSpPr/>
          <p:nvPr/>
        </p:nvSpPr>
        <p:spPr>
          <a:xfrm>
            <a:off x="6075877" y="5730180"/>
            <a:ext cx="52333" cy="198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Rectangle 895"/>
          <p:cNvSpPr/>
          <p:nvPr/>
        </p:nvSpPr>
        <p:spPr>
          <a:xfrm>
            <a:off x="6128211" y="5680631"/>
            <a:ext cx="52333" cy="693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Rectangle 896"/>
          <p:cNvSpPr/>
          <p:nvPr/>
        </p:nvSpPr>
        <p:spPr>
          <a:xfrm>
            <a:off x="6180544" y="5660812"/>
            <a:ext cx="52333" cy="891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Rectangle 897"/>
          <p:cNvSpPr/>
          <p:nvPr/>
        </p:nvSpPr>
        <p:spPr>
          <a:xfrm>
            <a:off x="6232877" y="5541895"/>
            <a:ext cx="52333" cy="20810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Rectangle 898"/>
          <p:cNvSpPr/>
          <p:nvPr/>
        </p:nvSpPr>
        <p:spPr>
          <a:xfrm>
            <a:off x="6285210" y="5512165"/>
            <a:ext cx="52333" cy="2378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Rectangle 899"/>
          <p:cNvSpPr/>
          <p:nvPr/>
        </p:nvSpPr>
        <p:spPr>
          <a:xfrm>
            <a:off x="6337543" y="5274331"/>
            <a:ext cx="52333" cy="4756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Rectangle 900"/>
          <p:cNvSpPr/>
          <p:nvPr/>
        </p:nvSpPr>
        <p:spPr>
          <a:xfrm>
            <a:off x="6389877" y="5413068"/>
            <a:ext cx="52333" cy="3369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6442210" y="5224783"/>
            <a:ext cx="52333" cy="5252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6494543" y="5046407"/>
            <a:ext cx="52333" cy="70359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Rectangle 903"/>
          <p:cNvSpPr/>
          <p:nvPr/>
        </p:nvSpPr>
        <p:spPr>
          <a:xfrm>
            <a:off x="6546876" y="4818483"/>
            <a:ext cx="52333" cy="9315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Rectangle 904"/>
          <p:cNvSpPr/>
          <p:nvPr/>
        </p:nvSpPr>
        <p:spPr>
          <a:xfrm>
            <a:off x="6599209" y="4709475"/>
            <a:ext cx="52333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Rectangle 905"/>
          <p:cNvSpPr/>
          <p:nvPr/>
        </p:nvSpPr>
        <p:spPr>
          <a:xfrm>
            <a:off x="6651543" y="4798663"/>
            <a:ext cx="52333" cy="95133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Rectangle 906"/>
          <p:cNvSpPr/>
          <p:nvPr/>
        </p:nvSpPr>
        <p:spPr>
          <a:xfrm>
            <a:off x="6703876" y="4788753"/>
            <a:ext cx="52333" cy="96124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Rectangle 907"/>
          <p:cNvSpPr/>
          <p:nvPr/>
        </p:nvSpPr>
        <p:spPr>
          <a:xfrm>
            <a:off x="6756209" y="4897761"/>
            <a:ext cx="52333" cy="85223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6808542" y="4937400"/>
            <a:ext cx="52333" cy="81260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6860875" y="4986948"/>
            <a:ext cx="52333" cy="76305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Rectangle 910"/>
          <p:cNvSpPr/>
          <p:nvPr/>
        </p:nvSpPr>
        <p:spPr>
          <a:xfrm>
            <a:off x="6913209" y="5224783"/>
            <a:ext cx="52333" cy="5252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Rectangle 911"/>
          <p:cNvSpPr/>
          <p:nvPr/>
        </p:nvSpPr>
        <p:spPr>
          <a:xfrm>
            <a:off x="6965542" y="5284241"/>
            <a:ext cx="52333" cy="46575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Rectangle 912"/>
          <p:cNvSpPr/>
          <p:nvPr/>
        </p:nvSpPr>
        <p:spPr>
          <a:xfrm>
            <a:off x="7017875" y="5403158"/>
            <a:ext cx="52333" cy="3468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Rectangle 913"/>
          <p:cNvSpPr/>
          <p:nvPr/>
        </p:nvSpPr>
        <p:spPr>
          <a:xfrm>
            <a:off x="7070208" y="5413068"/>
            <a:ext cx="52333" cy="3369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Rectangle 914"/>
          <p:cNvSpPr/>
          <p:nvPr/>
        </p:nvSpPr>
        <p:spPr>
          <a:xfrm>
            <a:off x="7122541" y="5442797"/>
            <a:ext cx="52333" cy="3072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7174875" y="5492346"/>
            <a:ext cx="52333" cy="25765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7227208" y="5522075"/>
            <a:ext cx="52333" cy="2279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Rectangle 917"/>
          <p:cNvSpPr/>
          <p:nvPr/>
        </p:nvSpPr>
        <p:spPr>
          <a:xfrm>
            <a:off x="7279541" y="5531985"/>
            <a:ext cx="52333" cy="21801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Rectangle 918"/>
          <p:cNvSpPr/>
          <p:nvPr/>
        </p:nvSpPr>
        <p:spPr>
          <a:xfrm>
            <a:off x="7331874" y="5650902"/>
            <a:ext cx="52333" cy="990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Rectangle 919"/>
          <p:cNvSpPr/>
          <p:nvPr/>
        </p:nvSpPr>
        <p:spPr>
          <a:xfrm>
            <a:off x="7384207" y="5670721"/>
            <a:ext cx="52333" cy="792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7436541" y="5740090"/>
            <a:ext cx="52333" cy="991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7488874" y="5749999"/>
            <a:ext cx="52333" cy="0"/>
          </a:xfrm>
          <a:custGeom>
            <a:avLst/>
            <a:gdLst/>
            <a:ahLst/>
            <a:cxnLst/>
            <a:rect l="l" t="t" r="r" b="b"/>
            <a:pathLst>
              <a:path w="52333" h="0">
                <a:moveTo>
                  <a:pt x="0" y="0"/>
                </a:moveTo>
                <a:lnTo>
                  <a:pt x="52333" y="0"/>
                </a:lnTo>
                <a:close/>
                <a:lnTo>
                  <a:pt x="52333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Rectangle 922"/>
          <p:cNvSpPr/>
          <p:nvPr/>
        </p:nvSpPr>
        <p:spPr>
          <a:xfrm>
            <a:off x="7541207" y="5730180"/>
            <a:ext cx="52333" cy="198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583872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577307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926" name="Freeform 925"/>
          <p:cNvSpPr/>
          <p:nvPr/>
        </p:nvSpPr>
        <p:spPr>
          <a:xfrm>
            <a:off x="6134429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TextBox 926"/>
          <p:cNvSpPr txBox="1"/>
          <p:nvPr/>
        </p:nvSpPr>
        <p:spPr>
          <a:xfrm>
            <a:off x="606878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4.0</a:t>
            </a:r>
          </a:p>
        </p:txBody>
      </p:sp>
      <p:sp>
        <p:nvSpPr>
          <p:cNvPr id="928" name="Freeform 927"/>
          <p:cNvSpPr/>
          <p:nvPr/>
        </p:nvSpPr>
        <p:spPr>
          <a:xfrm>
            <a:off x="6430138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TextBox 928"/>
          <p:cNvSpPr txBox="1"/>
          <p:nvPr/>
        </p:nvSpPr>
        <p:spPr>
          <a:xfrm>
            <a:off x="6364498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930" name="Freeform 929"/>
          <p:cNvSpPr/>
          <p:nvPr/>
        </p:nvSpPr>
        <p:spPr>
          <a:xfrm>
            <a:off x="6725847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6660207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932" name="Freeform 931"/>
          <p:cNvSpPr/>
          <p:nvPr/>
        </p:nvSpPr>
        <p:spPr>
          <a:xfrm>
            <a:off x="7021556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TextBox 932"/>
          <p:cNvSpPr txBox="1"/>
          <p:nvPr/>
        </p:nvSpPr>
        <p:spPr>
          <a:xfrm>
            <a:off x="6955916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5.5</a:t>
            </a:r>
          </a:p>
        </p:txBody>
      </p:sp>
      <p:sp>
        <p:nvSpPr>
          <p:cNvPr id="934" name="Freeform 933"/>
          <p:cNvSpPr/>
          <p:nvPr/>
        </p:nvSpPr>
        <p:spPr>
          <a:xfrm>
            <a:off x="7317266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TextBox 934"/>
          <p:cNvSpPr txBox="1"/>
          <p:nvPr/>
        </p:nvSpPr>
        <p:spPr>
          <a:xfrm>
            <a:off x="7251625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6.0</a:t>
            </a:r>
          </a:p>
        </p:txBody>
      </p:sp>
      <p:sp>
        <p:nvSpPr>
          <p:cNvPr id="936" name="Freeform 935"/>
          <p:cNvSpPr/>
          <p:nvPr/>
        </p:nvSpPr>
        <p:spPr>
          <a:xfrm>
            <a:off x="761297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7547335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6.5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7364713" y="592639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939" name="Freeform 938"/>
          <p:cNvSpPr/>
          <p:nvPr/>
        </p:nvSpPr>
        <p:spPr>
          <a:xfrm>
            <a:off x="5758506" y="57499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5582776" y="5698812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41" name="Freeform 940"/>
          <p:cNvSpPr/>
          <p:nvPr/>
        </p:nvSpPr>
        <p:spPr>
          <a:xfrm>
            <a:off x="5758506" y="553954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TextBox 941"/>
          <p:cNvSpPr txBox="1"/>
          <p:nvPr/>
        </p:nvSpPr>
        <p:spPr>
          <a:xfrm>
            <a:off x="5582776" y="5488358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943" name="Freeform 942"/>
          <p:cNvSpPr/>
          <p:nvPr/>
        </p:nvSpPr>
        <p:spPr>
          <a:xfrm>
            <a:off x="5758506" y="532909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TextBox 943"/>
          <p:cNvSpPr txBox="1"/>
          <p:nvPr/>
        </p:nvSpPr>
        <p:spPr>
          <a:xfrm>
            <a:off x="5582776" y="527790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945" name="Freeform 944"/>
          <p:cNvSpPr/>
          <p:nvPr/>
        </p:nvSpPr>
        <p:spPr>
          <a:xfrm>
            <a:off x="5758506" y="51186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5582776" y="5067451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947" name="Freeform 946"/>
          <p:cNvSpPr/>
          <p:nvPr/>
        </p:nvSpPr>
        <p:spPr>
          <a:xfrm>
            <a:off x="5758506" y="490818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TextBox 947"/>
          <p:cNvSpPr txBox="1"/>
          <p:nvPr/>
        </p:nvSpPr>
        <p:spPr>
          <a:xfrm>
            <a:off x="5582776" y="4856997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949" name="Freeform 948"/>
          <p:cNvSpPr/>
          <p:nvPr/>
        </p:nvSpPr>
        <p:spPr>
          <a:xfrm>
            <a:off x="5758506" y="469773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TextBox 949"/>
          <p:cNvSpPr txBox="1"/>
          <p:nvPr/>
        </p:nvSpPr>
        <p:spPr>
          <a:xfrm>
            <a:off x="5582776" y="464654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5802956" y="44923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1e9</a:t>
            </a:r>
          </a:p>
        </p:txBody>
      </p:sp>
      <p:sp>
        <p:nvSpPr>
          <p:cNvPr id="952" name="Freeform 951"/>
          <p:cNvSpPr/>
          <p:nvPr/>
        </p:nvSpPr>
        <p:spPr>
          <a:xfrm>
            <a:off x="5802956" y="465744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5802956" y="574999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Rectangle 953"/>
          <p:cNvSpPr/>
          <p:nvPr/>
        </p:nvSpPr>
        <p:spPr>
          <a:xfrm>
            <a:off x="5802956" y="6405530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Rectangle 954"/>
          <p:cNvSpPr/>
          <p:nvPr/>
        </p:nvSpPr>
        <p:spPr>
          <a:xfrm>
            <a:off x="5889680" y="7492006"/>
            <a:ext cx="57816" cy="60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Rectangle 955"/>
          <p:cNvSpPr/>
          <p:nvPr/>
        </p:nvSpPr>
        <p:spPr>
          <a:xfrm>
            <a:off x="5947496" y="7493525"/>
            <a:ext cx="57816" cy="45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Rectangle 956"/>
          <p:cNvSpPr/>
          <p:nvPr/>
        </p:nvSpPr>
        <p:spPr>
          <a:xfrm>
            <a:off x="6005313" y="7490488"/>
            <a:ext cx="57816" cy="75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Rectangle 957"/>
          <p:cNvSpPr/>
          <p:nvPr/>
        </p:nvSpPr>
        <p:spPr>
          <a:xfrm>
            <a:off x="6063129" y="7482895"/>
            <a:ext cx="57816" cy="151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Rectangle 958"/>
          <p:cNvSpPr/>
          <p:nvPr/>
        </p:nvSpPr>
        <p:spPr>
          <a:xfrm>
            <a:off x="6120945" y="7485932"/>
            <a:ext cx="57816" cy="121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Rectangle 959"/>
          <p:cNvSpPr/>
          <p:nvPr/>
        </p:nvSpPr>
        <p:spPr>
          <a:xfrm>
            <a:off x="6178761" y="7452525"/>
            <a:ext cx="57816" cy="455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Rectangle 960"/>
          <p:cNvSpPr/>
          <p:nvPr/>
        </p:nvSpPr>
        <p:spPr>
          <a:xfrm>
            <a:off x="6236577" y="7446451"/>
            <a:ext cx="57816" cy="516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Rectangle 961"/>
          <p:cNvSpPr/>
          <p:nvPr/>
        </p:nvSpPr>
        <p:spPr>
          <a:xfrm>
            <a:off x="6294393" y="7385712"/>
            <a:ext cx="57816" cy="11236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Rectangle 962"/>
          <p:cNvSpPr/>
          <p:nvPr/>
        </p:nvSpPr>
        <p:spPr>
          <a:xfrm>
            <a:off x="6352209" y="7353823"/>
            <a:ext cx="57816" cy="14425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Rectangle 963"/>
          <p:cNvSpPr/>
          <p:nvPr/>
        </p:nvSpPr>
        <p:spPr>
          <a:xfrm>
            <a:off x="6410025" y="7300676"/>
            <a:ext cx="57816" cy="19740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Rectangle 964"/>
          <p:cNvSpPr/>
          <p:nvPr/>
        </p:nvSpPr>
        <p:spPr>
          <a:xfrm>
            <a:off x="6467841" y="7265751"/>
            <a:ext cx="57816" cy="2323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Rectangle 965"/>
          <p:cNvSpPr/>
          <p:nvPr/>
        </p:nvSpPr>
        <p:spPr>
          <a:xfrm>
            <a:off x="6525657" y="7109346"/>
            <a:ext cx="57816" cy="3887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Rectangle 966"/>
          <p:cNvSpPr/>
          <p:nvPr/>
        </p:nvSpPr>
        <p:spPr>
          <a:xfrm>
            <a:off x="6583473" y="7063791"/>
            <a:ext cx="57816" cy="4342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Rectangle 967"/>
          <p:cNvSpPr/>
          <p:nvPr/>
        </p:nvSpPr>
        <p:spPr>
          <a:xfrm>
            <a:off x="6641289" y="7009126"/>
            <a:ext cx="57816" cy="4889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Rectangle 968"/>
          <p:cNvSpPr/>
          <p:nvPr/>
        </p:nvSpPr>
        <p:spPr>
          <a:xfrm>
            <a:off x="6699105" y="6934720"/>
            <a:ext cx="57816" cy="56336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Rectangle 969"/>
          <p:cNvSpPr/>
          <p:nvPr/>
        </p:nvSpPr>
        <p:spPr>
          <a:xfrm>
            <a:off x="6756922" y="6836018"/>
            <a:ext cx="57816" cy="6620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Rectangle 970"/>
          <p:cNvSpPr/>
          <p:nvPr/>
        </p:nvSpPr>
        <p:spPr>
          <a:xfrm>
            <a:off x="6814738" y="6817796"/>
            <a:ext cx="57816" cy="6802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Rectangle 971"/>
          <p:cNvSpPr/>
          <p:nvPr/>
        </p:nvSpPr>
        <p:spPr>
          <a:xfrm>
            <a:off x="6872554" y="6886128"/>
            <a:ext cx="57816" cy="6119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Rectangle 972"/>
          <p:cNvSpPr/>
          <p:nvPr/>
        </p:nvSpPr>
        <p:spPr>
          <a:xfrm>
            <a:off x="6930370" y="6946868"/>
            <a:ext cx="57816" cy="5512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Rectangle 973"/>
          <p:cNvSpPr/>
          <p:nvPr/>
        </p:nvSpPr>
        <p:spPr>
          <a:xfrm>
            <a:off x="6988186" y="6939275"/>
            <a:ext cx="57816" cy="5588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7046002" y="7015200"/>
            <a:ext cx="57816" cy="48288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7103818" y="7097198"/>
            <a:ext cx="57816" cy="40088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Rectangle 976"/>
          <p:cNvSpPr/>
          <p:nvPr/>
        </p:nvSpPr>
        <p:spPr>
          <a:xfrm>
            <a:off x="7161634" y="7205011"/>
            <a:ext cx="57816" cy="29306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Rectangle 977"/>
          <p:cNvSpPr/>
          <p:nvPr/>
        </p:nvSpPr>
        <p:spPr>
          <a:xfrm>
            <a:off x="7219450" y="7288528"/>
            <a:ext cx="57816" cy="20955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Rectangle 978"/>
          <p:cNvSpPr/>
          <p:nvPr/>
        </p:nvSpPr>
        <p:spPr>
          <a:xfrm>
            <a:off x="7277266" y="7352305"/>
            <a:ext cx="57816" cy="1457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Rectangle 979"/>
          <p:cNvSpPr/>
          <p:nvPr/>
        </p:nvSpPr>
        <p:spPr>
          <a:xfrm>
            <a:off x="7335082" y="7385712"/>
            <a:ext cx="57816" cy="11236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Rectangle 980"/>
          <p:cNvSpPr/>
          <p:nvPr/>
        </p:nvSpPr>
        <p:spPr>
          <a:xfrm>
            <a:off x="7392899" y="7411526"/>
            <a:ext cx="57816" cy="8655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Rectangle 981"/>
          <p:cNvSpPr/>
          <p:nvPr/>
        </p:nvSpPr>
        <p:spPr>
          <a:xfrm>
            <a:off x="7450715" y="7457081"/>
            <a:ext cx="57816" cy="409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Rectangle 982"/>
          <p:cNvSpPr/>
          <p:nvPr/>
        </p:nvSpPr>
        <p:spPr>
          <a:xfrm>
            <a:off x="7508531" y="7469229"/>
            <a:ext cx="57816" cy="288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Rectangle 983"/>
          <p:cNvSpPr/>
          <p:nvPr/>
        </p:nvSpPr>
        <p:spPr>
          <a:xfrm>
            <a:off x="7566347" y="7475303"/>
            <a:ext cx="57816" cy="227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Rectangle 984"/>
          <p:cNvSpPr/>
          <p:nvPr/>
        </p:nvSpPr>
        <p:spPr>
          <a:xfrm>
            <a:off x="6233799" y="7488621"/>
            <a:ext cx="38671" cy="9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Rectangle 985"/>
          <p:cNvSpPr/>
          <p:nvPr/>
        </p:nvSpPr>
        <p:spPr>
          <a:xfrm>
            <a:off x="6272470" y="7488621"/>
            <a:ext cx="38671" cy="9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Rectangle 986"/>
          <p:cNvSpPr/>
          <p:nvPr/>
        </p:nvSpPr>
        <p:spPr>
          <a:xfrm>
            <a:off x="6311142" y="7488621"/>
            <a:ext cx="38671" cy="9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Rectangle 987"/>
          <p:cNvSpPr/>
          <p:nvPr/>
        </p:nvSpPr>
        <p:spPr>
          <a:xfrm>
            <a:off x="6349813" y="7488621"/>
            <a:ext cx="38671" cy="9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6388484" y="7431865"/>
            <a:ext cx="38671" cy="6621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6427156" y="7375109"/>
            <a:ext cx="38671" cy="12297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Rectangle 990"/>
          <p:cNvSpPr/>
          <p:nvPr/>
        </p:nvSpPr>
        <p:spPr>
          <a:xfrm>
            <a:off x="6465827" y="7337272"/>
            <a:ext cx="38671" cy="1608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Rectangle 991"/>
          <p:cNvSpPr/>
          <p:nvPr/>
        </p:nvSpPr>
        <p:spPr>
          <a:xfrm>
            <a:off x="6504499" y="7299434"/>
            <a:ext cx="38671" cy="19864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Rectangle 992"/>
          <p:cNvSpPr/>
          <p:nvPr/>
        </p:nvSpPr>
        <p:spPr>
          <a:xfrm>
            <a:off x="6543170" y="7252138"/>
            <a:ext cx="38671" cy="24594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Rectangle 993"/>
          <p:cNvSpPr/>
          <p:nvPr/>
        </p:nvSpPr>
        <p:spPr>
          <a:xfrm>
            <a:off x="6581842" y="7176463"/>
            <a:ext cx="38671" cy="3216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Rectangle 994"/>
          <p:cNvSpPr/>
          <p:nvPr/>
        </p:nvSpPr>
        <p:spPr>
          <a:xfrm>
            <a:off x="6620513" y="7167004"/>
            <a:ext cx="38671" cy="331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Rectangle 995"/>
          <p:cNvSpPr/>
          <p:nvPr/>
        </p:nvSpPr>
        <p:spPr>
          <a:xfrm>
            <a:off x="6659184" y="6826469"/>
            <a:ext cx="38671" cy="67161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Rectangle 996"/>
          <p:cNvSpPr/>
          <p:nvPr/>
        </p:nvSpPr>
        <p:spPr>
          <a:xfrm>
            <a:off x="6697856" y="6788632"/>
            <a:ext cx="38671" cy="709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Rectangle 997"/>
          <p:cNvSpPr/>
          <p:nvPr/>
        </p:nvSpPr>
        <p:spPr>
          <a:xfrm>
            <a:off x="6736527" y="6788632"/>
            <a:ext cx="38671" cy="709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Rectangle 998"/>
          <p:cNvSpPr/>
          <p:nvPr/>
        </p:nvSpPr>
        <p:spPr>
          <a:xfrm>
            <a:off x="6775199" y="6608905"/>
            <a:ext cx="38671" cy="88917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Rectangle 999"/>
          <p:cNvSpPr/>
          <p:nvPr/>
        </p:nvSpPr>
        <p:spPr>
          <a:xfrm>
            <a:off x="6813870" y="6646742"/>
            <a:ext cx="38671" cy="8513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Rectangle 1000"/>
          <p:cNvSpPr/>
          <p:nvPr/>
        </p:nvSpPr>
        <p:spPr>
          <a:xfrm>
            <a:off x="6852542" y="6694039"/>
            <a:ext cx="38671" cy="8040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Rectangle 1001"/>
          <p:cNvSpPr/>
          <p:nvPr/>
        </p:nvSpPr>
        <p:spPr>
          <a:xfrm>
            <a:off x="6891213" y="6457556"/>
            <a:ext cx="38671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Rectangle 1002"/>
          <p:cNvSpPr/>
          <p:nvPr/>
        </p:nvSpPr>
        <p:spPr>
          <a:xfrm>
            <a:off x="6929885" y="6675120"/>
            <a:ext cx="38671" cy="82296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Rectangle 1003"/>
          <p:cNvSpPr/>
          <p:nvPr/>
        </p:nvSpPr>
        <p:spPr>
          <a:xfrm>
            <a:off x="6968556" y="6760254"/>
            <a:ext cx="38671" cy="73782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Rectangle 1004"/>
          <p:cNvSpPr/>
          <p:nvPr/>
        </p:nvSpPr>
        <p:spPr>
          <a:xfrm>
            <a:off x="7007227" y="6873766"/>
            <a:ext cx="38671" cy="6243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Rectangle 1005"/>
          <p:cNvSpPr/>
          <p:nvPr/>
        </p:nvSpPr>
        <p:spPr>
          <a:xfrm>
            <a:off x="7045899" y="6958899"/>
            <a:ext cx="38671" cy="53918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Rectangle 1006"/>
          <p:cNvSpPr/>
          <p:nvPr/>
        </p:nvSpPr>
        <p:spPr>
          <a:xfrm>
            <a:off x="7084570" y="7053492"/>
            <a:ext cx="38671" cy="44458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Rectangle 1007"/>
          <p:cNvSpPr/>
          <p:nvPr/>
        </p:nvSpPr>
        <p:spPr>
          <a:xfrm>
            <a:off x="7123242" y="7223760"/>
            <a:ext cx="38671" cy="2743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Rectangle 1008"/>
          <p:cNvSpPr/>
          <p:nvPr/>
        </p:nvSpPr>
        <p:spPr>
          <a:xfrm>
            <a:off x="7161913" y="7233219"/>
            <a:ext cx="38671" cy="26486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Rectangle 1009"/>
          <p:cNvSpPr/>
          <p:nvPr/>
        </p:nvSpPr>
        <p:spPr>
          <a:xfrm>
            <a:off x="7200585" y="7337272"/>
            <a:ext cx="38671" cy="1608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Rectangle 1010"/>
          <p:cNvSpPr/>
          <p:nvPr/>
        </p:nvSpPr>
        <p:spPr>
          <a:xfrm>
            <a:off x="7239256" y="7356190"/>
            <a:ext cx="38671" cy="1418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Rectangle 1011"/>
          <p:cNvSpPr/>
          <p:nvPr/>
        </p:nvSpPr>
        <p:spPr>
          <a:xfrm>
            <a:off x="7277927" y="7431865"/>
            <a:ext cx="38671" cy="6621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Rectangle 1012"/>
          <p:cNvSpPr/>
          <p:nvPr/>
        </p:nvSpPr>
        <p:spPr>
          <a:xfrm>
            <a:off x="7316599" y="7412946"/>
            <a:ext cx="38671" cy="851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Rectangle 1013"/>
          <p:cNvSpPr/>
          <p:nvPr/>
        </p:nvSpPr>
        <p:spPr>
          <a:xfrm>
            <a:off x="7355270" y="7469702"/>
            <a:ext cx="38671" cy="283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Freeform 1014"/>
          <p:cNvSpPr/>
          <p:nvPr/>
        </p:nvSpPr>
        <p:spPr>
          <a:xfrm>
            <a:off x="5871223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5779322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1017" name="Freeform 1016"/>
          <p:cNvSpPr/>
          <p:nvPr/>
        </p:nvSpPr>
        <p:spPr>
          <a:xfrm>
            <a:off x="6319805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TextBox 1017"/>
          <p:cNvSpPr txBox="1"/>
          <p:nvPr/>
        </p:nvSpPr>
        <p:spPr>
          <a:xfrm>
            <a:off x="6227904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1019" name="Freeform 1018"/>
          <p:cNvSpPr/>
          <p:nvPr/>
        </p:nvSpPr>
        <p:spPr>
          <a:xfrm>
            <a:off x="6768387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6676485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1021" name="Freeform 1020"/>
          <p:cNvSpPr/>
          <p:nvPr/>
        </p:nvSpPr>
        <p:spPr>
          <a:xfrm>
            <a:off x="7216968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TextBox 1021"/>
          <p:cNvSpPr txBox="1"/>
          <p:nvPr/>
        </p:nvSpPr>
        <p:spPr>
          <a:xfrm>
            <a:off x="7125067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1023" name="Freeform 1022"/>
          <p:cNvSpPr/>
          <p:nvPr/>
        </p:nvSpPr>
        <p:spPr>
          <a:xfrm>
            <a:off x="7665550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TextBox 1023"/>
          <p:cNvSpPr txBox="1"/>
          <p:nvPr/>
        </p:nvSpPr>
        <p:spPr>
          <a:xfrm>
            <a:off x="7573648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1025" name="Freeform 1024"/>
          <p:cNvSpPr/>
          <p:nvPr/>
        </p:nvSpPr>
        <p:spPr>
          <a:xfrm>
            <a:off x="5758506" y="74980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5661534" y="744689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27" name="Freeform 1026"/>
          <p:cNvSpPr/>
          <p:nvPr/>
        </p:nvSpPr>
        <p:spPr>
          <a:xfrm>
            <a:off x="5758506" y="725343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TextBox 1027"/>
          <p:cNvSpPr txBox="1"/>
          <p:nvPr/>
        </p:nvSpPr>
        <p:spPr>
          <a:xfrm>
            <a:off x="5661534" y="72022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029" name="Freeform 1028"/>
          <p:cNvSpPr/>
          <p:nvPr/>
        </p:nvSpPr>
        <p:spPr>
          <a:xfrm>
            <a:off x="5758506" y="700879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5609011" y="6957610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031" name="Freeform 1030"/>
          <p:cNvSpPr/>
          <p:nvPr/>
        </p:nvSpPr>
        <p:spPr>
          <a:xfrm>
            <a:off x="5758506" y="676415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609011" y="6712969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033" name="Freeform 1032"/>
          <p:cNvSpPr/>
          <p:nvPr/>
        </p:nvSpPr>
        <p:spPr>
          <a:xfrm>
            <a:off x="5758506" y="65195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5609011" y="6468328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035" name="Freeform 1034"/>
          <p:cNvSpPr/>
          <p:nvPr/>
        </p:nvSpPr>
        <p:spPr>
          <a:xfrm>
            <a:off x="5802956" y="6405530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5802956" y="7498080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Rectangle 1036"/>
          <p:cNvSpPr/>
          <p:nvPr/>
        </p:nvSpPr>
        <p:spPr>
          <a:xfrm>
            <a:off x="8474059" y="1161288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Rectangle 1037"/>
          <p:cNvSpPr/>
          <p:nvPr/>
        </p:nvSpPr>
        <p:spPr>
          <a:xfrm>
            <a:off x="8560783" y="2249643"/>
            <a:ext cx="57816" cy="41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Rectangle 1038"/>
          <p:cNvSpPr/>
          <p:nvPr/>
        </p:nvSpPr>
        <p:spPr>
          <a:xfrm>
            <a:off x="8618599" y="2247964"/>
            <a:ext cx="57816" cy="58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Rectangle 1039"/>
          <p:cNvSpPr/>
          <p:nvPr/>
        </p:nvSpPr>
        <p:spPr>
          <a:xfrm>
            <a:off x="8676416" y="2241251"/>
            <a:ext cx="57816" cy="125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Rectangle 1040"/>
          <p:cNvSpPr/>
          <p:nvPr/>
        </p:nvSpPr>
        <p:spPr>
          <a:xfrm>
            <a:off x="8734232" y="2234538"/>
            <a:ext cx="57816" cy="193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Rectangle 1041"/>
          <p:cNvSpPr/>
          <p:nvPr/>
        </p:nvSpPr>
        <p:spPr>
          <a:xfrm>
            <a:off x="8792048" y="2217755"/>
            <a:ext cx="57816" cy="3608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Rectangle 1042"/>
          <p:cNvSpPr/>
          <p:nvPr/>
        </p:nvSpPr>
        <p:spPr>
          <a:xfrm>
            <a:off x="8849864" y="2204329"/>
            <a:ext cx="57816" cy="495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Rectangle 1043"/>
          <p:cNvSpPr/>
          <p:nvPr/>
        </p:nvSpPr>
        <p:spPr>
          <a:xfrm>
            <a:off x="8907680" y="2172442"/>
            <a:ext cx="57816" cy="813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Rectangle 1044"/>
          <p:cNvSpPr/>
          <p:nvPr/>
        </p:nvSpPr>
        <p:spPr>
          <a:xfrm>
            <a:off x="8965496" y="2170764"/>
            <a:ext cx="57816" cy="830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Rectangle 1045"/>
          <p:cNvSpPr/>
          <p:nvPr/>
        </p:nvSpPr>
        <p:spPr>
          <a:xfrm>
            <a:off x="9023312" y="2127128"/>
            <a:ext cx="57816" cy="1267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Rectangle 1046"/>
          <p:cNvSpPr/>
          <p:nvPr/>
        </p:nvSpPr>
        <p:spPr>
          <a:xfrm>
            <a:off x="9081128" y="2080137"/>
            <a:ext cx="57816" cy="1737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Rectangle 1047"/>
          <p:cNvSpPr/>
          <p:nvPr/>
        </p:nvSpPr>
        <p:spPr>
          <a:xfrm>
            <a:off x="9138944" y="2031467"/>
            <a:ext cx="57816" cy="22237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Rectangle 1048"/>
          <p:cNvSpPr/>
          <p:nvPr/>
        </p:nvSpPr>
        <p:spPr>
          <a:xfrm>
            <a:off x="9196760" y="1983636"/>
            <a:ext cx="57816" cy="27020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Rectangle 1049"/>
          <p:cNvSpPr/>
          <p:nvPr/>
        </p:nvSpPr>
        <p:spPr>
          <a:xfrm>
            <a:off x="9254576" y="1950910"/>
            <a:ext cx="57816" cy="3029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Rectangle 1050"/>
          <p:cNvSpPr/>
          <p:nvPr/>
        </p:nvSpPr>
        <p:spPr>
          <a:xfrm>
            <a:off x="9312393" y="1934127"/>
            <a:ext cx="57816" cy="3197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Rectangle 1051"/>
          <p:cNvSpPr/>
          <p:nvPr/>
        </p:nvSpPr>
        <p:spPr>
          <a:xfrm>
            <a:off x="9370209" y="1929931"/>
            <a:ext cx="57816" cy="32390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Rectangle 1052"/>
          <p:cNvSpPr/>
          <p:nvPr/>
        </p:nvSpPr>
        <p:spPr>
          <a:xfrm>
            <a:off x="9428025" y="1934127"/>
            <a:ext cx="57816" cy="31971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Rectangle 1053"/>
          <p:cNvSpPr/>
          <p:nvPr/>
        </p:nvSpPr>
        <p:spPr>
          <a:xfrm>
            <a:off x="9485841" y="1936644"/>
            <a:ext cx="57816" cy="31719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Rectangle 1054"/>
          <p:cNvSpPr/>
          <p:nvPr/>
        </p:nvSpPr>
        <p:spPr>
          <a:xfrm>
            <a:off x="9543657" y="1980279"/>
            <a:ext cx="57816" cy="27355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Rectangle 1055"/>
          <p:cNvSpPr/>
          <p:nvPr/>
        </p:nvSpPr>
        <p:spPr>
          <a:xfrm>
            <a:off x="9601473" y="1991188"/>
            <a:ext cx="57816" cy="2626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Rectangle 1056"/>
          <p:cNvSpPr/>
          <p:nvPr/>
        </p:nvSpPr>
        <p:spPr>
          <a:xfrm>
            <a:off x="9659289" y="2009649"/>
            <a:ext cx="57816" cy="2441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Rectangle 1057"/>
          <p:cNvSpPr/>
          <p:nvPr/>
        </p:nvSpPr>
        <p:spPr>
          <a:xfrm>
            <a:off x="9717105" y="2073424"/>
            <a:ext cx="57816" cy="18041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Rectangle 1058"/>
          <p:cNvSpPr/>
          <p:nvPr/>
        </p:nvSpPr>
        <p:spPr>
          <a:xfrm>
            <a:off x="9774921" y="2100276"/>
            <a:ext cx="57816" cy="1535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Rectangle 1059"/>
          <p:cNvSpPr/>
          <p:nvPr/>
        </p:nvSpPr>
        <p:spPr>
          <a:xfrm>
            <a:off x="9832737" y="2120415"/>
            <a:ext cx="57816" cy="13342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Rectangle 1060"/>
          <p:cNvSpPr/>
          <p:nvPr/>
        </p:nvSpPr>
        <p:spPr>
          <a:xfrm>
            <a:off x="9890553" y="2162372"/>
            <a:ext cx="57816" cy="914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Rectangle 1061"/>
          <p:cNvSpPr/>
          <p:nvPr/>
        </p:nvSpPr>
        <p:spPr>
          <a:xfrm>
            <a:off x="9948369" y="2185029"/>
            <a:ext cx="57816" cy="688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Rectangle 1062"/>
          <p:cNvSpPr/>
          <p:nvPr/>
        </p:nvSpPr>
        <p:spPr>
          <a:xfrm>
            <a:off x="10006185" y="2210203"/>
            <a:ext cx="57816" cy="436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Rectangle 1063"/>
          <p:cNvSpPr/>
          <p:nvPr/>
        </p:nvSpPr>
        <p:spPr>
          <a:xfrm>
            <a:off x="10064002" y="2221112"/>
            <a:ext cx="57816" cy="3272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Rectangle 1064"/>
          <p:cNvSpPr/>
          <p:nvPr/>
        </p:nvSpPr>
        <p:spPr>
          <a:xfrm>
            <a:off x="10121818" y="2235377"/>
            <a:ext cx="57816" cy="18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Rectangle 1065"/>
          <p:cNvSpPr/>
          <p:nvPr/>
        </p:nvSpPr>
        <p:spPr>
          <a:xfrm>
            <a:off x="10179634" y="2241251"/>
            <a:ext cx="57816" cy="125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Rectangle 1066"/>
          <p:cNvSpPr/>
          <p:nvPr/>
        </p:nvSpPr>
        <p:spPr>
          <a:xfrm>
            <a:off x="10237450" y="2242090"/>
            <a:ext cx="57816" cy="117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Rectangle 1067"/>
          <p:cNvSpPr/>
          <p:nvPr/>
        </p:nvSpPr>
        <p:spPr>
          <a:xfrm>
            <a:off x="8733982" y="2233634"/>
            <a:ext cx="20010" cy="202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8753992" y="2253838"/>
            <a:ext cx="20010" cy="0"/>
          </a:xfrm>
          <a:custGeom>
            <a:avLst/>
            <a:gdLst/>
            <a:ahLst/>
            <a:cxnLst/>
            <a:rect l="l" t="t" r="r" b="b"/>
            <a:pathLst>
              <a:path w="20010" h="0">
                <a:moveTo>
                  <a:pt x="0" y="0"/>
                </a:moveTo>
                <a:lnTo>
                  <a:pt x="20010" y="0"/>
                </a:lnTo>
                <a:close/>
                <a:lnTo>
                  <a:pt x="20010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8774002" y="2253838"/>
            <a:ext cx="20011" cy="0"/>
          </a:xfrm>
          <a:custGeom>
            <a:avLst/>
            <a:gdLst/>
            <a:ahLst/>
            <a:cxnLst/>
            <a:rect l="l" t="t" r="r" b="b"/>
            <a:pathLst>
              <a:path w="20011" h="0">
                <a:moveTo>
                  <a:pt x="0" y="0"/>
                </a:moveTo>
                <a:lnTo>
                  <a:pt x="20011" y="0"/>
                </a:lnTo>
                <a:close/>
                <a:lnTo>
                  <a:pt x="20011" y="0"/>
                </a:lnTo>
                <a:close/>
                <a:lnTo>
                  <a:pt x="0" y="0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Rectangle 1070"/>
          <p:cNvSpPr/>
          <p:nvPr/>
        </p:nvSpPr>
        <p:spPr>
          <a:xfrm>
            <a:off x="8794013" y="2233634"/>
            <a:ext cx="20010" cy="202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Rectangle 1071"/>
          <p:cNvSpPr/>
          <p:nvPr/>
        </p:nvSpPr>
        <p:spPr>
          <a:xfrm>
            <a:off x="8814023" y="2233634"/>
            <a:ext cx="20010" cy="2020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Rectangle 1072"/>
          <p:cNvSpPr/>
          <p:nvPr/>
        </p:nvSpPr>
        <p:spPr>
          <a:xfrm>
            <a:off x="8834034" y="2173021"/>
            <a:ext cx="20010" cy="808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Rectangle 1073"/>
          <p:cNvSpPr/>
          <p:nvPr/>
        </p:nvSpPr>
        <p:spPr>
          <a:xfrm>
            <a:off x="8854044" y="2132612"/>
            <a:ext cx="20010" cy="12122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Rectangle 1074"/>
          <p:cNvSpPr/>
          <p:nvPr/>
        </p:nvSpPr>
        <p:spPr>
          <a:xfrm>
            <a:off x="8874054" y="2132612"/>
            <a:ext cx="20010" cy="12122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Rectangle 1075"/>
          <p:cNvSpPr/>
          <p:nvPr/>
        </p:nvSpPr>
        <p:spPr>
          <a:xfrm>
            <a:off x="8894065" y="1970977"/>
            <a:ext cx="20010" cy="28286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Rectangle 1076"/>
          <p:cNvSpPr/>
          <p:nvPr/>
        </p:nvSpPr>
        <p:spPr>
          <a:xfrm>
            <a:off x="8914075" y="1789138"/>
            <a:ext cx="20010" cy="46470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Rectangle 1077"/>
          <p:cNvSpPr/>
          <p:nvPr/>
        </p:nvSpPr>
        <p:spPr>
          <a:xfrm>
            <a:off x="8934086" y="1647708"/>
            <a:ext cx="20010" cy="60613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Rectangle 1078"/>
          <p:cNvSpPr/>
          <p:nvPr/>
        </p:nvSpPr>
        <p:spPr>
          <a:xfrm>
            <a:off x="8954096" y="1556788"/>
            <a:ext cx="20010" cy="6970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Rectangle 1079"/>
          <p:cNvSpPr/>
          <p:nvPr/>
        </p:nvSpPr>
        <p:spPr>
          <a:xfrm>
            <a:off x="8974107" y="1496175"/>
            <a:ext cx="20010" cy="75766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Rectangle 1080"/>
          <p:cNvSpPr/>
          <p:nvPr/>
        </p:nvSpPr>
        <p:spPr>
          <a:xfrm>
            <a:off x="8994117" y="1395153"/>
            <a:ext cx="20010" cy="85868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Rectangle 1081"/>
          <p:cNvSpPr/>
          <p:nvPr/>
        </p:nvSpPr>
        <p:spPr>
          <a:xfrm>
            <a:off x="9014127" y="1273927"/>
            <a:ext cx="20010" cy="97991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Rectangle 1082"/>
          <p:cNvSpPr/>
          <p:nvPr/>
        </p:nvSpPr>
        <p:spPr>
          <a:xfrm>
            <a:off x="9034138" y="1334540"/>
            <a:ext cx="20010" cy="9192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Rectangle 1083"/>
          <p:cNvSpPr/>
          <p:nvPr/>
        </p:nvSpPr>
        <p:spPr>
          <a:xfrm>
            <a:off x="9054148" y="1213314"/>
            <a:ext cx="20010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Rectangle 1084"/>
          <p:cNvSpPr/>
          <p:nvPr/>
        </p:nvSpPr>
        <p:spPr>
          <a:xfrm>
            <a:off x="9074159" y="1294132"/>
            <a:ext cx="20010" cy="9597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Rectangle 1085"/>
          <p:cNvSpPr/>
          <p:nvPr/>
        </p:nvSpPr>
        <p:spPr>
          <a:xfrm>
            <a:off x="9094169" y="1223416"/>
            <a:ext cx="20010" cy="103042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Rectangle 1086"/>
          <p:cNvSpPr/>
          <p:nvPr/>
        </p:nvSpPr>
        <p:spPr>
          <a:xfrm>
            <a:off x="9114179" y="1546686"/>
            <a:ext cx="20010" cy="7071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Rectangle 1087"/>
          <p:cNvSpPr/>
          <p:nvPr/>
        </p:nvSpPr>
        <p:spPr>
          <a:xfrm>
            <a:off x="9134190" y="1526482"/>
            <a:ext cx="20010" cy="72735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Rectangle 1088"/>
          <p:cNvSpPr/>
          <p:nvPr/>
        </p:nvSpPr>
        <p:spPr>
          <a:xfrm>
            <a:off x="9154200" y="1597197"/>
            <a:ext cx="20010" cy="6566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Rectangle 1089"/>
          <p:cNvSpPr/>
          <p:nvPr/>
        </p:nvSpPr>
        <p:spPr>
          <a:xfrm>
            <a:off x="9174211" y="1920467"/>
            <a:ext cx="20010" cy="3333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Rectangle 1090"/>
          <p:cNvSpPr/>
          <p:nvPr/>
        </p:nvSpPr>
        <p:spPr>
          <a:xfrm>
            <a:off x="9194221" y="2021488"/>
            <a:ext cx="20010" cy="23235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Rectangle 1091"/>
          <p:cNvSpPr/>
          <p:nvPr/>
        </p:nvSpPr>
        <p:spPr>
          <a:xfrm>
            <a:off x="9214231" y="2112408"/>
            <a:ext cx="20010" cy="14143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Rectangle 1092"/>
          <p:cNvSpPr/>
          <p:nvPr/>
        </p:nvSpPr>
        <p:spPr>
          <a:xfrm>
            <a:off x="9234242" y="2061897"/>
            <a:ext cx="20010" cy="1919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Rectangle 1093"/>
          <p:cNvSpPr/>
          <p:nvPr/>
        </p:nvSpPr>
        <p:spPr>
          <a:xfrm>
            <a:off x="9254252" y="2173021"/>
            <a:ext cx="20010" cy="808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Rectangle 1094"/>
          <p:cNvSpPr/>
          <p:nvPr/>
        </p:nvSpPr>
        <p:spPr>
          <a:xfrm>
            <a:off x="9274263" y="2243736"/>
            <a:ext cx="20010" cy="101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Rectangle 1095"/>
          <p:cNvSpPr/>
          <p:nvPr/>
        </p:nvSpPr>
        <p:spPr>
          <a:xfrm>
            <a:off x="9294273" y="2223532"/>
            <a:ext cx="20010" cy="303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Rectangle 1096"/>
          <p:cNvSpPr/>
          <p:nvPr/>
        </p:nvSpPr>
        <p:spPr>
          <a:xfrm>
            <a:off x="9314283" y="2223532"/>
            <a:ext cx="20010" cy="303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8552220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TextBox 1098"/>
          <p:cNvSpPr txBox="1"/>
          <p:nvPr/>
        </p:nvSpPr>
        <p:spPr>
          <a:xfrm>
            <a:off x="8486579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1100" name="Freeform 1099"/>
          <p:cNvSpPr/>
          <p:nvPr/>
        </p:nvSpPr>
        <p:spPr>
          <a:xfrm>
            <a:off x="8848713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TextBox 1100"/>
          <p:cNvSpPr txBox="1"/>
          <p:nvPr/>
        </p:nvSpPr>
        <p:spPr>
          <a:xfrm>
            <a:off x="878307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1102" name="Freeform 1101"/>
          <p:cNvSpPr/>
          <p:nvPr/>
        </p:nvSpPr>
        <p:spPr>
          <a:xfrm>
            <a:off x="9145206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9079566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1104" name="Freeform 1103"/>
          <p:cNvSpPr/>
          <p:nvPr/>
        </p:nvSpPr>
        <p:spPr>
          <a:xfrm>
            <a:off x="9441699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TextBox 1104"/>
          <p:cNvSpPr txBox="1"/>
          <p:nvPr/>
        </p:nvSpPr>
        <p:spPr>
          <a:xfrm>
            <a:off x="9376059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106" name="Freeform 1105"/>
          <p:cNvSpPr/>
          <p:nvPr/>
        </p:nvSpPr>
        <p:spPr>
          <a:xfrm>
            <a:off x="9738192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TextBox 1106"/>
          <p:cNvSpPr txBox="1"/>
          <p:nvPr/>
        </p:nvSpPr>
        <p:spPr>
          <a:xfrm>
            <a:off x="9672552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2.2</a:t>
            </a:r>
          </a:p>
        </p:txBody>
      </p:sp>
      <p:sp>
        <p:nvSpPr>
          <p:cNvPr id="1108" name="Freeform 1107"/>
          <p:cNvSpPr/>
          <p:nvPr/>
        </p:nvSpPr>
        <p:spPr>
          <a:xfrm>
            <a:off x="10034685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9969045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2.4</a:t>
            </a:r>
          </a:p>
        </p:txBody>
      </p:sp>
      <p:sp>
        <p:nvSpPr>
          <p:cNvPr id="1110" name="Freeform 1109"/>
          <p:cNvSpPr/>
          <p:nvPr/>
        </p:nvSpPr>
        <p:spPr>
          <a:xfrm>
            <a:off x="10331178" y="225383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TextBox 1110"/>
          <p:cNvSpPr txBox="1"/>
          <p:nvPr/>
        </p:nvSpPr>
        <p:spPr>
          <a:xfrm>
            <a:off x="10265538" y="2322913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2.6</a:t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10061434" y="243023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1113" name="Freeform 1112"/>
          <p:cNvSpPr/>
          <p:nvPr/>
        </p:nvSpPr>
        <p:spPr>
          <a:xfrm>
            <a:off x="8429609" y="22538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TextBox 1113"/>
          <p:cNvSpPr txBox="1"/>
          <p:nvPr/>
        </p:nvSpPr>
        <p:spPr>
          <a:xfrm>
            <a:off x="8332637" y="220265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15" name="Freeform 1114"/>
          <p:cNvSpPr/>
          <p:nvPr/>
        </p:nvSpPr>
        <p:spPr>
          <a:xfrm>
            <a:off x="8429609" y="192657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8332637" y="187538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17" name="Freeform 1116"/>
          <p:cNvSpPr/>
          <p:nvPr/>
        </p:nvSpPr>
        <p:spPr>
          <a:xfrm>
            <a:off x="8429609" y="159931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8332637" y="1548124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119" name="Freeform 1118"/>
          <p:cNvSpPr/>
          <p:nvPr/>
        </p:nvSpPr>
        <p:spPr>
          <a:xfrm>
            <a:off x="8429609" y="12720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TextBox 1119"/>
          <p:cNvSpPr txBox="1"/>
          <p:nvPr/>
        </p:nvSpPr>
        <p:spPr>
          <a:xfrm>
            <a:off x="8332637" y="122086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8474059" y="99618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1e−11</a:t>
            </a:r>
          </a:p>
        </p:txBody>
      </p:sp>
      <p:sp>
        <p:nvSpPr>
          <p:cNvPr id="1122" name="Freeform 1121"/>
          <p:cNvSpPr/>
          <p:nvPr/>
        </p:nvSpPr>
        <p:spPr>
          <a:xfrm>
            <a:off x="8474059" y="1161288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8474059" y="2253838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9189376" y="869718"/>
            <a:ext cx="5283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Extreme</a:t>
            </a:r>
          </a:p>
        </p:txBody>
      </p:sp>
      <p:sp>
        <p:nvSpPr>
          <p:cNvPr id="1125" name="Rectangle 1124"/>
          <p:cNvSpPr/>
          <p:nvPr/>
        </p:nvSpPr>
        <p:spPr>
          <a:xfrm>
            <a:off x="8474059" y="290936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Rectangle 1125"/>
          <p:cNvSpPr/>
          <p:nvPr/>
        </p:nvSpPr>
        <p:spPr>
          <a:xfrm>
            <a:off x="8560783" y="3998147"/>
            <a:ext cx="57816" cy="377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Rectangle 1126"/>
          <p:cNvSpPr/>
          <p:nvPr/>
        </p:nvSpPr>
        <p:spPr>
          <a:xfrm>
            <a:off x="8618599" y="3996889"/>
            <a:ext cx="57816" cy="503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Rectangle 1127"/>
          <p:cNvSpPr/>
          <p:nvPr/>
        </p:nvSpPr>
        <p:spPr>
          <a:xfrm>
            <a:off x="8676416" y="3985573"/>
            <a:ext cx="57816" cy="1634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Rectangle 1128"/>
          <p:cNvSpPr/>
          <p:nvPr/>
        </p:nvSpPr>
        <p:spPr>
          <a:xfrm>
            <a:off x="8734232" y="3978029"/>
            <a:ext cx="57816" cy="2389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Rectangle 1129"/>
          <p:cNvSpPr/>
          <p:nvPr/>
        </p:nvSpPr>
        <p:spPr>
          <a:xfrm>
            <a:off x="8792048" y="3949109"/>
            <a:ext cx="57816" cy="5281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Rectangle 1130"/>
          <p:cNvSpPr/>
          <p:nvPr/>
        </p:nvSpPr>
        <p:spPr>
          <a:xfrm>
            <a:off x="8849864" y="3934020"/>
            <a:ext cx="57816" cy="678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Rectangle 1131"/>
          <p:cNvSpPr/>
          <p:nvPr/>
        </p:nvSpPr>
        <p:spPr>
          <a:xfrm>
            <a:off x="8907680" y="3906358"/>
            <a:ext cx="57816" cy="955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Rectangle 1132"/>
          <p:cNvSpPr/>
          <p:nvPr/>
        </p:nvSpPr>
        <p:spPr>
          <a:xfrm>
            <a:off x="8965496" y="3857320"/>
            <a:ext cx="57816" cy="1445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Rectangle 1133"/>
          <p:cNvSpPr/>
          <p:nvPr/>
        </p:nvSpPr>
        <p:spPr>
          <a:xfrm>
            <a:off x="9023312" y="3805767"/>
            <a:ext cx="57816" cy="19615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Rectangle 1134"/>
          <p:cNvSpPr/>
          <p:nvPr/>
        </p:nvSpPr>
        <p:spPr>
          <a:xfrm>
            <a:off x="9081128" y="3746671"/>
            <a:ext cx="57816" cy="2552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Rectangle 1135"/>
          <p:cNvSpPr/>
          <p:nvPr/>
        </p:nvSpPr>
        <p:spPr>
          <a:xfrm>
            <a:off x="9138944" y="3627219"/>
            <a:ext cx="57816" cy="37470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Rectangle 1136"/>
          <p:cNvSpPr/>
          <p:nvPr/>
        </p:nvSpPr>
        <p:spPr>
          <a:xfrm>
            <a:off x="9196760" y="3639793"/>
            <a:ext cx="57816" cy="36212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Rectangle 1137"/>
          <p:cNvSpPr/>
          <p:nvPr/>
        </p:nvSpPr>
        <p:spPr>
          <a:xfrm>
            <a:off x="9254576" y="3509026"/>
            <a:ext cx="57816" cy="4928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Rectangle 1138"/>
          <p:cNvSpPr/>
          <p:nvPr/>
        </p:nvSpPr>
        <p:spPr>
          <a:xfrm>
            <a:off x="9312393" y="3505253"/>
            <a:ext cx="57816" cy="4966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Rectangle 1139"/>
          <p:cNvSpPr/>
          <p:nvPr/>
        </p:nvSpPr>
        <p:spPr>
          <a:xfrm>
            <a:off x="9370209" y="3482621"/>
            <a:ext cx="57816" cy="51929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Rectangle 1140"/>
          <p:cNvSpPr/>
          <p:nvPr/>
        </p:nvSpPr>
        <p:spPr>
          <a:xfrm>
            <a:off x="9428025" y="3404663"/>
            <a:ext cx="57816" cy="59725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Rectangle 1141"/>
          <p:cNvSpPr/>
          <p:nvPr/>
        </p:nvSpPr>
        <p:spPr>
          <a:xfrm>
            <a:off x="9485841" y="3520342"/>
            <a:ext cx="57816" cy="48157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Rectangle 1142"/>
          <p:cNvSpPr/>
          <p:nvPr/>
        </p:nvSpPr>
        <p:spPr>
          <a:xfrm>
            <a:off x="9543657" y="3540460"/>
            <a:ext cx="57816" cy="46145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Rectangle 1143"/>
          <p:cNvSpPr/>
          <p:nvPr/>
        </p:nvSpPr>
        <p:spPr>
          <a:xfrm>
            <a:off x="9601473" y="3602072"/>
            <a:ext cx="57816" cy="39984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Rectangle 1144"/>
          <p:cNvSpPr/>
          <p:nvPr/>
        </p:nvSpPr>
        <p:spPr>
          <a:xfrm>
            <a:off x="9659289" y="3661169"/>
            <a:ext cx="57816" cy="3407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Rectangle 1145"/>
          <p:cNvSpPr/>
          <p:nvPr/>
        </p:nvSpPr>
        <p:spPr>
          <a:xfrm>
            <a:off x="9717105" y="3735354"/>
            <a:ext cx="57816" cy="26656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Rectangle 1146"/>
          <p:cNvSpPr/>
          <p:nvPr/>
        </p:nvSpPr>
        <p:spPr>
          <a:xfrm>
            <a:off x="9774921" y="3810797"/>
            <a:ext cx="57816" cy="19112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Rectangle 1147"/>
          <p:cNvSpPr/>
          <p:nvPr/>
        </p:nvSpPr>
        <p:spPr>
          <a:xfrm>
            <a:off x="9832737" y="3834687"/>
            <a:ext cx="57816" cy="16723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Rectangle 1148"/>
          <p:cNvSpPr/>
          <p:nvPr/>
        </p:nvSpPr>
        <p:spPr>
          <a:xfrm>
            <a:off x="9890553" y="3897556"/>
            <a:ext cx="57816" cy="10436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Rectangle 1149"/>
          <p:cNvSpPr/>
          <p:nvPr/>
        </p:nvSpPr>
        <p:spPr>
          <a:xfrm>
            <a:off x="9948369" y="3927733"/>
            <a:ext cx="57816" cy="7418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Rectangle 1150"/>
          <p:cNvSpPr/>
          <p:nvPr/>
        </p:nvSpPr>
        <p:spPr>
          <a:xfrm>
            <a:off x="10006185" y="3961683"/>
            <a:ext cx="57816" cy="402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Rectangle 1151"/>
          <p:cNvSpPr/>
          <p:nvPr/>
        </p:nvSpPr>
        <p:spPr>
          <a:xfrm>
            <a:off x="10064002" y="3974257"/>
            <a:ext cx="57816" cy="276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Rectangle 1152"/>
          <p:cNvSpPr/>
          <p:nvPr/>
        </p:nvSpPr>
        <p:spPr>
          <a:xfrm>
            <a:off x="10121818" y="3990602"/>
            <a:ext cx="57816" cy="1131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Rectangle 1153"/>
          <p:cNvSpPr/>
          <p:nvPr/>
        </p:nvSpPr>
        <p:spPr>
          <a:xfrm>
            <a:off x="10179634" y="3989345"/>
            <a:ext cx="57816" cy="125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Rectangle 1154"/>
          <p:cNvSpPr/>
          <p:nvPr/>
        </p:nvSpPr>
        <p:spPr>
          <a:xfrm>
            <a:off x="10237450" y="3998147"/>
            <a:ext cx="57816" cy="377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Rectangle 1155"/>
          <p:cNvSpPr/>
          <p:nvPr/>
        </p:nvSpPr>
        <p:spPr>
          <a:xfrm>
            <a:off x="9224102" y="3965195"/>
            <a:ext cx="24744" cy="367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Rectangle 1156"/>
          <p:cNvSpPr/>
          <p:nvPr/>
        </p:nvSpPr>
        <p:spPr>
          <a:xfrm>
            <a:off x="9248846" y="3928470"/>
            <a:ext cx="24744" cy="7344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Rectangle 1157"/>
          <p:cNvSpPr/>
          <p:nvPr/>
        </p:nvSpPr>
        <p:spPr>
          <a:xfrm>
            <a:off x="9273590" y="3903987"/>
            <a:ext cx="24744" cy="979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Rectangle 1158"/>
          <p:cNvSpPr/>
          <p:nvPr/>
        </p:nvSpPr>
        <p:spPr>
          <a:xfrm>
            <a:off x="9298334" y="3867263"/>
            <a:ext cx="24744" cy="1346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Rectangle 1159"/>
          <p:cNvSpPr/>
          <p:nvPr/>
        </p:nvSpPr>
        <p:spPr>
          <a:xfrm>
            <a:off x="9323079" y="3830538"/>
            <a:ext cx="24744" cy="1713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Rectangle 1160"/>
          <p:cNvSpPr/>
          <p:nvPr/>
        </p:nvSpPr>
        <p:spPr>
          <a:xfrm>
            <a:off x="9347823" y="3732607"/>
            <a:ext cx="24744" cy="26931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Rectangle 1161"/>
          <p:cNvSpPr/>
          <p:nvPr/>
        </p:nvSpPr>
        <p:spPr>
          <a:xfrm>
            <a:off x="9372567" y="3646917"/>
            <a:ext cx="24744" cy="35500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Rectangle 1162"/>
          <p:cNvSpPr/>
          <p:nvPr/>
        </p:nvSpPr>
        <p:spPr>
          <a:xfrm>
            <a:off x="9397311" y="3597951"/>
            <a:ext cx="24744" cy="4039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Rectangle 1163"/>
          <p:cNvSpPr/>
          <p:nvPr/>
        </p:nvSpPr>
        <p:spPr>
          <a:xfrm>
            <a:off x="9422055" y="3365363"/>
            <a:ext cx="24744" cy="6365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Rectangle 1164"/>
          <p:cNvSpPr/>
          <p:nvPr/>
        </p:nvSpPr>
        <p:spPr>
          <a:xfrm>
            <a:off x="9446799" y="3353121"/>
            <a:ext cx="24744" cy="64879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Rectangle 1165"/>
          <p:cNvSpPr/>
          <p:nvPr/>
        </p:nvSpPr>
        <p:spPr>
          <a:xfrm>
            <a:off x="9471543" y="3206224"/>
            <a:ext cx="24744" cy="79569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Rectangle 1166"/>
          <p:cNvSpPr/>
          <p:nvPr/>
        </p:nvSpPr>
        <p:spPr>
          <a:xfrm>
            <a:off x="9496287" y="3022602"/>
            <a:ext cx="24744" cy="97931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Rectangle 1167"/>
          <p:cNvSpPr/>
          <p:nvPr/>
        </p:nvSpPr>
        <p:spPr>
          <a:xfrm>
            <a:off x="9521031" y="2985878"/>
            <a:ext cx="24744" cy="10160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Rectangle 1168"/>
          <p:cNvSpPr/>
          <p:nvPr/>
        </p:nvSpPr>
        <p:spPr>
          <a:xfrm>
            <a:off x="9545775" y="3096051"/>
            <a:ext cx="24744" cy="90586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Rectangle 1169"/>
          <p:cNvSpPr/>
          <p:nvPr/>
        </p:nvSpPr>
        <p:spPr>
          <a:xfrm>
            <a:off x="9570519" y="2961395"/>
            <a:ext cx="24744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Rectangle 1170"/>
          <p:cNvSpPr/>
          <p:nvPr/>
        </p:nvSpPr>
        <p:spPr>
          <a:xfrm>
            <a:off x="9595263" y="2985878"/>
            <a:ext cx="24744" cy="10160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Rectangle 1171"/>
          <p:cNvSpPr/>
          <p:nvPr/>
        </p:nvSpPr>
        <p:spPr>
          <a:xfrm>
            <a:off x="9620007" y="3120534"/>
            <a:ext cx="24744" cy="88138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Rectangle 1172"/>
          <p:cNvSpPr/>
          <p:nvPr/>
        </p:nvSpPr>
        <p:spPr>
          <a:xfrm>
            <a:off x="9644751" y="3206224"/>
            <a:ext cx="24744" cy="79569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Rectangle 1173"/>
          <p:cNvSpPr/>
          <p:nvPr/>
        </p:nvSpPr>
        <p:spPr>
          <a:xfrm>
            <a:off x="9669496" y="3169500"/>
            <a:ext cx="24744" cy="83241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Rectangle 1174"/>
          <p:cNvSpPr/>
          <p:nvPr/>
        </p:nvSpPr>
        <p:spPr>
          <a:xfrm>
            <a:off x="9694240" y="3279673"/>
            <a:ext cx="24744" cy="72224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Rectangle 1175"/>
          <p:cNvSpPr/>
          <p:nvPr/>
        </p:nvSpPr>
        <p:spPr>
          <a:xfrm>
            <a:off x="9718984" y="3218465"/>
            <a:ext cx="24744" cy="78345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Rectangle 1176"/>
          <p:cNvSpPr/>
          <p:nvPr/>
        </p:nvSpPr>
        <p:spPr>
          <a:xfrm>
            <a:off x="9743728" y="3548985"/>
            <a:ext cx="24744" cy="4529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Rectangle 1177"/>
          <p:cNvSpPr/>
          <p:nvPr/>
        </p:nvSpPr>
        <p:spPr>
          <a:xfrm>
            <a:off x="9768472" y="3536743"/>
            <a:ext cx="24744" cy="46517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Rectangle 1178"/>
          <p:cNvSpPr/>
          <p:nvPr/>
        </p:nvSpPr>
        <p:spPr>
          <a:xfrm>
            <a:off x="9793216" y="3585709"/>
            <a:ext cx="24744" cy="41621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Rectangle 1179"/>
          <p:cNvSpPr/>
          <p:nvPr/>
        </p:nvSpPr>
        <p:spPr>
          <a:xfrm>
            <a:off x="9817960" y="3732607"/>
            <a:ext cx="24744" cy="26931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Rectangle 1180"/>
          <p:cNvSpPr/>
          <p:nvPr/>
        </p:nvSpPr>
        <p:spPr>
          <a:xfrm>
            <a:off x="9842704" y="3806056"/>
            <a:ext cx="24744" cy="19586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Rectangle 1181"/>
          <p:cNvSpPr/>
          <p:nvPr/>
        </p:nvSpPr>
        <p:spPr>
          <a:xfrm>
            <a:off x="9867448" y="3855021"/>
            <a:ext cx="24744" cy="1468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Rectangle 1182"/>
          <p:cNvSpPr/>
          <p:nvPr/>
        </p:nvSpPr>
        <p:spPr>
          <a:xfrm>
            <a:off x="9892192" y="3940712"/>
            <a:ext cx="24744" cy="612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Rectangle 1183"/>
          <p:cNvSpPr/>
          <p:nvPr/>
        </p:nvSpPr>
        <p:spPr>
          <a:xfrm>
            <a:off x="9916936" y="3940712"/>
            <a:ext cx="24744" cy="612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Rectangle 1184"/>
          <p:cNvSpPr/>
          <p:nvPr/>
        </p:nvSpPr>
        <p:spPr>
          <a:xfrm>
            <a:off x="9941680" y="3977436"/>
            <a:ext cx="24744" cy="24483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8894351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8828711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188" name="Freeform 1187"/>
          <p:cNvSpPr/>
          <p:nvPr/>
        </p:nvSpPr>
        <p:spPr>
          <a:xfrm>
            <a:off x="9418530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TextBox 1188"/>
          <p:cNvSpPr txBox="1"/>
          <p:nvPr/>
        </p:nvSpPr>
        <p:spPr>
          <a:xfrm>
            <a:off x="9352890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190" name="Freeform 1189"/>
          <p:cNvSpPr/>
          <p:nvPr/>
        </p:nvSpPr>
        <p:spPr>
          <a:xfrm>
            <a:off x="9942709" y="400191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TextBox 1190"/>
          <p:cNvSpPr txBox="1"/>
          <p:nvPr/>
        </p:nvSpPr>
        <p:spPr>
          <a:xfrm>
            <a:off x="9877069" y="4070994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1192" name="TextBox 1191"/>
          <p:cNvSpPr txBox="1"/>
          <p:nvPr/>
        </p:nvSpPr>
        <p:spPr>
          <a:xfrm>
            <a:off x="10035816" y="4178312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1193" name="Freeform 1192"/>
          <p:cNvSpPr/>
          <p:nvPr/>
        </p:nvSpPr>
        <p:spPr>
          <a:xfrm>
            <a:off x="8429609" y="4001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TextBox 1193"/>
          <p:cNvSpPr txBox="1"/>
          <p:nvPr/>
        </p:nvSpPr>
        <p:spPr>
          <a:xfrm>
            <a:off x="8332637" y="3950731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95" name="Freeform 1194"/>
          <p:cNvSpPr/>
          <p:nvPr/>
        </p:nvSpPr>
        <p:spPr>
          <a:xfrm>
            <a:off x="8429609" y="37245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8070025" y="3673357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200000</a:t>
            </a:r>
          </a:p>
        </p:txBody>
      </p:sp>
      <p:sp>
        <p:nvSpPr>
          <p:cNvPr id="1197" name="Freeform 1196"/>
          <p:cNvSpPr/>
          <p:nvPr/>
        </p:nvSpPr>
        <p:spPr>
          <a:xfrm>
            <a:off x="8429609" y="344717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TextBox 1197"/>
          <p:cNvSpPr txBox="1"/>
          <p:nvPr/>
        </p:nvSpPr>
        <p:spPr>
          <a:xfrm>
            <a:off x="8070025" y="3395983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400000</a:t>
            </a:r>
          </a:p>
        </p:txBody>
      </p:sp>
      <p:sp>
        <p:nvSpPr>
          <p:cNvPr id="1199" name="Freeform 1198"/>
          <p:cNvSpPr/>
          <p:nvPr/>
        </p:nvSpPr>
        <p:spPr>
          <a:xfrm>
            <a:off x="8429609" y="31697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TextBox 1199"/>
          <p:cNvSpPr txBox="1"/>
          <p:nvPr/>
        </p:nvSpPr>
        <p:spPr>
          <a:xfrm>
            <a:off x="8070025" y="3118609"/>
            <a:ext cx="37973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600000</a:t>
            </a:r>
          </a:p>
        </p:txBody>
      </p:sp>
      <p:sp>
        <p:nvSpPr>
          <p:cNvPr id="1201" name="Freeform 1200"/>
          <p:cNvSpPr/>
          <p:nvPr/>
        </p:nvSpPr>
        <p:spPr>
          <a:xfrm>
            <a:off x="8474059" y="290936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8474059" y="400191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Rectangle 1202"/>
          <p:cNvSpPr/>
          <p:nvPr/>
        </p:nvSpPr>
        <p:spPr>
          <a:xfrm>
            <a:off x="8474059" y="4657449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Rectangle 1203"/>
          <p:cNvSpPr/>
          <p:nvPr/>
        </p:nvSpPr>
        <p:spPr>
          <a:xfrm>
            <a:off x="8560783" y="5714650"/>
            <a:ext cx="57816" cy="3535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Rectangle 1204"/>
          <p:cNvSpPr/>
          <p:nvPr/>
        </p:nvSpPr>
        <p:spPr>
          <a:xfrm>
            <a:off x="8618599" y="5702867"/>
            <a:ext cx="57816" cy="4713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Rectangle 1205"/>
          <p:cNvSpPr/>
          <p:nvPr/>
        </p:nvSpPr>
        <p:spPr>
          <a:xfrm>
            <a:off x="8676416" y="5686370"/>
            <a:ext cx="57816" cy="6362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Rectangle 1206"/>
          <p:cNvSpPr/>
          <p:nvPr/>
        </p:nvSpPr>
        <p:spPr>
          <a:xfrm>
            <a:off x="8734232" y="5655734"/>
            <a:ext cx="57816" cy="942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Rectangle 1207"/>
          <p:cNvSpPr/>
          <p:nvPr/>
        </p:nvSpPr>
        <p:spPr>
          <a:xfrm>
            <a:off x="8792048" y="5608601"/>
            <a:ext cx="57816" cy="14139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Rectangle 1208"/>
          <p:cNvSpPr/>
          <p:nvPr/>
        </p:nvSpPr>
        <p:spPr>
          <a:xfrm>
            <a:off x="8849864" y="5559112"/>
            <a:ext cx="57816" cy="19088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Rectangle 1209"/>
          <p:cNvSpPr/>
          <p:nvPr/>
        </p:nvSpPr>
        <p:spPr>
          <a:xfrm>
            <a:off x="8907680" y="5471916"/>
            <a:ext cx="57816" cy="27808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Rectangle 1210"/>
          <p:cNvSpPr/>
          <p:nvPr/>
        </p:nvSpPr>
        <p:spPr>
          <a:xfrm>
            <a:off x="8965496" y="5339944"/>
            <a:ext cx="57816" cy="4100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Rectangle 1211"/>
          <p:cNvSpPr/>
          <p:nvPr/>
        </p:nvSpPr>
        <p:spPr>
          <a:xfrm>
            <a:off x="9023312" y="5297525"/>
            <a:ext cx="57816" cy="4524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Rectangle 1212"/>
          <p:cNvSpPr/>
          <p:nvPr/>
        </p:nvSpPr>
        <p:spPr>
          <a:xfrm>
            <a:off x="9081128" y="5123133"/>
            <a:ext cx="57816" cy="62686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Rectangle 1213"/>
          <p:cNvSpPr/>
          <p:nvPr/>
        </p:nvSpPr>
        <p:spPr>
          <a:xfrm>
            <a:off x="9138944" y="5031224"/>
            <a:ext cx="57816" cy="7187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Rectangle 1214"/>
          <p:cNvSpPr/>
          <p:nvPr/>
        </p:nvSpPr>
        <p:spPr>
          <a:xfrm>
            <a:off x="9196760" y="4988805"/>
            <a:ext cx="57816" cy="76119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Rectangle 1215"/>
          <p:cNvSpPr/>
          <p:nvPr/>
        </p:nvSpPr>
        <p:spPr>
          <a:xfrm>
            <a:off x="9254576" y="4885112"/>
            <a:ext cx="57816" cy="8648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Rectangle 1216"/>
          <p:cNvSpPr/>
          <p:nvPr/>
        </p:nvSpPr>
        <p:spPr>
          <a:xfrm>
            <a:off x="9312393" y="4946385"/>
            <a:ext cx="57816" cy="80361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Rectangle 1217"/>
          <p:cNvSpPr/>
          <p:nvPr/>
        </p:nvSpPr>
        <p:spPr>
          <a:xfrm>
            <a:off x="9370209" y="4807343"/>
            <a:ext cx="57816" cy="94265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Rectangle 1218"/>
          <p:cNvSpPr/>
          <p:nvPr/>
        </p:nvSpPr>
        <p:spPr>
          <a:xfrm>
            <a:off x="9428025" y="4800273"/>
            <a:ext cx="57816" cy="94972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Rectangle 1219"/>
          <p:cNvSpPr/>
          <p:nvPr/>
        </p:nvSpPr>
        <p:spPr>
          <a:xfrm>
            <a:off x="9485841" y="4918105"/>
            <a:ext cx="57816" cy="83189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Rectangle 1220"/>
          <p:cNvSpPr/>
          <p:nvPr/>
        </p:nvSpPr>
        <p:spPr>
          <a:xfrm>
            <a:off x="9543657" y="5038294"/>
            <a:ext cx="57816" cy="7117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Rectangle 1221"/>
          <p:cNvSpPr/>
          <p:nvPr/>
        </p:nvSpPr>
        <p:spPr>
          <a:xfrm>
            <a:off x="9601473" y="5149056"/>
            <a:ext cx="57816" cy="60094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Rectangle 1222"/>
          <p:cNvSpPr/>
          <p:nvPr/>
        </p:nvSpPr>
        <p:spPr>
          <a:xfrm>
            <a:off x="9659289" y="5238609"/>
            <a:ext cx="57816" cy="51139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Rectangle 1223"/>
          <p:cNvSpPr/>
          <p:nvPr/>
        </p:nvSpPr>
        <p:spPr>
          <a:xfrm>
            <a:off x="9717105" y="5231539"/>
            <a:ext cx="57816" cy="51846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Rectangle 1224"/>
          <p:cNvSpPr/>
          <p:nvPr/>
        </p:nvSpPr>
        <p:spPr>
          <a:xfrm>
            <a:off x="9774921" y="5372937"/>
            <a:ext cx="57816" cy="37706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Rectangle 1225"/>
          <p:cNvSpPr/>
          <p:nvPr/>
        </p:nvSpPr>
        <p:spPr>
          <a:xfrm>
            <a:off x="9832737" y="5453063"/>
            <a:ext cx="57816" cy="29693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Rectangle 1226"/>
          <p:cNvSpPr/>
          <p:nvPr/>
        </p:nvSpPr>
        <p:spPr>
          <a:xfrm>
            <a:off x="9890553" y="5556755"/>
            <a:ext cx="57816" cy="19324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Rectangle 1227"/>
          <p:cNvSpPr/>
          <p:nvPr/>
        </p:nvSpPr>
        <p:spPr>
          <a:xfrm>
            <a:off x="9948369" y="5606244"/>
            <a:ext cx="57816" cy="14375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Rectangle 1228"/>
          <p:cNvSpPr/>
          <p:nvPr/>
        </p:nvSpPr>
        <p:spPr>
          <a:xfrm>
            <a:off x="10006185" y="5634524"/>
            <a:ext cx="57816" cy="1154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Rectangle 1229"/>
          <p:cNvSpPr/>
          <p:nvPr/>
        </p:nvSpPr>
        <p:spPr>
          <a:xfrm>
            <a:off x="10064002" y="5700510"/>
            <a:ext cx="57816" cy="4948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Rectangle 1230"/>
          <p:cNvSpPr/>
          <p:nvPr/>
        </p:nvSpPr>
        <p:spPr>
          <a:xfrm>
            <a:off x="10121818" y="5719363"/>
            <a:ext cx="57816" cy="3063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Rectangle 1231"/>
          <p:cNvSpPr/>
          <p:nvPr/>
        </p:nvSpPr>
        <p:spPr>
          <a:xfrm>
            <a:off x="10179634" y="5745286"/>
            <a:ext cx="57816" cy="471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Rectangle 1232"/>
          <p:cNvSpPr/>
          <p:nvPr/>
        </p:nvSpPr>
        <p:spPr>
          <a:xfrm>
            <a:off x="10237450" y="5733503"/>
            <a:ext cx="57816" cy="164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Rectangle 1233"/>
          <p:cNvSpPr/>
          <p:nvPr/>
        </p:nvSpPr>
        <p:spPr>
          <a:xfrm>
            <a:off x="8573134" y="5690879"/>
            <a:ext cx="48013" cy="5912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Rectangle 1234"/>
          <p:cNvSpPr/>
          <p:nvPr/>
        </p:nvSpPr>
        <p:spPr>
          <a:xfrm>
            <a:off x="8621147" y="5619934"/>
            <a:ext cx="48013" cy="1300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Rectangle 1235"/>
          <p:cNvSpPr/>
          <p:nvPr/>
        </p:nvSpPr>
        <p:spPr>
          <a:xfrm>
            <a:off x="8669161" y="5584462"/>
            <a:ext cx="48013" cy="16553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Rectangle 1236"/>
          <p:cNvSpPr/>
          <p:nvPr/>
        </p:nvSpPr>
        <p:spPr>
          <a:xfrm>
            <a:off x="8717174" y="5596286"/>
            <a:ext cx="48013" cy="1537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Rectangle 1237"/>
          <p:cNvSpPr/>
          <p:nvPr/>
        </p:nvSpPr>
        <p:spPr>
          <a:xfrm>
            <a:off x="8765187" y="5560813"/>
            <a:ext cx="48013" cy="18918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Rectangle 1238"/>
          <p:cNvSpPr/>
          <p:nvPr/>
        </p:nvSpPr>
        <p:spPr>
          <a:xfrm>
            <a:off x="8813200" y="5560813"/>
            <a:ext cx="48013" cy="18918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Rectangle 1239"/>
          <p:cNvSpPr/>
          <p:nvPr/>
        </p:nvSpPr>
        <p:spPr>
          <a:xfrm>
            <a:off x="8861214" y="5418924"/>
            <a:ext cx="48013" cy="33107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Rectangle 1240"/>
          <p:cNvSpPr/>
          <p:nvPr/>
        </p:nvSpPr>
        <p:spPr>
          <a:xfrm>
            <a:off x="8909227" y="5383451"/>
            <a:ext cx="48013" cy="3665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Rectangle 1241"/>
          <p:cNvSpPr/>
          <p:nvPr/>
        </p:nvSpPr>
        <p:spPr>
          <a:xfrm>
            <a:off x="8957240" y="5478044"/>
            <a:ext cx="48013" cy="27195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Rectangle 1242"/>
          <p:cNvSpPr/>
          <p:nvPr/>
        </p:nvSpPr>
        <p:spPr>
          <a:xfrm>
            <a:off x="9005254" y="5253386"/>
            <a:ext cx="48013" cy="49661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Rectangle 1243"/>
          <p:cNvSpPr/>
          <p:nvPr/>
        </p:nvSpPr>
        <p:spPr>
          <a:xfrm>
            <a:off x="9053267" y="5158793"/>
            <a:ext cx="48013" cy="5912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Rectangle 1244"/>
          <p:cNvSpPr/>
          <p:nvPr/>
        </p:nvSpPr>
        <p:spPr>
          <a:xfrm>
            <a:off x="9101280" y="5028727"/>
            <a:ext cx="48013" cy="7212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Rectangle 1245"/>
          <p:cNvSpPr/>
          <p:nvPr/>
        </p:nvSpPr>
        <p:spPr>
          <a:xfrm>
            <a:off x="9149293" y="4815893"/>
            <a:ext cx="48013" cy="934107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Rectangle 1246"/>
          <p:cNvSpPr/>
          <p:nvPr/>
        </p:nvSpPr>
        <p:spPr>
          <a:xfrm>
            <a:off x="9197307" y="4981430"/>
            <a:ext cx="48013" cy="7685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Rectangle 1247"/>
          <p:cNvSpPr/>
          <p:nvPr/>
        </p:nvSpPr>
        <p:spPr>
          <a:xfrm>
            <a:off x="9245320" y="4804068"/>
            <a:ext cx="48013" cy="94593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Rectangle 1248"/>
          <p:cNvSpPr/>
          <p:nvPr/>
        </p:nvSpPr>
        <p:spPr>
          <a:xfrm>
            <a:off x="9293333" y="4839541"/>
            <a:ext cx="48013" cy="9104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Rectangle 1249"/>
          <p:cNvSpPr/>
          <p:nvPr/>
        </p:nvSpPr>
        <p:spPr>
          <a:xfrm>
            <a:off x="9341346" y="4709475"/>
            <a:ext cx="48013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Rectangle 1250"/>
          <p:cNvSpPr/>
          <p:nvPr/>
        </p:nvSpPr>
        <p:spPr>
          <a:xfrm>
            <a:off x="9389360" y="4922310"/>
            <a:ext cx="48013" cy="8276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Rectangle 1251"/>
          <p:cNvSpPr/>
          <p:nvPr/>
        </p:nvSpPr>
        <p:spPr>
          <a:xfrm>
            <a:off x="9437373" y="4993255"/>
            <a:ext cx="48013" cy="7567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Rectangle 1252"/>
          <p:cNvSpPr/>
          <p:nvPr/>
        </p:nvSpPr>
        <p:spPr>
          <a:xfrm>
            <a:off x="9485386" y="4993255"/>
            <a:ext cx="48013" cy="756745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Rectangle 1253"/>
          <p:cNvSpPr/>
          <p:nvPr/>
        </p:nvSpPr>
        <p:spPr>
          <a:xfrm>
            <a:off x="9533399" y="4981430"/>
            <a:ext cx="48013" cy="7685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Rectangle 1254"/>
          <p:cNvSpPr/>
          <p:nvPr/>
        </p:nvSpPr>
        <p:spPr>
          <a:xfrm>
            <a:off x="9581413" y="5182441"/>
            <a:ext cx="48013" cy="5675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Rectangle 1255"/>
          <p:cNvSpPr/>
          <p:nvPr/>
        </p:nvSpPr>
        <p:spPr>
          <a:xfrm>
            <a:off x="9629426" y="5194265"/>
            <a:ext cx="48013" cy="5557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Rectangle 1256"/>
          <p:cNvSpPr/>
          <p:nvPr/>
        </p:nvSpPr>
        <p:spPr>
          <a:xfrm>
            <a:off x="9677439" y="5099672"/>
            <a:ext cx="48013" cy="65032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Rectangle 1257"/>
          <p:cNvSpPr/>
          <p:nvPr/>
        </p:nvSpPr>
        <p:spPr>
          <a:xfrm>
            <a:off x="9725452" y="5324330"/>
            <a:ext cx="48013" cy="42566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Rectangle 1258"/>
          <p:cNvSpPr/>
          <p:nvPr/>
        </p:nvSpPr>
        <p:spPr>
          <a:xfrm>
            <a:off x="9773466" y="5525341"/>
            <a:ext cx="48013" cy="224659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Rectangle 1259"/>
          <p:cNvSpPr/>
          <p:nvPr/>
        </p:nvSpPr>
        <p:spPr>
          <a:xfrm>
            <a:off x="9821479" y="5537165"/>
            <a:ext cx="48013" cy="2128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Rectangle 1260"/>
          <p:cNvSpPr/>
          <p:nvPr/>
        </p:nvSpPr>
        <p:spPr>
          <a:xfrm>
            <a:off x="9869492" y="5631758"/>
            <a:ext cx="48013" cy="118241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Rectangle 1261"/>
          <p:cNvSpPr/>
          <p:nvPr/>
        </p:nvSpPr>
        <p:spPr>
          <a:xfrm>
            <a:off x="9917506" y="5714527"/>
            <a:ext cx="48013" cy="354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Rectangle 1262"/>
          <p:cNvSpPr/>
          <p:nvPr/>
        </p:nvSpPr>
        <p:spPr>
          <a:xfrm>
            <a:off x="9965519" y="5726351"/>
            <a:ext cx="48013" cy="236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8509440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TextBox 1264"/>
          <p:cNvSpPr txBox="1"/>
          <p:nvPr/>
        </p:nvSpPr>
        <p:spPr>
          <a:xfrm>
            <a:off x="8443800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1266" name="Freeform 1265"/>
          <p:cNvSpPr/>
          <p:nvPr/>
        </p:nvSpPr>
        <p:spPr>
          <a:xfrm>
            <a:off x="8809005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TextBox 1266"/>
          <p:cNvSpPr txBox="1"/>
          <p:nvPr/>
        </p:nvSpPr>
        <p:spPr>
          <a:xfrm>
            <a:off x="8743365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4.0</a:t>
            </a:r>
          </a:p>
        </p:txBody>
      </p:sp>
      <p:sp>
        <p:nvSpPr>
          <p:cNvPr id="1268" name="Freeform 1267"/>
          <p:cNvSpPr/>
          <p:nvPr/>
        </p:nvSpPr>
        <p:spPr>
          <a:xfrm>
            <a:off x="9108569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9042929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1270" name="Freeform 1269"/>
          <p:cNvSpPr/>
          <p:nvPr/>
        </p:nvSpPr>
        <p:spPr>
          <a:xfrm>
            <a:off x="9408134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TextBox 1270"/>
          <p:cNvSpPr txBox="1"/>
          <p:nvPr/>
        </p:nvSpPr>
        <p:spPr>
          <a:xfrm>
            <a:off x="9342494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sp>
        <p:nvSpPr>
          <p:cNvPr id="1272" name="Freeform 1271"/>
          <p:cNvSpPr/>
          <p:nvPr/>
        </p:nvSpPr>
        <p:spPr>
          <a:xfrm>
            <a:off x="9707698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TextBox 1272"/>
          <p:cNvSpPr txBox="1"/>
          <p:nvPr/>
        </p:nvSpPr>
        <p:spPr>
          <a:xfrm>
            <a:off x="9642058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5.5</a:t>
            </a:r>
          </a:p>
        </p:txBody>
      </p:sp>
      <p:sp>
        <p:nvSpPr>
          <p:cNvPr id="1274" name="Freeform 1273"/>
          <p:cNvSpPr/>
          <p:nvPr/>
        </p:nvSpPr>
        <p:spPr>
          <a:xfrm>
            <a:off x="10007263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9941623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6.0</a:t>
            </a:r>
          </a:p>
        </p:txBody>
      </p:sp>
      <p:sp>
        <p:nvSpPr>
          <p:cNvPr id="1276" name="Freeform 1275"/>
          <p:cNvSpPr/>
          <p:nvPr/>
        </p:nvSpPr>
        <p:spPr>
          <a:xfrm>
            <a:off x="10306827" y="5749999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TextBox 1276"/>
          <p:cNvSpPr txBox="1"/>
          <p:nvPr/>
        </p:nvSpPr>
        <p:spPr>
          <a:xfrm>
            <a:off x="10241187" y="5819075"/>
            <a:ext cx="23114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6.5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10035816" y="5926393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1279" name="Freeform 1278"/>
          <p:cNvSpPr/>
          <p:nvPr/>
        </p:nvSpPr>
        <p:spPr>
          <a:xfrm>
            <a:off x="8429609" y="57499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TextBox 1279"/>
          <p:cNvSpPr txBox="1"/>
          <p:nvPr/>
        </p:nvSpPr>
        <p:spPr>
          <a:xfrm>
            <a:off x="8332637" y="5698812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81" name="Freeform 1280"/>
          <p:cNvSpPr/>
          <p:nvPr/>
        </p:nvSpPr>
        <p:spPr>
          <a:xfrm>
            <a:off x="8429609" y="552258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TextBox 1281"/>
          <p:cNvSpPr txBox="1"/>
          <p:nvPr/>
        </p:nvSpPr>
        <p:spPr>
          <a:xfrm>
            <a:off x="8332637" y="5471396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283" name="Freeform 1282"/>
          <p:cNvSpPr/>
          <p:nvPr/>
        </p:nvSpPr>
        <p:spPr>
          <a:xfrm>
            <a:off x="8429609" y="529516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8332637" y="5243979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285" name="Freeform 1284"/>
          <p:cNvSpPr/>
          <p:nvPr/>
        </p:nvSpPr>
        <p:spPr>
          <a:xfrm>
            <a:off x="8429609" y="50677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TextBox 1285"/>
          <p:cNvSpPr txBox="1"/>
          <p:nvPr/>
        </p:nvSpPr>
        <p:spPr>
          <a:xfrm>
            <a:off x="8332637" y="501656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287" name="Freeform 1286"/>
          <p:cNvSpPr/>
          <p:nvPr/>
        </p:nvSpPr>
        <p:spPr>
          <a:xfrm>
            <a:off x="8429609" y="484033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TextBox 1287"/>
          <p:cNvSpPr txBox="1"/>
          <p:nvPr/>
        </p:nvSpPr>
        <p:spPr>
          <a:xfrm>
            <a:off x="8332637" y="4789147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8474059" y="449234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1e8</a:t>
            </a:r>
          </a:p>
        </p:txBody>
      </p:sp>
      <p:sp>
        <p:nvSpPr>
          <p:cNvPr id="1290" name="Freeform 1289"/>
          <p:cNvSpPr/>
          <p:nvPr/>
        </p:nvSpPr>
        <p:spPr>
          <a:xfrm>
            <a:off x="8474059" y="4657449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8474059" y="5749999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Rectangle 1291"/>
          <p:cNvSpPr/>
          <p:nvPr/>
        </p:nvSpPr>
        <p:spPr>
          <a:xfrm>
            <a:off x="8474059" y="6405530"/>
            <a:ext cx="1907931" cy="109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Rectangle 1292"/>
          <p:cNvSpPr/>
          <p:nvPr/>
        </p:nvSpPr>
        <p:spPr>
          <a:xfrm>
            <a:off x="8560783" y="7496364"/>
            <a:ext cx="57816" cy="171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Rectangle 1293"/>
          <p:cNvSpPr/>
          <p:nvPr/>
        </p:nvSpPr>
        <p:spPr>
          <a:xfrm>
            <a:off x="8618599" y="7496364"/>
            <a:ext cx="57816" cy="171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Rectangle 1294"/>
          <p:cNvSpPr/>
          <p:nvPr/>
        </p:nvSpPr>
        <p:spPr>
          <a:xfrm>
            <a:off x="8676416" y="7486071"/>
            <a:ext cx="57816" cy="120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Rectangle 1295"/>
          <p:cNvSpPr/>
          <p:nvPr/>
        </p:nvSpPr>
        <p:spPr>
          <a:xfrm>
            <a:off x="8734232" y="7477493"/>
            <a:ext cx="57816" cy="205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Rectangle 1296"/>
          <p:cNvSpPr/>
          <p:nvPr/>
        </p:nvSpPr>
        <p:spPr>
          <a:xfrm>
            <a:off x="8792048" y="7472346"/>
            <a:ext cx="57816" cy="257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Rectangle 1297"/>
          <p:cNvSpPr/>
          <p:nvPr/>
        </p:nvSpPr>
        <p:spPr>
          <a:xfrm>
            <a:off x="8849864" y="7453475"/>
            <a:ext cx="57816" cy="4460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Rectangle 1298"/>
          <p:cNvSpPr/>
          <p:nvPr/>
        </p:nvSpPr>
        <p:spPr>
          <a:xfrm>
            <a:off x="8907680" y="7396861"/>
            <a:ext cx="57816" cy="10121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Rectangle 1299"/>
          <p:cNvSpPr/>
          <p:nvPr/>
        </p:nvSpPr>
        <p:spPr>
          <a:xfrm>
            <a:off x="8965496" y="7355687"/>
            <a:ext cx="57816" cy="14239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Rectangle 1300"/>
          <p:cNvSpPr/>
          <p:nvPr/>
        </p:nvSpPr>
        <p:spPr>
          <a:xfrm>
            <a:off x="9023312" y="7326522"/>
            <a:ext cx="57816" cy="17155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Rectangle 1301"/>
          <p:cNvSpPr/>
          <p:nvPr/>
        </p:nvSpPr>
        <p:spPr>
          <a:xfrm>
            <a:off x="9081128" y="7233881"/>
            <a:ext cx="57816" cy="26419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Rectangle 1302"/>
          <p:cNvSpPr/>
          <p:nvPr/>
        </p:nvSpPr>
        <p:spPr>
          <a:xfrm>
            <a:off x="9138944" y="7144671"/>
            <a:ext cx="57816" cy="3534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Rectangle 1303"/>
          <p:cNvSpPr/>
          <p:nvPr/>
        </p:nvSpPr>
        <p:spPr>
          <a:xfrm>
            <a:off x="9196760" y="7038306"/>
            <a:ext cx="57816" cy="45977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Rectangle 1304"/>
          <p:cNvSpPr/>
          <p:nvPr/>
        </p:nvSpPr>
        <p:spPr>
          <a:xfrm>
            <a:off x="9254576" y="6985123"/>
            <a:ext cx="57816" cy="51295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Rectangle 1305"/>
          <p:cNvSpPr/>
          <p:nvPr/>
        </p:nvSpPr>
        <p:spPr>
          <a:xfrm>
            <a:off x="9312393" y="6847877"/>
            <a:ext cx="57816" cy="650203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Rectangle 1306"/>
          <p:cNvSpPr/>
          <p:nvPr/>
        </p:nvSpPr>
        <p:spPr>
          <a:xfrm>
            <a:off x="9370209" y="6786116"/>
            <a:ext cx="57816" cy="71196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Rectangle 1307"/>
          <p:cNvSpPr/>
          <p:nvPr/>
        </p:nvSpPr>
        <p:spPr>
          <a:xfrm>
            <a:off x="9428025" y="6787832"/>
            <a:ext cx="57816" cy="71024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Rectangle 1308"/>
          <p:cNvSpPr/>
          <p:nvPr/>
        </p:nvSpPr>
        <p:spPr>
          <a:xfrm>
            <a:off x="9485841" y="6744942"/>
            <a:ext cx="57816" cy="75313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Rectangle 1309"/>
          <p:cNvSpPr/>
          <p:nvPr/>
        </p:nvSpPr>
        <p:spPr>
          <a:xfrm>
            <a:off x="9543657" y="6791263"/>
            <a:ext cx="57816" cy="70681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Rectangle 1310"/>
          <p:cNvSpPr/>
          <p:nvPr/>
        </p:nvSpPr>
        <p:spPr>
          <a:xfrm>
            <a:off x="9601473" y="6849592"/>
            <a:ext cx="57816" cy="64848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Rectangle 1311"/>
          <p:cNvSpPr/>
          <p:nvPr/>
        </p:nvSpPr>
        <p:spPr>
          <a:xfrm>
            <a:off x="9659289" y="6914784"/>
            <a:ext cx="57816" cy="583296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Rectangle 1312"/>
          <p:cNvSpPr/>
          <p:nvPr/>
        </p:nvSpPr>
        <p:spPr>
          <a:xfrm>
            <a:off x="9717105" y="7053746"/>
            <a:ext cx="57816" cy="444334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Rectangle 1313"/>
          <p:cNvSpPr/>
          <p:nvPr/>
        </p:nvSpPr>
        <p:spPr>
          <a:xfrm>
            <a:off x="9774921" y="7170405"/>
            <a:ext cx="57816" cy="32767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Rectangle 1314"/>
          <p:cNvSpPr/>
          <p:nvPr/>
        </p:nvSpPr>
        <p:spPr>
          <a:xfrm>
            <a:off x="9832737" y="7185845"/>
            <a:ext cx="57816" cy="312235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Rectangle 1315"/>
          <p:cNvSpPr/>
          <p:nvPr/>
        </p:nvSpPr>
        <p:spPr>
          <a:xfrm>
            <a:off x="9890553" y="7264762"/>
            <a:ext cx="57816" cy="233318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Rectangle 1316"/>
          <p:cNvSpPr/>
          <p:nvPr/>
        </p:nvSpPr>
        <p:spPr>
          <a:xfrm>
            <a:off x="9948369" y="7350540"/>
            <a:ext cx="57816" cy="147540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Rectangle 1317"/>
          <p:cNvSpPr/>
          <p:nvPr/>
        </p:nvSpPr>
        <p:spPr>
          <a:xfrm>
            <a:off x="10006185" y="7405439"/>
            <a:ext cx="57816" cy="9264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Rectangle 1318"/>
          <p:cNvSpPr/>
          <p:nvPr/>
        </p:nvSpPr>
        <p:spPr>
          <a:xfrm>
            <a:off x="10064002" y="7432888"/>
            <a:ext cx="57816" cy="65192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Rectangle 1319"/>
          <p:cNvSpPr/>
          <p:nvPr/>
        </p:nvSpPr>
        <p:spPr>
          <a:xfrm>
            <a:off x="10121818" y="7451759"/>
            <a:ext cx="57816" cy="46321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Rectangle 1320"/>
          <p:cNvSpPr/>
          <p:nvPr/>
        </p:nvSpPr>
        <p:spPr>
          <a:xfrm>
            <a:off x="10179634" y="7477493"/>
            <a:ext cx="57816" cy="20587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Rectangle 1321"/>
          <p:cNvSpPr/>
          <p:nvPr/>
        </p:nvSpPr>
        <p:spPr>
          <a:xfrm>
            <a:off x="10237450" y="7486071"/>
            <a:ext cx="57816" cy="12009"/>
          </a:xfrm>
          <a:prstGeom prst="rect">
            <a:avLst/>
          </a:prstGeom>
          <a:solidFill>
            <a:srgbClr val="8888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Rectangle 1322"/>
          <p:cNvSpPr/>
          <p:nvPr/>
        </p:nvSpPr>
        <p:spPr>
          <a:xfrm>
            <a:off x="8823378" y="7427536"/>
            <a:ext cx="46868" cy="7054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Rectangle 1323"/>
          <p:cNvSpPr/>
          <p:nvPr/>
        </p:nvSpPr>
        <p:spPr>
          <a:xfrm>
            <a:off x="8870246" y="7445172"/>
            <a:ext cx="46868" cy="529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Rectangle 1324"/>
          <p:cNvSpPr/>
          <p:nvPr/>
        </p:nvSpPr>
        <p:spPr>
          <a:xfrm>
            <a:off x="8917114" y="7418718"/>
            <a:ext cx="46868" cy="7936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Rectangle 1325"/>
          <p:cNvSpPr/>
          <p:nvPr/>
        </p:nvSpPr>
        <p:spPr>
          <a:xfrm>
            <a:off x="8963982" y="7401082"/>
            <a:ext cx="46868" cy="9699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Rectangle 1326"/>
          <p:cNvSpPr/>
          <p:nvPr/>
        </p:nvSpPr>
        <p:spPr>
          <a:xfrm>
            <a:off x="9010850" y="7348174"/>
            <a:ext cx="46868" cy="14990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Rectangle 1327"/>
          <p:cNvSpPr/>
          <p:nvPr/>
        </p:nvSpPr>
        <p:spPr>
          <a:xfrm>
            <a:off x="9057718" y="7171814"/>
            <a:ext cx="46868" cy="32626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Rectangle 1328"/>
          <p:cNvSpPr/>
          <p:nvPr/>
        </p:nvSpPr>
        <p:spPr>
          <a:xfrm>
            <a:off x="9104586" y="7127724"/>
            <a:ext cx="46868" cy="370356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Rectangle 1329"/>
          <p:cNvSpPr/>
          <p:nvPr/>
        </p:nvSpPr>
        <p:spPr>
          <a:xfrm>
            <a:off x="9151454" y="7004272"/>
            <a:ext cx="46868" cy="49380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Rectangle 1330"/>
          <p:cNvSpPr/>
          <p:nvPr/>
        </p:nvSpPr>
        <p:spPr>
          <a:xfrm>
            <a:off x="9198322" y="6969000"/>
            <a:ext cx="46868" cy="5290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Rectangle 1331"/>
          <p:cNvSpPr/>
          <p:nvPr/>
        </p:nvSpPr>
        <p:spPr>
          <a:xfrm>
            <a:off x="9245190" y="6704460"/>
            <a:ext cx="46868" cy="79362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Rectangle 1332"/>
          <p:cNvSpPr/>
          <p:nvPr/>
        </p:nvSpPr>
        <p:spPr>
          <a:xfrm>
            <a:off x="9292058" y="6625098"/>
            <a:ext cx="46868" cy="8729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Rectangle 1333"/>
          <p:cNvSpPr/>
          <p:nvPr/>
        </p:nvSpPr>
        <p:spPr>
          <a:xfrm>
            <a:off x="9338927" y="6528100"/>
            <a:ext cx="46868" cy="9699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Rectangle 1334"/>
          <p:cNvSpPr/>
          <p:nvPr/>
        </p:nvSpPr>
        <p:spPr>
          <a:xfrm>
            <a:off x="9385795" y="6457556"/>
            <a:ext cx="46868" cy="104052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Rectangle 1335"/>
          <p:cNvSpPr/>
          <p:nvPr/>
        </p:nvSpPr>
        <p:spPr>
          <a:xfrm>
            <a:off x="9432663" y="6581008"/>
            <a:ext cx="46868" cy="9170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Rectangle 1336"/>
          <p:cNvSpPr/>
          <p:nvPr/>
        </p:nvSpPr>
        <p:spPr>
          <a:xfrm>
            <a:off x="9479531" y="6872002"/>
            <a:ext cx="46868" cy="62607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Rectangle 1337"/>
          <p:cNvSpPr/>
          <p:nvPr/>
        </p:nvSpPr>
        <p:spPr>
          <a:xfrm>
            <a:off x="9526399" y="7030726"/>
            <a:ext cx="46868" cy="46735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Rectangle 1338"/>
          <p:cNvSpPr/>
          <p:nvPr/>
        </p:nvSpPr>
        <p:spPr>
          <a:xfrm>
            <a:off x="9573267" y="6942546"/>
            <a:ext cx="46868" cy="555534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Rectangle 1339"/>
          <p:cNvSpPr/>
          <p:nvPr/>
        </p:nvSpPr>
        <p:spPr>
          <a:xfrm>
            <a:off x="9620135" y="7065998"/>
            <a:ext cx="46868" cy="43208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Rectangle 1340"/>
          <p:cNvSpPr/>
          <p:nvPr/>
        </p:nvSpPr>
        <p:spPr>
          <a:xfrm>
            <a:off x="9667003" y="7180632"/>
            <a:ext cx="46868" cy="317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Rectangle 1341"/>
          <p:cNvSpPr/>
          <p:nvPr/>
        </p:nvSpPr>
        <p:spPr>
          <a:xfrm>
            <a:off x="9713871" y="7180632"/>
            <a:ext cx="46868" cy="31744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Rectangle 1342"/>
          <p:cNvSpPr/>
          <p:nvPr/>
        </p:nvSpPr>
        <p:spPr>
          <a:xfrm>
            <a:off x="9760739" y="7286448"/>
            <a:ext cx="46868" cy="2116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Rectangle 1343"/>
          <p:cNvSpPr/>
          <p:nvPr/>
        </p:nvSpPr>
        <p:spPr>
          <a:xfrm>
            <a:off x="9807607" y="7286448"/>
            <a:ext cx="46868" cy="21163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Rectangle 1344"/>
          <p:cNvSpPr/>
          <p:nvPr/>
        </p:nvSpPr>
        <p:spPr>
          <a:xfrm>
            <a:off x="9854475" y="7374628"/>
            <a:ext cx="46868" cy="123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Rectangle 1345"/>
          <p:cNvSpPr/>
          <p:nvPr/>
        </p:nvSpPr>
        <p:spPr>
          <a:xfrm>
            <a:off x="9901344" y="7374628"/>
            <a:ext cx="46868" cy="123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Rectangle 1346"/>
          <p:cNvSpPr/>
          <p:nvPr/>
        </p:nvSpPr>
        <p:spPr>
          <a:xfrm>
            <a:off x="9948212" y="7374628"/>
            <a:ext cx="46868" cy="12345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Rectangle 1347"/>
          <p:cNvSpPr/>
          <p:nvPr/>
        </p:nvSpPr>
        <p:spPr>
          <a:xfrm>
            <a:off x="9995080" y="7365810"/>
            <a:ext cx="46868" cy="13227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Rectangle 1348"/>
          <p:cNvSpPr/>
          <p:nvPr/>
        </p:nvSpPr>
        <p:spPr>
          <a:xfrm>
            <a:off x="10041948" y="7409900"/>
            <a:ext cx="46868" cy="8818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Rectangle 1349"/>
          <p:cNvSpPr/>
          <p:nvPr/>
        </p:nvSpPr>
        <p:spPr>
          <a:xfrm>
            <a:off x="10088816" y="7462808"/>
            <a:ext cx="46868" cy="35272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Rectangle 1350"/>
          <p:cNvSpPr/>
          <p:nvPr/>
        </p:nvSpPr>
        <p:spPr>
          <a:xfrm>
            <a:off x="10135684" y="7453990"/>
            <a:ext cx="46868" cy="44090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Rectangle 1351"/>
          <p:cNvSpPr/>
          <p:nvPr/>
        </p:nvSpPr>
        <p:spPr>
          <a:xfrm>
            <a:off x="10182552" y="7489262"/>
            <a:ext cx="46868" cy="8818"/>
          </a:xfrm>
          <a:prstGeom prst="rect">
            <a:avLst/>
          </a:prstGeom>
          <a:solidFill>
            <a:srgbClr val="2E86AB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8527026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TextBox 1353"/>
          <p:cNvSpPr txBox="1"/>
          <p:nvPr/>
        </p:nvSpPr>
        <p:spPr>
          <a:xfrm>
            <a:off x="8435125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1355" name="Freeform 1354"/>
          <p:cNvSpPr/>
          <p:nvPr/>
        </p:nvSpPr>
        <p:spPr>
          <a:xfrm>
            <a:off x="8971394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TextBox 1355"/>
          <p:cNvSpPr txBox="1"/>
          <p:nvPr/>
        </p:nvSpPr>
        <p:spPr>
          <a:xfrm>
            <a:off x="8879493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1357" name="Freeform 1356"/>
          <p:cNvSpPr/>
          <p:nvPr/>
        </p:nvSpPr>
        <p:spPr>
          <a:xfrm>
            <a:off x="9415762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9323860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1359" name="Freeform 1358"/>
          <p:cNvSpPr/>
          <p:nvPr/>
        </p:nvSpPr>
        <p:spPr>
          <a:xfrm>
            <a:off x="9860130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TextBox 1359"/>
          <p:cNvSpPr txBox="1"/>
          <p:nvPr/>
        </p:nvSpPr>
        <p:spPr>
          <a:xfrm>
            <a:off x="9768228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1361" name="Freeform 1360"/>
          <p:cNvSpPr/>
          <p:nvPr/>
        </p:nvSpPr>
        <p:spPr>
          <a:xfrm>
            <a:off x="10304497" y="749808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TextBox 1361"/>
          <p:cNvSpPr txBox="1"/>
          <p:nvPr/>
        </p:nvSpPr>
        <p:spPr>
          <a:xfrm>
            <a:off x="10212596" y="7567155"/>
            <a:ext cx="28067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1363" name="Freeform 1362"/>
          <p:cNvSpPr/>
          <p:nvPr/>
        </p:nvSpPr>
        <p:spPr>
          <a:xfrm>
            <a:off x="8429609" y="749808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8332637" y="7446893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65" name="Freeform 1364"/>
          <p:cNvSpPr/>
          <p:nvPr/>
        </p:nvSpPr>
        <p:spPr>
          <a:xfrm>
            <a:off x="8429609" y="72190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TextBox 1365"/>
          <p:cNvSpPr txBox="1"/>
          <p:nvPr/>
        </p:nvSpPr>
        <p:spPr>
          <a:xfrm>
            <a:off x="8332637" y="7167879"/>
            <a:ext cx="13208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367" name="Freeform 1366"/>
          <p:cNvSpPr/>
          <p:nvPr/>
        </p:nvSpPr>
        <p:spPr>
          <a:xfrm>
            <a:off x="8429609" y="69400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TextBox 1367"/>
          <p:cNvSpPr txBox="1"/>
          <p:nvPr/>
        </p:nvSpPr>
        <p:spPr>
          <a:xfrm>
            <a:off x="8280114" y="6888865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369" name="Freeform 1368"/>
          <p:cNvSpPr/>
          <p:nvPr/>
        </p:nvSpPr>
        <p:spPr>
          <a:xfrm>
            <a:off x="8429609" y="666103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8280114" y="6609851"/>
            <a:ext cx="181610" cy="1238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1371" name="Freeform 1370"/>
          <p:cNvSpPr/>
          <p:nvPr/>
        </p:nvSpPr>
        <p:spPr>
          <a:xfrm>
            <a:off x="8474059" y="6405530"/>
            <a:ext cx="0" cy="1092550"/>
          </a:xfrm>
          <a:custGeom>
            <a:avLst/>
            <a:gdLst/>
            <a:ahLst/>
            <a:cxnLst/>
            <a:rect l="l" t="t" r="r" b="b"/>
            <a:pathLst>
              <a:path w="0" h="1092550">
                <a:moveTo>
                  <a:pt x="0" y="10925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8474059" y="7498080"/>
            <a:ext cx="1907931" cy="0"/>
          </a:xfrm>
          <a:custGeom>
            <a:avLst/>
            <a:gdLst/>
            <a:ahLst/>
            <a:cxnLst/>
            <a:rect l="l" t="t" r="r" b="b"/>
            <a:pathLst>
              <a:path w="1907931" h="0">
                <a:moveTo>
                  <a:pt x="0" y="0"/>
                </a:moveTo>
                <a:lnTo>
                  <a:pt x="1907931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3030857" y="55507"/>
            <a:ext cx="499872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A2 | Prior vs posterior marginal distributions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