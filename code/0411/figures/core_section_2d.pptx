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re_section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320040"/>
            <a:ext cx="11430000" cy="6217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