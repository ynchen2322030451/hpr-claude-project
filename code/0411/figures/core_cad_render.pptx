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09976" y="5522486"/>
            <a:ext cx="3189894" cy="1007840"/>
          </a:xfrm>
          <a:custGeom>
            <a:avLst/>
            <a:gdLst/>
            <a:ahLst/>
            <a:cxnLst/>
            <a:rect l="l" t="t" r="r" b="b"/>
            <a:pathLst>
              <a:path w="3189894" h="1007840">
                <a:moveTo>
                  <a:pt x="1594947" y="673856"/>
                </a:moveTo>
                <a:lnTo>
                  <a:pt x="2980445" y="1007840"/>
                </a:lnTo>
                <a:lnTo>
                  <a:pt x="3020286" y="976419"/>
                </a:lnTo>
                <a:lnTo>
                  <a:pt x="3056141" y="944151"/>
                </a:lnTo>
                <a:lnTo>
                  <a:pt x="3087909" y="911127"/>
                </a:lnTo>
                <a:lnTo>
                  <a:pt x="3115501" y="877439"/>
                </a:lnTo>
                <a:lnTo>
                  <a:pt x="3138841" y="843183"/>
                </a:lnTo>
                <a:lnTo>
                  <a:pt x="3157864" y="808452"/>
                </a:lnTo>
                <a:lnTo>
                  <a:pt x="3172515" y="773346"/>
                </a:lnTo>
                <a:lnTo>
                  <a:pt x="3182754" y="737961"/>
                </a:lnTo>
                <a:lnTo>
                  <a:pt x="3188553" y="702396"/>
                </a:lnTo>
                <a:lnTo>
                  <a:pt x="3189894" y="666752"/>
                </a:lnTo>
                <a:lnTo>
                  <a:pt x="3186775" y="631128"/>
                </a:lnTo>
                <a:lnTo>
                  <a:pt x="3179205" y="595623"/>
                </a:lnTo>
                <a:lnTo>
                  <a:pt x="3167203" y="560337"/>
                </a:lnTo>
                <a:lnTo>
                  <a:pt x="3150804" y="525369"/>
                </a:lnTo>
                <a:lnTo>
                  <a:pt x="3130055" y="490816"/>
                </a:lnTo>
                <a:lnTo>
                  <a:pt x="3105011" y="456774"/>
                </a:lnTo>
                <a:lnTo>
                  <a:pt x="3075745" y="423340"/>
                </a:lnTo>
                <a:lnTo>
                  <a:pt x="3042337" y="390607"/>
                </a:lnTo>
                <a:lnTo>
                  <a:pt x="3004882" y="358665"/>
                </a:lnTo>
                <a:lnTo>
                  <a:pt x="2963483" y="327606"/>
                </a:lnTo>
                <a:lnTo>
                  <a:pt x="2918256" y="297514"/>
                </a:lnTo>
                <a:lnTo>
                  <a:pt x="2869329" y="268475"/>
                </a:lnTo>
                <a:lnTo>
                  <a:pt x="2816838" y="240570"/>
                </a:lnTo>
                <a:lnTo>
                  <a:pt x="2760929" y="213876"/>
                </a:lnTo>
                <a:lnTo>
                  <a:pt x="2701760" y="188469"/>
                </a:lnTo>
                <a:lnTo>
                  <a:pt x="2639495" y="164420"/>
                </a:lnTo>
                <a:lnTo>
                  <a:pt x="2574309" y="141795"/>
                </a:lnTo>
                <a:lnTo>
                  <a:pt x="2506384" y="120658"/>
                </a:lnTo>
                <a:lnTo>
                  <a:pt x="2435910" y="101068"/>
                </a:lnTo>
                <a:lnTo>
                  <a:pt x="2363083" y="83081"/>
                </a:lnTo>
                <a:lnTo>
                  <a:pt x="2288109" y="66745"/>
                </a:lnTo>
                <a:lnTo>
                  <a:pt x="2211196" y="52108"/>
                </a:lnTo>
                <a:lnTo>
                  <a:pt x="2132560" y="39209"/>
                </a:lnTo>
                <a:lnTo>
                  <a:pt x="2052420" y="28085"/>
                </a:lnTo>
                <a:lnTo>
                  <a:pt x="1971000" y="18767"/>
                </a:lnTo>
                <a:lnTo>
                  <a:pt x="1888529" y="11281"/>
                </a:lnTo>
                <a:lnTo>
                  <a:pt x="1805237" y="5649"/>
                </a:lnTo>
                <a:lnTo>
                  <a:pt x="1721357" y="1885"/>
                </a:lnTo>
                <a:lnTo>
                  <a:pt x="1637123" y="0"/>
                </a:lnTo>
                <a:lnTo>
                  <a:pt x="1552771" y="0"/>
                </a:lnTo>
                <a:lnTo>
                  <a:pt x="1468537" y="1885"/>
                </a:lnTo>
                <a:lnTo>
                  <a:pt x="1384657" y="5649"/>
                </a:lnTo>
                <a:lnTo>
                  <a:pt x="1301365" y="11281"/>
                </a:lnTo>
                <a:lnTo>
                  <a:pt x="1218894" y="18767"/>
                </a:lnTo>
                <a:lnTo>
                  <a:pt x="1137474" y="28085"/>
                </a:lnTo>
                <a:lnTo>
                  <a:pt x="1057334" y="39209"/>
                </a:lnTo>
                <a:lnTo>
                  <a:pt x="978698" y="52108"/>
                </a:lnTo>
                <a:lnTo>
                  <a:pt x="901785" y="66745"/>
                </a:lnTo>
                <a:lnTo>
                  <a:pt x="826811" y="83081"/>
                </a:lnTo>
                <a:lnTo>
                  <a:pt x="753984" y="101068"/>
                </a:lnTo>
                <a:lnTo>
                  <a:pt x="683510" y="120658"/>
                </a:lnTo>
                <a:lnTo>
                  <a:pt x="615585" y="141795"/>
                </a:lnTo>
                <a:lnTo>
                  <a:pt x="550399" y="164420"/>
                </a:lnTo>
                <a:lnTo>
                  <a:pt x="488134" y="188469"/>
                </a:lnTo>
                <a:lnTo>
                  <a:pt x="428965" y="213876"/>
                </a:lnTo>
                <a:lnTo>
                  <a:pt x="373056" y="240570"/>
                </a:lnTo>
                <a:lnTo>
                  <a:pt x="320565" y="268475"/>
                </a:lnTo>
                <a:lnTo>
                  <a:pt x="271638" y="297514"/>
                </a:lnTo>
                <a:lnTo>
                  <a:pt x="226411" y="327606"/>
                </a:lnTo>
                <a:lnTo>
                  <a:pt x="185012" y="358665"/>
                </a:lnTo>
                <a:lnTo>
                  <a:pt x="147557" y="390607"/>
                </a:lnTo>
                <a:lnTo>
                  <a:pt x="114149" y="423340"/>
                </a:lnTo>
                <a:lnTo>
                  <a:pt x="84883" y="456774"/>
                </a:lnTo>
                <a:lnTo>
                  <a:pt x="59839" y="490816"/>
                </a:lnTo>
                <a:lnTo>
                  <a:pt x="39090" y="525369"/>
                </a:lnTo>
                <a:lnTo>
                  <a:pt x="22691" y="560337"/>
                </a:lnTo>
                <a:lnTo>
                  <a:pt x="10689" y="595623"/>
                </a:lnTo>
                <a:lnTo>
                  <a:pt x="3119" y="631128"/>
                </a:lnTo>
                <a:lnTo>
                  <a:pt x="0" y="666752"/>
                </a:lnTo>
                <a:lnTo>
                  <a:pt x="1341" y="702396"/>
                </a:lnTo>
                <a:lnTo>
                  <a:pt x="7140" y="737961"/>
                </a:lnTo>
                <a:lnTo>
                  <a:pt x="17379" y="773346"/>
                </a:lnTo>
                <a:lnTo>
                  <a:pt x="32030" y="808452"/>
                </a:lnTo>
                <a:lnTo>
                  <a:pt x="51053" y="843183"/>
                </a:lnTo>
                <a:lnTo>
                  <a:pt x="74393" y="877439"/>
                </a:lnTo>
                <a:lnTo>
                  <a:pt x="101985" y="911127"/>
                </a:lnTo>
                <a:lnTo>
                  <a:pt x="133753" y="944151"/>
                </a:lnTo>
                <a:lnTo>
                  <a:pt x="169608" y="976419"/>
                </a:lnTo>
                <a:lnTo>
                  <a:pt x="209449" y="1007840"/>
                </a:lnTo>
                <a:close/>
              </a:path>
            </a:pathLst>
          </a:custGeom>
          <a:solidFill>
            <a:srgbClr val="A58325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804923" y="324612"/>
            <a:ext cx="83304" cy="5198559"/>
          </a:xfrm>
          <a:custGeom>
            <a:avLst/>
            <a:gdLst/>
            <a:ahLst/>
            <a:cxnLst/>
            <a:rect l="l" t="t" r="r" b="b"/>
            <a:pathLst>
              <a:path w="83304" h="5198559">
                <a:moveTo>
                  <a:pt x="83304" y="919"/>
                </a:moveTo>
                <a:lnTo>
                  <a:pt x="0" y="0"/>
                </a:lnTo>
                <a:lnTo>
                  <a:pt x="0" y="5197639"/>
                </a:lnTo>
                <a:lnTo>
                  <a:pt x="83304" y="5198559"/>
                </a:lnTo>
                <a:close/>
              </a:path>
            </a:pathLst>
          </a:custGeom>
          <a:solidFill>
            <a:srgbClr val="D4A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721619" y="324612"/>
            <a:ext cx="83304" cy="5198559"/>
          </a:xfrm>
          <a:custGeom>
            <a:avLst/>
            <a:gdLst/>
            <a:ahLst/>
            <a:cxnLst/>
            <a:rect l="l" t="t" r="r" b="b"/>
            <a:pathLst>
              <a:path w="83304" h="5198559">
                <a:moveTo>
                  <a:pt x="83304" y="0"/>
                </a:moveTo>
                <a:lnTo>
                  <a:pt x="0" y="919"/>
                </a:lnTo>
                <a:lnTo>
                  <a:pt x="0" y="5198559"/>
                </a:lnTo>
                <a:lnTo>
                  <a:pt x="83304" y="5197639"/>
                </a:lnTo>
                <a:close/>
              </a:path>
            </a:pathLst>
          </a:custGeom>
          <a:solidFill>
            <a:srgbClr val="D4A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638542" y="325531"/>
            <a:ext cx="83077" cy="5200397"/>
          </a:xfrm>
          <a:custGeom>
            <a:avLst/>
            <a:gdLst/>
            <a:ahLst/>
            <a:cxnLst/>
            <a:rect l="l" t="t" r="r" b="b"/>
            <a:pathLst>
              <a:path w="83077" h="5200397">
                <a:moveTo>
                  <a:pt x="83077" y="0"/>
                </a:moveTo>
                <a:lnTo>
                  <a:pt x="0" y="2758"/>
                </a:lnTo>
                <a:lnTo>
                  <a:pt x="0" y="5200397"/>
                </a:lnTo>
                <a:lnTo>
                  <a:pt x="83077" y="5197640"/>
                </a:lnTo>
                <a:close/>
              </a:path>
            </a:pathLst>
          </a:custGeom>
          <a:solidFill>
            <a:srgbClr val="D4A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88227" y="325531"/>
            <a:ext cx="83077" cy="5200397"/>
          </a:xfrm>
          <a:custGeom>
            <a:avLst/>
            <a:gdLst/>
            <a:ahLst/>
            <a:cxnLst/>
            <a:rect l="l" t="t" r="r" b="b"/>
            <a:pathLst>
              <a:path w="83077" h="5200397">
                <a:moveTo>
                  <a:pt x="83077" y="2758"/>
                </a:moveTo>
                <a:lnTo>
                  <a:pt x="0" y="0"/>
                </a:lnTo>
                <a:lnTo>
                  <a:pt x="0" y="5197640"/>
                </a:lnTo>
                <a:lnTo>
                  <a:pt x="83077" y="5200397"/>
                </a:lnTo>
                <a:close/>
              </a:path>
            </a:pathLst>
          </a:custGeom>
          <a:solidFill>
            <a:srgbClr val="D4A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971304" y="328289"/>
            <a:ext cx="82622" cy="5202226"/>
          </a:xfrm>
          <a:custGeom>
            <a:avLst/>
            <a:gdLst/>
            <a:ahLst/>
            <a:cxnLst/>
            <a:rect l="l" t="t" r="r" b="b"/>
            <a:pathLst>
              <a:path w="82622" h="5202226">
                <a:moveTo>
                  <a:pt x="82622" y="4587"/>
                </a:moveTo>
                <a:lnTo>
                  <a:pt x="0" y="0"/>
                </a:lnTo>
                <a:lnTo>
                  <a:pt x="0" y="5197639"/>
                </a:lnTo>
                <a:lnTo>
                  <a:pt x="82622" y="5202226"/>
                </a:lnTo>
                <a:close/>
              </a:path>
            </a:pathLst>
          </a:custGeom>
          <a:solidFill>
            <a:srgbClr val="D4A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3555920" y="328289"/>
            <a:ext cx="82622" cy="5202226"/>
          </a:xfrm>
          <a:custGeom>
            <a:avLst/>
            <a:gdLst/>
            <a:ahLst/>
            <a:cxnLst/>
            <a:rect l="l" t="t" r="r" b="b"/>
            <a:pathLst>
              <a:path w="82622" h="5202226">
                <a:moveTo>
                  <a:pt x="82622" y="0"/>
                </a:moveTo>
                <a:lnTo>
                  <a:pt x="0" y="4587"/>
                </a:lnTo>
                <a:lnTo>
                  <a:pt x="0" y="5202226"/>
                </a:lnTo>
                <a:lnTo>
                  <a:pt x="82622" y="5197639"/>
                </a:lnTo>
                <a:close/>
              </a:path>
            </a:pathLst>
          </a:custGeom>
          <a:solidFill>
            <a:srgbClr val="D4A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4053926" y="332876"/>
            <a:ext cx="81943" cy="5204044"/>
          </a:xfrm>
          <a:custGeom>
            <a:avLst/>
            <a:gdLst/>
            <a:ahLst/>
            <a:cxnLst/>
            <a:rect l="l" t="t" r="r" b="b"/>
            <a:pathLst>
              <a:path w="81943" h="5204044">
                <a:moveTo>
                  <a:pt x="81943" y="6405"/>
                </a:moveTo>
                <a:lnTo>
                  <a:pt x="0" y="0"/>
                </a:lnTo>
                <a:lnTo>
                  <a:pt x="0" y="5197639"/>
                </a:lnTo>
                <a:lnTo>
                  <a:pt x="81943" y="5204044"/>
                </a:lnTo>
                <a:close/>
              </a:path>
            </a:pathLst>
          </a:custGeom>
          <a:solidFill>
            <a:srgbClr val="D3A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3473977" y="332876"/>
            <a:ext cx="81943" cy="5204044"/>
          </a:xfrm>
          <a:custGeom>
            <a:avLst/>
            <a:gdLst/>
            <a:ahLst/>
            <a:cxnLst/>
            <a:rect l="l" t="t" r="r" b="b"/>
            <a:pathLst>
              <a:path w="81943" h="5204044">
                <a:moveTo>
                  <a:pt x="81943" y="0"/>
                </a:moveTo>
                <a:lnTo>
                  <a:pt x="0" y="6405"/>
                </a:lnTo>
                <a:lnTo>
                  <a:pt x="0" y="5204044"/>
                </a:lnTo>
                <a:lnTo>
                  <a:pt x="81943" y="5197639"/>
                </a:lnTo>
                <a:close/>
              </a:path>
            </a:pathLst>
          </a:custGeom>
          <a:solidFill>
            <a:srgbClr val="D3A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3392938" y="339281"/>
            <a:ext cx="81039" cy="5205844"/>
          </a:xfrm>
          <a:custGeom>
            <a:avLst/>
            <a:gdLst/>
            <a:ahLst/>
            <a:cxnLst/>
            <a:rect l="l" t="t" r="r" b="b"/>
            <a:pathLst>
              <a:path w="81039" h="5205844">
                <a:moveTo>
                  <a:pt x="81039" y="0"/>
                </a:moveTo>
                <a:lnTo>
                  <a:pt x="0" y="8205"/>
                </a:lnTo>
                <a:lnTo>
                  <a:pt x="0" y="5205844"/>
                </a:lnTo>
                <a:lnTo>
                  <a:pt x="81039" y="5197639"/>
                </a:lnTo>
                <a:close/>
              </a:path>
            </a:pathLst>
          </a:custGeom>
          <a:solidFill>
            <a:srgbClr val="D3A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4135869" y="339281"/>
            <a:ext cx="81039" cy="5205844"/>
          </a:xfrm>
          <a:custGeom>
            <a:avLst/>
            <a:gdLst/>
            <a:ahLst/>
            <a:cxnLst/>
            <a:rect l="l" t="t" r="r" b="b"/>
            <a:pathLst>
              <a:path w="81039" h="5205844">
                <a:moveTo>
                  <a:pt x="81039" y="8205"/>
                </a:moveTo>
                <a:lnTo>
                  <a:pt x="0" y="0"/>
                </a:lnTo>
                <a:lnTo>
                  <a:pt x="0" y="5197639"/>
                </a:lnTo>
                <a:lnTo>
                  <a:pt x="81039" y="5205844"/>
                </a:lnTo>
                <a:close/>
              </a:path>
            </a:pathLst>
          </a:custGeom>
          <a:solidFill>
            <a:srgbClr val="D3A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3313023" y="347486"/>
            <a:ext cx="79915" cy="5207621"/>
          </a:xfrm>
          <a:custGeom>
            <a:avLst/>
            <a:gdLst/>
            <a:ahLst/>
            <a:cxnLst/>
            <a:rect l="l" t="t" r="r" b="b"/>
            <a:pathLst>
              <a:path w="79915" h="5207621">
                <a:moveTo>
                  <a:pt x="79915" y="0"/>
                </a:moveTo>
                <a:lnTo>
                  <a:pt x="0" y="9982"/>
                </a:lnTo>
                <a:lnTo>
                  <a:pt x="0" y="5207621"/>
                </a:lnTo>
                <a:lnTo>
                  <a:pt x="79915" y="5197639"/>
                </a:lnTo>
                <a:close/>
              </a:path>
            </a:pathLst>
          </a:custGeom>
          <a:solidFill>
            <a:srgbClr val="D3A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4216908" y="347486"/>
            <a:ext cx="79915" cy="5207621"/>
          </a:xfrm>
          <a:custGeom>
            <a:avLst/>
            <a:gdLst/>
            <a:ahLst/>
            <a:cxnLst/>
            <a:rect l="l" t="t" r="r" b="b"/>
            <a:pathLst>
              <a:path w="79915" h="5207621">
                <a:moveTo>
                  <a:pt x="79915" y="9982"/>
                </a:moveTo>
                <a:lnTo>
                  <a:pt x="0" y="0"/>
                </a:lnTo>
                <a:lnTo>
                  <a:pt x="0" y="5197639"/>
                </a:lnTo>
                <a:lnTo>
                  <a:pt x="79915" y="5207621"/>
                </a:lnTo>
                <a:close/>
              </a:path>
            </a:pathLst>
          </a:custGeom>
          <a:solidFill>
            <a:srgbClr val="D3A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3234450" y="357468"/>
            <a:ext cx="78573" cy="5209371"/>
          </a:xfrm>
          <a:custGeom>
            <a:avLst/>
            <a:gdLst/>
            <a:ahLst/>
            <a:cxnLst/>
            <a:rect l="l" t="t" r="r" b="b"/>
            <a:pathLst>
              <a:path w="78573" h="5209371">
                <a:moveTo>
                  <a:pt x="78573" y="0"/>
                </a:moveTo>
                <a:lnTo>
                  <a:pt x="0" y="11732"/>
                </a:lnTo>
                <a:lnTo>
                  <a:pt x="0" y="5209371"/>
                </a:lnTo>
                <a:lnTo>
                  <a:pt x="78573" y="5197639"/>
                </a:lnTo>
                <a:close/>
              </a:path>
            </a:pathLst>
          </a:custGeom>
          <a:solidFill>
            <a:srgbClr val="D2A6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296823" y="357468"/>
            <a:ext cx="78573" cy="5209371"/>
          </a:xfrm>
          <a:custGeom>
            <a:avLst/>
            <a:gdLst/>
            <a:ahLst/>
            <a:cxnLst/>
            <a:rect l="l" t="t" r="r" b="b"/>
            <a:pathLst>
              <a:path w="78573" h="5209371">
                <a:moveTo>
                  <a:pt x="78573" y="11732"/>
                </a:moveTo>
                <a:lnTo>
                  <a:pt x="0" y="0"/>
                </a:lnTo>
                <a:lnTo>
                  <a:pt x="0" y="5197639"/>
                </a:lnTo>
                <a:lnTo>
                  <a:pt x="78573" y="5209371"/>
                </a:lnTo>
                <a:close/>
              </a:path>
            </a:pathLst>
          </a:custGeom>
          <a:solidFill>
            <a:srgbClr val="D2A6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3157435" y="369200"/>
            <a:ext cx="77015" cy="5211090"/>
          </a:xfrm>
          <a:custGeom>
            <a:avLst/>
            <a:gdLst/>
            <a:ahLst/>
            <a:cxnLst/>
            <a:rect l="l" t="t" r="r" b="b"/>
            <a:pathLst>
              <a:path w="77015" h="5211090">
                <a:moveTo>
                  <a:pt x="77015" y="0"/>
                </a:moveTo>
                <a:lnTo>
                  <a:pt x="0" y="13451"/>
                </a:lnTo>
                <a:lnTo>
                  <a:pt x="0" y="5211090"/>
                </a:lnTo>
                <a:lnTo>
                  <a:pt x="77015" y="5197639"/>
                </a:lnTo>
                <a:close/>
              </a:path>
            </a:pathLst>
          </a:custGeom>
          <a:solidFill>
            <a:srgbClr val="D1A6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4375396" y="369200"/>
            <a:ext cx="77015" cy="5211090"/>
          </a:xfrm>
          <a:custGeom>
            <a:avLst/>
            <a:gdLst/>
            <a:ahLst/>
            <a:cxnLst/>
            <a:rect l="l" t="t" r="r" b="b"/>
            <a:pathLst>
              <a:path w="77015" h="5211090">
                <a:moveTo>
                  <a:pt x="77015" y="13451"/>
                </a:moveTo>
                <a:lnTo>
                  <a:pt x="0" y="0"/>
                </a:lnTo>
                <a:lnTo>
                  <a:pt x="0" y="5197639"/>
                </a:lnTo>
                <a:lnTo>
                  <a:pt x="77015" y="5211090"/>
                </a:lnTo>
                <a:close/>
              </a:path>
            </a:pathLst>
          </a:custGeom>
          <a:solidFill>
            <a:srgbClr val="D1A6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82187" y="382651"/>
            <a:ext cx="75248" cy="5212771"/>
          </a:xfrm>
          <a:custGeom>
            <a:avLst/>
            <a:gdLst/>
            <a:ahLst/>
            <a:cxnLst/>
            <a:rect l="l" t="t" r="r" b="b"/>
            <a:pathLst>
              <a:path w="75248" h="5212771">
                <a:moveTo>
                  <a:pt x="75248" y="0"/>
                </a:moveTo>
                <a:lnTo>
                  <a:pt x="0" y="15132"/>
                </a:lnTo>
                <a:lnTo>
                  <a:pt x="0" y="5212771"/>
                </a:lnTo>
                <a:lnTo>
                  <a:pt x="75248" y="5197639"/>
                </a:lnTo>
                <a:close/>
              </a:path>
            </a:pathLst>
          </a:custGeom>
          <a:solidFill>
            <a:srgbClr val="D1A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452411" y="382651"/>
            <a:ext cx="75248" cy="5212771"/>
          </a:xfrm>
          <a:custGeom>
            <a:avLst/>
            <a:gdLst/>
            <a:ahLst/>
            <a:cxnLst/>
            <a:rect l="l" t="t" r="r" b="b"/>
            <a:pathLst>
              <a:path w="75248" h="5212771">
                <a:moveTo>
                  <a:pt x="75248" y="15132"/>
                </a:moveTo>
                <a:lnTo>
                  <a:pt x="0" y="0"/>
                </a:lnTo>
                <a:lnTo>
                  <a:pt x="0" y="5197639"/>
                </a:lnTo>
                <a:lnTo>
                  <a:pt x="75248" y="5212771"/>
                </a:lnTo>
                <a:close/>
              </a:path>
            </a:pathLst>
          </a:custGeom>
          <a:solidFill>
            <a:srgbClr val="D1A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4527659" y="397783"/>
            <a:ext cx="73275" cy="5214411"/>
          </a:xfrm>
          <a:custGeom>
            <a:avLst/>
            <a:gdLst/>
            <a:ahLst/>
            <a:cxnLst/>
            <a:rect l="l" t="t" r="r" b="b"/>
            <a:pathLst>
              <a:path w="73275" h="5214411">
                <a:moveTo>
                  <a:pt x="73275" y="16772"/>
                </a:moveTo>
                <a:lnTo>
                  <a:pt x="0" y="0"/>
                </a:lnTo>
                <a:lnTo>
                  <a:pt x="0" y="5197639"/>
                </a:lnTo>
                <a:lnTo>
                  <a:pt x="73275" y="5214411"/>
                </a:lnTo>
                <a:close/>
              </a:path>
            </a:pathLst>
          </a:custGeom>
          <a:solidFill>
            <a:srgbClr val="D0A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008912" y="397783"/>
            <a:ext cx="73275" cy="5214411"/>
          </a:xfrm>
          <a:custGeom>
            <a:avLst/>
            <a:gdLst/>
            <a:ahLst/>
            <a:cxnLst/>
            <a:rect l="l" t="t" r="r" b="b"/>
            <a:pathLst>
              <a:path w="73275" h="5214411">
                <a:moveTo>
                  <a:pt x="73275" y="0"/>
                </a:moveTo>
                <a:lnTo>
                  <a:pt x="0" y="16772"/>
                </a:lnTo>
                <a:lnTo>
                  <a:pt x="0" y="5214411"/>
                </a:lnTo>
                <a:lnTo>
                  <a:pt x="73275" y="5197639"/>
                </a:lnTo>
                <a:close/>
              </a:path>
            </a:pathLst>
          </a:custGeom>
          <a:solidFill>
            <a:srgbClr val="D0A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4600934" y="414555"/>
            <a:ext cx="71102" cy="5216006"/>
          </a:xfrm>
          <a:custGeom>
            <a:avLst/>
            <a:gdLst/>
            <a:ahLst/>
            <a:cxnLst/>
            <a:rect l="l" t="t" r="r" b="b"/>
            <a:pathLst>
              <a:path w="71102" h="5216006">
                <a:moveTo>
                  <a:pt x="71102" y="18367"/>
                </a:moveTo>
                <a:lnTo>
                  <a:pt x="0" y="0"/>
                </a:lnTo>
                <a:lnTo>
                  <a:pt x="0" y="5197639"/>
                </a:lnTo>
                <a:lnTo>
                  <a:pt x="71102" y="5216006"/>
                </a:lnTo>
                <a:close/>
              </a:path>
            </a:pathLst>
          </a:custGeom>
          <a:solidFill>
            <a:srgbClr val="CFA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2937810" y="414555"/>
            <a:ext cx="71102" cy="5216006"/>
          </a:xfrm>
          <a:custGeom>
            <a:avLst/>
            <a:gdLst/>
            <a:ahLst/>
            <a:cxnLst/>
            <a:rect l="l" t="t" r="r" b="b"/>
            <a:pathLst>
              <a:path w="71102" h="5216006">
                <a:moveTo>
                  <a:pt x="71102" y="0"/>
                </a:moveTo>
                <a:lnTo>
                  <a:pt x="0" y="18367"/>
                </a:lnTo>
                <a:lnTo>
                  <a:pt x="0" y="5216006"/>
                </a:lnTo>
                <a:lnTo>
                  <a:pt x="71102" y="5197639"/>
                </a:lnTo>
                <a:close/>
              </a:path>
            </a:pathLst>
          </a:custGeom>
          <a:solidFill>
            <a:srgbClr val="CFA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2869074" y="432922"/>
            <a:ext cx="68736" cy="5217550"/>
          </a:xfrm>
          <a:custGeom>
            <a:avLst/>
            <a:gdLst/>
            <a:ahLst/>
            <a:cxnLst/>
            <a:rect l="l" t="t" r="r" b="b"/>
            <a:pathLst>
              <a:path w="68736" h="5217550">
                <a:moveTo>
                  <a:pt x="68736" y="0"/>
                </a:moveTo>
                <a:lnTo>
                  <a:pt x="0" y="19911"/>
                </a:lnTo>
                <a:lnTo>
                  <a:pt x="0" y="5217550"/>
                </a:lnTo>
                <a:lnTo>
                  <a:pt x="68736" y="5197639"/>
                </a:lnTo>
                <a:close/>
              </a:path>
            </a:pathLst>
          </a:custGeom>
          <a:solidFill>
            <a:srgbClr val="CEA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672036" y="432922"/>
            <a:ext cx="68736" cy="5217550"/>
          </a:xfrm>
          <a:custGeom>
            <a:avLst/>
            <a:gdLst/>
            <a:ahLst/>
            <a:cxnLst/>
            <a:rect l="l" t="t" r="r" b="b"/>
            <a:pathLst>
              <a:path w="68736" h="5217550">
                <a:moveTo>
                  <a:pt x="68736" y="19911"/>
                </a:moveTo>
                <a:lnTo>
                  <a:pt x="0" y="0"/>
                </a:lnTo>
                <a:lnTo>
                  <a:pt x="0" y="5197639"/>
                </a:lnTo>
                <a:lnTo>
                  <a:pt x="68736" y="5217550"/>
                </a:lnTo>
                <a:close/>
              </a:path>
            </a:pathLst>
          </a:custGeom>
          <a:solidFill>
            <a:srgbClr val="CEA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802893" y="452833"/>
            <a:ext cx="66181" cy="5219041"/>
          </a:xfrm>
          <a:custGeom>
            <a:avLst/>
            <a:gdLst/>
            <a:ahLst/>
            <a:cxnLst/>
            <a:rect l="l" t="t" r="r" b="b"/>
            <a:pathLst>
              <a:path w="66181" h="5219041">
                <a:moveTo>
                  <a:pt x="66181" y="0"/>
                </a:moveTo>
                <a:lnTo>
                  <a:pt x="0" y="21401"/>
                </a:lnTo>
                <a:lnTo>
                  <a:pt x="0" y="5219041"/>
                </a:lnTo>
                <a:lnTo>
                  <a:pt x="66181" y="5197639"/>
                </a:lnTo>
                <a:close/>
              </a:path>
            </a:pathLst>
          </a:custGeom>
          <a:solidFill>
            <a:srgbClr val="CDA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40772" y="452833"/>
            <a:ext cx="66181" cy="5219041"/>
          </a:xfrm>
          <a:custGeom>
            <a:avLst/>
            <a:gdLst/>
            <a:ahLst/>
            <a:cxnLst/>
            <a:rect l="l" t="t" r="r" b="b"/>
            <a:pathLst>
              <a:path w="66181" h="5219041">
                <a:moveTo>
                  <a:pt x="66181" y="21401"/>
                </a:moveTo>
                <a:lnTo>
                  <a:pt x="0" y="0"/>
                </a:lnTo>
                <a:lnTo>
                  <a:pt x="0" y="5197639"/>
                </a:lnTo>
                <a:lnTo>
                  <a:pt x="66181" y="5219041"/>
                </a:lnTo>
                <a:close/>
              </a:path>
            </a:pathLst>
          </a:custGeom>
          <a:solidFill>
            <a:srgbClr val="CDA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2739447" y="474234"/>
            <a:ext cx="63446" cy="5220472"/>
          </a:xfrm>
          <a:custGeom>
            <a:avLst/>
            <a:gdLst/>
            <a:ahLst/>
            <a:cxnLst/>
            <a:rect l="l" t="t" r="r" b="b"/>
            <a:pathLst>
              <a:path w="63446" h="5220472">
                <a:moveTo>
                  <a:pt x="63446" y="0"/>
                </a:moveTo>
                <a:lnTo>
                  <a:pt x="0" y="22833"/>
                </a:lnTo>
                <a:lnTo>
                  <a:pt x="0" y="5220472"/>
                </a:lnTo>
                <a:lnTo>
                  <a:pt x="63446" y="5197640"/>
                </a:lnTo>
                <a:close/>
              </a:path>
            </a:pathLst>
          </a:custGeom>
          <a:solidFill>
            <a:srgbClr val="CCA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806953" y="474234"/>
            <a:ext cx="63446" cy="5220472"/>
          </a:xfrm>
          <a:custGeom>
            <a:avLst/>
            <a:gdLst/>
            <a:ahLst/>
            <a:cxnLst/>
            <a:rect l="l" t="t" r="r" b="b"/>
            <a:pathLst>
              <a:path w="63446" h="5220472">
                <a:moveTo>
                  <a:pt x="63446" y="22833"/>
                </a:moveTo>
                <a:lnTo>
                  <a:pt x="0" y="0"/>
                </a:lnTo>
                <a:lnTo>
                  <a:pt x="0" y="5197640"/>
                </a:lnTo>
                <a:lnTo>
                  <a:pt x="63446" y="5220472"/>
                </a:lnTo>
                <a:close/>
              </a:path>
            </a:pathLst>
          </a:custGeom>
          <a:solidFill>
            <a:srgbClr val="CCA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2678909" y="497067"/>
            <a:ext cx="60538" cy="5221841"/>
          </a:xfrm>
          <a:custGeom>
            <a:avLst/>
            <a:gdLst/>
            <a:ahLst/>
            <a:cxnLst/>
            <a:rect l="l" t="t" r="r" b="b"/>
            <a:pathLst>
              <a:path w="60538" h="5221841">
                <a:moveTo>
                  <a:pt x="60538" y="0"/>
                </a:moveTo>
                <a:lnTo>
                  <a:pt x="0" y="24202"/>
                </a:lnTo>
                <a:lnTo>
                  <a:pt x="0" y="5221841"/>
                </a:lnTo>
                <a:lnTo>
                  <a:pt x="60538" y="5197639"/>
                </a:lnTo>
                <a:close/>
              </a:path>
            </a:pathLst>
          </a:custGeom>
          <a:solidFill>
            <a:srgbClr val="CA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870399" y="497067"/>
            <a:ext cx="60538" cy="5221841"/>
          </a:xfrm>
          <a:custGeom>
            <a:avLst/>
            <a:gdLst/>
            <a:ahLst/>
            <a:cxnLst/>
            <a:rect l="l" t="t" r="r" b="b"/>
            <a:pathLst>
              <a:path w="60538" h="5221841">
                <a:moveTo>
                  <a:pt x="60538" y="24202"/>
                </a:moveTo>
                <a:lnTo>
                  <a:pt x="0" y="0"/>
                </a:lnTo>
                <a:lnTo>
                  <a:pt x="0" y="5197639"/>
                </a:lnTo>
                <a:lnTo>
                  <a:pt x="60538" y="5221841"/>
                </a:lnTo>
                <a:close/>
              </a:path>
            </a:pathLst>
          </a:custGeom>
          <a:solidFill>
            <a:srgbClr val="CA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2955432" y="5676578"/>
            <a:ext cx="849491" cy="727039"/>
          </a:xfrm>
          <a:custGeom>
            <a:avLst/>
            <a:gdLst/>
            <a:ahLst/>
            <a:cxnLst/>
            <a:rect l="l" t="t" r="r" b="b"/>
            <a:pathLst>
              <a:path w="849491" h="727039">
                <a:moveTo>
                  <a:pt x="849491" y="519764"/>
                </a:moveTo>
                <a:lnTo>
                  <a:pt x="0" y="727039"/>
                </a:lnTo>
                <a:lnTo>
                  <a:pt x="0" y="207275"/>
                </a:lnTo>
                <a:lnTo>
                  <a:pt x="849491" y="0"/>
                </a:lnTo>
                <a:close/>
              </a:path>
            </a:pathLst>
          </a:custGeom>
          <a:solidFill>
            <a:srgbClr val="EEBECD"/>
          </a:solidFill>
          <a:ln w="444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3804923" y="5676578"/>
            <a:ext cx="849491" cy="727039"/>
          </a:xfrm>
          <a:custGeom>
            <a:avLst/>
            <a:gdLst/>
            <a:ahLst/>
            <a:cxnLst/>
            <a:rect l="l" t="t" r="r" b="b"/>
            <a:pathLst>
              <a:path w="849491" h="727039">
                <a:moveTo>
                  <a:pt x="0" y="519764"/>
                </a:moveTo>
                <a:lnTo>
                  <a:pt x="849491" y="727039"/>
                </a:lnTo>
                <a:lnTo>
                  <a:pt x="849491" y="207275"/>
                </a:lnTo>
                <a:lnTo>
                  <a:pt x="0" y="0"/>
                </a:lnTo>
                <a:close/>
              </a:path>
            </a:pathLst>
          </a:custGeom>
          <a:solidFill>
            <a:srgbClr val="EEBECD"/>
          </a:solidFill>
          <a:ln w="444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2621445" y="521269"/>
            <a:ext cx="57464" cy="5223144"/>
          </a:xfrm>
          <a:custGeom>
            <a:avLst/>
            <a:gdLst/>
            <a:ahLst/>
            <a:cxnLst/>
            <a:rect l="l" t="t" r="r" b="b"/>
            <a:pathLst>
              <a:path w="57464" h="5223144">
                <a:moveTo>
                  <a:pt x="57464" y="0"/>
                </a:moveTo>
                <a:lnTo>
                  <a:pt x="0" y="25505"/>
                </a:lnTo>
                <a:lnTo>
                  <a:pt x="0" y="5223144"/>
                </a:lnTo>
                <a:lnTo>
                  <a:pt x="57464" y="5197639"/>
                </a:lnTo>
                <a:close/>
              </a:path>
            </a:pathLst>
          </a:custGeom>
          <a:solidFill>
            <a:srgbClr val="C99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4930937" y="521269"/>
            <a:ext cx="57464" cy="5223144"/>
          </a:xfrm>
          <a:custGeom>
            <a:avLst/>
            <a:gdLst/>
            <a:ahLst/>
            <a:cxnLst/>
            <a:rect l="l" t="t" r="r" b="b"/>
            <a:pathLst>
              <a:path w="57464" h="5223144">
                <a:moveTo>
                  <a:pt x="57464" y="25505"/>
                </a:moveTo>
                <a:lnTo>
                  <a:pt x="0" y="0"/>
                </a:lnTo>
                <a:lnTo>
                  <a:pt x="0" y="5197639"/>
                </a:lnTo>
                <a:lnTo>
                  <a:pt x="57464" y="5223144"/>
                </a:lnTo>
                <a:close/>
              </a:path>
            </a:pathLst>
          </a:custGeom>
          <a:solidFill>
            <a:srgbClr val="C99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567211" y="546774"/>
            <a:ext cx="54234" cy="5224378"/>
          </a:xfrm>
          <a:custGeom>
            <a:avLst/>
            <a:gdLst/>
            <a:ahLst/>
            <a:cxnLst/>
            <a:rect l="l" t="t" r="r" b="b"/>
            <a:pathLst>
              <a:path w="54234" h="5224378">
                <a:moveTo>
                  <a:pt x="54234" y="0"/>
                </a:moveTo>
                <a:lnTo>
                  <a:pt x="0" y="26739"/>
                </a:lnTo>
                <a:lnTo>
                  <a:pt x="0" y="5224378"/>
                </a:lnTo>
                <a:lnTo>
                  <a:pt x="54234" y="5197639"/>
                </a:lnTo>
                <a:close/>
              </a:path>
            </a:pathLst>
          </a:custGeom>
          <a:solidFill>
            <a:srgbClr val="C89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988401" y="546774"/>
            <a:ext cx="54234" cy="5224378"/>
          </a:xfrm>
          <a:custGeom>
            <a:avLst/>
            <a:gdLst/>
            <a:ahLst/>
            <a:cxnLst/>
            <a:rect l="l" t="t" r="r" b="b"/>
            <a:pathLst>
              <a:path w="54234" h="5224378">
                <a:moveTo>
                  <a:pt x="54234" y="26739"/>
                </a:moveTo>
                <a:lnTo>
                  <a:pt x="0" y="0"/>
                </a:lnTo>
                <a:lnTo>
                  <a:pt x="0" y="5197639"/>
                </a:lnTo>
                <a:lnTo>
                  <a:pt x="54234" y="5224378"/>
                </a:lnTo>
                <a:close/>
              </a:path>
            </a:pathLst>
          </a:custGeom>
          <a:solidFill>
            <a:srgbClr val="C89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516355" y="573513"/>
            <a:ext cx="50856" cy="5225538"/>
          </a:xfrm>
          <a:custGeom>
            <a:avLst/>
            <a:gdLst/>
            <a:ahLst/>
            <a:cxnLst/>
            <a:rect l="l" t="t" r="r" b="b"/>
            <a:pathLst>
              <a:path w="50856" h="5225538">
                <a:moveTo>
                  <a:pt x="50856" y="0"/>
                </a:moveTo>
                <a:lnTo>
                  <a:pt x="0" y="27899"/>
                </a:lnTo>
                <a:lnTo>
                  <a:pt x="0" y="5225538"/>
                </a:lnTo>
                <a:lnTo>
                  <a:pt x="50856" y="5197639"/>
                </a:lnTo>
                <a:close/>
              </a:path>
            </a:pathLst>
          </a:custGeom>
          <a:solidFill>
            <a:srgbClr val="C6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5042635" y="573513"/>
            <a:ext cx="50856" cy="5225538"/>
          </a:xfrm>
          <a:custGeom>
            <a:avLst/>
            <a:gdLst/>
            <a:ahLst/>
            <a:cxnLst/>
            <a:rect l="l" t="t" r="r" b="b"/>
            <a:pathLst>
              <a:path w="50856" h="5225538">
                <a:moveTo>
                  <a:pt x="50856" y="27899"/>
                </a:moveTo>
                <a:lnTo>
                  <a:pt x="0" y="0"/>
                </a:lnTo>
                <a:lnTo>
                  <a:pt x="0" y="5197639"/>
                </a:lnTo>
                <a:lnTo>
                  <a:pt x="50856" y="5225538"/>
                </a:lnTo>
                <a:close/>
              </a:path>
            </a:pathLst>
          </a:custGeom>
          <a:solidFill>
            <a:srgbClr val="C6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469017" y="601412"/>
            <a:ext cx="47338" cy="5226623"/>
          </a:xfrm>
          <a:custGeom>
            <a:avLst/>
            <a:gdLst/>
            <a:ahLst/>
            <a:cxnLst/>
            <a:rect l="l" t="t" r="r" b="b"/>
            <a:pathLst>
              <a:path w="47338" h="5226623">
                <a:moveTo>
                  <a:pt x="47338" y="0"/>
                </a:moveTo>
                <a:lnTo>
                  <a:pt x="0" y="28983"/>
                </a:lnTo>
                <a:lnTo>
                  <a:pt x="0" y="5226623"/>
                </a:lnTo>
                <a:lnTo>
                  <a:pt x="47338" y="5197639"/>
                </a:lnTo>
                <a:close/>
              </a:path>
            </a:pathLst>
          </a:custGeom>
          <a:solidFill>
            <a:srgbClr val="C59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5093491" y="601412"/>
            <a:ext cx="47338" cy="5226623"/>
          </a:xfrm>
          <a:custGeom>
            <a:avLst/>
            <a:gdLst/>
            <a:ahLst/>
            <a:cxnLst/>
            <a:rect l="l" t="t" r="r" b="b"/>
            <a:pathLst>
              <a:path w="47338" h="5226623">
                <a:moveTo>
                  <a:pt x="47338" y="28983"/>
                </a:moveTo>
                <a:lnTo>
                  <a:pt x="0" y="0"/>
                </a:lnTo>
                <a:lnTo>
                  <a:pt x="0" y="5197639"/>
                </a:lnTo>
                <a:lnTo>
                  <a:pt x="47338" y="5226623"/>
                </a:lnTo>
                <a:close/>
              </a:path>
            </a:pathLst>
          </a:custGeom>
          <a:solidFill>
            <a:srgbClr val="C59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425325" y="630395"/>
            <a:ext cx="43692" cy="5227628"/>
          </a:xfrm>
          <a:custGeom>
            <a:avLst/>
            <a:gdLst/>
            <a:ahLst/>
            <a:cxnLst/>
            <a:rect l="l" t="t" r="r" b="b"/>
            <a:pathLst>
              <a:path w="43692" h="5227628">
                <a:moveTo>
                  <a:pt x="43692" y="0"/>
                </a:moveTo>
                <a:lnTo>
                  <a:pt x="0" y="29989"/>
                </a:lnTo>
                <a:lnTo>
                  <a:pt x="0" y="5227628"/>
                </a:lnTo>
                <a:lnTo>
                  <a:pt x="43692" y="5197640"/>
                </a:lnTo>
                <a:close/>
              </a:path>
            </a:pathLst>
          </a:custGeom>
          <a:solidFill>
            <a:srgbClr val="C3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5140829" y="630395"/>
            <a:ext cx="43692" cy="5227628"/>
          </a:xfrm>
          <a:custGeom>
            <a:avLst/>
            <a:gdLst/>
            <a:ahLst/>
            <a:cxnLst/>
            <a:rect l="l" t="t" r="r" b="b"/>
            <a:pathLst>
              <a:path w="43692" h="5227628">
                <a:moveTo>
                  <a:pt x="43692" y="29989"/>
                </a:moveTo>
                <a:lnTo>
                  <a:pt x="0" y="0"/>
                </a:lnTo>
                <a:lnTo>
                  <a:pt x="0" y="5197640"/>
                </a:lnTo>
                <a:lnTo>
                  <a:pt x="43692" y="5227628"/>
                </a:lnTo>
                <a:close/>
              </a:path>
            </a:pathLst>
          </a:custGeom>
          <a:solidFill>
            <a:srgbClr val="C3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955432" y="5348605"/>
            <a:ext cx="596006" cy="535248"/>
          </a:xfrm>
          <a:custGeom>
            <a:avLst/>
            <a:gdLst/>
            <a:ahLst/>
            <a:cxnLst/>
            <a:rect l="l" t="t" r="r" b="b"/>
            <a:pathLst>
              <a:path w="596006" h="535248">
                <a:moveTo>
                  <a:pt x="596006" y="389823"/>
                </a:moveTo>
                <a:lnTo>
                  <a:pt x="0" y="535248"/>
                </a:lnTo>
                <a:lnTo>
                  <a:pt x="0" y="145425"/>
                </a:lnTo>
                <a:lnTo>
                  <a:pt x="596006" y="0"/>
                </a:lnTo>
                <a:close/>
              </a:path>
            </a:pathLst>
          </a:custGeom>
          <a:solidFill>
            <a:srgbClr val="30B252"/>
          </a:solidFill>
          <a:ln w="444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4058408" y="5348605"/>
            <a:ext cx="596006" cy="535248"/>
          </a:xfrm>
          <a:custGeom>
            <a:avLst/>
            <a:gdLst/>
            <a:ahLst/>
            <a:cxnLst/>
            <a:rect l="l" t="t" r="r" b="b"/>
            <a:pathLst>
              <a:path w="596006" h="535248">
                <a:moveTo>
                  <a:pt x="0" y="389823"/>
                </a:moveTo>
                <a:lnTo>
                  <a:pt x="596006" y="535248"/>
                </a:lnTo>
                <a:lnTo>
                  <a:pt x="596006" y="145425"/>
                </a:lnTo>
                <a:lnTo>
                  <a:pt x="0" y="0"/>
                </a:lnTo>
                <a:close/>
              </a:path>
            </a:pathLst>
          </a:custGeom>
          <a:solidFill>
            <a:srgbClr val="30B252"/>
          </a:solidFill>
          <a:ln w="444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385398" y="660384"/>
            <a:ext cx="39927" cy="5228552"/>
          </a:xfrm>
          <a:custGeom>
            <a:avLst/>
            <a:gdLst/>
            <a:ahLst/>
            <a:cxnLst/>
            <a:rect l="l" t="t" r="r" b="b"/>
            <a:pathLst>
              <a:path w="39927" h="5228552">
                <a:moveTo>
                  <a:pt x="39927" y="0"/>
                </a:moveTo>
                <a:lnTo>
                  <a:pt x="0" y="30913"/>
                </a:lnTo>
                <a:lnTo>
                  <a:pt x="0" y="5228552"/>
                </a:lnTo>
                <a:lnTo>
                  <a:pt x="39927" y="5197639"/>
                </a:lnTo>
                <a:close/>
              </a:path>
            </a:pathLst>
          </a:custGeom>
          <a:solidFill>
            <a:srgbClr val="C29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5184521" y="660384"/>
            <a:ext cx="39927" cy="5228552"/>
          </a:xfrm>
          <a:custGeom>
            <a:avLst/>
            <a:gdLst/>
            <a:ahLst/>
            <a:cxnLst/>
            <a:rect l="l" t="t" r="r" b="b"/>
            <a:pathLst>
              <a:path w="39927" h="5228552">
                <a:moveTo>
                  <a:pt x="39927" y="30913"/>
                </a:moveTo>
                <a:lnTo>
                  <a:pt x="0" y="0"/>
                </a:lnTo>
                <a:lnTo>
                  <a:pt x="0" y="5197639"/>
                </a:lnTo>
                <a:lnTo>
                  <a:pt x="39927" y="5228552"/>
                </a:lnTo>
                <a:close/>
              </a:path>
            </a:pathLst>
          </a:custGeom>
          <a:solidFill>
            <a:srgbClr val="C29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349346" y="691297"/>
            <a:ext cx="36052" cy="5229390"/>
          </a:xfrm>
          <a:custGeom>
            <a:avLst/>
            <a:gdLst/>
            <a:ahLst/>
            <a:cxnLst/>
            <a:rect l="l" t="t" r="r" b="b"/>
            <a:pathLst>
              <a:path w="36052" h="5229390">
                <a:moveTo>
                  <a:pt x="36052" y="0"/>
                </a:moveTo>
                <a:lnTo>
                  <a:pt x="0" y="31751"/>
                </a:lnTo>
                <a:lnTo>
                  <a:pt x="0" y="5229390"/>
                </a:lnTo>
                <a:lnTo>
                  <a:pt x="36052" y="5197639"/>
                </a:lnTo>
                <a:close/>
              </a:path>
            </a:pathLst>
          </a:custGeom>
          <a:solidFill>
            <a:srgbClr val="C09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5224448" y="691297"/>
            <a:ext cx="36052" cy="5229390"/>
          </a:xfrm>
          <a:custGeom>
            <a:avLst/>
            <a:gdLst/>
            <a:ahLst/>
            <a:cxnLst/>
            <a:rect l="l" t="t" r="r" b="b"/>
            <a:pathLst>
              <a:path w="36052" h="5229390">
                <a:moveTo>
                  <a:pt x="36052" y="31751"/>
                </a:moveTo>
                <a:lnTo>
                  <a:pt x="0" y="0"/>
                </a:lnTo>
                <a:lnTo>
                  <a:pt x="0" y="5197639"/>
                </a:lnTo>
                <a:lnTo>
                  <a:pt x="36052" y="5229390"/>
                </a:lnTo>
                <a:close/>
              </a:path>
            </a:pathLst>
          </a:custGeom>
          <a:solidFill>
            <a:srgbClr val="C09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317268" y="723048"/>
            <a:ext cx="32078" cy="5230143"/>
          </a:xfrm>
          <a:custGeom>
            <a:avLst/>
            <a:gdLst/>
            <a:ahLst/>
            <a:cxnLst/>
            <a:rect l="l" t="t" r="r" b="b"/>
            <a:pathLst>
              <a:path w="32078" h="5230143">
                <a:moveTo>
                  <a:pt x="32078" y="0"/>
                </a:moveTo>
                <a:lnTo>
                  <a:pt x="0" y="32504"/>
                </a:lnTo>
                <a:lnTo>
                  <a:pt x="0" y="5230143"/>
                </a:lnTo>
                <a:lnTo>
                  <a:pt x="32078" y="5197639"/>
                </a:lnTo>
                <a:close/>
              </a:path>
            </a:pathLst>
          </a:custGeom>
          <a:solidFill>
            <a:srgbClr val="BE9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5260500" y="723048"/>
            <a:ext cx="32078" cy="5230143"/>
          </a:xfrm>
          <a:custGeom>
            <a:avLst/>
            <a:gdLst/>
            <a:ahLst/>
            <a:cxnLst/>
            <a:rect l="l" t="t" r="r" b="b"/>
            <a:pathLst>
              <a:path w="32078" h="5230143">
                <a:moveTo>
                  <a:pt x="32078" y="32504"/>
                </a:moveTo>
                <a:lnTo>
                  <a:pt x="0" y="0"/>
                </a:lnTo>
                <a:lnTo>
                  <a:pt x="0" y="5197639"/>
                </a:lnTo>
                <a:lnTo>
                  <a:pt x="32078" y="5230143"/>
                </a:lnTo>
                <a:close/>
              </a:path>
            </a:pathLst>
          </a:custGeom>
          <a:solidFill>
            <a:srgbClr val="BE9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5292578" y="755552"/>
            <a:ext cx="28019" cy="5230807"/>
          </a:xfrm>
          <a:custGeom>
            <a:avLst/>
            <a:gdLst/>
            <a:ahLst/>
            <a:cxnLst/>
            <a:rect l="l" t="t" r="r" b="b"/>
            <a:pathLst>
              <a:path w="28019" h="5230807">
                <a:moveTo>
                  <a:pt x="28019" y="33167"/>
                </a:moveTo>
                <a:lnTo>
                  <a:pt x="0" y="0"/>
                </a:lnTo>
                <a:lnTo>
                  <a:pt x="0" y="5197639"/>
                </a:lnTo>
                <a:lnTo>
                  <a:pt x="28019" y="5230807"/>
                </a:lnTo>
                <a:close/>
              </a:path>
            </a:pathLst>
          </a:custGeom>
          <a:solidFill>
            <a:srgbClr val="BD9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289249" y="755552"/>
            <a:ext cx="28019" cy="5230807"/>
          </a:xfrm>
          <a:custGeom>
            <a:avLst/>
            <a:gdLst/>
            <a:ahLst/>
            <a:cxnLst/>
            <a:rect l="l" t="t" r="r" b="b"/>
            <a:pathLst>
              <a:path w="28019" h="5230807">
                <a:moveTo>
                  <a:pt x="28019" y="0"/>
                </a:moveTo>
                <a:lnTo>
                  <a:pt x="0" y="33167"/>
                </a:lnTo>
                <a:lnTo>
                  <a:pt x="0" y="5230807"/>
                </a:lnTo>
                <a:lnTo>
                  <a:pt x="28019" y="5197639"/>
                </a:lnTo>
                <a:close/>
              </a:path>
            </a:pathLst>
          </a:custGeom>
          <a:solidFill>
            <a:srgbClr val="BD9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265368" y="788719"/>
            <a:ext cx="23881" cy="5231380"/>
          </a:xfrm>
          <a:custGeom>
            <a:avLst/>
            <a:gdLst/>
            <a:ahLst/>
            <a:cxnLst/>
            <a:rect l="l" t="t" r="r" b="b"/>
            <a:pathLst>
              <a:path w="23881" h="5231380">
                <a:moveTo>
                  <a:pt x="23881" y="0"/>
                </a:moveTo>
                <a:lnTo>
                  <a:pt x="0" y="33741"/>
                </a:lnTo>
                <a:lnTo>
                  <a:pt x="0" y="5231380"/>
                </a:lnTo>
                <a:lnTo>
                  <a:pt x="23881" y="5197640"/>
                </a:lnTo>
                <a:close/>
              </a:path>
            </a:pathLst>
          </a:custGeom>
          <a:solidFill>
            <a:srgbClr val="BB9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5320597" y="788719"/>
            <a:ext cx="23881" cy="5231380"/>
          </a:xfrm>
          <a:custGeom>
            <a:avLst/>
            <a:gdLst/>
            <a:ahLst/>
            <a:cxnLst/>
            <a:rect l="l" t="t" r="r" b="b"/>
            <a:pathLst>
              <a:path w="23881" h="5231380">
                <a:moveTo>
                  <a:pt x="23881" y="33741"/>
                </a:moveTo>
                <a:lnTo>
                  <a:pt x="0" y="0"/>
                </a:lnTo>
                <a:lnTo>
                  <a:pt x="0" y="5197640"/>
                </a:lnTo>
                <a:lnTo>
                  <a:pt x="23881" y="5231380"/>
                </a:lnTo>
                <a:close/>
              </a:path>
            </a:pathLst>
          </a:custGeom>
          <a:solidFill>
            <a:srgbClr val="BB9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245689" y="822460"/>
            <a:ext cx="19679" cy="5231861"/>
          </a:xfrm>
          <a:custGeom>
            <a:avLst/>
            <a:gdLst/>
            <a:ahLst/>
            <a:cxnLst/>
            <a:rect l="l" t="t" r="r" b="b"/>
            <a:pathLst>
              <a:path w="19679" h="5231861">
                <a:moveTo>
                  <a:pt x="19679" y="0"/>
                </a:moveTo>
                <a:lnTo>
                  <a:pt x="0" y="34222"/>
                </a:lnTo>
                <a:lnTo>
                  <a:pt x="0" y="5231861"/>
                </a:lnTo>
                <a:lnTo>
                  <a:pt x="19679" y="5197639"/>
                </a:lnTo>
                <a:close/>
              </a:path>
            </a:pathLst>
          </a:custGeom>
          <a:solidFill>
            <a:srgbClr val="B99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5344478" y="822460"/>
            <a:ext cx="19679" cy="5231861"/>
          </a:xfrm>
          <a:custGeom>
            <a:avLst/>
            <a:gdLst/>
            <a:ahLst/>
            <a:cxnLst/>
            <a:rect l="l" t="t" r="r" b="b"/>
            <a:pathLst>
              <a:path w="19679" h="5231861">
                <a:moveTo>
                  <a:pt x="19679" y="34222"/>
                </a:moveTo>
                <a:lnTo>
                  <a:pt x="0" y="0"/>
                </a:lnTo>
                <a:lnTo>
                  <a:pt x="0" y="5197639"/>
                </a:lnTo>
                <a:lnTo>
                  <a:pt x="19679" y="5231861"/>
                </a:lnTo>
                <a:close/>
              </a:path>
            </a:pathLst>
          </a:custGeom>
          <a:solidFill>
            <a:srgbClr val="B99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230266" y="856682"/>
            <a:ext cx="15423" cy="5232248"/>
          </a:xfrm>
          <a:custGeom>
            <a:avLst/>
            <a:gdLst/>
            <a:ahLst/>
            <a:cxnLst/>
            <a:rect l="l" t="t" r="r" b="b"/>
            <a:pathLst>
              <a:path w="15423" h="5232248">
                <a:moveTo>
                  <a:pt x="15423" y="0"/>
                </a:moveTo>
                <a:lnTo>
                  <a:pt x="0" y="34609"/>
                </a:lnTo>
                <a:lnTo>
                  <a:pt x="0" y="5232248"/>
                </a:lnTo>
                <a:lnTo>
                  <a:pt x="15423" y="5197639"/>
                </a:lnTo>
                <a:close/>
              </a:path>
            </a:pathLst>
          </a:custGeom>
          <a:solidFill>
            <a:srgbClr val="B79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5364157" y="856682"/>
            <a:ext cx="15423" cy="5232248"/>
          </a:xfrm>
          <a:custGeom>
            <a:avLst/>
            <a:gdLst/>
            <a:ahLst/>
            <a:cxnLst/>
            <a:rect l="l" t="t" r="r" b="b"/>
            <a:pathLst>
              <a:path w="15423" h="5232248">
                <a:moveTo>
                  <a:pt x="15423" y="34609"/>
                </a:moveTo>
                <a:lnTo>
                  <a:pt x="0" y="0"/>
                </a:lnTo>
                <a:lnTo>
                  <a:pt x="0" y="5197639"/>
                </a:lnTo>
                <a:lnTo>
                  <a:pt x="15423" y="5232248"/>
                </a:lnTo>
                <a:close/>
              </a:path>
            </a:pathLst>
          </a:custGeom>
          <a:solidFill>
            <a:srgbClr val="B79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219142" y="891291"/>
            <a:ext cx="11124" cy="5232542"/>
          </a:xfrm>
          <a:custGeom>
            <a:avLst/>
            <a:gdLst/>
            <a:ahLst/>
            <a:cxnLst/>
            <a:rect l="l" t="t" r="r" b="b"/>
            <a:pathLst>
              <a:path w="11124" h="5232542">
                <a:moveTo>
                  <a:pt x="11124" y="0"/>
                </a:moveTo>
                <a:lnTo>
                  <a:pt x="0" y="34903"/>
                </a:lnTo>
                <a:lnTo>
                  <a:pt x="0" y="5232542"/>
                </a:lnTo>
                <a:lnTo>
                  <a:pt x="11124" y="5197639"/>
                </a:lnTo>
                <a:close/>
              </a:path>
            </a:pathLst>
          </a:custGeom>
          <a:solidFill>
            <a:srgbClr val="B58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5379580" y="891291"/>
            <a:ext cx="11124" cy="5232542"/>
          </a:xfrm>
          <a:custGeom>
            <a:avLst/>
            <a:gdLst/>
            <a:ahLst/>
            <a:cxnLst/>
            <a:rect l="l" t="t" r="r" b="b"/>
            <a:pathLst>
              <a:path w="11124" h="5232542">
                <a:moveTo>
                  <a:pt x="11124" y="34903"/>
                </a:moveTo>
                <a:lnTo>
                  <a:pt x="0" y="0"/>
                </a:lnTo>
                <a:lnTo>
                  <a:pt x="0" y="5197639"/>
                </a:lnTo>
                <a:lnTo>
                  <a:pt x="11124" y="5232542"/>
                </a:lnTo>
                <a:close/>
              </a:path>
            </a:pathLst>
          </a:custGeom>
          <a:solidFill>
            <a:srgbClr val="B58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212345" y="926194"/>
            <a:ext cx="6797" cy="5232739"/>
          </a:xfrm>
          <a:custGeom>
            <a:avLst/>
            <a:gdLst/>
            <a:ahLst/>
            <a:cxnLst/>
            <a:rect l="l" t="t" r="r" b="b"/>
            <a:pathLst>
              <a:path w="6797" h="5232739">
                <a:moveTo>
                  <a:pt x="6797" y="0"/>
                </a:moveTo>
                <a:lnTo>
                  <a:pt x="0" y="35100"/>
                </a:lnTo>
                <a:lnTo>
                  <a:pt x="0" y="5232739"/>
                </a:lnTo>
                <a:lnTo>
                  <a:pt x="6797" y="5197639"/>
                </a:lnTo>
                <a:close/>
              </a:path>
            </a:pathLst>
          </a:custGeom>
          <a:solidFill>
            <a:srgbClr val="B48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390704" y="926194"/>
            <a:ext cx="6797" cy="5232739"/>
          </a:xfrm>
          <a:custGeom>
            <a:avLst/>
            <a:gdLst/>
            <a:ahLst/>
            <a:cxnLst/>
            <a:rect l="l" t="t" r="r" b="b"/>
            <a:pathLst>
              <a:path w="6797" h="5232739">
                <a:moveTo>
                  <a:pt x="6797" y="35100"/>
                </a:moveTo>
                <a:lnTo>
                  <a:pt x="0" y="0"/>
                </a:lnTo>
                <a:lnTo>
                  <a:pt x="0" y="5197639"/>
                </a:lnTo>
                <a:lnTo>
                  <a:pt x="6797" y="5232739"/>
                </a:lnTo>
                <a:close/>
              </a:path>
            </a:pathLst>
          </a:custGeom>
          <a:solidFill>
            <a:srgbClr val="B48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209896" y="961294"/>
            <a:ext cx="2449" cy="5232842"/>
          </a:xfrm>
          <a:custGeom>
            <a:avLst/>
            <a:gdLst/>
            <a:ahLst/>
            <a:cxnLst/>
            <a:rect l="l" t="t" r="r" b="b"/>
            <a:pathLst>
              <a:path w="2449" h="5232842">
                <a:moveTo>
                  <a:pt x="2449" y="0"/>
                </a:moveTo>
                <a:lnTo>
                  <a:pt x="0" y="35203"/>
                </a:lnTo>
                <a:lnTo>
                  <a:pt x="0" y="5232842"/>
                </a:lnTo>
                <a:lnTo>
                  <a:pt x="2449" y="5197639"/>
                </a:lnTo>
                <a:close/>
              </a:path>
            </a:pathLst>
          </a:custGeom>
          <a:solidFill>
            <a:srgbClr val="B28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5397501" y="961294"/>
            <a:ext cx="2449" cy="5232842"/>
          </a:xfrm>
          <a:custGeom>
            <a:avLst/>
            <a:gdLst/>
            <a:ahLst/>
            <a:cxnLst/>
            <a:rect l="l" t="t" r="r" b="b"/>
            <a:pathLst>
              <a:path w="2449" h="5232842">
                <a:moveTo>
                  <a:pt x="2449" y="35203"/>
                </a:moveTo>
                <a:lnTo>
                  <a:pt x="0" y="0"/>
                </a:lnTo>
                <a:lnTo>
                  <a:pt x="0" y="5197639"/>
                </a:lnTo>
                <a:lnTo>
                  <a:pt x="2449" y="5232842"/>
                </a:lnTo>
                <a:close/>
              </a:path>
            </a:pathLst>
          </a:custGeom>
          <a:solidFill>
            <a:srgbClr val="B28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209896" y="996497"/>
            <a:ext cx="1904" cy="5232848"/>
          </a:xfrm>
          <a:custGeom>
            <a:avLst/>
            <a:gdLst/>
            <a:ahLst/>
            <a:cxnLst/>
            <a:rect l="l" t="t" r="r" b="b"/>
            <a:pathLst>
              <a:path w="1904" h="5232848">
                <a:moveTo>
                  <a:pt x="0" y="0"/>
                </a:moveTo>
                <a:lnTo>
                  <a:pt x="1904" y="35208"/>
                </a:lnTo>
                <a:lnTo>
                  <a:pt x="1904" y="5232848"/>
                </a:lnTo>
                <a:lnTo>
                  <a:pt x="0" y="5197639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5398046" y="996497"/>
            <a:ext cx="1904" cy="5232848"/>
          </a:xfrm>
          <a:custGeom>
            <a:avLst/>
            <a:gdLst/>
            <a:ahLst/>
            <a:cxnLst/>
            <a:rect l="l" t="t" r="r" b="b"/>
            <a:pathLst>
              <a:path w="1904" h="5232848">
                <a:moveTo>
                  <a:pt x="0" y="35208"/>
                </a:moveTo>
                <a:lnTo>
                  <a:pt x="1904" y="0"/>
                </a:lnTo>
                <a:lnTo>
                  <a:pt x="1904" y="5197639"/>
                </a:lnTo>
                <a:lnTo>
                  <a:pt x="0" y="5232848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3551438" y="998703"/>
            <a:ext cx="253485" cy="4739725"/>
          </a:xfrm>
          <a:custGeom>
            <a:avLst/>
            <a:gdLst/>
            <a:ahLst/>
            <a:cxnLst/>
            <a:rect l="l" t="t" r="r" b="b"/>
            <a:pathLst>
              <a:path w="253485" h="4739725">
                <a:moveTo>
                  <a:pt x="253485" y="4677875"/>
                </a:moveTo>
                <a:lnTo>
                  <a:pt x="0" y="4739725"/>
                </a:lnTo>
                <a:lnTo>
                  <a:pt x="0" y="61850"/>
                </a:lnTo>
                <a:lnTo>
                  <a:pt x="253485" y="0"/>
                </a:lnTo>
                <a:close/>
              </a:path>
            </a:pathLst>
          </a:custGeom>
          <a:solidFill>
            <a:srgbClr val="D7DCE8"/>
          </a:solidFill>
          <a:ln w="444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3804923" y="998703"/>
            <a:ext cx="253485" cy="4739725"/>
          </a:xfrm>
          <a:custGeom>
            <a:avLst/>
            <a:gdLst/>
            <a:ahLst/>
            <a:cxnLst/>
            <a:rect l="l" t="t" r="r" b="b"/>
            <a:pathLst>
              <a:path w="253485" h="4739725">
                <a:moveTo>
                  <a:pt x="0" y="4677875"/>
                </a:moveTo>
                <a:lnTo>
                  <a:pt x="253485" y="4739725"/>
                </a:lnTo>
                <a:lnTo>
                  <a:pt x="253485" y="61850"/>
                </a:lnTo>
                <a:lnTo>
                  <a:pt x="0" y="0"/>
                </a:lnTo>
                <a:close/>
              </a:path>
            </a:pathLst>
          </a:custGeom>
          <a:solidFill>
            <a:srgbClr val="D7DCE8"/>
          </a:solidFill>
          <a:ln w="444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2211800" y="1031705"/>
            <a:ext cx="6253" cy="5232758"/>
          </a:xfrm>
          <a:custGeom>
            <a:avLst/>
            <a:gdLst/>
            <a:ahLst/>
            <a:cxnLst/>
            <a:rect l="l" t="t" r="r" b="b"/>
            <a:pathLst>
              <a:path w="6253" h="5232758">
                <a:moveTo>
                  <a:pt x="0" y="0"/>
                </a:moveTo>
                <a:lnTo>
                  <a:pt x="6253" y="35119"/>
                </a:lnTo>
                <a:lnTo>
                  <a:pt x="6253" y="5232758"/>
                </a:lnTo>
                <a:lnTo>
                  <a:pt x="0" y="5197640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5391793" y="1031705"/>
            <a:ext cx="6253" cy="5232758"/>
          </a:xfrm>
          <a:custGeom>
            <a:avLst/>
            <a:gdLst/>
            <a:ahLst/>
            <a:cxnLst/>
            <a:rect l="l" t="t" r="r" b="b"/>
            <a:pathLst>
              <a:path w="6253" h="5232758">
                <a:moveTo>
                  <a:pt x="0" y="35119"/>
                </a:moveTo>
                <a:lnTo>
                  <a:pt x="6253" y="0"/>
                </a:lnTo>
                <a:lnTo>
                  <a:pt x="6253" y="5197640"/>
                </a:lnTo>
                <a:lnTo>
                  <a:pt x="0" y="5232758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218053" y="1066824"/>
            <a:ext cx="10584" cy="5232572"/>
          </a:xfrm>
          <a:custGeom>
            <a:avLst/>
            <a:gdLst/>
            <a:ahLst/>
            <a:cxnLst/>
            <a:rect l="l" t="t" r="r" b="b"/>
            <a:pathLst>
              <a:path w="10584" h="5232572">
                <a:moveTo>
                  <a:pt x="0" y="0"/>
                </a:moveTo>
                <a:lnTo>
                  <a:pt x="10584" y="34933"/>
                </a:lnTo>
                <a:lnTo>
                  <a:pt x="10584" y="5232572"/>
                </a:lnTo>
                <a:lnTo>
                  <a:pt x="0" y="5197639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5381209" y="1066824"/>
            <a:ext cx="10584" cy="5232572"/>
          </a:xfrm>
          <a:custGeom>
            <a:avLst/>
            <a:gdLst/>
            <a:ahLst/>
            <a:cxnLst/>
            <a:rect l="l" t="t" r="r" b="b"/>
            <a:pathLst>
              <a:path w="10584" h="5232572">
                <a:moveTo>
                  <a:pt x="0" y="34933"/>
                </a:moveTo>
                <a:lnTo>
                  <a:pt x="10584" y="0"/>
                </a:lnTo>
                <a:lnTo>
                  <a:pt x="10584" y="5197639"/>
                </a:lnTo>
                <a:lnTo>
                  <a:pt x="0" y="5232572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228637" y="1101757"/>
            <a:ext cx="14886" cy="5232290"/>
          </a:xfrm>
          <a:custGeom>
            <a:avLst/>
            <a:gdLst/>
            <a:ahLst/>
            <a:cxnLst/>
            <a:rect l="l" t="t" r="r" b="b"/>
            <a:pathLst>
              <a:path w="14886" h="5232290">
                <a:moveTo>
                  <a:pt x="0" y="0"/>
                </a:moveTo>
                <a:lnTo>
                  <a:pt x="14886" y="34651"/>
                </a:lnTo>
                <a:lnTo>
                  <a:pt x="14886" y="5232290"/>
                </a:lnTo>
                <a:lnTo>
                  <a:pt x="0" y="5197639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5366323" y="1101757"/>
            <a:ext cx="14886" cy="5232290"/>
          </a:xfrm>
          <a:custGeom>
            <a:avLst/>
            <a:gdLst/>
            <a:ahLst/>
            <a:cxnLst/>
            <a:rect l="l" t="t" r="r" b="b"/>
            <a:pathLst>
              <a:path w="14886" h="5232290">
                <a:moveTo>
                  <a:pt x="0" y="34651"/>
                </a:moveTo>
                <a:lnTo>
                  <a:pt x="14886" y="0"/>
                </a:lnTo>
                <a:lnTo>
                  <a:pt x="14886" y="5197639"/>
                </a:lnTo>
                <a:lnTo>
                  <a:pt x="0" y="5232290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955432" y="1450376"/>
            <a:ext cx="596006" cy="4043654"/>
          </a:xfrm>
          <a:custGeom>
            <a:avLst/>
            <a:gdLst/>
            <a:ahLst/>
            <a:cxnLst/>
            <a:rect l="l" t="t" r="r" b="b"/>
            <a:pathLst>
              <a:path w="596006" h="4043654">
                <a:moveTo>
                  <a:pt x="596006" y="3898229"/>
                </a:moveTo>
                <a:lnTo>
                  <a:pt x="0" y="4043654"/>
                </a:lnTo>
                <a:lnTo>
                  <a:pt x="0" y="145424"/>
                </a:lnTo>
                <a:lnTo>
                  <a:pt x="596006" y="0"/>
                </a:lnTo>
                <a:close/>
              </a:path>
            </a:pathLst>
          </a:custGeom>
          <a:solidFill>
            <a:srgbClr val="C36955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4058408" y="1450376"/>
            <a:ext cx="596006" cy="4043654"/>
          </a:xfrm>
          <a:custGeom>
            <a:avLst/>
            <a:gdLst/>
            <a:ahLst/>
            <a:cxnLst/>
            <a:rect l="l" t="t" r="r" b="b"/>
            <a:pathLst>
              <a:path w="596006" h="4043654">
                <a:moveTo>
                  <a:pt x="0" y="3898229"/>
                </a:moveTo>
                <a:lnTo>
                  <a:pt x="596006" y="4043654"/>
                </a:lnTo>
                <a:lnTo>
                  <a:pt x="596006" y="145424"/>
                </a:lnTo>
                <a:lnTo>
                  <a:pt x="0" y="0"/>
                </a:lnTo>
                <a:close/>
              </a:path>
            </a:pathLst>
          </a:custGeom>
          <a:solidFill>
            <a:srgbClr val="C36955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243523" y="1136408"/>
            <a:ext cx="19149" cy="5231914"/>
          </a:xfrm>
          <a:custGeom>
            <a:avLst/>
            <a:gdLst/>
            <a:ahLst/>
            <a:cxnLst/>
            <a:rect l="l" t="t" r="r" b="b"/>
            <a:pathLst>
              <a:path w="19149" h="5231914">
                <a:moveTo>
                  <a:pt x="0" y="0"/>
                </a:moveTo>
                <a:lnTo>
                  <a:pt x="19149" y="34275"/>
                </a:lnTo>
                <a:lnTo>
                  <a:pt x="19149" y="5231914"/>
                </a:lnTo>
                <a:lnTo>
                  <a:pt x="0" y="5197639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5347174" y="1136408"/>
            <a:ext cx="19149" cy="5231914"/>
          </a:xfrm>
          <a:custGeom>
            <a:avLst/>
            <a:gdLst/>
            <a:ahLst/>
            <a:cxnLst/>
            <a:rect l="l" t="t" r="r" b="b"/>
            <a:pathLst>
              <a:path w="19149" h="5231914">
                <a:moveTo>
                  <a:pt x="0" y="34275"/>
                </a:moveTo>
                <a:lnTo>
                  <a:pt x="19149" y="0"/>
                </a:lnTo>
                <a:lnTo>
                  <a:pt x="19149" y="5197639"/>
                </a:lnTo>
                <a:lnTo>
                  <a:pt x="0" y="5231914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262672" y="1170683"/>
            <a:ext cx="23358" cy="5231445"/>
          </a:xfrm>
          <a:custGeom>
            <a:avLst/>
            <a:gdLst/>
            <a:ahLst/>
            <a:cxnLst/>
            <a:rect l="l" t="t" r="r" b="b"/>
            <a:pathLst>
              <a:path w="23358" h="5231445">
                <a:moveTo>
                  <a:pt x="0" y="0"/>
                </a:moveTo>
                <a:lnTo>
                  <a:pt x="23358" y="33806"/>
                </a:lnTo>
                <a:lnTo>
                  <a:pt x="23358" y="5231445"/>
                </a:lnTo>
                <a:lnTo>
                  <a:pt x="0" y="5197639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5323816" y="1170683"/>
            <a:ext cx="23358" cy="5231445"/>
          </a:xfrm>
          <a:custGeom>
            <a:avLst/>
            <a:gdLst/>
            <a:ahLst/>
            <a:cxnLst/>
            <a:rect l="l" t="t" r="r" b="b"/>
            <a:pathLst>
              <a:path w="23358" h="5231445">
                <a:moveTo>
                  <a:pt x="0" y="33806"/>
                </a:moveTo>
                <a:lnTo>
                  <a:pt x="23358" y="0"/>
                </a:lnTo>
                <a:lnTo>
                  <a:pt x="23358" y="5197639"/>
                </a:lnTo>
                <a:lnTo>
                  <a:pt x="0" y="5231445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423581" y="1205978"/>
            <a:ext cx="531851" cy="5327410"/>
          </a:xfrm>
          <a:custGeom>
            <a:avLst/>
            <a:gdLst/>
            <a:ahLst/>
            <a:cxnLst/>
            <a:rect l="l" t="t" r="r" b="b"/>
            <a:pathLst>
              <a:path w="531851" h="5327410">
                <a:moveTo>
                  <a:pt x="531851" y="5197639"/>
                </a:moveTo>
                <a:lnTo>
                  <a:pt x="0" y="5327410"/>
                </a:lnTo>
                <a:lnTo>
                  <a:pt x="0" y="129770"/>
                </a:lnTo>
                <a:lnTo>
                  <a:pt x="531851" y="0"/>
                </a:lnTo>
                <a:close/>
              </a:path>
            </a:pathLst>
          </a:custGeom>
          <a:solidFill>
            <a:srgbClr val="E5B534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4654414" y="1205978"/>
            <a:ext cx="531851" cy="5327410"/>
          </a:xfrm>
          <a:custGeom>
            <a:avLst/>
            <a:gdLst/>
            <a:ahLst/>
            <a:cxnLst/>
            <a:rect l="l" t="t" r="r" b="b"/>
            <a:pathLst>
              <a:path w="531851" h="5327410">
                <a:moveTo>
                  <a:pt x="0" y="5197639"/>
                </a:moveTo>
                <a:lnTo>
                  <a:pt x="531851" y="5327410"/>
                </a:lnTo>
                <a:lnTo>
                  <a:pt x="531851" y="129770"/>
                </a:lnTo>
                <a:lnTo>
                  <a:pt x="0" y="0"/>
                </a:lnTo>
                <a:close/>
              </a:path>
            </a:pathLst>
          </a:custGeom>
          <a:solidFill>
            <a:srgbClr val="E5B534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286030" y="1204489"/>
            <a:ext cx="27504" cy="5230884"/>
          </a:xfrm>
          <a:custGeom>
            <a:avLst/>
            <a:gdLst/>
            <a:ahLst/>
            <a:cxnLst/>
            <a:rect l="l" t="t" r="r" b="b"/>
            <a:pathLst>
              <a:path w="27504" h="5230884">
                <a:moveTo>
                  <a:pt x="0" y="0"/>
                </a:moveTo>
                <a:lnTo>
                  <a:pt x="27504" y="33245"/>
                </a:lnTo>
                <a:lnTo>
                  <a:pt x="27504" y="5230884"/>
                </a:lnTo>
                <a:lnTo>
                  <a:pt x="0" y="5197639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5296312" y="1204489"/>
            <a:ext cx="27504" cy="5230884"/>
          </a:xfrm>
          <a:custGeom>
            <a:avLst/>
            <a:gdLst/>
            <a:ahLst/>
            <a:cxnLst/>
            <a:rect l="l" t="t" r="r" b="b"/>
            <a:pathLst>
              <a:path w="27504" h="5230884">
                <a:moveTo>
                  <a:pt x="0" y="33245"/>
                </a:moveTo>
                <a:lnTo>
                  <a:pt x="27504" y="0"/>
                </a:lnTo>
                <a:lnTo>
                  <a:pt x="27504" y="5197639"/>
                </a:lnTo>
                <a:lnTo>
                  <a:pt x="0" y="5230884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313534" y="1237734"/>
            <a:ext cx="31575" cy="5230230"/>
          </a:xfrm>
          <a:custGeom>
            <a:avLst/>
            <a:gdLst/>
            <a:ahLst/>
            <a:cxnLst/>
            <a:rect l="l" t="t" r="r" b="b"/>
            <a:pathLst>
              <a:path w="31575" h="5230230">
                <a:moveTo>
                  <a:pt x="0" y="0"/>
                </a:moveTo>
                <a:lnTo>
                  <a:pt x="31575" y="32591"/>
                </a:lnTo>
                <a:lnTo>
                  <a:pt x="31575" y="5230230"/>
                </a:lnTo>
                <a:lnTo>
                  <a:pt x="0" y="5197639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5264737" y="1237734"/>
            <a:ext cx="31575" cy="5230230"/>
          </a:xfrm>
          <a:custGeom>
            <a:avLst/>
            <a:gdLst/>
            <a:ahLst/>
            <a:cxnLst/>
            <a:rect l="l" t="t" r="r" b="b"/>
            <a:pathLst>
              <a:path w="31575" h="5230230">
                <a:moveTo>
                  <a:pt x="0" y="32591"/>
                </a:moveTo>
                <a:lnTo>
                  <a:pt x="31575" y="0"/>
                </a:lnTo>
                <a:lnTo>
                  <a:pt x="31575" y="5197639"/>
                </a:lnTo>
                <a:lnTo>
                  <a:pt x="0" y="5230230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345109" y="1270325"/>
            <a:ext cx="35559" cy="5229490"/>
          </a:xfrm>
          <a:custGeom>
            <a:avLst/>
            <a:gdLst/>
            <a:ahLst/>
            <a:cxnLst/>
            <a:rect l="l" t="t" r="r" b="b"/>
            <a:pathLst>
              <a:path w="35559" h="5229490">
                <a:moveTo>
                  <a:pt x="0" y="0"/>
                </a:moveTo>
                <a:lnTo>
                  <a:pt x="35559" y="31851"/>
                </a:lnTo>
                <a:lnTo>
                  <a:pt x="35559" y="5229490"/>
                </a:lnTo>
                <a:lnTo>
                  <a:pt x="0" y="5197639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5229178" y="1270325"/>
            <a:ext cx="35559" cy="5229490"/>
          </a:xfrm>
          <a:custGeom>
            <a:avLst/>
            <a:gdLst/>
            <a:ahLst/>
            <a:cxnLst/>
            <a:rect l="l" t="t" r="r" b="b"/>
            <a:pathLst>
              <a:path w="35559" h="5229490">
                <a:moveTo>
                  <a:pt x="0" y="31851"/>
                </a:moveTo>
                <a:lnTo>
                  <a:pt x="35559" y="0"/>
                </a:lnTo>
                <a:lnTo>
                  <a:pt x="35559" y="5197639"/>
                </a:lnTo>
                <a:lnTo>
                  <a:pt x="0" y="5229490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380668" y="1302176"/>
            <a:ext cx="39447" cy="5228661"/>
          </a:xfrm>
          <a:custGeom>
            <a:avLst/>
            <a:gdLst/>
            <a:ahLst/>
            <a:cxnLst/>
            <a:rect l="l" t="t" r="r" b="b"/>
            <a:pathLst>
              <a:path w="39447" h="5228661">
                <a:moveTo>
                  <a:pt x="0" y="0"/>
                </a:moveTo>
                <a:lnTo>
                  <a:pt x="39447" y="31022"/>
                </a:lnTo>
                <a:lnTo>
                  <a:pt x="39447" y="5228661"/>
                </a:lnTo>
                <a:lnTo>
                  <a:pt x="0" y="5197639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5189731" y="1302176"/>
            <a:ext cx="39447" cy="5228661"/>
          </a:xfrm>
          <a:custGeom>
            <a:avLst/>
            <a:gdLst/>
            <a:ahLst/>
            <a:cxnLst/>
            <a:rect l="l" t="t" r="r" b="b"/>
            <a:pathLst>
              <a:path w="39447" h="5228661">
                <a:moveTo>
                  <a:pt x="0" y="31022"/>
                </a:moveTo>
                <a:lnTo>
                  <a:pt x="39447" y="0"/>
                </a:lnTo>
                <a:lnTo>
                  <a:pt x="39447" y="5197639"/>
                </a:lnTo>
                <a:lnTo>
                  <a:pt x="0" y="5228661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955432" y="1060553"/>
            <a:ext cx="596006" cy="535247"/>
          </a:xfrm>
          <a:custGeom>
            <a:avLst/>
            <a:gdLst/>
            <a:ahLst/>
            <a:cxnLst/>
            <a:rect l="l" t="t" r="r" b="b"/>
            <a:pathLst>
              <a:path w="596006" h="535247">
                <a:moveTo>
                  <a:pt x="596006" y="389823"/>
                </a:moveTo>
                <a:lnTo>
                  <a:pt x="0" y="535247"/>
                </a:lnTo>
                <a:lnTo>
                  <a:pt x="0" y="145425"/>
                </a:lnTo>
                <a:lnTo>
                  <a:pt x="596006" y="0"/>
                </a:lnTo>
                <a:close/>
              </a:path>
            </a:pathLst>
          </a:custGeom>
          <a:solidFill>
            <a:srgbClr val="B9AC8A"/>
          </a:solidFill>
          <a:ln w="444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4058408" y="1060553"/>
            <a:ext cx="596006" cy="535247"/>
          </a:xfrm>
          <a:custGeom>
            <a:avLst/>
            <a:gdLst/>
            <a:ahLst/>
            <a:cxnLst/>
            <a:rect l="l" t="t" r="r" b="b"/>
            <a:pathLst>
              <a:path w="596006" h="535247">
                <a:moveTo>
                  <a:pt x="0" y="389823"/>
                </a:moveTo>
                <a:lnTo>
                  <a:pt x="596006" y="535247"/>
                </a:lnTo>
                <a:lnTo>
                  <a:pt x="596006" y="145425"/>
                </a:lnTo>
                <a:lnTo>
                  <a:pt x="0" y="0"/>
                </a:lnTo>
                <a:close/>
              </a:path>
            </a:pathLst>
          </a:custGeom>
          <a:solidFill>
            <a:srgbClr val="B9AC8A"/>
          </a:solidFill>
          <a:ln w="444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420115" y="1333198"/>
            <a:ext cx="0" cy="5197639"/>
          </a:xfrm>
          <a:custGeom>
            <a:avLst/>
            <a:gdLst/>
            <a:ahLst/>
            <a:cxnLst/>
            <a:rect l="l" t="t" r="r" b="b"/>
            <a:pathLst>
              <a:path w="0" h="5197639">
                <a:moveTo>
                  <a:pt x="0" y="0"/>
                </a:moveTo>
                <a:lnTo>
                  <a:pt x="0" y="5197639"/>
                </a:lnTo>
              </a:path>
            </a:pathLst>
          </a:custGeom>
          <a:noFill/>
          <a:ln w="1143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5189731" y="1333198"/>
            <a:ext cx="0" cy="5197639"/>
          </a:xfrm>
          <a:custGeom>
            <a:avLst/>
            <a:gdLst/>
            <a:ahLst/>
            <a:cxnLst/>
            <a:rect l="l" t="t" r="r" b="b"/>
            <a:pathLst>
              <a:path w="0" h="5197639">
                <a:moveTo>
                  <a:pt x="0" y="0"/>
                </a:moveTo>
                <a:lnTo>
                  <a:pt x="0" y="5197639"/>
                </a:lnTo>
              </a:path>
            </a:pathLst>
          </a:custGeom>
          <a:noFill/>
          <a:ln w="1143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522415" y="1066915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4084482" y="1066915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519466" y="1067634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87431" y="1067634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3516518" y="1068354"/>
            <a:ext cx="2948" cy="390542"/>
          </a:xfrm>
          <a:custGeom>
            <a:avLst/>
            <a:gdLst/>
            <a:ahLst/>
            <a:cxnLst/>
            <a:rect l="l" t="t" r="r" b="b"/>
            <a:pathLst>
              <a:path w="2948" h="390542">
                <a:moveTo>
                  <a:pt x="2948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8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4090380" y="1068354"/>
            <a:ext cx="2948" cy="390542"/>
          </a:xfrm>
          <a:custGeom>
            <a:avLst/>
            <a:gdLst/>
            <a:ahLst/>
            <a:cxnLst/>
            <a:rect l="l" t="t" r="r" b="b"/>
            <a:pathLst>
              <a:path w="2948" h="390542">
                <a:moveTo>
                  <a:pt x="0" y="389823"/>
                </a:moveTo>
                <a:lnTo>
                  <a:pt x="2948" y="390542"/>
                </a:lnTo>
                <a:lnTo>
                  <a:pt x="2948" y="719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3513569" y="1069073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4093328" y="1069073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3510620" y="1069793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4096277" y="1069793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3507671" y="1070512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4099226" y="1070512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3504722" y="1071232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4102175" y="1071232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3501773" y="1071951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4105124" y="1071951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3498824" y="1072671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4108073" y="1072671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3495875" y="1073391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2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4111022" y="1073391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2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3492926" y="1074110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4113971" y="1074110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3489977" y="1074830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4116920" y="1074830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3454373" y="1083517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4152524" y="1083517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3451424" y="1084237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4155473" y="1084237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3448475" y="1084956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4158422" y="1084956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3445526" y="1085676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4161371" y="1085676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3442577" y="1086395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4164320" y="1086395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3439628" y="1087115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4167269" y="1087115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3436679" y="1087834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4170218" y="1087834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3433730" y="1088554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4173167" y="1088554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3430781" y="1089273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4176116" y="1089273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3427832" y="1089993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4179065" y="1089993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3424883" y="1090712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4182014" y="1090712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3421934" y="1091432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4184963" y="1091432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3386082" y="1100180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4220815" y="1100180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3383133" y="1100900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2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4223764" y="1100900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2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3380184" y="1101619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4226713" y="1101619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3377235" y="1102339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4229662" y="1102339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3374286" y="1103058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4232611" y="1103058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3371337" y="1103778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4235560" y="1103778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3368388" y="1104497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4238509" y="1104497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3365439" y="1105217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4241458" y="1105217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3362490" y="1105936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4244407" y="1105936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3359541" y="1106656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4247356" y="1106656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3356592" y="1107375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4250305" y="1107375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3353643" y="1108095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4253254" y="1108095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3317542" y="1116904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2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4289355" y="1116904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2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3314593" y="1117623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4292304" y="1117623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3311644" y="1118343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4295253" y="1118343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3308695" y="1119062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4298202" y="1119062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3305747" y="1119782"/>
            <a:ext cx="2948" cy="390542"/>
          </a:xfrm>
          <a:custGeom>
            <a:avLst/>
            <a:gdLst/>
            <a:ahLst/>
            <a:cxnLst/>
            <a:rect l="l" t="t" r="r" b="b"/>
            <a:pathLst>
              <a:path w="2948" h="390542">
                <a:moveTo>
                  <a:pt x="2948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8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4301151" y="1119782"/>
            <a:ext cx="2948" cy="390542"/>
          </a:xfrm>
          <a:custGeom>
            <a:avLst/>
            <a:gdLst/>
            <a:ahLst/>
            <a:cxnLst/>
            <a:rect l="l" t="t" r="r" b="b"/>
            <a:pathLst>
              <a:path w="2948" h="390542">
                <a:moveTo>
                  <a:pt x="0" y="389823"/>
                </a:moveTo>
                <a:lnTo>
                  <a:pt x="2948" y="390542"/>
                </a:lnTo>
                <a:lnTo>
                  <a:pt x="2948" y="719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3302798" y="1120501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4304099" y="1120501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3299849" y="1121221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4307048" y="1121221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3296900" y="1121940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4309997" y="1121940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3293951" y="1122660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4312946" y="1122660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3291002" y="1123379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4315895" y="1123379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3288053" y="1124099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4318844" y="1124099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3285104" y="1124818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4321793" y="1124818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3249003" y="1133627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4357894" y="1133627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3246054" y="1134347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4360843" y="1134347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3243105" y="1135066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4363792" y="1135066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3240156" y="1135786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4366741" y="1135786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3237207" y="1136505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4369690" y="1136505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3234258" y="1137225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4372639" y="1137225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3231309" y="1137944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4375588" y="1137944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3228360" y="1138664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4378537" y="1138664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3225411" y="1139383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4381486" y="1139383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3222462" y="1140103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4384435" y="1140103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3219514" y="1140822"/>
            <a:ext cx="2948" cy="390543"/>
          </a:xfrm>
          <a:custGeom>
            <a:avLst/>
            <a:gdLst/>
            <a:ahLst/>
            <a:cxnLst/>
            <a:rect l="l" t="t" r="r" b="b"/>
            <a:pathLst>
              <a:path w="2948" h="390543">
                <a:moveTo>
                  <a:pt x="2948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8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4387384" y="1140822"/>
            <a:ext cx="2948" cy="390543"/>
          </a:xfrm>
          <a:custGeom>
            <a:avLst/>
            <a:gdLst/>
            <a:ahLst/>
            <a:cxnLst/>
            <a:rect l="l" t="t" r="r" b="b"/>
            <a:pathLst>
              <a:path w="2948" h="390543">
                <a:moveTo>
                  <a:pt x="0" y="389823"/>
                </a:moveTo>
                <a:lnTo>
                  <a:pt x="2948" y="390543"/>
                </a:lnTo>
                <a:lnTo>
                  <a:pt x="2948" y="720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3216565" y="1141542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4390332" y="1141542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3180464" y="1150351"/>
            <a:ext cx="2948" cy="390542"/>
          </a:xfrm>
          <a:custGeom>
            <a:avLst/>
            <a:gdLst/>
            <a:ahLst/>
            <a:cxnLst/>
            <a:rect l="l" t="t" r="r" b="b"/>
            <a:pathLst>
              <a:path w="2948" h="390542">
                <a:moveTo>
                  <a:pt x="2948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8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4426434" y="1150351"/>
            <a:ext cx="2948" cy="390542"/>
          </a:xfrm>
          <a:custGeom>
            <a:avLst/>
            <a:gdLst/>
            <a:ahLst/>
            <a:cxnLst/>
            <a:rect l="l" t="t" r="r" b="b"/>
            <a:pathLst>
              <a:path w="2948" h="390542">
                <a:moveTo>
                  <a:pt x="0" y="389823"/>
                </a:moveTo>
                <a:lnTo>
                  <a:pt x="2948" y="390542"/>
                </a:lnTo>
                <a:lnTo>
                  <a:pt x="2948" y="719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3177515" y="1151070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4429382" y="1151070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3174566" y="1151790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4432331" y="1151790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3171617" y="1152509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4435280" y="1152509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3168668" y="1153229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4438229" y="1153229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3165719" y="1153948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4441178" y="1153948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3162770" y="1154668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4444127" y="1154668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3159821" y="1155387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4447076" y="1155387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3156872" y="1156107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4450025" y="1156107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3153923" y="1156826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4452974" y="1156826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3150974" y="1157546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4455923" y="1157546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3148025" y="1158265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4458872" y="1158265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3111924" y="1167074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4494973" y="1167074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3108975" y="1167794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4497922" y="1167794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3106026" y="1168513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4500871" y="1168513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3103077" y="1169233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4503820" y="1169233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3100128" y="1169952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4506769" y="1169952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3097179" y="1170672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4509718" y="1170672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3094231" y="1171391"/>
            <a:ext cx="2948" cy="390543"/>
          </a:xfrm>
          <a:custGeom>
            <a:avLst/>
            <a:gdLst/>
            <a:ahLst/>
            <a:cxnLst/>
            <a:rect l="l" t="t" r="r" b="b"/>
            <a:pathLst>
              <a:path w="2948" h="390543">
                <a:moveTo>
                  <a:pt x="2948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8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4512667" y="1171391"/>
            <a:ext cx="2948" cy="390543"/>
          </a:xfrm>
          <a:custGeom>
            <a:avLst/>
            <a:gdLst/>
            <a:ahLst/>
            <a:cxnLst/>
            <a:rect l="l" t="t" r="r" b="b"/>
            <a:pathLst>
              <a:path w="2948" h="390543">
                <a:moveTo>
                  <a:pt x="0" y="389823"/>
                </a:moveTo>
                <a:lnTo>
                  <a:pt x="2948" y="390543"/>
                </a:lnTo>
                <a:lnTo>
                  <a:pt x="2948" y="720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3091282" y="1172111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4515615" y="1172111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3088333" y="1172830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4518564" y="1172830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3085384" y="1173550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4521513" y="1173550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3082435" y="1174269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4524462" y="1174269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3079486" y="1174989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4527411" y="1174989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3043136" y="1183858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4563761" y="1183858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3040187" y="1184578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4566710" y="1184578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3037239" y="1185297"/>
            <a:ext cx="2948" cy="390543"/>
          </a:xfrm>
          <a:custGeom>
            <a:avLst/>
            <a:gdLst/>
            <a:ahLst/>
            <a:cxnLst/>
            <a:rect l="l" t="t" r="r" b="b"/>
            <a:pathLst>
              <a:path w="2948" h="390543">
                <a:moveTo>
                  <a:pt x="2948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8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4569659" y="1185297"/>
            <a:ext cx="2948" cy="390543"/>
          </a:xfrm>
          <a:custGeom>
            <a:avLst/>
            <a:gdLst/>
            <a:ahLst/>
            <a:cxnLst/>
            <a:rect l="l" t="t" r="r" b="b"/>
            <a:pathLst>
              <a:path w="2948" h="390543">
                <a:moveTo>
                  <a:pt x="0" y="389823"/>
                </a:moveTo>
                <a:lnTo>
                  <a:pt x="2948" y="390543"/>
                </a:lnTo>
                <a:lnTo>
                  <a:pt x="2948" y="720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3034290" y="1186017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4572607" y="1186017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3031341" y="1186736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4575556" y="1186736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3028392" y="1187456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4578505" y="1187456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3025443" y="1188175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4581454" y="1188175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3022494" y="1188895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4584403" y="1188895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3019545" y="1189614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4587352" y="1189614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3560720" y="1057493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4045866" y="1057493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3016596" y="1190334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4590301" y="1190334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3557461" y="1058288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4049126" y="1058288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3013647" y="1191054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2949" y="389823"/>
                </a:moveTo>
                <a:lnTo>
                  <a:pt x="0" y="390542"/>
                </a:lnTo>
                <a:lnTo>
                  <a:pt x="0" y="719"/>
                </a:lnTo>
                <a:lnTo>
                  <a:pt x="2949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4593250" y="1191054"/>
            <a:ext cx="2949" cy="390542"/>
          </a:xfrm>
          <a:custGeom>
            <a:avLst/>
            <a:gdLst/>
            <a:ahLst/>
            <a:cxnLst/>
            <a:rect l="l" t="t" r="r" b="b"/>
            <a:pathLst>
              <a:path w="2949" h="390542">
                <a:moveTo>
                  <a:pt x="0" y="389823"/>
                </a:moveTo>
                <a:lnTo>
                  <a:pt x="2949" y="390542"/>
                </a:lnTo>
                <a:lnTo>
                  <a:pt x="2949" y="719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3554202" y="1059083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4052385" y="1059083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3010698" y="1191773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2949" y="389823"/>
                </a:moveTo>
                <a:lnTo>
                  <a:pt x="0" y="390543"/>
                </a:lnTo>
                <a:lnTo>
                  <a:pt x="0" y="720"/>
                </a:lnTo>
                <a:lnTo>
                  <a:pt x="2949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4596199" y="1191773"/>
            <a:ext cx="2949" cy="390543"/>
          </a:xfrm>
          <a:custGeom>
            <a:avLst/>
            <a:gdLst/>
            <a:ahLst/>
            <a:cxnLst/>
            <a:rect l="l" t="t" r="r" b="b"/>
            <a:pathLst>
              <a:path w="2949" h="390543">
                <a:moveTo>
                  <a:pt x="0" y="389823"/>
                </a:moveTo>
                <a:lnTo>
                  <a:pt x="2949" y="390543"/>
                </a:lnTo>
                <a:lnTo>
                  <a:pt x="2949" y="720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3550942" y="1059878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3260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6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4055644" y="1059878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0" y="389823"/>
                </a:moveTo>
                <a:lnTo>
                  <a:pt x="3260" y="390619"/>
                </a:lnTo>
                <a:lnTo>
                  <a:pt x="3260" y="796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3547683" y="106067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4058904" y="106067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3544424" y="1061469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4062163" y="1061469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3541164" y="1062264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6"/>
                </a:lnTo>
                <a:lnTo>
                  <a:pt x="326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4065422" y="1062264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6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3537905" y="106306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2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4068682" y="106306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2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3534646" y="1063855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4071941" y="1063855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3531386" y="1064650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4075200" y="1064650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3528127" y="1065445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4078460" y="1065445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3524868" y="106624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4081719" y="106624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3492429" y="1074156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2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4114157" y="1074156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2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3489170" y="107495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4117417" y="107495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3485911" y="1075746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4120676" y="1075746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3482651" y="1076541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3260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6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4123935" y="1076541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0" y="389823"/>
                </a:moveTo>
                <a:lnTo>
                  <a:pt x="3260" y="390619"/>
                </a:lnTo>
                <a:lnTo>
                  <a:pt x="3260" y="796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3479392" y="1077337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4127195" y="1077337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3476133" y="1078132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4130454" y="1078132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3472873" y="1078927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4133713" y="1078927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3469614" y="1079722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4136973" y="1079722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3466355" y="1080518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4140232" y="1080518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3463095" y="1081313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4143491" y="1081313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3459836" y="1082108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4146751" y="1082108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3456577" y="108290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4150010" y="108290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3423890" y="1090879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4182697" y="1090879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3420631" y="1091674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4185956" y="1091674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3417371" y="1092470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4189215" y="1092470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3414112" y="1093265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4192475" y="1093265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3410853" y="109406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4195734" y="109406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3407593" y="1094855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3260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6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4198993" y="1094855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0" y="389823"/>
                </a:moveTo>
                <a:lnTo>
                  <a:pt x="3260" y="390619"/>
                </a:lnTo>
                <a:lnTo>
                  <a:pt x="3260" y="796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3404334" y="109565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4202253" y="109565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3401075" y="1096446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4205512" y="1096446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3397815" y="1097241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6"/>
                </a:lnTo>
                <a:lnTo>
                  <a:pt x="326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4208771" y="1097241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6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3394556" y="1098037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2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4212031" y="1098037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2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3391297" y="1098832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4215290" y="1098832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3388037" y="1099627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4218549" y="1099627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3355102" y="1107663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4251484" y="1107663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3351843" y="1108458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4254744" y="1108458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3348584" y="110925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4258003" y="110925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3345324" y="1110049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4261262" y="1110049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3342065" y="111084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4264522" y="111084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3338806" y="111164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2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4267781" y="111164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2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3335546" y="1112435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4271040" y="1112435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3332287" y="111323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4274300" y="111323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3329028" y="1114025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4277559" y="1114025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3325768" y="1114821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4280818" y="1114821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3322509" y="1115616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4284078" y="1115616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3319250" y="111641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4287337" y="111641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3286315" y="1124447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4320272" y="1124447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3283055" y="1125243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4323531" y="1125243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3279796" y="1126038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4326791" y="1126038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3276537" y="1126833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4330050" y="1126833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3273277" y="1127628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3260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6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4333309" y="1127628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0" y="389823"/>
                </a:moveTo>
                <a:lnTo>
                  <a:pt x="3260" y="390619"/>
                </a:lnTo>
                <a:lnTo>
                  <a:pt x="3260" y="796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3270018" y="112842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4336569" y="112842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3266759" y="1129219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4339828" y="1129219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3263499" y="1130014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6"/>
                </a:lnTo>
                <a:lnTo>
                  <a:pt x="326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4343087" y="1130014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6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3260240" y="113081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2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4346347" y="113081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2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3256981" y="1131605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4349606" y="1131605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3253721" y="1132400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4352865" y="1132400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3250462" y="1133195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4356125" y="1133195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3217775" y="1141171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4388811" y="1141171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3214516" y="1141966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4392071" y="1141966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3211257" y="1142761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4395330" y="1142761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3207997" y="1143557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4398589" y="1143557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3204738" y="1144352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4401849" y="1144352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3201479" y="1145147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4405108" y="1145147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3198219" y="1145942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3260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6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4408367" y="1145942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0" y="389823"/>
                </a:moveTo>
                <a:lnTo>
                  <a:pt x="3260" y="390619"/>
                </a:lnTo>
                <a:lnTo>
                  <a:pt x="3260" y="796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3194960" y="1146738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4411627" y="1146738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3191700" y="1147533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4414886" y="1147533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3188441" y="1148328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4418146" y="1148328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3185182" y="114912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4421405" y="114912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3181922" y="1149919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4424664" y="1149919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3148988" y="1157955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4457599" y="1157955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3145728" y="1158750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4460858" y="1158750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3142469" y="1159545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4464118" y="1159545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3139210" y="116034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4467377" y="116034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3135950" y="1161136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4470636" y="1161136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3132691" y="1161931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4473896" y="1161931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3129431" y="1162727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4477155" y="1162727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3126172" y="1163522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4480415" y="1163522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3122913" y="1164317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4483674" y="1164317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3119653" y="1165112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3260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6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4486933" y="1165112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0" y="389823"/>
                </a:moveTo>
                <a:lnTo>
                  <a:pt x="3260" y="390619"/>
                </a:lnTo>
                <a:lnTo>
                  <a:pt x="3260" y="796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3116394" y="1165908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4490193" y="1165908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3113135" y="1166703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4493452" y="1166703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3080200" y="1174739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4526387" y="1174739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3076940" y="1175534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3260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6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4529646" y="1175534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0" y="389823"/>
                </a:moveTo>
                <a:lnTo>
                  <a:pt x="3260" y="390619"/>
                </a:lnTo>
                <a:lnTo>
                  <a:pt x="3260" y="796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3073681" y="117633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4532906" y="117633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3070422" y="1177125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4536165" y="1177125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3067162" y="1177920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4539424" y="1177920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3063903" y="1178715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4542684" y="1178715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3060644" y="117951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4545943" y="117951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3057384" y="1180306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4549202" y="1180306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3054125" y="118110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4552462" y="118110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3050866" y="1181897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2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4555721" y="1181897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2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3047606" y="1182692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4558980" y="1182692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3044347" y="1183487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4562240" y="1183487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3011412" y="1191523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4595175" y="1191523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3008153" y="1192318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3259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4598434" y="1192318"/>
            <a:ext cx="3259" cy="390619"/>
          </a:xfrm>
          <a:custGeom>
            <a:avLst/>
            <a:gdLst/>
            <a:ahLst/>
            <a:cxnLst/>
            <a:rect l="l" t="t" r="r" b="b"/>
            <a:pathLst>
              <a:path w="3259" h="390619">
                <a:moveTo>
                  <a:pt x="0" y="389823"/>
                </a:moveTo>
                <a:lnTo>
                  <a:pt x="3259" y="390619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3004893" y="1193114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4601693" y="1193114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3001634" y="1193909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4604953" y="1193909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2998375" y="119470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6"/>
                </a:lnTo>
                <a:lnTo>
                  <a:pt x="3259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4608212" y="1194704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6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2995115" y="1195500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2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4611471" y="1195500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2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2991856" y="1196295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4614731" y="1196295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2988597" y="119709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4617990" y="1197090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2985337" y="1197885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3260" y="389823"/>
                </a:moveTo>
                <a:lnTo>
                  <a:pt x="0" y="390619"/>
                </a:lnTo>
                <a:lnTo>
                  <a:pt x="0" y="796"/>
                </a:lnTo>
                <a:lnTo>
                  <a:pt x="326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4621249" y="1197885"/>
            <a:ext cx="3260" cy="390619"/>
          </a:xfrm>
          <a:custGeom>
            <a:avLst/>
            <a:gdLst/>
            <a:ahLst/>
            <a:cxnLst/>
            <a:rect l="l" t="t" r="r" b="b"/>
            <a:pathLst>
              <a:path w="3260" h="390619">
                <a:moveTo>
                  <a:pt x="0" y="389823"/>
                </a:moveTo>
                <a:lnTo>
                  <a:pt x="3260" y="390619"/>
                </a:lnTo>
                <a:lnTo>
                  <a:pt x="3260" y="796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2982078" y="119868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4624509" y="1198681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2978819" y="1199476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3259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59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4627768" y="1199476"/>
            <a:ext cx="3259" cy="390618"/>
          </a:xfrm>
          <a:custGeom>
            <a:avLst/>
            <a:gdLst/>
            <a:ahLst/>
            <a:cxnLst/>
            <a:rect l="l" t="t" r="r" b="b"/>
            <a:pathLst>
              <a:path w="3259" h="390618">
                <a:moveTo>
                  <a:pt x="0" y="389823"/>
                </a:moveTo>
                <a:lnTo>
                  <a:pt x="3259" y="390618"/>
                </a:lnTo>
                <a:lnTo>
                  <a:pt x="3259" y="795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2975559" y="1200271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3260" y="389823"/>
                </a:moveTo>
                <a:lnTo>
                  <a:pt x="0" y="390618"/>
                </a:lnTo>
                <a:lnTo>
                  <a:pt x="0" y="795"/>
                </a:lnTo>
                <a:lnTo>
                  <a:pt x="326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4631027" y="1200271"/>
            <a:ext cx="3260" cy="390618"/>
          </a:xfrm>
          <a:custGeom>
            <a:avLst/>
            <a:gdLst/>
            <a:ahLst/>
            <a:cxnLst/>
            <a:rect l="l" t="t" r="r" b="b"/>
            <a:pathLst>
              <a:path w="3260" h="390618">
                <a:moveTo>
                  <a:pt x="0" y="389823"/>
                </a:moveTo>
                <a:lnTo>
                  <a:pt x="3260" y="390618"/>
                </a:lnTo>
                <a:lnTo>
                  <a:pt x="326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2209976" y="324847"/>
            <a:ext cx="3189894" cy="1007840"/>
          </a:xfrm>
          <a:custGeom>
            <a:avLst/>
            <a:gdLst/>
            <a:ahLst/>
            <a:cxnLst/>
            <a:rect l="l" t="t" r="r" b="b"/>
            <a:pathLst>
              <a:path w="3189894" h="1007840">
                <a:moveTo>
                  <a:pt x="1594947" y="673856"/>
                </a:moveTo>
                <a:lnTo>
                  <a:pt x="2980445" y="1007840"/>
                </a:lnTo>
                <a:lnTo>
                  <a:pt x="3020286" y="976418"/>
                </a:lnTo>
                <a:lnTo>
                  <a:pt x="3056141" y="944151"/>
                </a:lnTo>
                <a:lnTo>
                  <a:pt x="3087909" y="911127"/>
                </a:lnTo>
                <a:lnTo>
                  <a:pt x="3115501" y="877439"/>
                </a:lnTo>
                <a:lnTo>
                  <a:pt x="3138841" y="843183"/>
                </a:lnTo>
                <a:lnTo>
                  <a:pt x="3157864" y="808452"/>
                </a:lnTo>
                <a:lnTo>
                  <a:pt x="3172515" y="773346"/>
                </a:lnTo>
                <a:lnTo>
                  <a:pt x="3182754" y="737961"/>
                </a:lnTo>
                <a:lnTo>
                  <a:pt x="3188553" y="702396"/>
                </a:lnTo>
                <a:lnTo>
                  <a:pt x="3189894" y="666752"/>
                </a:lnTo>
                <a:lnTo>
                  <a:pt x="3186775" y="631128"/>
                </a:lnTo>
                <a:lnTo>
                  <a:pt x="3179205" y="595623"/>
                </a:lnTo>
                <a:lnTo>
                  <a:pt x="3167203" y="560337"/>
                </a:lnTo>
                <a:lnTo>
                  <a:pt x="3150804" y="525369"/>
                </a:lnTo>
                <a:lnTo>
                  <a:pt x="3130055" y="490816"/>
                </a:lnTo>
                <a:lnTo>
                  <a:pt x="3105011" y="456774"/>
                </a:lnTo>
                <a:lnTo>
                  <a:pt x="3075745" y="423340"/>
                </a:lnTo>
                <a:lnTo>
                  <a:pt x="3042337" y="390607"/>
                </a:lnTo>
                <a:lnTo>
                  <a:pt x="3004882" y="358665"/>
                </a:lnTo>
                <a:lnTo>
                  <a:pt x="2963483" y="327605"/>
                </a:lnTo>
                <a:lnTo>
                  <a:pt x="2918256" y="297514"/>
                </a:lnTo>
                <a:lnTo>
                  <a:pt x="2869329" y="268475"/>
                </a:lnTo>
                <a:lnTo>
                  <a:pt x="2816838" y="240570"/>
                </a:lnTo>
                <a:lnTo>
                  <a:pt x="2760929" y="213876"/>
                </a:lnTo>
                <a:lnTo>
                  <a:pt x="2701760" y="188469"/>
                </a:lnTo>
                <a:lnTo>
                  <a:pt x="2639495" y="164420"/>
                </a:lnTo>
                <a:lnTo>
                  <a:pt x="2574309" y="141795"/>
                </a:lnTo>
                <a:lnTo>
                  <a:pt x="2506384" y="120658"/>
                </a:lnTo>
                <a:lnTo>
                  <a:pt x="2435910" y="101068"/>
                </a:lnTo>
                <a:lnTo>
                  <a:pt x="2363083" y="83081"/>
                </a:lnTo>
                <a:lnTo>
                  <a:pt x="2288109" y="66745"/>
                </a:lnTo>
                <a:lnTo>
                  <a:pt x="2211196" y="52107"/>
                </a:lnTo>
                <a:lnTo>
                  <a:pt x="2132560" y="39209"/>
                </a:lnTo>
                <a:lnTo>
                  <a:pt x="2052420" y="28085"/>
                </a:lnTo>
                <a:lnTo>
                  <a:pt x="1971000" y="18767"/>
                </a:lnTo>
                <a:lnTo>
                  <a:pt x="1888529" y="11281"/>
                </a:lnTo>
                <a:lnTo>
                  <a:pt x="1805237" y="5649"/>
                </a:lnTo>
                <a:lnTo>
                  <a:pt x="1721357" y="1885"/>
                </a:lnTo>
                <a:lnTo>
                  <a:pt x="1637123" y="0"/>
                </a:lnTo>
                <a:lnTo>
                  <a:pt x="1552771" y="0"/>
                </a:lnTo>
                <a:lnTo>
                  <a:pt x="1468537" y="1885"/>
                </a:lnTo>
                <a:lnTo>
                  <a:pt x="1384657" y="5649"/>
                </a:lnTo>
                <a:lnTo>
                  <a:pt x="1301365" y="11281"/>
                </a:lnTo>
                <a:lnTo>
                  <a:pt x="1218894" y="18767"/>
                </a:lnTo>
                <a:lnTo>
                  <a:pt x="1137474" y="28085"/>
                </a:lnTo>
                <a:lnTo>
                  <a:pt x="1057334" y="39209"/>
                </a:lnTo>
                <a:lnTo>
                  <a:pt x="978698" y="52107"/>
                </a:lnTo>
                <a:lnTo>
                  <a:pt x="901785" y="66745"/>
                </a:lnTo>
                <a:lnTo>
                  <a:pt x="826811" y="83081"/>
                </a:lnTo>
                <a:lnTo>
                  <a:pt x="753984" y="101068"/>
                </a:lnTo>
                <a:lnTo>
                  <a:pt x="683510" y="120658"/>
                </a:lnTo>
                <a:lnTo>
                  <a:pt x="615585" y="141795"/>
                </a:lnTo>
                <a:lnTo>
                  <a:pt x="550399" y="164420"/>
                </a:lnTo>
                <a:lnTo>
                  <a:pt x="488134" y="188469"/>
                </a:lnTo>
                <a:lnTo>
                  <a:pt x="428965" y="213876"/>
                </a:lnTo>
                <a:lnTo>
                  <a:pt x="373056" y="240570"/>
                </a:lnTo>
                <a:lnTo>
                  <a:pt x="320565" y="268475"/>
                </a:lnTo>
                <a:lnTo>
                  <a:pt x="271638" y="297514"/>
                </a:lnTo>
                <a:lnTo>
                  <a:pt x="226411" y="327605"/>
                </a:lnTo>
                <a:lnTo>
                  <a:pt x="185012" y="358665"/>
                </a:lnTo>
                <a:lnTo>
                  <a:pt x="147557" y="390607"/>
                </a:lnTo>
                <a:lnTo>
                  <a:pt x="114149" y="423340"/>
                </a:lnTo>
                <a:lnTo>
                  <a:pt x="84883" y="456774"/>
                </a:lnTo>
                <a:lnTo>
                  <a:pt x="59839" y="490816"/>
                </a:lnTo>
                <a:lnTo>
                  <a:pt x="39090" y="525369"/>
                </a:lnTo>
                <a:lnTo>
                  <a:pt x="22691" y="560337"/>
                </a:lnTo>
                <a:lnTo>
                  <a:pt x="10689" y="595623"/>
                </a:lnTo>
                <a:lnTo>
                  <a:pt x="3119" y="631128"/>
                </a:lnTo>
                <a:lnTo>
                  <a:pt x="0" y="666752"/>
                </a:lnTo>
                <a:lnTo>
                  <a:pt x="1341" y="702396"/>
                </a:lnTo>
                <a:lnTo>
                  <a:pt x="7140" y="737961"/>
                </a:lnTo>
                <a:lnTo>
                  <a:pt x="17379" y="773346"/>
                </a:lnTo>
                <a:lnTo>
                  <a:pt x="32030" y="808452"/>
                </a:lnTo>
                <a:lnTo>
                  <a:pt x="51053" y="843183"/>
                </a:lnTo>
                <a:lnTo>
                  <a:pt x="74393" y="877439"/>
                </a:lnTo>
                <a:lnTo>
                  <a:pt x="101985" y="911127"/>
                </a:lnTo>
                <a:lnTo>
                  <a:pt x="133753" y="944151"/>
                </a:lnTo>
                <a:lnTo>
                  <a:pt x="169608" y="976418"/>
                </a:lnTo>
                <a:lnTo>
                  <a:pt x="209449" y="1007840"/>
                </a:lnTo>
                <a:lnTo>
                  <a:pt x="1594947" y="673856"/>
                </a:lnTo>
                <a:close/>
              </a:path>
            </a:pathLst>
          </a:custGeom>
          <a:solidFill>
            <a:srgbClr val="D4A830"/>
          </a:solidFill>
          <a:ln w="1143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2955432" y="584153"/>
            <a:ext cx="1698982" cy="621825"/>
          </a:xfrm>
          <a:custGeom>
            <a:avLst/>
            <a:gdLst/>
            <a:ahLst/>
            <a:cxnLst/>
            <a:rect l="l" t="t" r="r" b="b"/>
            <a:pathLst>
              <a:path w="1698982" h="621825">
                <a:moveTo>
                  <a:pt x="849491" y="414550"/>
                </a:moveTo>
                <a:lnTo>
                  <a:pt x="1698982" y="621825"/>
                </a:lnTo>
                <a:lnTo>
                  <a:pt x="1698982" y="207275"/>
                </a:lnTo>
                <a:lnTo>
                  <a:pt x="849491" y="0"/>
                </a:lnTo>
                <a:lnTo>
                  <a:pt x="0" y="207275"/>
                </a:lnTo>
                <a:lnTo>
                  <a:pt x="0" y="621825"/>
                </a:lnTo>
                <a:lnTo>
                  <a:pt x="849491" y="414550"/>
                </a:lnTo>
                <a:close/>
              </a:path>
            </a:pathLst>
          </a:custGeom>
          <a:solidFill>
            <a:srgbClr val="C49E34"/>
          </a:solidFill>
          <a:ln w="1143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3551438" y="875003"/>
            <a:ext cx="506970" cy="185550"/>
          </a:xfrm>
          <a:custGeom>
            <a:avLst/>
            <a:gdLst/>
            <a:ahLst/>
            <a:cxnLst/>
            <a:rect l="l" t="t" r="r" b="b"/>
            <a:pathLst>
              <a:path w="506970" h="185550">
                <a:moveTo>
                  <a:pt x="253485" y="123700"/>
                </a:moveTo>
                <a:lnTo>
                  <a:pt x="506970" y="185550"/>
                </a:lnTo>
                <a:lnTo>
                  <a:pt x="506970" y="61850"/>
                </a:lnTo>
                <a:lnTo>
                  <a:pt x="253485" y="0"/>
                </a:lnTo>
                <a:lnTo>
                  <a:pt x="0" y="61850"/>
                </a:lnTo>
                <a:lnTo>
                  <a:pt x="0" y="185550"/>
                </a:lnTo>
                <a:lnTo>
                  <a:pt x="253485" y="123700"/>
                </a:lnTo>
                <a:close/>
              </a:path>
            </a:pathLst>
          </a:custGeom>
          <a:solidFill>
            <a:srgbClr val="D7DCE8"/>
          </a:solidFill>
          <a:ln w="1143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4002939" y="89750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3934119" y="88071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1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3865300" y="86392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4" y="79"/>
                </a:lnTo>
                <a:lnTo>
                  <a:pt x="17500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3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4071758" y="88071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1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4002939" y="86392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3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3934119" y="847131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1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3865300" y="830339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4" y="78"/>
                </a:lnTo>
                <a:lnTo>
                  <a:pt x="17500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4140578" y="86392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3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4071758" y="847131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1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4002939" y="830339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3934119" y="81354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1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3865300" y="79675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4" y="78"/>
                </a:lnTo>
                <a:lnTo>
                  <a:pt x="17500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4209398" y="847131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4140578" y="830339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4071758" y="81354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1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4002939" y="79675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3934119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1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3865300" y="76317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4" y="79"/>
                </a:lnTo>
                <a:lnTo>
                  <a:pt x="17500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4278217" y="830339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1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4209398" y="81354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4140578" y="79675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4071758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1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4002939" y="76317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3934119" y="74637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1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3865300" y="72958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4" y="79"/>
                </a:lnTo>
                <a:lnTo>
                  <a:pt x="17500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4347037" y="81354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4278217" y="79675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4209398" y="779963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4140578" y="76317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4071758" y="74637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1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4002939" y="72958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3934119" y="712796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1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3865300" y="696004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4" y="78"/>
                </a:lnTo>
                <a:lnTo>
                  <a:pt x="17500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4415856" y="79675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4347037" y="779963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4278217" y="76317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4209398" y="746379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4140578" y="72958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4071758" y="712796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1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4002939" y="696004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3934119" y="67921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1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3865300" y="662420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4" y="78"/>
                </a:lnTo>
                <a:lnTo>
                  <a:pt x="17500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4484676" y="779963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4415856" y="76317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4347037" y="746379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4278217" y="72958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4209398" y="712796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4140578" y="696004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4071758" y="67921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1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4002939" y="662420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3934119" y="64562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1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3865300" y="62883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4" y="78"/>
                </a:lnTo>
                <a:lnTo>
                  <a:pt x="17500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4048819" y="89750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3979999" y="88071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3911180" y="86392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3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3842360" y="847131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1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4117638" y="88071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4048819" y="86392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3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3979999" y="847131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3911180" y="830339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3842360" y="81354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4186458" y="86392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3"/>
                </a:lnTo>
                <a:lnTo>
                  <a:pt x="40706" y="8077"/>
                </a:lnTo>
                <a:lnTo>
                  <a:pt x="39236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4117638" y="847131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4048819" y="830339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3979999" y="81354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3911180" y="79675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3842360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4255277" y="847131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4186458" y="830339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4117638" y="81354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4048819" y="79675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3979999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3911180" y="76317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3842360" y="74637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4324097" y="830339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4255277" y="81354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4186458" y="79675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4117638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4048819" y="76317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3979999" y="74637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3911180" y="72958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3842360" y="712796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1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4392916" y="81354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4324097" y="79675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4255277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4186458" y="76317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4117638" y="74637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4048819" y="72958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3979999" y="712796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3911180" y="696004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3842360" y="67921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4461736" y="79675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4392916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4324097" y="76317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4255277" y="74637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4186458" y="72958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4117638" y="712796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4048819" y="696004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3979999" y="67921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3911180" y="662420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3842360" y="64562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4530555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4461736" y="76317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4392916" y="74637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4324097" y="72958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4255277" y="712796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4186458" y="696004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4117638" y="67921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4048819" y="662420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3979999" y="64562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3911180" y="62883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3842360" y="61204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3703932" y="86392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1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3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3635113" y="88071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3566293" y="89750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3703932" y="830339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1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3635113" y="847131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3566293" y="86392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3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3497474" y="880714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4" y="79"/>
                </a:lnTo>
                <a:lnTo>
                  <a:pt x="17500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3703932" y="79675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1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3635113" y="81354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3566293" y="830339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3497474" y="847131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4" y="78"/>
                </a:lnTo>
                <a:lnTo>
                  <a:pt x="17500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3428654" y="86392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3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3703932" y="76317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1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3635113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3566293" y="79675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3497474" y="81354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4" y="78"/>
                </a:lnTo>
                <a:lnTo>
                  <a:pt x="17500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3428654" y="830339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3359835" y="847131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3703932" y="72958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1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3635113" y="74637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3566293" y="76317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3497474" y="779963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4" y="78"/>
                </a:lnTo>
                <a:lnTo>
                  <a:pt x="17500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3428654" y="79675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3359835" y="81354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3291015" y="830339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3703932" y="696004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1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3635113" y="712796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3566293" y="72958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3497474" y="746379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4" y="79"/>
                </a:lnTo>
                <a:lnTo>
                  <a:pt x="17500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3428654" y="76317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3359835" y="779963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3291015" y="79675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3222196" y="81354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3703932" y="662420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1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3635113" y="67921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3566293" y="696004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3497474" y="712796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4" y="78"/>
                </a:lnTo>
                <a:lnTo>
                  <a:pt x="17500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3428654" y="72958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3359835" y="746379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3291015" y="76317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3222196" y="779963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3153376" y="79675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3703932" y="62883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1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3635113" y="64562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3566293" y="662420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3497474" y="67921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4" y="78"/>
                </a:lnTo>
                <a:lnTo>
                  <a:pt x="17500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3428654" y="696004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3359835" y="712796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3291015" y="72958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3222196" y="746379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3153376" y="76317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3084557" y="779963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3726872" y="847131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3658053" y="86392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3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3589233" y="88071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3520414" y="89750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3726872" y="81354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3658053" y="830339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3589233" y="847131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3520414" y="86392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3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3451594" y="88071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3726872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3658053" y="79675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3589233" y="81354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3520414" y="830339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3451594" y="847131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3382775" y="86392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3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3726872" y="74637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3658053" y="76317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3589233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3520414" y="79675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3451594" y="81354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3382775" y="830339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3313955" y="847131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3726872" y="712796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3658053" y="72958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3589233" y="74637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3520414" y="76317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3451594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3382775" y="79675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3313955" y="81354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3245136" y="830339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3726872" y="67921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3658053" y="696004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3589233" y="712796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3520414" y="72958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3451594" y="74637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3382775" y="76317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3313955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3245136" y="79675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3176316" y="81354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3726872" y="64562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3658053" y="662420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3589233" y="67921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3520414" y="696004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3451594" y="712796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3382775" y="72958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3313955" y="74637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3245136" y="76317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3176316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3107497" y="79675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3726872" y="61204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3658053" y="62883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3589233" y="64562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3520414" y="662420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3451594" y="67921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3382775" y="696004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3313955" y="712796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3245136" y="72958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3176316" y="74637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3107497" y="76317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3038677" y="77996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3485610" y="95656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3485610" y="990150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3485610" y="1023734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3416790" y="939775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4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6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3416790" y="97335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3416790" y="100694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3416790" y="104052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3347971" y="922983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3347971" y="95656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3347971" y="990150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3347971" y="1023734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3347971" y="1057318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3279151" y="90619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3279151" y="939775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4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6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3279151" y="97335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3279151" y="100694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3279151" y="104052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3279151" y="1074110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3210332" y="889399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3210332" y="922983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3210332" y="95656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3210332" y="990150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3210332" y="1023734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3210332" y="1057318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3210332" y="109090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3141512" y="87260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3141512" y="90619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3141512" y="939775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4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6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3141512" y="97335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3141512" y="100694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3141512" y="104052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3141512" y="1074110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3141512" y="110769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3072693" y="85581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3072693" y="889399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3072693" y="922983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3072693" y="95656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3072693" y="990150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3072693" y="1023734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3072693" y="1057318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3072693" y="109090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3072693" y="112448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3003873" y="83902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3003873" y="87260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3003873" y="90619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3003873" y="939775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4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1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6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3003873" y="97335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3003873" y="100694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3003873" y="104052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3003873" y="1074110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1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3003873" y="110769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3003873" y="114127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3462670" y="939775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4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6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3462670" y="973358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3462670" y="100694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3462670" y="104052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3393850" y="922983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3393850" y="95656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3393850" y="990150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3393850" y="102373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3393850" y="1057318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3325031" y="90619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3325031" y="939775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4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6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3325031" y="973358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3325031" y="100694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3325031" y="104052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3325031" y="1074110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3256211" y="88939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3256211" y="922983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3256211" y="95656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3256211" y="990150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3256211" y="102373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3256211" y="1057318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3256211" y="109090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3187392" y="87260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3187392" y="90619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3187392" y="939775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4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6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3187392" y="973358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3187392" y="100694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3187392" y="104052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3187392" y="1074110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3187392" y="1107693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3118572" y="85581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3118572" y="88939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3118572" y="922983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3118572" y="95656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3118572" y="990150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3118572" y="102373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3118572" y="1057318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3118572" y="109090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3118572" y="112448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3049753" y="839023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3049753" y="87260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3049753" y="90619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3049753" y="939775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4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6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3049753" y="973358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3049753" y="100694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3049753" y="104052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3049753" y="1074110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3049753" y="1107693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3049753" y="114127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2980933" y="82223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2980933" y="85581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2980933" y="88939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2980933" y="922983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2980933" y="95656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2980933" y="990150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2980933" y="102373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2980933" y="1057318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2980933" y="109090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2980933" y="112448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2980933" y="115806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4083623" y="1023734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4083623" y="990150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4083623" y="95656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4152442" y="104052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4152442" y="100694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4152442" y="97335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4152442" y="939775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4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6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4221262" y="1057318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4221262" y="1023734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4221262" y="990150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4221262" y="95656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4221262" y="922983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4290081" y="1074110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4290081" y="104052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4290081" y="100694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4290081" y="97335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4290081" y="939775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4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6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4290081" y="90619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4358901" y="109090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4358901" y="1057318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4358901" y="1023734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4358901" y="990150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4358901" y="95656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4358901" y="922983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4358901" y="889399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4427720" y="110769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4427720" y="1074110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4427720" y="104052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4427720" y="100694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4427720" y="97335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4427720" y="939775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4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6"/>
                </a:lnTo>
                <a:lnTo>
                  <a:pt x="39236" y="5303"/>
                </a:lnTo>
                <a:lnTo>
                  <a:pt x="35714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4427720" y="90619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4427720" y="87260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4496540" y="112448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4496540" y="109090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4496540" y="1057318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4496540" y="1023734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4496540" y="990150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4496540" y="95656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4496540" y="922983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4496540" y="889399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4496540" y="855815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6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4565359" y="114127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4565359" y="110769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4565359" y="1074110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1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4565359" y="104052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4565359" y="1006942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4565359" y="973358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4565359" y="939775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3" y="1074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09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6"/>
                </a:lnTo>
                <a:lnTo>
                  <a:pt x="39236" y="5303"/>
                </a:lnTo>
                <a:lnTo>
                  <a:pt x="35714" y="2881"/>
                </a:lnTo>
                <a:lnTo>
                  <a:pt x="30523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4565359" y="90619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4565359" y="872607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4565359" y="839023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3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3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4106563" y="104052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4106563" y="100694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4106563" y="973358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4106563" y="939775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4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6"/>
                </a:lnTo>
                <a:lnTo>
                  <a:pt x="39235" y="5303"/>
                </a:lnTo>
                <a:lnTo>
                  <a:pt x="35713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4175382" y="1057318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1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4175382" y="102373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4175382" y="990150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4175382" y="95656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1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4175382" y="922983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1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4244202" y="1074110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4244202" y="104052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4244202" y="100694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4244202" y="973358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4244202" y="939775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4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6"/>
                </a:lnTo>
                <a:lnTo>
                  <a:pt x="39235" y="5303"/>
                </a:lnTo>
                <a:lnTo>
                  <a:pt x="35713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4244202" y="90619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4313021" y="109090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4313021" y="1057318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4313021" y="102373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4313021" y="990150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4313021" y="95656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6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4313021" y="922983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4313021" y="88939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6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4381841" y="1107693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4381841" y="1074110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4381841" y="104052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4381841" y="100694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4381841" y="973358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4381841" y="939775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4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3" y="17183"/>
                </a:lnTo>
                <a:lnTo>
                  <a:pt x="26405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6"/>
                </a:lnTo>
                <a:lnTo>
                  <a:pt x="39235" y="5303"/>
                </a:lnTo>
                <a:lnTo>
                  <a:pt x="35713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4381841" y="90619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4381841" y="87260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3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4450660" y="112448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4450660" y="109090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4450660" y="1057318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4450660" y="102373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4450660" y="990150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4450660" y="95656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4450660" y="922983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4450660" y="88939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4450660" y="85581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4519480" y="114127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4519480" y="1107693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5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4519480" y="1074110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1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4519480" y="1040526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4519480" y="1006942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4519480" y="973358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4519480" y="939775"/>
            <a:ext cx="40706" cy="17183"/>
          </a:xfrm>
          <a:custGeom>
            <a:avLst/>
            <a:gdLst/>
            <a:ahLst/>
            <a:cxnLst/>
            <a:rect l="l" t="t" r="r" b="b"/>
            <a:pathLst>
              <a:path w="40706" h="17183">
                <a:moveTo>
                  <a:pt x="30522" y="1074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0" y="10440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5" y="16793"/>
                </a:lnTo>
                <a:lnTo>
                  <a:pt x="32406" y="15509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6"/>
                </a:lnTo>
                <a:lnTo>
                  <a:pt x="39235" y="5303"/>
                </a:lnTo>
                <a:lnTo>
                  <a:pt x="35713" y="2881"/>
                </a:lnTo>
                <a:lnTo>
                  <a:pt x="30522" y="1074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4519480" y="906191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8"/>
                </a:lnTo>
                <a:lnTo>
                  <a:pt x="5662" y="2532"/>
                </a:lnTo>
                <a:lnTo>
                  <a:pt x="1830" y="4867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7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2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4519480" y="872607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8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3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3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4519480" y="839023"/>
            <a:ext cx="40706" cy="17184"/>
          </a:xfrm>
          <a:custGeom>
            <a:avLst/>
            <a:gdLst/>
            <a:ahLst/>
            <a:cxnLst/>
            <a:rect l="l" t="t" r="r" b="b"/>
            <a:pathLst>
              <a:path w="40706" h="17184">
                <a:moveTo>
                  <a:pt x="30522" y="1075"/>
                </a:moveTo>
                <a:lnTo>
                  <a:pt x="24223" y="79"/>
                </a:lnTo>
                <a:lnTo>
                  <a:pt x="17500" y="0"/>
                </a:lnTo>
                <a:lnTo>
                  <a:pt x="11081" y="849"/>
                </a:lnTo>
                <a:lnTo>
                  <a:pt x="5662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0" y="10441"/>
                </a:lnTo>
                <a:lnTo>
                  <a:pt x="2901" y="13074"/>
                </a:lnTo>
                <a:lnTo>
                  <a:pt x="7318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5" y="16794"/>
                </a:lnTo>
                <a:lnTo>
                  <a:pt x="32406" y="15510"/>
                </a:lnTo>
                <a:lnTo>
                  <a:pt x="37096" y="13473"/>
                </a:lnTo>
                <a:lnTo>
                  <a:pt x="39966" y="10902"/>
                </a:lnTo>
                <a:lnTo>
                  <a:pt x="40706" y="8077"/>
                </a:lnTo>
                <a:lnTo>
                  <a:pt x="39235" y="5304"/>
                </a:lnTo>
                <a:lnTo>
                  <a:pt x="35713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4588299" y="115806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4588299" y="112448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4588299" y="109090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4588299" y="1057318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9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4588299" y="1023734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Freeform 949"/>
          <p:cNvSpPr/>
          <p:nvPr/>
        </p:nvSpPr>
        <p:spPr>
          <a:xfrm>
            <a:off x="4588299" y="990150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Freeform 950"/>
          <p:cNvSpPr/>
          <p:nvPr/>
        </p:nvSpPr>
        <p:spPr>
          <a:xfrm>
            <a:off x="4588299" y="956566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Freeform 951"/>
          <p:cNvSpPr/>
          <p:nvPr/>
        </p:nvSpPr>
        <p:spPr>
          <a:xfrm>
            <a:off x="4588299" y="922983"/>
            <a:ext cx="40707" cy="17183"/>
          </a:xfrm>
          <a:custGeom>
            <a:avLst/>
            <a:gdLst/>
            <a:ahLst/>
            <a:cxnLst/>
            <a:rect l="l" t="t" r="r" b="b"/>
            <a:pathLst>
              <a:path w="40707" h="17183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1"/>
                </a:lnTo>
                <a:lnTo>
                  <a:pt x="1830" y="4867"/>
                </a:lnTo>
                <a:lnTo>
                  <a:pt x="0" y="7602"/>
                </a:lnTo>
                <a:lnTo>
                  <a:pt x="371" y="10440"/>
                </a:lnTo>
                <a:lnTo>
                  <a:pt x="2902" y="13074"/>
                </a:lnTo>
                <a:lnTo>
                  <a:pt x="7319" y="15217"/>
                </a:lnTo>
                <a:lnTo>
                  <a:pt x="13143" y="16638"/>
                </a:lnTo>
                <a:lnTo>
                  <a:pt x="19744" y="17183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Freeform 952"/>
          <p:cNvSpPr/>
          <p:nvPr/>
        </p:nvSpPr>
        <p:spPr>
          <a:xfrm>
            <a:off x="4588299" y="889399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8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2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3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Freeform 953"/>
          <p:cNvSpPr/>
          <p:nvPr/>
        </p:nvSpPr>
        <p:spPr>
          <a:xfrm>
            <a:off x="4588299" y="855815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8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4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3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Freeform 954"/>
          <p:cNvSpPr/>
          <p:nvPr/>
        </p:nvSpPr>
        <p:spPr>
          <a:xfrm>
            <a:off x="4588299" y="822231"/>
            <a:ext cx="40707" cy="17184"/>
          </a:xfrm>
          <a:custGeom>
            <a:avLst/>
            <a:gdLst/>
            <a:ahLst/>
            <a:cxnLst/>
            <a:rect l="l" t="t" r="r" b="b"/>
            <a:pathLst>
              <a:path w="40707" h="17184">
                <a:moveTo>
                  <a:pt x="30522" y="1075"/>
                </a:moveTo>
                <a:lnTo>
                  <a:pt x="24224" y="79"/>
                </a:lnTo>
                <a:lnTo>
                  <a:pt x="17501" y="0"/>
                </a:lnTo>
                <a:lnTo>
                  <a:pt x="11082" y="849"/>
                </a:lnTo>
                <a:lnTo>
                  <a:pt x="5663" y="2532"/>
                </a:lnTo>
                <a:lnTo>
                  <a:pt x="1830" y="4868"/>
                </a:lnTo>
                <a:lnTo>
                  <a:pt x="0" y="7603"/>
                </a:lnTo>
                <a:lnTo>
                  <a:pt x="371" y="10441"/>
                </a:lnTo>
                <a:lnTo>
                  <a:pt x="2902" y="13075"/>
                </a:lnTo>
                <a:lnTo>
                  <a:pt x="7319" y="15218"/>
                </a:lnTo>
                <a:lnTo>
                  <a:pt x="13143" y="16639"/>
                </a:lnTo>
                <a:lnTo>
                  <a:pt x="19744" y="17184"/>
                </a:lnTo>
                <a:lnTo>
                  <a:pt x="26406" y="16794"/>
                </a:lnTo>
                <a:lnTo>
                  <a:pt x="32407" y="15510"/>
                </a:lnTo>
                <a:lnTo>
                  <a:pt x="37097" y="13473"/>
                </a:lnTo>
                <a:lnTo>
                  <a:pt x="39967" y="10902"/>
                </a:lnTo>
                <a:lnTo>
                  <a:pt x="40707" y="8077"/>
                </a:lnTo>
                <a:lnTo>
                  <a:pt x="39236" y="5304"/>
                </a:lnTo>
                <a:lnTo>
                  <a:pt x="35714" y="2882"/>
                </a:lnTo>
                <a:lnTo>
                  <a:pt x="30522" y="1075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Freeform 955"/>
          <p:cNvSpPr/>
          <p:nvPr/>
        </p:nvSpPr>
        <p:spPr>
          <a:xfrm>
            <a:off x="4023741" y="913398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Freeform 956"/>
          <p:cNvSpPr/>
          <p:nvPr/>
        </p:nvSpPr>
        <p:spPr>
          <a:xfrm>
            <a:off x="3954922" y="896606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Freeform 957"/>
          <p:cNvSpPr/>
          <p:nvPr/>
        </p:nvSpPr>
        <p:spPr>
          <a:xfrm>
            <a:off x="3886102" y="879814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Freeform 958"/>
          <p:cNvSpPr/>
          <p:nvPr/>
        </p:nvSpPr>
        <p:spPr>
          <a:xfrm>
            <a:off x="3817283" y="863022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Freeform 959"/>
          <p:cNvSpPr/>
          <p:nvPr/>
        </p:nvSpPr>
        <p:spPr>
          <a:xfrm>
            <a:off x="4092561" y="896606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Freeform 960"/>
          <p:cNvSpPr/>
          <p:nvPr/>
        </p:nvSpPr>
        <p:spPr>
          <a:xfrm>
            <a:off x="4023741" y="879814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Freeform 961"/>
          <p:cNvSpPr/>
          <p:nvPr/>
        </p:nvSpPr>
        <p:spPr>
          <a:xfrm>
            <a:off x="3954922" y="863022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Freeform 962"/>
          <p:cNvSpPr/>
          <p:nvPr/>
        </p:nvSpPr>
        <p:spPr>
          <a:xfrm>
            <a:off x="3886102" y="846230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Freeform 963"/>
          <p:cNvSpPr/>
          <p:nvPr/>
        </p:nvSpPr>
        <p:spPr>
          <a:xfrm>
            <a:off x="3817283" y="829438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Freeform 964"/>
          <p:cNvSpPr/>
          <p:nvPr/>
        </p:nvSpPr>
        <p:spPr>
          <a:xfrm>
            <a:off x="4161380" y="879814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Freeform 965"/>
          <p:cNvSpPr/>
          <p:nvPr/>
        </p:nvSpPr>
        <p:spPr>
          <a:xfrm>
            <a:off x="4092561" y="863022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Freeform 966"/>
          <p:cNvSpPr/>
          <p:nvPr/>
        </p:nvSpPr>
        <p:spPr>
          <a:xfrm>
            <a:off x="4023741" y="846230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Freeform 967"/>
          <p:cNvSpPr/>
          <p:nvPr/>
        </p:nvSpPr>
        <p:spPr>
          <a:xfrm>
            <a:off x="3954922" y="829438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Freeform 968"/>
          <p:cNvSpPr/>
          <p:nvPr/>
        </p:nvSpPr>
        <p:spPr>
          <a:xfrm>
            <a:off x="3886102" y="812647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Freeform 969"/>
          <p:cNvSpPr/>
          <p:nvPr/>
        </p:nvSpPr>
        <p:spPr>
          <a:xfrm>
            <a:off x="3817283" y="795855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3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Freeform 970"/>
          <p:cNvSpPr/>
          <p:nvPr/>
        </p:nvSpPr>
        <p:spPr>
          <a:xfrm>
            <a:off x="4230200" y="863022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Freeform 971"/>
          <p:cNvSpPr/>
          <p:nvPr/>
        </p:nvSpPr>
        <p:spPr>
          <a:xfrm>
            <a:off x="4161380" y="846230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Freeform 972"/>
          <p:cNvSpPr/>
          <p:nvPr/>
        </p:nvSpPr>
        <p:spPr>
          <a:xfrm>
            <a:off x="4092561" y="829438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Freeform 973"/>
          <p:cNvSpPr/>
          <p:nvPr/>
        </p:nvSpPr>
        <p:spPr>
          <a:xfrm>
            <a:off x="4023741" y="812647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Freeform 974"/>
          <p:cNvSpPr/>
          <p:nvPr/>
        </p:nvSpPr>
        <p:spPr>
          <a:xfrm>
            <a:off x="3954922" y="795855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3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Freeform 975"/>
          <p:cNvSpPr/>
          <p:nvPr/>
        </p:nvSpPr>
        <p:spPr>
          <a:xfrm>
            <a:off x="3886102" y="779063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Freeform 976"/>
          <p:cNvSpPr/>
          <p:nvPr/>
        </p:nvSpPr>
        <p:spPr>
          <a:xfrm>
            <a:off x="3817283" y="76227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Freeform 977"/>
          <p:cNvSpPr/>
          <p:nvPr/>
        </p:nvSpPr>
        <p:spPr>
          <a:xfrm>
            <a:off x="4299019" y="846230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Freeform 978"/>
          <p:cNvSpPr/>
          <p:nvPr/>
        </p:nvSpPr>
        <p:spPr>
          <a:xfrm>
            <a:off x="4230200" y="829438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Freeform 979"/>
          <p:cNvSpPr/>
          <p:nvPr/>
        </p:nvSpPr>
        <p:spPr>
          <a:xfrm>
            <a:off x="4161380" y="812647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Freeform 980"/>
          <p:cNvSpPr/>
          <p:nvPr/>
        </p:nvSpPr>
        <p:spPr>
          <a:xfrm>
            <a:off x="4092561" y="795855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3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Freeform 981"/>
          <p:cNvSpPr/>
          <p:nvPr/>
        </p:nvSpPr>
        <p:spPr>
          <a:xfrm>
            <a:off x="4023741" y="779063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Freeform 982"/>
          <p:cNvSpPr/>
          <p:nvPr/>
        </p:nvSpPr>
        <p:spPr>
          <a:xfrm>
            <a:off x="3954922" y="76227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Freeform 983"/>
          <p:cNvSpPr/>
          <p:nvPr/>
        </p:nvSpPr>
        <p:spPr>
          <a:xfrm>
            <a:off x="3886102" y="745479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Freeform 984"/>
          <p:cNvSpPr/>
          <p:nvPr/>
        </p:nvSpPr>
        <p:spPr>
          <a:xfrm>
            <a:off x="3817283" y="728687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Freeform 985"/>
          <p:cNvSpPr/>
          <p:nvPr/>
        </p:nvSpPr>
        <p:spPr>
          <a:xfrm>
            <a:off x="4367839" y="829438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Freeform 986"/>
          <p:cNvSpPr/>
          <p:nvPr/>
        </p:nvSpPr>
        <p:spPr>
          <a:xfrm>
            <a:off x="4299019" y="812647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Freeform 987"/>
          <p:cNvSpPr/>
          <p:nvPr/>
        </p:nvSpPr>
        <p:spPr>
          <a:xfrm>
            <a:off x="4230200" y="795855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Freeform 988"/>
          <p:cNvSpPr/>
          <p:nvPr/>
        </p:nvSpPr>
        <p:spPr>
          <a:xfrm>
            <a:off x="4161380" y="779063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Freeform 989"/>
          <p:cNvSpPr/>
          <p:nvPr/>
        </p:nvSpPr>
        <p:spPr>
          <a:xfrm>
            <a:off x="4092561" y="76227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Freeform 990"/>
          <p:cNvSpPr/>
          <p:nvPr/>
        </p:nvSpPr>
        <p:spPr>
          <a:xfrm>
            <a:off x="4023741" y="745479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Freeform 991"/>
          <p:cNvSpPr/>
          <p:nvPr/>
        </p:nvSpPr>
        <p:spPr>
          <a:xfrm>
            <a:off x="3954922" y="728687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Freeform 992"/>
          <p:cNvSpPr/>
          <p:nvPr/>
        </p:nvSpPr>
        <p:spPr>
          <a:xfrm>
            <a:off x="3886102" y="711895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Freeform 993"/>
          <p:cNvSpPr/>
          <p:nvPr/>
        </p:nvSpPr>
        <p:spPr>
          <a:xfrm>
            <a:off x="3817283" y="695103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Freeform 994"/>
          <p:cNvSpPr/>
          <p:nvPr/>
        </p:nvSpPr>
        <p:spPr>
          <a:xfrm>
            <a:off x="4436658" y="812647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Freeform 995"/>
          <p:cNvSpPr/>
          <p:nvPr/>
        </p:nvSpPr>
        <p:spPr>
          <a:xfrm>
            <a:off x="4367839" y="795855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Freeform 996"/>
          <p:cNvSpPr/>
          <p:nvPr/>
        </p:nvSpPr>
        <p:spPr>
          <a:xfrm>
            <a:off x="4299019" y="779063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Freeform 997"/>
          <p:cNvSpPr/>
          <p:nvPr/>
        </p:nvSpPr>
        <p:spPr>
          <a:xfrm>
            <a:off x="4230200" y="76227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Freeform 998"/>
          <p:cNvSpPr/>
          <p:nvPr/>
        </p:nvSpPr>
        <p:spPr>
          <a:xfrm>
            <a:off x="4161380" y="745479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Freeform 999"/>
          <p:cNvSpPr/>
          <p:nvPr/>
        </p:nvSpPr>
        <p:spPr>
          <a:xfrm>
            <a:off x="4092561" y="728687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Freeform 1000"/>
          <p:cNvSpPr/>
          <p:nvPr/>
        </p:nvSpPr>
        <p:spPr>
          <a:xfrm>
            <a:off x="4023741" y="711895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Freeform 1001"/>
          <p:cNvSpPr/>
          <p:nvPr/>
        </p:nvSpPr>
        <p:spPr>
          <a:xfrm>
            <a:off x="3954922" y="695103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Freeform 1002"/>
          <p:cNvSpPr/>
          <p:nvPr/>
        </p:nvSpPr>
        <p:spPr>
          <a:xfrm>
            <a:off x="3886102" y="678312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Freeform 1003"/>
          <p:cNvSpPr/>
          <p:nvPr/>
        </p:nvSpPr>
        <p:spPr>
          <a:xfrm>
            <a:off x="3817283" y="661520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3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Freeform 1004"/>
          <p:cNvSpPr/>
          <p:nvPr/>
        </p:nvSpPr>
        <p:spPr>
          <a:xfrm>
            <a:off x="4505478" y="795855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Freeform 1005"/>
          <p:cNvSpPr/>
          <p:nvPr/>
        </p:nvSpPr>
        <p:spPr>
          <a:xfrm>
            <a:off x="4436658" y="779063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Freeform 1006"/>
          <p:cNvSpPr/>
          <p:nvPr/>
        </p:nvSpPr>
        <p:spPr>
          <a:xfrm>
            <a:off x="4367839" y="76227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Freeform 1007"/>
          <p:cNvSpPr/>
          <p:nvPr/>
        </p:nvSpPr>
        <p:spPr>
          <a:xfrm>
            <a:off x="4299019" y="745479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Freeform 1008"/>
          <p:cNvSpPr/>
          <p:nvPr/>
        </p:nvSpPr>
        <p:spPr>
          <a:xfrm>
            <a:off x="4230200" y="728687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Freeform 1009"/>
          <p:cNvSpPr/>
          <p:nvPr/>
        </p:nvSpPr>
        <p:spPr>
          <a:xfrm>
            <a:off x="4161380" y="711895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Freeform 1010"/>
          <p:cNvSpPr/>
          <p:nvPr/>
        </p:nvSpPr>
        <p:spPr>
          <a:xfrm>
            <a:off x="4092561" y="695103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Freeform 1011"/>
          <p:cNvSpPr/>
          <p:nvPr/>
        </p:nvSpPr>
        <p:spPr>
          <a:xfrm>
            <a:off x="4023741" y="678312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Freeform 1012"/>
          <p:cNvSpPr/>
          <p:nvPr/>
        </p:nvSpPr>
        <p:spPr>
          <a:xfrm>
            <a:off x="3954922" y="661520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3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Freeform 1013"/>
          <p:cNvSpPr/>
          <p:nvPr/>
        </p:nvSpPr>
        <p:spPr>
          <a:xfrm>
            <a:off x="3886102" y="644728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Freeform 1014"/>
          <p:cNvSpPr/>
          <p:nvPr/>
        </p:nvSpPr>
        <p:spPr>
          <a:xfrm>
            <a:off x="3817283" y="627936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Freeform 1015"/>
          <p:cNvSpPr/>
          <p:nvPr/>
        </p:nvSpPr>
        <p:spPr>
          <a:xfrm>
            <a:off x="4574297" y="779063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Freeform 1016"/>
          <p:cNvSpPr/>
          <p:nvPr/>
        </p:nvSpPr>
        <p:spPr>
          <a:xfrm>
            <a:off x="4505478" y="76227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Freeform 1017"/>
          <p:cNvSpPr/>
          <p:nvPr/>
        </p:nvSpPr>
        <p:spPr>
          <a:xfrm>
            <a:off x="4436658" y="745479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Freeform 1018"/>
          <p:cNvSpPr/>
          <p:nvPr/>
        </p:nvSpPr>
        <p:spPr>
          <a:xfrm>
            <a:off x="4367839" y="728687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Freeform 1019"/>
          <p:cNvSpPr/>
          <p:nvPr/>
        </p:nvSpPr>
        <p:spPr>
          <a:xfrm>
            <a:off x="4299019" y="711895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Freeform 1020"/>
          <p:cNvSpPr/>
          <p:nvPr/>
        </p:nvSpPr>
        <p:spPr>
          <a:xfrm>
            <a:off x="4230200" y="695103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Freeform 1021"/>
          <p:cNvSpPr/>
          <p:nvPr/>
        </p:nvSpPr>
        <p:spPr>
          <a:xfrm>
            <a:off x="4161380" y="678312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Freeform 1022"/>
          <p:cNvSpPr/>
          <p:nvPr/>
        </p:nvSpPr>
        <p:spPr>
          <a:xfrm>
            <a:off x="4092561" y="661520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3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Freeform 1023"/>
          <p:cNvSpPr/>
          <p:nvPr/>
        </p:nvSpPr>
        <p:spPr>
          <a:xfrm>
            <a:off x="4023741" y="644728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Freeform 1024"/>
          <p:cNvSpPr/>
          <p:nvPr/>
        </p:nvSpPr>
        <p:spPr>
          <a:xfrm>
            <a:off x="3954922" y="627936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Freeform 1025"/>
          <p:cNvSpPr/>
          <p:nvPr/>
        </p:nvSpPr>
        <p:spPr>
          <a:xfrm>
            <a:off x="3886102" y="611144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Freeform 1026"/>
          <p:cNvSpPr/>
          <p:nvPr/>
        </p:nvSpPr>
        <p:spPr>
          <a:xfrm>
            <a:off x="3817283" y="594352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Freeform 1027"/>
          <p:cNvSpPr/>
          <p:nvPr/>
        </p:nvSpPr>
        <p:spPr>
          <a:xfrm>
            <a:off x="3747675" y="863022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1"/>
                </a:lnTo>
                <a:lnTo>
                  <a:pt x="8088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Freeform 1028"/>
          <p:cNvSpPr/>
          <p:nvPr/>
        </p:nvSpPr>
        <p:spPr>
          <a:xfrm>
            <a:off x="3678855" y="879814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Freeform 1029"/>
          <p:cNvSpPr/>
          <p:nvPr/>
        </p:nvSpPr>
        <p:spPr>
          <a:xfrm>
            <a:off x="3610036" y="896606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0"/>
                </a:lnTo>
                <a:lnTo>
                  <a:pt x="8088" y="16819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Freeform 1030"/>
          <p:cNvSpPr/>
          <p:nvPr/>
        </p:nvSpPr>
        <p:spPr>
          <a:xfrm>
            <a:off x="3541216" y="913398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Freeform 1031"/>
          <p:cNvSpPr/>
          <p:nvPr/>
        </p:nvSpPr>
        <p:spPr>
          <a:xfrm>
            <a:off x="3747675" y="829438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1"/>
                </a:lnTo>
                <a:lnTo>
                  <a:pt x="8088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8"/>
                </a:lnTo>
                <a:lnTo>
                  <a:pt x="43365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Freeform 1032"/>
          <p:cNvSpPr/>
          <p:nvPr/>
        </p:nvSpPr>
        <p:spPr>
          <a:xfrm>
            <a:off x="3678855" y="846230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Freeform 1033"/>
          <p:cNvSpPr/>
          <p:nvPr/>
        </p:nvSpPr>
        <p:spPr>
          <a:xfrm>
            <a:off x="3610036" y="863022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1"/>
                </a:lnTo>
                <a:lnTo>
                  <a:pt x="8088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Freeform 1034"/>
          <p:cNvSpPr/>
          <p:nvPr/>
        </p:nvSpPr>
        <p:spPr>
          <a:xfrm>
            <a:off x="3541216" y="879814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Freeform 1035"/>
          <p:cNvSpPr/>
          <p:nvPr/>
        </p:nvSpPr>
        <p:spPr>
          <a:xfrm>
            <a:off x="3472397" y="896606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0"/>
                </a:lnTo>
                <a:lnTo>
                  <a:pt x="8088" y="16819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Freeform 1036"/>
          <p:cNvSpPr/>
          <p:nvPr/>
        </p:nvSpPr>
        <p:spPr>
          <a:xfrm>
            <a:off x="3747675" y="795855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6" y="14450"/>
                </a:lnTo>
                <a:lnTo>
                  <a:pt x="8088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7" y="17142"/>
                </a:lnTo>
                <a:lnTo>
                  <a:pt x="41001" y="14890"/>
                </a:lnTo>
                <a:lnTo>
                  <a:pt x="44173" y="12049"/>
                </a:lnTo>
                <a:lnTo>
                  <a:pt x="44991" y="8927"/>
                </a:lnTo>
                <a:lnTo>
                  <a:pt x="43365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Freeform 1037"/>
          <p:cNvSpPr/>
          <p:nvPr/>
        </p:nvSpPr>
        <p:spPr>
          <a:xfrm>
            <a:off x="3678855" y="812647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Freeform 1038"/>
          <p:cNvSpPr/>
          <p:nvPr/>
        </p:nvSpPr>
        <p:spPr>
          <a:xfrm>
            <a:off x="3610036" y="829438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1"/>
                </a:lnTo>
                <a:lnTo>
                  <a:pt x="8088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8"/>
                </a:lnTo>
                <a:lnTo>
                  <a:pt x="43365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Freeform 1039"/>
          <p:cNvSpPr/>
          <p:nvPr/>
        </p:nvSpPr>
        <p:spPr>
          <a:xfrm>
            <a:off x="3541216" y="846230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Freeform 1040"/>
          <p:cNvSpPr/>
          <p:nvPr/>
        </p:nvSpPr>
        <p:spPr>
          <a:xfrm>
            <a:off x="3472397" y="863022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1"/>
                </a:lnTo>
                <a:lnTo>
                  <a:pt x="8088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Freeform 1041"/>
          <p:cNvSpPr/>
          <p:nvPr/>
        </p:nvSpPr>
        <p:spPr>
          <a:xfrm>
            <a:off x="3403577" y="879814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Freeform 1042"/>
          <p:cNvSpPr/>
          <p:nvPr/>
        </p:nvSpPr>
        <p:spPr>
          <a:xfrm>
            <a:off x="3747675" y="76227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0"/>
                </a:lnTo>
                <a:lnTo>
                  <a:pt x="8088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7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Freeform 1043"/>
          <p:cNvSpPr/>
          <p:nvPr/>
        </p:nvSpPr>
        <p:spPr>
          <a:xfrm>
            <a:off x="3678855" y="779063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Freeform 1044"/>
          <p:cNvSpPr/>
          <p:nvPr/>
        </p:nvSpPr>
        <p:spPr>
          <a:xfrm>
            <a:off x="3610036" y="795855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6" y="14450"/>
                </a:lnTo>
                <a:lnTo>
                  <a:pt x="8088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7" y="17142"/>
                </a:lnTo>
                <a:lnTo>
                  <a:pt x="41001" y="14890"/>
                </a:lnTo>
                <a:lnTo>
                  <a:pt x="44173" y="12049"/>
                </a:lnTo>
                <a:lnTo>
                  <a:pt x="44991" y="8927"/>
                </a:lnTo>
                <a:lnTo>
                  <a:pt x="43365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Freeform 1045"/>
          <p:cNvSpPr/>
          <p:nvPr/>
        </p:nvSpPr>
        <p:spPr>
          <a:xfrm>
            <a:off x="3541216" y="812647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Freeform 1046"/>
          <p:cNvSpPr/>
          <p:nvPr/>
        </p:nvSpPr>
        <p:spPr>
          <a:xfrm>
            <a:off x="3472397" y="829438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1"/>
                </a:lnTo>
                <a:lnTo>
                  <a:pt x="8088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8"/>
                </a:lnTo>
                <a:lnTo>
                  <a:pt x="43365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Freeform 1047"/>
          <p:cNvSpPr/>
          <p:nvPr/>
        </p:nvSpPr>
        <p:spPr>
          <a:xfrm>
            <a:off x="3403577" y="846230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Freeform 1048"/>
          <p:cNvSpPr/>
          <p:nvPr/>
        </p:nvSpPr>
        <p:spPr>
          <a:xfrm>
            <a:off x="3334757" y="863022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6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Freeform 1049"/>
          <p:cNvSpPr/>
          <p:nvPr/>
        </p:nvSpPr>
        <p:spPr>
          <a:xfrm>
            <a:off x="3747675" y="728687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1"/>
                </a:lnTo>
                <a:lnTo>
                  <a:pt x="8088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Freeform 1050"/>
          <p:cNvSpPr/>
          <p:nvPr/>
        </p:nvSpPr>
        <p:spPr>
          <a:xfrm>
            <a:off x="3678855" y="745479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Freeform 1051"/>
          <p:cNvSpPr/>
          <p:nvPr/>
        </p:nvSpPr>
        <p:spPr>
          <a:xfrm>
            <a:off x="3610036" y="76227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0"/>
                </a:lnTo>
                <a:lnTo>
                  <a:pt x="8088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7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Freeform 1052"/>
          <p:cNvSpPr/>
          <p:nvPr/>
        </p:nvSpPr>
        <p:spPr>
          <a:xfrm>
            <a:off x="3541216" y="779063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Freeform 1053"/>
          <p:cNvSpPr/>
          <p:nvPr/>
        </p:nvSpPr>
        <p:spPr>
          <a:xfrm>
            <a:off x="3472397" y="795855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6" y="14450"/>
                </a:lnTo>
                <a:lnTo>
                  <a:pt x="8088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7" y="17142"/>
                </a:lnTo>
                <a:lnTo>
                  <a:pt x="41001" y="14890"/>
                </a:lnTo>
                <a:lnTo>
                  <a:pt x="44173" y="12049"/>
                </a:lnTo>
                <a:lnTo>
                  <a:pt x="44991" y="8927"/>
                </a:lnTo>
                <a:lnTo>
                  <a:pt x="43365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Freeform 1054"/>
          <p:cNvSpPr/>
          <p:nvPr/>
        </p:nvSpPr>
        <p:spPr>
          <a:xfrm>
            <a:off x="3403577" y="812647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Freeform 1055"/>
          <p:cNvSpPr/>
          <p:nvPr/>
        </p:nvSpPr>
        <p:spPr>
          <a:xfrm>
            <a:off x="3334757" y="829438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6" y="1189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8"/>
                </a:lnTo>
                <a:lnTo>
                  <a:pt x="43366" y="5862"/>
                </a:lnTo>
                <a:lnTo>
                  <a:pt x="39474" y="3186"/>
                </a:lnTo>
                <a:lnTo>
                  <a:pt x="33736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Freeform 1056"/>
          <p:cNvSpPr/>
          <p:nvPr/>
        </p:nvSpPr>
        <p:spPr>
          <a:xfrm>
            <a:off x="3265938" y="846230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Freeform 1057"/>
          <p:cNvSpPr/>
          <p:nvPr/>
        </p:nvSpPr>
        <p:spPr>
          <a:xfrm>
            <a:off x="3747675" y="695103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1"/>
                </a:lnTo>
                <a:lnTo>
                  <a:pt x="8088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8"/>
                </a:lnTo>
                <a:lnTo>
                  <a:pt x="43365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Freeform 1058"/>
          <p:cNvSpPr/>
          <p:nvPr/>
        </p:nvSpPr>
        <p:spPr>
          <a:xfrm>
            <a:off x="3678855" y="711895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Freeform 1059"/>
          <p:cNvSpPr/>
          <p:nvPr/>
        </p:nvSpPr>
        <p:spPr>
          <a:xfrm>
            <a:off x="3610036" y="728687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1"/>
                </a:lnTo>
                <a:lnTo>
                  <a:pt x="8088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Freeform 1060"/>
          <p:cNvSpPr/>
          <p:nvPr/>
        </p:nvSpPr>
        <p:spPr>
          <a:xfrm>
            <a:off x="3541216" y="745479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Freeform 1061"/>
          <p:cNvSpPr/>
          <p:nvPr/>
        </p:nvSpPr>
        <p:spPr>
          <a:xfrm>
            <a:off x="3472397" y="76227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0"/>
                </a:lnTo>
                <a:lnTo>
                  <a:pt x="8088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7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Freeform 1062"/>
          <p:cNvSpPr/>
          <p:nvPr/>
        </p:nvSpPr>
        <p:spPr>
          <a:xfrm>
            <a:off x="3403577" y="779063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Freeform 1063"/>
          <p:cNvSpPr/>
          <p:nvPr/>
        </p:nvSpPr>
        <p:spPr>
          <a:xfrm>
            <a:off x="3334757" y="795855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6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Freeform 1064"/>
          <p:cNvSpPr/>
          <p:nvPr/>
        </p:nvSpPr>
        <p:spPr>
          <a:xfrm>
            <a:off x="3265938" y="812647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Freeform 1065"/>
          <p:cNvSpPr/>
          <p:nvPr/>
        </p:nvSpPr>
        <p:spPr>
          <a:xfrm>
            <a:off x="3197118" y="829438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9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8"/>
                </a:lnTo>
                <a:lnTo>
                  <a:pt x="43366" y="5862"/>
                </a:lnTo>
                <a:lnTo>
                  <a:pt x="39474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Freeform 1066"/>
          <p:cNvSpPr/>
          <p:nvPr/>
        </p:nvSpPr>
        <p:spPr>
          <a:xfrm>
            <a:off x="3747675" y="661520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6" y="14450"/>
                </a:lnTo>
                <a:lnTo>
                  <a:pt x="8088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7" y="17142"/>
                </a:lnTo>
                <a:lnTo>
                  <a:pt x="41001" y="14890"/>
                </a:lnTo>
                <a:lnTo>
                  <a:pt x="44173" y="12049"/>
                </a:lnTo>
                <a:lnTo>
                  <a:pt x="44991" y="8927"/>
                </a:lnTo>
                <a:lnTo>
                  <a:pt x="43365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Freeform 1067"/>
          <p:cNvSpPr/>
          <p:nvPr/>
        </p:nvSpPr>
        <p:spPr>
          <a:xfrm>
            <a:off x="3678855" y="678312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Freeform 1068"/>
          <p:cNvSpPr/>
          <p:nvPr/>
        </p:nvSpPr>
        <p:spPr>
          <a:xfrm>
            <a:off x="3610036" y="695103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1"/>
                </a:lnTo>
                <a:lnTo>
                  <a:pt x="8088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8"/>
                </a:lnTo>
                <a:lnTo>
                  <a:pt x="43365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Freeform 1069"/>
          <p:cNvSpPr/>
          <p:nvPr/>
        </p:nvSpPr>
        <p:spPr>
          <a:xfrm>
            <a:off x="3541216" y="711895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Freeform 1070"/>
          <p:cNvSpPr/>
          <p:nvPr/>
        </p:nvSpPr>
        <p:spPr>
          <a:xfrm>
            <a:off x="3472397" y="728687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1"/>
                </a:lnTo>
                <a:lnTo>
                  <a:pt x="8088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Freeform 1071"/>
          <p:cNvSpPr/>
          <p:nvPr/>
        </p:nvSpPr>
        <p:spPr>
          <a:xfrm>
            <a:off x="3403577" y="745479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Freeform 1072"/>
          <p:cNvSpPr/>
          <p:nvPr/>
        </p:nvSpPr>
        <p:spPr>
          <a:xfrm>
            <a:off x="3334757" y="762271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6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Freeform 1073"/>
          <p:cNvSpPr/>
          <p:nvPr/>
        </p:nvSpPr>
        <p:spPr>
          <a:xfrm>
            <a:off x="3265938" y="779063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Freeform 1074"/>
          <p:cNvSpPr/>
          <p:nvPr/>
        </p:nvSpPr>
        <p:spPr>
          <a:xfrm>
            <a:off x="3197118" y="795855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Freeform 1075"/>
          <p:cNvSpPr/>
          <p:nvPr/>
        </p:nvSpPr>
        <p:spPr>
          <a:xfrm>
            <a:off x="3128299" y="812647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Freeform 1076"/>
          <p:cNvSpPr/>
          <p:nvPr/>
        </p:nvSpPr>
        <p:spPr>
          <a:xfrm>
            <a:off x="3747675" y="627936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0"/>
                </a:lnTo>
                <a:lnTo>
                  <a:pt x="8088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7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Freeform 1077"/>
          <p:cNvSpPr/>
          <p:nvPr/>
        </p:nvSpPr>
        <p:spPr>
          <a:xfrm>
            <a:off x="3678855" y="644728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Freeform 1078"/>
          <p:cNvSpPr/>
          <p:nvPr/>
        </p:nvSpPr>
        <p:spPr>
          <a:xfrm>
            <a:off x="3610036" y="661520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6" y="14450"/>
                </a:lnTo>
                <a:lnTo>
                  <a:pt x="8088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7" y="17142"/>
                </a:lnTo>
                <a:lnTo>
                  <a:pt x="41001" y="14890"/>
                </a:lnTo>
                <a:lnTo>
                  <a:pt x="44173" y="12049"/>
                </a:lnTo>
                <a:lnTo>
                  <a:pt x="44991" y="8927"/>
                </a:lnTo>
                <a:lnTo>
                  <a:pt x="43365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Freeform 1079"/>
          <p:cNvSpPr/>
          <p:nvPr/>
        </p:nvSpPr>
        <p:spPr>
          <a:xfrm>
            <a:off x="3541216" y="678312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Freeform 1080"/>
          <p:cNvSpPr/>
          <p:nvPr/>
        </p:nvSpPr>
        <p:spPr>
          <a:xfrm>
            <a:off x="3472397" y="695103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1"/>
                </a:lnTo>
                <a:lnTo>
                  <a:pt x="8088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8"/>
                </a:lnTo>
                <a:lnTo>
                  <a:pt x="43365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Freeform 1081"/>
          <p:cNvSpPr/>
          <p:nvPr/>
        </p:nvSpPr>
        <p:spPr>
          <a:xfrm>
            <a:off x="3403577" y="711895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Freeform 1082"/>
          <p:cNvSpPr/>
          <p:nvPr/>
        </p:nvSpPr>
        <p:spPr>
          <a:xfrm>
            <a:off x="3334757" y="728687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6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Freeform 1083"/>
          <p:cNvSpPr/>
          <p:nvPr/>
        </p:nvSpPr>
        <p:spPr>
          <a:xfrm>
            <a:off x="3265938" y="745479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Freeform 1084"/>
          <p:cNvSpPr/>
          <p:nvPr/>
        </p:nvSpPr>
        <p:spPr>
          <a:xfrm>
            <a:off x="3197118" y="762271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Freeform 1085"/>
          <p:cNvSpPr/>
          <p:nvPr/>
        </p:nvSpPr>
        <p:spPr>
          <a:xfrm>
            <a:off x="3128299" y="779063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Freeform 1086"/>
          <p:cNvSpPr/>
          <p:nvPr/>
        </p:nvSpPr>
        <p:spPr>
          <a:xfrm>
            <a:off x="3059479" y="795855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Freeform 1087"/>
          <p:cNvSpPr/>
          <p:nvPr/>
        </p:nvSpPr>
        <p:spPr>
          <a:xfrm>
            <a:off x="3747675" y="594352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1"/>
                </a:lnTo>
                <a:lnTo>
                  <a:pt x="8088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7" y="17143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Freeform 1088"/>
          <p:cNvSpPr/>
          <p:nvPr/>
        </p:nvSpPr>
        <p:spPr>
          <a:xfrm>
            <a:off x="3678855" y="611144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Freeform 1089"/>
          <p:cNvSpPr/>
          <p:nvPr/>
        </p:nvSpPr>
        <p:spPr>
          <a:xfrm>
            <a:off x="3610036" y="627936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6" y="14450"/>
                </a:lnTo>
                <a:lnTo>
                  <a:pt x="8088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7" y="17142"/>
                </a:lnTo>
                <a:lnTo>
                  <a:pt x="41001" y="14891"/>
                </a:lnTo>
                <a:lnTo>
                  <a:pt x="44173" y="12050"/>
                </a:lnTo>
                <a:lnTo>
                  <a:pt x="44991" y="8927"/>
                </a:lnTo>
                <a:lnTo>
                  <a:pt x="43365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Freeform 1090"/>
          <p:cNvSpPr/>
          <p:nvPr/>
        </p:nvSpPr>
        <p:spPr>
          <a:xfrm>
            <a:off x="3541216" y="644728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Freeform 1091"/>
          <p:cNvSpPr/>
          <p:nvPr/>
        </p:nvSpPr>
        <p:spPr>
          <a:xfrm>
            <a:off x="3472397" y="661520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2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2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6" y="14450"/>
                </a:lnTo>
                <a:lnTo>
                  <a:pt x="8088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7" y="17142"/>
                </a:lnTo>
                <a:lnTo>
                  <a:pt x="41001" y="14890"/>
                </a:lnTo>
                <a:lnTo>
                  <a:pt x="44173" y="12049"/>
                </a:lnTo>
                <a:lnTo>
                  <a:pt x="44991" y="8927"/>
                </a:lnTo>
                <a:lnTo>
                  <a:pt x="43365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Freeform 1092"/>
          <p:cNvSpPr/>
          <p:nvPr/>
        </p:nvSpPr>
        <p:spPr>
          <a:xfrm>
            <a:off x="3403577" y="678312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Freeform 1093"/>
          <p:cNvSpPr/>
          <p:nvPr/>
        </p:nvSpPr>
        <p:spPr>
          <a:xfrm>
            <a:off x="3334757" y="695103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6" y="1189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8"/>
                </a:lnTo>
                <a:lnTo>
                  <a:pt x="43366" y="5862"/>
                </a:lnTo>
                <a:lnTo>
                  <a:pt x="39474" y="3186"/>
                </a:lnTo>
                <a:lnTo>
                  <a:pt x="33736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Freeform 1094"/>
          <p:cNvSpPr/>
          <p:nvPr/>
        </p:nvSpPr>
        <p:spPr>
          <a:xfrm>
            <a:off x="3265938" y="711895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Freeform 1095"/>
          <p:cNvSpPr/>
          <p:nvPr/>
        </p:nvSpPr>
        <p:spPr>
          <a:xfrm>
            <a:off x="3197118" y="728687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Freeform 1096"/>
          <p:cNvSpPr/>
          <p:nvPr/>
        </p:nvSpPr>
        <p:spPr>
          <a:xfrm>
            <a:off x="3128299" y="745479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Freeform 1097"/>
          <p:cNvSpPr/>
          <p:nvPr/>
        </p:nvSpPr>
        <p:spPr>
          <a:xfrm>
            <a:off x="3059479" y="762271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Freeform 1098"/>
          <p:cNvSpPr/>
          <p:nvPr/>
        </p:nvSpPr>
        <p:spPr>
          <a:xfrm>
            <a:off x="2990660" y="779063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Freeform 1099"/>
          <p:cNvSpPr/>
          <p:nvPr/>
        </p:nvSpPr>
        <p:spPr>
          <a:xfrm>
            <a:off x="3506412" y="938874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Freeform 1100"/>
          <p:cNvSpPr/>
          <p:nvPr/>
        </p:nvSpPr>
        <p:spPr>
          <a:xfrm>
            <a:off x="3506412" y="972458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Freeform 1101"/>
          <p:cNvSpPr/>
          <p:nvPr/>
        </p:nvSpPr>
        <p:spPr>
          <a:xfrm>
            <a:off x="3506412" y="1006042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Freeform 1102"/>
          <p:cNvSpPr/>
          <p:nvPr/>
        </p:nvSpPr>
        <p:spPr>
          <a:xfrm>
            <a:off x="3506412" y="1039626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Freeform 1103"/>
          <p:cNvSpPr/>
          <p:nvPr/>
        </p:nvSpPr>
        <p:spPr>
          <a:xfrm>
            <a:off x="3437592" y="922082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6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8"/>
                </a:lnTo>
                <a:lnTo>
                  <a:pt x="43366" y="5862"/>
                </a:lnTo>
                <a:lnTo>
                  <a:pt x="39474" y="3186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Freeform 1104"/>
          <p:cNvSpPr/>
          <p:nvPr/>
        </p:nvSpPr>
        <p:spPr>
          <a:xfrm>
            <a:off x="3437592" y="955666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6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Freeform 1105"/>
          <p:cNvSpPr/>
          <p:nvPr/>
        </p:nvSpPr>
        <p:spPr>
          <a:xfrm>
            <a:off x="3437592" y="989250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6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Freeform 1106"/>
          <p:cNvSpPr/>
          <p:nvPr/>
        </p:nvSpPr>
        <p:spPr>
          <a:xfrm>
            <a:off x="3437592" y="1022834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6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Freeform 1107"/>
          <p:cNvSpPr/>
          <p:nvPr/>
        </p:nvSpPr>
        <p:spPr>
          <a:xfrm>
            <a:off x="3437592" y="1056417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6" y="1189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8"/>
                </a:lnTo>
                <a:lnTo>
                  <a:pt x="43366" y="5862"/>
                </a:lnTo>
                <a:lnTo>
                  <a:pt x="39474" y="3186"/>
                </a:lnTo>
                <a:lnTo>
                  <a:pt x="33736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Freeform 1108"/>
          <p:cNvSpPr/>
          <p:nvPr/>
        </p:nvSpPr>
        <p:spPr>
          <a:xfrm>
            <a:off x="3368773" y="90529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Freeform 1109"/>
          <p:cNvSpPr/>
          <p:nvPr/>
        </p:nvSpPr>
        <p:spPr>
          <a:xfrm>
            <a:off x="3368773" y="938874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Freeform 1110"/>
          <p:cNvSpPr/>
          <p:nvPr/>
        </p:nvSpPr>
        <p:spPr>
          <a:xfrm>
            <a:off x="3368773" y="972458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Freeform 1111"/>
          <p:cNvSpPr/>
          <p:nvPr/>
        </p:nvSpPr>
        <p:spPr>
          <a:xfrm>
            <a:off x="3368773" y="1006042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Freeform 1112"/>
          <p:cNvSpPr/>
          <p:nvPr/>
        </p:nvSpPr>
        <p:spPr>
          <a:xfrm>
            <a:off x="3368773" y="1039626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Freeform 1113"/>
          <p:cNvSpPr/>
          <p:nvPr/>
        </p:nvSpPr>
        <p:spPr>
          <a:xfrm>
            <a:off x="3368773" y="1073209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Freeform 1114"/>
          <p:cNvSpPr/>
          <p:nvPr/>
        </p:nvSpPr>
        <p:spPr>
          <a:xfrm>
            <a:off x="3299953" y="888499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Freeform 1115"/>
          <p:cNvSpPr/>
          <p:nvPr/>
        </p:nvSpPr>
        <p:spPr>
          <a:xfrm>
            <a:off x="3299953" y="922082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8"/>
                </a:lnTo>
                <a:lnTo>
                  <a:pt x="43366" y="5862"/>
                </a:lnTo>
                <a:lnTo>
                  <a:pt x="39474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Freeform 1116"/>
          <p:cNvSpPr/>
          <p:nvPr/>
        </p:nvSpPr>
        <p:spPr>
          <a:xfrm>
            <a:off x="3299953" y="955666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Freeform 1117"/>
          <p:cNvSpPr/>
          <p:nvPr/>
        </p:nvSpPr>
        <p:spPr>
          <a:xfrm>
            <a:off x="3299953" y="989250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Freeform 1118"/>
          <p:cNvSpPr/>
          <p:nvPr/>
        </p:nvSpPr>
        <p:spPr>
          <a:xfrm>
            <a:off x="3299953" y="1022834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Freeform 1119"/>
          <p:cNvSpPr/>
          <p:nvPr/>
        </p:nvSpPr>
        <p:spPr>
          <a:xfrm>
            <a:off x="3299953" y="1056417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9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8"/>
                </a:lnTo>
                <a:lnTo>
                  <a:pt x="43366" y="5862"/>
                </a:lnTo>
                <a:lnTo>
                  <a:pt x="39474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Freeform 1120"/>
          <p:cNvSpPr/>
          <p:nvPr/>
        </p:nvSpPr>
        <p:spPr>
          <a:xfrm>
            <a:off x="3299953" y="1090001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Freeform 1121"/>
          <p:cNvSpPr/>
          <p:nvPr/>
        </p:nvSpPr>
        <p:spPr>
          <a:xfrm>
            <a:off x="3231134" y="871707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Freeform 1122"/>
          <p:cNvSpPr/>
          <p:nvPr/>
        </p:nvSpPr>
        <p:spPr>
          <a:xfrm>
            <a:off x="3231134" y="90529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Freeform 1123"/>
          <p:cNvSpPr/>
          <p:nvPr/>
        </p:nvSpPr>
        <p:spPr>
          <a:xfrm>
            <a:off x="3231134" y="938874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Freeform 1124"/>
          <p:cNvSpPr/>
          <p:nvPr/>
        </p:nvSpPr>
        <p:spPr>
          <a:xfrm>
            <a:off x="3231134" y="972458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Freeform 1125"/>
          <p:cNvSpPr/>
          <p:nvPr/>
        </p:nvSpPr>
        <p:spPr>
          <a:xfrm>
            <a:off x="3231134" y="1006042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Freeform 1126"/>
          <p:cNvSpPr/>
          <p:nvPr/>
        </p:nvSpPr>
        <p:spPr>
          <a:xfrm>
            <a:off x="3231134" y="1039626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Freeform 1127"/>
          <p:cNvSpPr/>
          <p:nvPr/>
        </p:nvSpPr>
        <p:spPr>
          <a:xfrm>
            <a:off x="3231134" y="1073209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Freeform 1128"/>
          <p:cNvSpPr/>
          <p:nvPr/>
        </p:nvSpPr>
        <p:spPr>
          <a:xfrm>
            <a:off x="3231134" y="1106793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Freeform 1129"/>
          <p:cNvSpPr/>
          <p:nvPr/>
        </p:nvSpPr>
        <p:spPr>
          <a:xfrm>
            <a:off x="3162314" y="854915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Freeform 1130"/>
          <p:cNvSpPr/>
          <p:nvPr/>
        </p:nvSpPr>
        <p:spPr>
          <a:xfrm>
            <a:off x="3162314" y="888499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Freeform 1131"/>
          <p:cNvSpPr/>
          <p:nvPr/>
        </p:nvSpPr>
        <p:spPr>
          <a:xfrm>
            <a:off x="3162314" y="922082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8"/>
                </a:lnTo>
                <a:lnTo>
                  <a:pt x="43366" y="5862"/>
                </a:lnTo>
                <a:lnTo>
                  <a:pt x="39474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Freeform 1132"/>
          <p:cNvSpPr/>
          <p:nvPr/>
        </p:nvSpPr>
        <p:spPr>
          <a:xfrm>
            <a:off x="3162314" y="955666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Freeform 1133"/>
          <p:cNvSpPr/>
          <p:nvPr/>
        </p:nvSpPr>
        <p:spPr>
          <a:xfrm>
            <a:off x="3162314" y="989250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Freeform 1134"/>
          <p:cNvSpPr/>
          <p:nvPr/>
        </p:nvSpPr>
        <p:spPr>
          <a:xfrm>
            <a:off x="3162314" y="1022834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Freeform 1135"/>
          <p:cNvSpPr/>
          <p:nvPr/>
        </p:nvSpPr>
        <p:spPr>
          <a:xfrm>
            <a:off x="3162314" y="1056417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9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8"/>
                </a:lnTo>
                <a:lnTo>
                  <a:pt x="43366" y="5862"/>
                </a:lnTo>
                <a:lnTo>
                  <a:pt x="39474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Freeform 1136"/>
          <p:cNvSpPr/>
          <p:nvPr/>
        </p:nvSpPr>
        <p:spPr>
          <a:xfrm>
            <a:off x="3162314" y="1090001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Freeform 1137"/>
          <p:cNvSpPr/>
          <p:nvPr/>
        </p:nvSpPr>
        <p:spPr>
          <a:xfrm>
            <a:off x="3162314" y="1123585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Freeform 1138"/>
          <p:cNvSpPr/>
          <p:nvPr/>
        </p:nvSpPr>
        <p:spPr>
          <a:xfrm>
            <a:off x="3093495" y="838123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Freeform 1139"/>
          <p:cNvSpPr/>
          <p:nvPr/>
        </p:nvSpPr>
        <p:spPr>
          <a:xfrm>
            <a:off x="3093495" y="871707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Freeform 1140"/>
          <p:cNvSpPr/>
          <p:nvPr/>
        </p:nvSpPr>
        <p:spPr>
          <a:xfrm>
            <a:off x="3093495" y="90529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Freeform 1141"/>
          <p:cNvSpPr/>
          <p:nvPr/>
        </p:nvSpPr>
        <p:spPr>
          <a:xfrm>
            <a:off x="3093495" y="938874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Freeform 1142"/>
          <p:cNvSpPr/>
          <p:nvPr/>
        </p:nvSpPr>
        <p:spPr>
          <a:xfrm>
            <a:off x="3093495" y="972458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Freeform 1143"/>
          <p:cNvSpPr/>
          <p:nvPr/>
        </p:nvSpPr>
        <p:spPr>
          <a:xfrm>
            <a:off x="3093495" y="1006042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Freeform 1144"/>
          <p:cNvSpPr/>
          <p:nvPr/>
        </p:nvSpPr>
        <p:spPr>
          <a:xfrm>
            <a:off x="3093495" y="1039626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Freeform 1145"/>
          <p:cNvSpPr/>
          <p:nvPr/>
        </p:nvSpPr>
        <p:spPr>
          <a:xfrm>
            <a:off x="3093495" y="1073209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Freeform 1146"/>
          <p:cNvSpPr/>
          <p:nvPr/>
        </p:nvSpPr>
        <p:spPr>
          <a:xfrm>
            <a:off x="3093495" y="1106793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Freeform 1147"/>
          <p:cNvSpPr/>
          <p:nvPr/>
        </p:nvSpPr>
        <p:spPr>
          <a:xfrm>
            <a:off x="3093495" y="1140377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Freeform 1148"/>
          <p:cNvSpPr/>
          <p:nvPr/>
        </p:nvSpPr>
        <p:spPr>
          <a:xfrm>
            <a:off x="3024675" y="821331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Freeform 1149"/>
          <p:cNvSpPr/>
          <p:nvPr/>
        </p:nvSpPr>
        <p:spPr>
          <a:xfrm>
            <a:off x="3024675" y="854915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Freeform 1150"/>
          <p:cNvSpPr/>
          <p:nvPr/>
        </p:nvSpPr>
        <p:spPr>
          <a:xfrm>
            <a:off x="3024675" y="888499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Freeform 1151"/>
          <p:cNvSpPr/>
          <p:nvPr/>
        </p:nvSpPr>
        <p:spPr>
          <a:xfrm>
            <a:off x="3024675" y="922082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Freeform 1152"/>
          <p:cNvSpPr/>
          <p:nvPr/>
        </p:nvSpPr>
        <p:spPr>
          <a:xfrm>
            <a:off x="3024675" y="955666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Freeform 1153"/>
          <p:cNvSpPr/>
          <p:nvPr/>
        </p:nvSpPr>
        <p:spPr>
          <a:xfrm>
            <a:off x="3024675" y="989250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Freeform 1154"/>
          <p:cNvSpPr/>
          <p:nvPr/>
        </p:nvSpPr>
        <p:spPr>
          <a:xfrm>
            <a:off x="3024675" y="1022834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Freeform 1155"/>
          <p:cNvSpPr/>
          <p:nvPr/>
        </p:nvSpPr>
        <p:spPr>
          <a:xfrm>
            <a:off x="3024675" y="1056417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9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Freeform 1156"/>
          <p:cNvSpPr/>
          <p:nvPr/>
        </p:nvSpPr>
        <p:spPr>
          <a:xfrm>
            <a:off x="3024675" y="1090001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Freeform 1157"/>
          <p:cNvSpPr/>
          <p:nvPr/>
        </p:nvSpPr>
        <p:spPr>
          <a:xfrm>
            <a:off x="3024675" y="1123585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Freeform 1158"/>
          <p:cNvSpPr/>
          <p:nvPr/>
        </p:nvSpPr>
        <p:spPr>
          <a:xfrm>
            <a:off x="3024675" y="1157169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Freeform 1159"/>
          <p:cNvSpPr/>
          <p:nvPr/>
        </p:nvSpPr>
        <p:spPr>
          <a:xfrm>
            <a:off x="2955856" y="804539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Freeform 1160"/>
          <p:cNvSpPr/>
          <p:nvPr/>
        </p:nvSpPr>
        <p:spPr>
          <a:xfrm>
            <a:off x="2955856" y="838123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Freeform 1161"/>
          <p:cNvSpPr/>
          <p:nvPr/>
        </p:nvSpPr>
        <p:spPr>
          <a:xfrm>
            <a:off x="2955856" y="871707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Freeform 1162"/>
          <p:cNvSpPr/>
          <p:nvPr/>
        </p:nvSpPr>
        <p:spPr>
          <a:xfrm>
            <a:off x="2955856" y="90529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Freeform 1163"/>
          <p:cNvSpPr/>
          <p:nvPr/>
        </p:nvSpPr>
        <p:spPr>
          <a:xfrm>
            <a:off x="2955856" y="938874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Freeform 1164"/>
          <p:cNvSpPr/>
          <p:nvPr/>
        </p:nvSpPr>
        <p:spPr>
          <a:xfrm>
            <a:off x="2955856" y="972458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Freeform 1165"/>
          <p:cNvSpPr/>
          <p:nvPr/>
        </p:nvSpPr>
        <p:spPr>
          <a:xfrm>
            <a:off x="2955856" y="1006042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Freeform 1166"/>
          <p:cNvSpPr/>
          <p:nvPr/>
        </p:nvSpPr>
        <p:spPr>
          <a:xfrm>
            <a:off x="2955856" y="1039626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Freeform 1167"/>
          <p:cNvSpPr/>
          <p:nvPr/>
        </p:nvSpPr>
        <p:spPr>
          <a:xfrm>
            <a:off x="2955856" y="1073209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Freeform 1168"/>
          <p:cNvSpPr/>
          <p:nvPr/>
        </p:nvSpPr>
        <p:spPr>
          <a:xfrm>
            <a:off x="2955856" y="1106793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Freeform 1169"/>
          <p:cNvSpPr/>
          <p:nvPr/>
        </p:nvSpPr>
        <p:spPr>
          <a:xfrm>
            <a:off x="2955856" y="1140377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Freeform 1170"/>
          <p:cNvSpPr/>
          <p:nvPr/>
        </p:nvSpPr>
        <p:spPr>
          <a:xfrm>
            <a:off x="2955856" y="1173961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Freeform 1171"/>
          <p:cNvSpPr/>
          <p:nvPr/>
        </p:nvSpPr>
        <p:spPr>
          <a:xfrm>
            <a:off x="4058545" y="1039626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Freeform 1172"/>
          <p:cNvSpPr/>
          <p:nvPr/>
        </p:nvSpPr>
        <p:spPr>
          <a:xfrm>
            <a:off x="4058545" y="1006042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Freeform 1173"/>
          <p:cNvSpPr/>
          <p:nvPr/>
        </p:nvSpPr>
        <p:spPr>
          <a:xfrm>
            <a:off x="4058545" y="972458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Freeform 1174"/>
          <p:cNvSpPr/>
          <p:nvPr/>
        </p:nvSpPr>
        <p:spPr>
          <a:xfrm>
            <a:off x="4058545" y="938874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Freeform 1175"/>
          <p:cNvSpPr/>
          <p:nvPr/>
        </p:nvSpPr>
        <p:spPr>
          <a:xfrm>
            <a:off x="4127365" y="1056417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Freeform 1176"/>
          <p:cNvSpPr/>
          <p:nvPr/>
        </p:nvSpPr>
        <p:spPr>
          <a:xfrm>
            <a:off x="4127365" y="1022834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Freeform 1177"/>
          <p:cNvSpPr/>
          <p:nvPr/>
        </p:nvSpPr>
        <p:spPr>
          <a:xfrm>
            <a:off x="4127365" y="989250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Freeform 1178"/>
          <p:cNvSpPr/>
          <p:nvPr/>
        </p:nvSpPr>
        <p:spPr>
          <a:xfrm>
            <a:off x="4127365" y="955666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Freeform 1179"/>
          <p:cNvSpPr/>
          <p:nvPr/>
        </p:nvSpPr>
        <p:spPr>
          <a:xfrm>
            <a:off x="4127365" y="922082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Freeform 1180"/>
          <p:cNvSpPr/>
          <p:nvPr/>
        </p:nvSpPr>
        <p:spPr>
          <a:xfrm>
            <a:off x="4196184" y="1073209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Freeform 1181"/>
          <p:cNvSpPr/>
          <p:nvPr/>
        </p:nvSpPr>
        <p:spPr>
          <a:xfrm>
            <a:off x="4196184" y="1039626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Freeform 1182"/>
          <p:cNvSpPr/>
          <p:nvPr/>
        </p:nvSpPr>
        <p:spPr>
          <a:xfrm>
            <a:off x="4196184" y="1006042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Freeform 1183"/>
          <p:cNvSpPr/>
          <p:nvPr/>
        </p:nvSpPr>
        <p:spPr>
          <a:xfrm>
            <a:off x="4196184" y="972458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Freeform 1184"/>
          <p:cNvSpPr/>
          <p:nvPr/>
        </p:nvSpPr>
        <p:spPr>
          <a:xfrm>
            <a:off x="4196184" y="938874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2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Freeform 1185"/>
          <p:cNvSpPr/>
          <p:nvPr/>
        </p:nvSpPr>
        <p:spPr>
          <a:xfrm>
            <a:off x="4196184" y="905291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2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Freeform 1186"/>
          <p:cNvSpPr/>
          <p:nvPr/>
        </p:nvSpPr>
        <p:spPr>
          <a:xfrm>
            <a:off x="4265004" y="1090001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Freeform 1187"/>
          <p:cNvSpPr/>
          <p:nvPr/>
        </p:nvSpPr>
        <p:spPr>
          <a:xfrm>
            <a:off x="4265004" y="1056417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Freeform 1188"/>
          <p:cNvSpPr/>
          <p:nvPr/>
        </p:nvSpPr>
        <p:spPr>
          <a:xfrm>
            <a:off x="4265004" y="1022834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Freeform 1189"/>
          <p:cNvSpPr/>
          <p:nvPr/>
        </p:nvSpPr>
        <p:spPr>
          <a:xfrm>
            <a:off x="4265004" y="989250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Freeform 1190"/>
          <p:cNvSpPr/>
          <p:nvPr/>
        </p:nvSpPr>
        <p:spPr>
          <a:xfrm>
            <a:off x="4265004" y="955666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Freeform 1191"/>
          <p:cNvSpPr/>
          <p:nvPr/>
        </p:nvSpPr>
        <p:spPr>
          <a:xfrm>
            <a:off x="4265004" y="922082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Freeform 1192"/>
          <p:cNvSpPr/>
          <p:nvPr/>
        </p:nvSpPr>
        <p:spPr>
          <a:xfrm>
            <a:off x="4265004" y="888499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Freeform 1193"/>
          <p:cNvSpPr/>
          <p:nvPr/>
        </p:nvSpPr>
        <p:spPr>
          <a:xfrm>
            <a:off x="4333823" y="1106793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Freeform 1194"/>
          <p:cNvSpPr/>
          <p:nvPr/>
        </p:nvSpPr>
        <p:spPr>
          <a:xfrm>
            <a:off x="4333823" y="1073209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Freeform 1195"/>
          <p:cNvSpPr/>
          <p:nvPr/>
        </p:nvSpPr>
        <p:spPr>
          <a:xfrm>
            <a:off x="4333823" y="1039626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Freeform 1196"/>
          <p:cNvSpPr/>
          <p:nvPr/>
        </p:nvSpPr>
        <p:spPr>
          <a:xfrm>
            <a:off x="4333823" y="1006042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Freeform 1197"/>
          <p:cNvSpPr/>
          <p:nvPr/>
        </p:nvSpPr>
        <p:spPr>
          <a:xfrm>
            <a:off x="4333823" y="972458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Freeform 1198"/>
          <p:cNvSpPr/>
          <p:nvPr/>
        </p:nvSpPr>
        <p:spPr>
          <a:xfrm>
            <a:off x="4333823" y="938874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Freeform 1199"/>
          <p:cNvSpPr/>
          <p:nvPr/>
        </p:nvSpPr>
        <p:spPr>
          <a:xfrm>
            <a:off x="4333823" y="905291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Freeform 1200"/>
          <p:cNvSpPr/>
          <p:nvPr/>
        </p:nvSpPr>
        <p:spPr>
          <a:xfrm>
            <a:off x="4333823" y="871707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Freeform 1201"/>
          <p:cNvSpPr/>
          <p:nvPr/>
        </p:nvSpPr>
        <p:spPr>
          <a:xfrm>
            <a:off x="4402643" y="1123585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Freeform 1202"/>
          <p:cNvSpPr/>
          <p:nvPr/>
        </p:nvSpPr>
        <p:spPr>
          <a:xfrm>
            <a:off x="4402643" y="1090001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Freeform 1203"/>
          <p:cNvSpPr/>
          <p:nvPr/>
        </p:nvSpPr>
        <p:spPr>
          <a:xfrm>
            <a:off x="4402643" y="1056417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Freeform 1204"/>
          <p:cNvSpPr/>
          <p:nvPr/>
        </p:nvSpPr>
        <p:spPr>
          <a:xfrm>
            <a:off x="4402643" y="1022834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Freeform 1205"/>
          <p:cNvSpPr/>
          <p:nvPr/>
        </p:nvSpPr>
        <p:spPr>
          <a:xfrm>
            <a:off x="4402643" y="989250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Freeform 1206"/>
          <p:cNvSpPr/>
          <p:nvPr/>
        </p:nvSpPr>
        <p:spPr>
          <a:xfrm>
            <a:off x="4402643" y="955666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Freeform 1207"/>
          <p:cNvSpPr/>
          <p:nvPr/>
        </p:nvSpPr>
        <p:spPr>
          <a:xfrm>
            <a:off x="4402643" y="922082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Freeform 1208"/>
          <p:cNvSpPr/>
          <p:nvPr/>
        </p:nvSpPr>
        <p:spPr>
          <a:xfrm>
            <a:off x="4402643" y="888499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Freeform 1209"/>
          <p:cNvSpPr/>
          <p:nvPr/>
        </p:nvSpPr>
        <p:spPr>
          <a:xfrm>
            <a:off x="4402643" y="854915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Freeform 1210"/>
          <p:cNvSpPr/>
          <p:nvPr/>
        </p:nvSpPr>
        <p:spPr>
          <a:xfrm>
            <a:off x="4471462" y="1140377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Freeform 1211"/>
          <p:cNvSpPr/>
          <p:nvPr/>
        </p:nvSpPr>
        <p:spPr>
          <a:xfrm>
            <a:off x="4471462" y="1106793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Freeform 1212"/>
          <p:cNvSpPr/>
          <p:nvPr/>
        </p:nvSpPr>
        <p:spPr>
          <a:xfrm>
            <a:off x="4471462" y="1073209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Freeform 1213"/>
          <p:cNvSpPr/>
          <p:nvPr/>
        </p:nvSpPr>
        <p:spPr>
          <a:xfrm>
            <a:off x="4471462" y="1039626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Freeform 1214"/>
          <p:cNvSpPr/>
          <p:nvPr/>
        </p:nvSpPr>
        <p:spPr>
          <a:xfrm>
            <a:off x="4471462" y="1006042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Freeform 1215"/>
          <p:cNvSpPr/>
          <p:nvPr/>
        </p:nvSpPr>
        <p:spPr>
          <a:xfrm>
            <a:off x="4471462" y="972458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Freeform 1216"/>
          <p:cNvSpPr/>
          <p:nvPr/>
        </p:nvSpPr>
        <p:spPr>
          <a:xfrm>
            <a:off x="4471462" y="938874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Freeform 1217"/>
          <p:cNvSpPr/>
          <p:nvPr/>
        </p:nvSpPr>
        <p:spPr>
          <a:xfrm>
            <a:off x="4471462" y="905291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Freeform 1218"/>
          <p:cNvSpPr/>
          <p:nvPr/>
        </p:nvSpPr>
        <p:spPr>
          <a:xfrm>
            <a:off x="4471462" y="871707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5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Freeform 1219"/>
          <p:cNvSpPr/>
          <p:nvPr/>
        </p:nvSpPr>
        <p:spPr>
          <a:xfrm>
            <a:off x="4471462" y="838123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5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Freeform 1220"/>
          <p:cNvSpPr/>
          <p:nvPr/>
        </p:nvSpPr>
        <p:spPr>
          <a:xfrm>
            <a:off x="4540282" y="1157169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Freeform 1221"/>
          <p:cNvSpPr/>
          <p:nvPr/>
        </p:nvSpPr>
        <p:spPr>
          <a:xfrm>
            <a:off x="4540282" y="1123585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Freeform 1222"/>
          <p:cNvSpPr/>
          <p:nvPr/>
        </p:nvSpPr>
        <p:spPr>
          <a:xfrm>
            <a:off x="4540282" y="1090001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Freeform 1223"/>
          <p:cNvSpPr/>
          <p:nvPr/>
        </p:nvSpPr>
        <p:spPr>
          <a:xfrm>
            <a:off x="4540282" y="1056417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9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9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Freeform 1224"/>
          <p:cNvSpPr/>
          <p:nvPr/>
        </p:nvSpPr>
        <p:spPr>
          <a:xfrm>
            <a:off x="4540282" y="1022834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Freeform 1225"/>
          <p:cNvSpPr/>
          <p:nvPr/>
        </p:nvSpPr>
        <p:spPr>
          <a:xfrm>
            <a:off x="4540282" y="989250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Freeform 1226"/>
          <p:cNvSpPr/>
          <p:nvPr/>
        </p:nvSpPr>
        <p:spPr>
          <a:xfrm>
            <a:off x="4540282" y="955666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Freeform 1227"/>
          <p:cNvSpPr/>
          <p:nvPr/>
        </p:nvSpPr>
        <p:spPr>
          <a:xfrm>
            <a:off x="4540282" y="922082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9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1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8"/>
                </a:lnTo>
                <a:lnTo>
                  <a:pt x="43366" y="5862"/>
                </a:lnTo>
                <a:lnTo>
                  <a:pt x="39473" y="3186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Freeform 1228"/>
          <p:cNvSpPr/>
          <p:nvPr/>
        </p:nvSpPr>
        <p:spPr>
          <a:xfrm>
            <a:off x="4540282" y="888499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7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0"/>
                </a:lnTo>
                <a:lnTo>
                  <a:pt x="44174" y="12049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Freeform 1229"/>
          <p:cNvSpPr/>
          <p:nvPr/>
        </p:nvSpPr>
        <p:spPr>
          <a:xfrm>
            <a:off x="4540282" y="854915"/>
            <a:ext cx="44991" cy="18992"/>
          </a:xfrm>
          <a:custGeom>
            <a:avLst/>
            <a:gdLst/>
            <a:ahLst/>
            <a:cxnLst/>
            <a:rect l="l" t="t" r="r" b="b"/>
            <a:pathLst>
              <a:path w="44991" h="18992">
                <a:moveTo>
                  <a:pt x="33735" y="1188"/>
                </a:moveTo>
                <a:lnTo>
                  <a:pt x="26773" y="86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6" y="18390"/>
                </a:lnTo>
                <a:lnTo>
                  <a:pt x="21822" y="18992"/>
                </a:lnTo>
                <a:lnTo>
                  <a:pt x="29185" y="18561"/>
                </a:lnTo>
                <a:lnTo>
                  <a:pt x="35818" y="17142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1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Freeform 1230"/>
          <p:cNvSpPr/>
          <p:nvPr/>
        </p:nvSpPr>
        <p:spPr>
          <a:xfrm>
            <a:off x="4540282" y="821331"/>
            <a:ext cx="44991" cy="18993"/>
          </a:xfrm>
          <a:custGeom>
            <a:avLst/>
            <a:gdLst/>
            <a:ahLst/>
            <a:cxnLst/>
            <a:rect l="l" t="t" r="r" b="b"/>
            <a:pathLst>
              <a:path w="44991" h="18993">
                <a:moveTo>
                  <a:pt x="33735" y="1188"/>
                </a:moveTo>
                <a:lnTo>
                  <a:pt x="26773" y="87"/>
                </a:lnTo>
                <a:lnTo>
                  <a:pt x="19343" y="0"/>
                </a:lnTo>
                <a:lnTo>
                  <a:pt x="12248" y="938"/>
                </a:lnTo>
                <a:lnTo>
                  <a:pt x="6258" y="2798"/>
                </a:lnTo>
                <a:lnTo>
                  <a:pt x="2023" y="5380"/>
                </a:lnTo>
                <a:lnTo>
                  <a:pt x="0" y="8403"/>
                </a:lnTo>
                <a:lnTo>
                  <a:pt x="409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6" y="18390"/>
                </a:lnTo>
                <a:lnTo>
                  <a:pt x="21822" y="18993"/>
                </a:lnTo>
                <a:lnTo>
                  <a:pt x="29185" y="18561"/>
                </a:lnTo>
                <a:lnTo>
                  <a:pt x="35818" y="17143"/>
                </a:lnTo>
                <a:lnTo>
                  <a:pt x="41001" y="14891"/>
                </a:lnTo>
                <a:lnTo>
                  <a:pt x="44174" y="12050"/>
                </a:lnTo>
                <a:lnTo>
                  <a:pt x="44991" y="8927"/>
                </a:lnTo>
                <a:lnTo>
                  <a:pt x="43366" y="5862"/>
                </a:lnTo>
                <a:lnTo>
                  <a:pt x="39473" y="3185"/>
                </a:lnTo>
                <a:lnTo>
                  <a:pt x="33735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Freeform 1231"/>
          <p:cNvSpPr/>
          <p:nvPr/>
        </p:nvSpPr>
        <p:spPr>
          <a:xfrm>
            <a:off x="4609101" y="1173961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6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Freeform 1232"/>
          <p:cNvSpPr/>
          <p:nvPr/>
        </p:nvSpPr>
        <p:spPr>
          <a:xfrm>
            <a:off x="4609101" y="1140377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6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1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Freeform 1233"/>
          <p:cNvSpPr/>
          <p:nvPr/>
        </p:nvSpPr>
        <p:spPr>
          <a:xfrm>
            <a:off x="4609101" y="1106793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6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Freeform 1234"/>
          <p:cNvSpPr/>
          <p:nvPr/>
        </p:nvSpPr>
        <p:spPr>
          <a:xfrm>
            <a:off x="4609101" y="1073209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6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6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Freeform 1235"/>
          <p:cNvSpPr/>
          <p:nvPr/>
        </p:nvSpPr>
        <p:spPr>
          <a:xfrm>
            <a:off x="4609101" y="1039626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6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Freeform 1236"/>
          <p:cNvSpPr/>
          <p:nvPr/>
        </p:nvSpPr>
        <p:spPr>
          <a:xfrm>
            <a:off x="4609101" y="1006042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6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Freeform 1237"/>
          <p:cNvSpPr/>
          <p:nvPr/>
        </p:nvSpPr>
        <p:spPr>
          <a:xfrm>
            <a:off x="4609101" y="972458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6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20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Freeform 1238"/>
          <p:cNvSpPr/>
          <p:nvPr/>
        </p:nvSpPr>
        <p:spPr>
          <a:xfrm>
            <a:off x="4609101" y="938874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6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6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Freeform 1239"/>
          <p:cNvSpPr/>
          <p:nvPr/>
        </p:nvSpPr>
        <p:spPr>
          <a:xfrm>
            <a:off x="4609101" y="905291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6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7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39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Freeform 1240"/>
          <p:cNvSpPr/>
          <p:nvPr/>
        </p:nvSpPr>
        <p:spPr>
          <a:xfrm>
            <a:off x="4609101" y="871707"/>
            <a:ext cx="44992" cy="18992"/>
          </a:xfrm>
          <a:custGeom>
            <a:avLst/>
            <a:gdLst/>
            <a:ahLst/>
            <a:cxnLst/>
            <a:rect l="l" t="t" r="r" b="b"/>
            <a:pathLst>
              <a:path w="44992" h="18992">
                <a:moveTo>
                  <a:pt x="33736" y="1188"/>
                </a:moveTo>
                <a:lnTo>
                  <a:pt x="26774" y="86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2"/>
                </a:lnTo>
                <a:lnTo>
                  <a:pt x="29186" y="18561"/>
                </a:lnTo>
                <a:lnTo>
                  <a:pt x="35818" y="17142"/>
                </a:lnTo>
                <a:lnTo>
                  <a:pt x="41002" y="14890"/>
                </a:lnTo>
                <a:lnTo>
                  <a:pt x="44174" y="12049"/>
                </a:lnTo>
                <a:lnTo>
                  <a:pt x="44992" y="8927"/>
                </a:lnTo>
                <a:lnTo>
                  <a:pt x="43366" y="5861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Freeform 1241"/>
          <p:cNvSpPr/>
          <p:nvPr/>
        </p:nvSpPr>
        <p:spPr>
          <a:xfrm>
            <a:off x="4609101" y="838123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6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8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0"/>
                </a:lnTo>
                <a:lnTo>
                  <a:pt x="8089" y="16819"/>
                </a:lnTo>
                <a:lnTo>
                  <a:pt x="14527" y="18390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5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Freeform 1242"/>
          <p:cNvSpPr/>
          <p:nvPr/>
        </p:nvSpPr>
        <p:spPr>
          <a:xfrm>
            <a:off x="4609101" y="804539"/>
            <a:ext cx="44992" cy="18993"/>
          </a:xfrm>
          <a:custGeom>
            <a:avLst/>
            <a:gdLst/>
            <a:ahLst/>
            <a:cxnLst/>
            <a:rect l="l" t="t" r="r" b="b"/>
            <a:pathLst>
              <a:path w="44992" h="18993">
                <a:moveTo>
                  <a:pt x="33736" y="1188"/>
                </a:moveTo>
                <a:lnTo>
                  <a:pt x="26774" y="87"/>
                </a:lnTo>
                <a:lnTo>
                  <a:pt x="19343" y="0"/>
                </a:lnTo>
                <a:lnTo>
                  <a:pt x="12249" y="938"/>
                </a:lnTo>
                <a:lnTo>
                  <a:pt x="6259" y="2799"/>
                </a:lnTo>
                <a:lnTo>
                  <a:pt x="2023" y="5380"/>
                </a:lnTo>
                <a:lnTo>
                  <a:pt x="0" y="8403"/>
                </a:lnTo>
                <a:lnTo>
                  <a:pt x="410" y="11540"/>
                </a:lnTo>
                <a:lnTo>
                  <a:pt x="3207" y="14451"/>
                </a:lnTo>
                <a:lnTo>
                  <a:pt x="8089" y="16820"/>
                </a:lnTo>
                <a:lnTo>
                  <a:pt x="14527" y="18391"/>
                </a:lnTo>
                <a:lnTo>
                  <a:pt x="21823" y="18993"/>
                </a:lnTo>
                <a:lnTo>
                  <a:pt x="29186" y="18561"/>
                </a:lnTo>
                <a:lnTo>
                  <a:pt x="35818" y="17143"/>
                </a:lnTo>
                <a:lnTo>
                  <a:pt x="41002" y="14891"/>
                </a:lnTo>
                <a:lnTo>
                  <a:pt x="44174" y="12050"/>
                </a:lnTo>
                <a:lnTo>
                  <a:pt x="44992" y="8927"/>
                </a:lnTo>
                <a:lnTo>
                  <a:pt x="43366" y="5862"/>
                </a:lnTo>
                <a:lnTo>
                  <a:pt x="39474" y="3186"/>
                </a:lnTo>
                <a:lnTo>
                  <a:pt x="33736" y="1188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Freeform 1243"/>
          <p:cNvSpPr/>
          <p:nvPr/>
        </p:nvSpPr>
        <p:spPr>
          <a:xfrm>
            <a:off x="4054909" y="398668"/>
            <a:ext cx="722409" cy="305278"/>
          </a:xfrm>
          <a:custGeom>
            <a:avLst/>
            <a:gdLst/>
            <a:ahLst/>
            <a:cxnLst/>
            <a:rect l="l" t="t" r="r" b="b"/>
            <a:pathLst>
              <a:path w="722409" h="305278">
                <a:moveTo>
                  <a:pt x="541797" y="20453"/>
                </a:moveTo>
                <a:lnTo>
                  <a:pt x="513436" y="14223"/>
                </a:lnTo>
                <a:lnTo>
                  <a:pt x="483883" y="9076"/>
                </a:lnTo>
                <a:lnTo>
                  <a:pt x="453370" y="5054"/>
                </a:lnTo>
                <a:lnTo>
                  <a:pt x="422135" y="2187"/>
                </a:lnTo>
                <a:lnTo>
                  <a:pt x="390423" y="498"/>
                </a:lnTo>
                <a:lnTo>
                  <a:pt x="358481" y="0"/>
                </a:lnTo>
                <a:lnTo>
                  <a:pt x="326561" y="697"/>
                </a:lnTo>
                <a:lnTo>
                  <a:pt x="294911" y="2583"/>
                </a:lnTo>
                <a:lnTo>
                  <a:pt x="263779" y="5645"/>
                </a:lnTo>
                <a:lnTo>
                  <a:pt x="233409" y="9857"/>
                </a:lnTo>
                <a:lnTo>
                  <a:pt x="204040" y="15187"/>
                </a:lnTo>
                <a:lnTo>
                  <a:pt x="175899" y="21593"/>
                </a:lnTo>
                <a:lnTo>
                  <a:pt x="149209" y="29025"/>
                </a:lnTo>
                <a:lnTo>
                  <a:pt x="124177" y="37425"/>
                </a:lnTo>
                <a:lnTo>
                  <a:pt x="101000" y="46727"/>
                </a:lnTo>
                <a:lnTo>
                  <a:pt x="79859" y="56859"/>
                </a:lnTo>
                <a:lnTo>
                  <a:pt x="60919" y="67740"/>
                </a:lnTo>
                <a:lnTo>
                  <a:pt x="44329" y="79286"/>
                </a:lnTo>
                <a:lnTo>
                  <a:pt x="30218" y="91407"/>
                </a:lnTo>
                <a:lnTo>
                  <a:pt x="18698" y="104007"/>
                </a:lnTo>
                <a:lnTo>
                  <a:pt x="9857" y="116988"/>
                </a:lnTo>
                <a:lnTo>
                  <a:pt x="3766" y="130249"/>
                </a:lnTo>
                <a:lnTo>
                  <a:pt x="472" y="143685"/>
                </a:lnTo>
                <a:lnTo>
                  <a:pt x="0" y="157192"/>
                </a:lnTo>
                <a:lnTo>
                  <a:pt x="2355" y="170664"/>
                </a:lnTo>
                <a:lnTo>
                  <a:pt x="7518" y="183995"/>
                </a:lnTo>
                <a:lnTo>
                  <a:pt x="15449" y="197080"/>
                </a:lnTo>
                <a:lnTo>
                  <a:pt x="26085" y="209819"/>
                </a:lnTo>
                <a:lnTo>
                  <a:pt x="39344" y="222110"/>
                </a:lnTo>
                <a:lnTo>
                  <a:pt x="55121" y="233858"/>
                </a:lnTo>
                <a:lnTo>
                  <a:pt x="73293" y="244971"/>
                </a:lnTo>
                <a:lnTo>
                  <a:pt x="93718" y="255361"/>
                </a:lnTo>
                <a:lnTo>
                  <a:pt x="116236" y="264948"/>
                </a:lnTo>
                <a:lnTo>
                  <a:pt x="140671" y="273657"/>
                </a:lnTo>
                <a:lnTo>
                  <a:pt x="166831" y="281418"/>
                </a:lnTo>
                <a:lnTo>
                  <a:pt x="194512" y="288172"/>
                </a:lnTo>
                <a:lnTo>
                  <a:pt x="223497" y="293866"/>
                </a:lnTo>
                <a:lnTo>
                  <a:pt x="253559" y="298455"/>
                </a:lnTo>
                <a:lnTo>
                  <a:pt x="284464" y="301903"/>
                </a:lnTo>
                <a:lnTo>
                  <a:pt x="315968" y="304183"/>
                </a:lnTo>
                <a:lnTo>
                  <a:pt x="347826" y="305278"/>
                </a:lnTo>
                <a:lnTo>
                  <a:pt x="379789" y="305178"/>
                </a:lnTo>
                <a:lnTo>
                  <a:pt x="411605" y="303885"/>
                </a:lnTo>
                <a:lnTo>
                  <a:pt x="443027" y="301409"/>
                </a:lnTo>
                <a:lnTo>
                  <a:pt x="473807" y="297769"/>
                </a:lnTo>
                <a:lnTo>
                  <a:pt x="503706" y="292993"/>
                </a:lnTo>
                <a:lnTo>
                  <a:pt x="532490" y="287119"/>
                </a:lnTo>
                <a:lnTo>
                  <a:pt x="559932" y="280193"/>
                </a:lnTo>
                <a:lnTo>
                  <a:pt x="585818" y="272269"/>
                </a:lnTo>
                <a:lnTo>
                  <a:pt x="609947" y="263409"/>
                </a:lnTo>
                <a:lnTo>
                  <a:pt x="632127" y="253683"/>
                </a:lnTo>
                <a:lnTo>
                  <a:pt x="652188" y="243167"/>
                </a:lnTo>
                <a:lnTo>
                  <a:pt x="669970" y="231942"/>
                </a:lnTo>
                <a:lnTo>
                  <a:pt x="685335" y="220097"/>
                </a:lnTo>
                <a:lnTo>
                  <a:pt x="698163" y="207724"/>
                </a:lnTo>
                <a:lnTo>
                  <a:pt x="708354" y="194921"/>
                </a:lnTo>
                <a:lnTo>
                  <a:pt x="715827" y="181787"/>
                </a:lnTo>
                <a:lnTo>
                  <a:pt x="720524" y="168425"/>
                </a:lnTo>
                <a:lnTo>
                  <a:pt x="722409" y="154941"/>
                </a:lnTo>
                <a:lnTo>
                  <a:pt x="721466" y="141438"/>
                </a:lnTo>
                <a:lnTo>
                  <a:pt x="717703" y="128024"/>
                </a:lnTo>
                <a:lnTo>
                  <a:pt x="711150" y="114803"/>
                </a:lnTo>
                <a:lnTo>
                  <a:pt x="701858" y="101878"/>
                </a:lnTo>
                <a:lnTo>
                  <a:pt x="689899" y="89351"/>
                </a:lnTo>
                <a:lnTo>
                  <a:pt x="675367" y="77319"/>
                </a:lnTo>
                <a:lnTo>
                  <a:pt x="658375" y="65878"/>
                </a:lnTo>
                <a:lnTo>
                  <a:pt x="639058" y="55116"/>
                </a:lnTo>
                <a:lnTo>
                  <a:pt x="617565" y="45117"/>
                </a:lnTo>
                <a:lnTo>
                  <a:pt x="594066" y="35961"/>
                </a:lnTo>
                <a:lnTo>
                  <a:pt x="568744" y="27718"/>
                </a:lnTo>
                <a:lnTo>
                  <a:pt x="541797" y="20453"/>
                </a:lnTo>
                <a:close/>
              </a:path>
            </a:pathLst>
          </a:custGeom>
          <a:solidFill>
            <a:srgbClr val="CAB244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Freeform 1244"/>
          <p:cNvSpPr/>
          <p:nvPr/>
        </p:nvSpPr>
        <p:spPr>
          <a:xfrm>
            <a:off x="2832646" y="398668"/>
            <a:ext cx="722408" cy="305278"/>
          </a:xfrm>
          <a:custGeom>
            <a:avLst/>
            <a:gdLst/>
            <a:ahLst/>
            <a:cxnLst/>
            <a:rect l="l" t="t" r="r" b="b"/>
            <a:pathLst>
              <a:path w="722408" h="305278">
                <a:moveTo>
                  <a:pt x="541797" y="20453"/>
                </a:moveTo>
                <a:lnTo>
                  <a:pt x="513436" y="14223"/>
                </a:lnTo>
                <a:lnTo>
                  <a:pt x="483883" y="9076"/>
                </a:lnTo>
                <a:lnTo>
                  <a:pt x="453370" y="5054"/>
                </a:lnTo>
                <a:lnTo>
                  <a:pt x="422135" y="2187"/>
                </a:lnTo>
                <a:lnTo>
                  <a:pt x="390422" y="498"/>
                </a:lnTo>
                <a:lnTo>
                  <a:pt x="358481" y="0"/>
                </a:lnTo>
                <a:lnTo>
                  <a:pt x="326560" y="697"/>
                </a:lnTo>
                <a:lnTo>
                  <a:pt x="294910" y="2583"/>
                </a:lnTo>
                <a:lnTo>
                  <a:pt x="263779" y="5645"/>
                </a:lnTo>
                <a:lnTo>
                  <a:pt x="233409" y="9857"/>
                </a:lnTo>
                <a:lnTo>
                  <a:pt x="204039" y="15187"/>
                </a:lnTo>
                <a:lnTo>
                  <a:pt x="175899" y="21593"/>
                </a:lnTo>
                <a:lnTo>
                  <a:pt x="149208" y="29025"/>
                </a:lnTo>
                <a:lnTo>
                  <a:pt x="124177" y="37425"/>
                </a:lnTo>
                <a:lnTo>
                  <a:pt x="100999" y="46727"/>
                </a:lnTo>
                <a:lnTo>
                  <a:pt x="79858" y="56859"/>
                </a:lnTo>
                <a:lnTo>
                  <a:pt x="60918" y="67740"/>
                </a:lnTo>
                <a:lnTo>
                  <a:pt x="44328" y="79286"/>
                </a:lnTo>
                <a:lnTo>
                  <a:pt x="30218" y="91407"/>
                </a:lnTo>
                <a:lnTo>
                  <a:pt x="18697" y="104007"/>
                </a:lnTo>
                <a:lnTo>
                  <a:pt x="9857" y="116988"/>
                </a:lnTo>
                <a:lnTo>
                  <a:pt x="3766" y="130249"/>
                </a:lnTo>
                <a:lnTo>
                  <a:pt x="471" y="143685"/>
                </a:lnTo>
                <a:lnTo>
                  <a:pt x="0" y="157192"/>
                </a:lnTo>
                <a:lnTo>
                  <a:pt x="2355" y="170664"/>
                </a:lnTo>
                <a:lnTo>
                  <a:pt x="7518" y="183995"/>
                </a:lnTo>
                <a:lnTo>
                  <a:pt x="15449" y="197080"/>
                </a:lnTo>
                <a:lnTo>
                  <a:pt x="26085" y="209819"/>
                </a:lnTo>
                <a:lnTo>
                  <a:pt x="39343" y="222110"/>
                </a:lnTo>
                <a:lnTo>
                  <a:pt x="55121" y="233858"/>
                </a:lnTo>
                <a:lnTo>
                  <a:pt x="73293" y="244971"/>
                </a:lnTo>
                <a:lnTo>
                  <a:pt x="93718" y="255361"/>
                </a:lnTo>
                <a:lnTo>
                  <a:pt x="116236" y="264948"/>
                </a:lnTo>
                <a:lnTo>
                  <a:pt x="140670" y="273657"/>
                </a:lnTo>
                <a:lnTo>
                  <a:pt x="166830" y="281418"/>
                </a:lnTo>
                <a:lnTo>
                  <a:pt x="194511" y="288172"/>
                </a:lnTo>
                <a:lnTo>
                  <a:pt x="223496" y="293866"/>
                </a:lnTo>
                <a:lnTo>
                  <a:pt x="253559" y="298455"/>
                </a:lnTo>
                <a:lnTo>
                  <a:pt x="284463" y="301903"/>
                </a:lnTo>
                <a:lnTo>
                  <a:pt x="315968" y="304183"/>
                </a:lnTo>
                <a:lnTo>
                  <a:pt x="347826" y="305278"/>
                </a:lnTo>
                <a:lnTo>
                  <a:pt x="379788" y="305178"/>
                </a:lnTo>
                <a:lnTo>
                  <a:pt x="411605" y="303885"/>
                </a:lnTo>
                <a:lnTo>
                  <a:pt x="443026" y="301409"/>
                </a:lnTo>
                <a:lnTo>
                  <a:pt x="473807" y="297769"/>
                </a:lnTo>
                <a:lnTo>
                  <a:pt x="503706" y="292993"/>
                </a:lnTo>
                <a:lnTo>
                  <a:pt x="532489" y="287119"/>
                </a:lnTo>
                <a:lnTo>
                  <a:pt x="559932" y="280193"/>
                </a:lnTo>
                <a:lnTo>
                  <a:pt x="585818" y="272269"/>
                </a:lnTo>
                <a:lnTo>
                  <a:pt x="609946" y="263409"/>
                </a:lnTo>
                <a:lnTo>
                  <a:pt x="632127" y="253683"/>
                </a:lnTo>
                <a:lnTo>
                  <a:pt x="652187" y="243167"/>
                </a:lnTo>
                <a:lnTo>
                  <a:pt x="669969" y="231942"/>
                </a:lnTo>
                <a:lnTo>
                  <a:pt x="685335" y="220097"/>
                </a:lnTo>
                <a:lnTo>
                  <a:pt x="698163" y="207724"/>
                </a:lnTo>
                <a:lnTo>
                  <a:pt x="708353" y="194921"/>
                </a:lnTo>
                <a:lnTo>
                  <a:pt x="715827" y="181787"/>
                </a:lnTo>
                <a:lnTo>
                  <a:pt x="720524" y="168425"/>
                </a:lnTo>
                <a:lnTo>
                  <a:pt x="722408" y="154941"/>
                </a:lnTo>
                <a:lnTo>
                  <a:pt x="721466" y="141438"/>
                </a:lnTo>
                <a:lnTo>
                  <a:pt x="717703" y="128024"/>
                </a:lnTo>
                <a:lnTo>
                  <a:pt x="711150" y="114803"/>
                </a:lnTo>
                <a:lnTo>
                  <a:pt x="701857" y="101878"/>
                </a:lnTo>
                <a:lnTo>
                  <a:pt x="689898" y="89351"/>
                </a:lnTo>
                <a:lnTo>
                  <a:pt x="675366" y="77319"/>
                </a:lnTo>
                <a:lnTo>
                  <a:pt x="658375" y="65878"/>
                </a:lnTo>
                <a:lnTo>
                  <a:pt x="639058" y="55116"/>
                </a:lnTo>
                <a:lnTo>
                  <a:pt x="617565" y="45117"/>
                </a:lnTo>
                <a:lnTo>
                  <a:pt x="594066" y="35961"/>
                </a:lnTo>
                <a:lnTo>
                  <a:pt x="568744" y="27718"/>
                </a:lnTo>
                <a:lnTo>
                  <a:pt x="541797" y="20453"/>
                </a:lnTo>
                <a:close/>
              </a:path>
            </a:pathLst>
          </a:custGeom>
          <a:solidFill>
            <a:srgbClr val="CAB244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Freeform 1245"/>
          <p:cNvSpPr/>
          <p:nvPr/>
        </p:nvSpPr>
        <p:spPr>
          <a:xfrm>
            <a:off x="2221514" y="846014"/>
            <a:ext cx="722409" cy="305278"/>
          </a:xfrm>
          <a:custGeom>
            <a:avLst/>
            <a:gdLst/>
            <a:ahLst/>
            <a:cxnLst/>
            <a:rect l="l" t="t" r="r" b="b"/>
            <a:pathLst>
              <a:path w="722409" h="305278">
                <a:moveTo>
                  <a:pt x="541797" y="20453"/>
                </a:moveTo>
                <a:lnTo>
                  <a:pt x="513436" y="14223"/>
                </a:lnTo>
                <a:lnTo>
                  <a:pt x="483883" y="9076"/>
                </a:lnTo>
                <a:lnTo>
                  <a:pt x="453370" y="5054"/>
                </a:lnTo>
                <a:lnTo>
                  <a:pt x="422135" y="2187"/>
                </a:lnTo>
                <a:lnTo>
                  <a:pt x="390423" y="498"/>
                </a:lnTo>
                <a:lnTo>
                  <a:pt x="358481" y="0"/>
                </a:lnTo>
                <a:lnTo>
                  <a:pt x="326560" y="697"/>
                </a:lnTo>
                <a:lnTo>
                  <a:pt x="294911" y="2583"/>
                </a:lnTo>
                <a:lnTo>
                  <a:pt x="263779" y="5645"/>
                </a:lnTo>
                <a:lnTo>
                  <a:pt x="233409" y="9857"/>
                </a:lnTo>
                <a:lnTo>
                  <a:pt x="204039" y="15187"/>
                </a:lnTo>
                <a:lnTo>
                  <a:pt x="175899" y="21593"/>
                </a:lnTo>
                <a:lnTo>
                  <a:pt x="149209" y="29025"/>
                </a:lnTo>
                <a:lnTo>
                  <a:pt x="124177" y="37425"/>
                </a:lnTo>
                <a:lnTo>
                  <a:pt x="101000" y="46727"/>
                </a:lnTo>
                <a:lnTo>
                  <a:pt x="79858" y="56859"/>
                </a:lnTo>
                <a:lnTo>
                  <a:pt x="60919" y="67740"/>
                </a:lnTo>
                <a:lnTo>
                  <a:pt x="44329" y="79286"/>
                </a:lnTo>
                <a:lnTo>
                  <a:pt x="30218" y="91407"/>
                </a:lnTo>
                <a:lnTo>
                  <a:pt x="18698" y="104007"/>
                </a:lnTo>
                <a:lnTo>
                  <a:pt x="9857" y="116989"/>
                </a:lnTo>
                <a:lnTo>
                  <a:pt x="3766" y="130249"/>
                </a:lnTo>
                <a:lnTo>
                  <a:pt x="472" y="143686"/>
                </a:lnTo>
                <a:lnTo>
                  <a:pt x="0" y="157192"/>
                </a:lnTo>
                <a:lnTo>
                  <a:pt x="2355" y="170664"/>
                </a:lnTo>
                <a:lnTo>
                  <a:pt x="7518" y="183995"/>
                </a:lnTo>
                <a:lnTo>
                  <a:pt x="15449" y="197081"/>
                </a:lnTo>
                <a:lnTo>
                  <a:pt x="26085" y="209819"/>
                </a:lnTo>
                <a:lnTo>
                  <a:pt x="39344" y="222110"/>
                </a:lnTo>
                <a:lnTo>
                  <a:pt x="55121" y="233858"/>
                </a:lnTo>
                <a:lnTo>
                  <a:pt x="73293" y="244971"/>
                </a:lnTo>
                <a:lnTo>
                  <a:pt x="93718" y="255361"/>
                </a:lnTo>
                <a:lnTo>
                  <a:pt x="116236" y="264948"/>
                </a:lnTo>
                <a:lnTo>
                  <a:pt x="140670" y="273657"/>
                </a:lnTo>
                <a:lnTo>
                  <a:pt x="166831" y="281418"/>
                </a:lnTo>
                <a:lnTo>
                  <a:pt x="194512" y="288172"/>
                </a:lnTo>
                <a:lnTo>
                  <a:pt x="223497" y="293866"/>
                </a:lnTo>
                <a:lnTo>
                  <a:pt x="253559" y="298455"/>
                </a:lnTo>
                <a:lnTo>
                  <a:pt x="284464" y="301903"/>
                </a:lnTo>
                <a:lnTo>
                  <a:pt x="315968" y="304183"/>
                </a:lnTo>
                <a:lnTo>
                  <a:pt x="347826" y="305278"/>
                </a:lnTo>
                <a:lnTo>
                  <a:pt x="379789" y="305178"/>
                </a:lnTo>
                <a:lnTo>
                  <a:pt x="411605" y="303885"/>
                </a:lnTo>
                <a:lnTo>
                  <a:pt x="443027" y="301409"/>
                </a:lnTo>
                <a:lnTo>
                  <a:pt x="473807" y="297769"/>
                </a:lnTo>
                <a:lnTo>
                  <a:pt x="503706" y="292993"/>
                </a:lnTo>
                <a:lnTo>
                  <a:pt x="532490" y="287119"/>
                </a:lnTo>
                <a:lnTo>
                  <a:pt x="559932" y="280193"/>
                </a:lnTo>
                <a:lnTo>
                  <a:pt x="585818" y="272269"/>
                </a:lnTo>
                <a:lnTo>
                  <a:pt x="609946" y="263410"/>
                </a:lnTo>
                <a:lnTo>
                  <a:pt x="632127" y="253683"/>
                </a:lnTo>
                <a:lnTo>
                  <a:pt x="652187" y="243167"/>
                </a:lnTo>
                <a:lnTo>
                  <a:pt x="669970" y="231942"/>
                </a:lnTo>
                <a:lnTo>
                  <a:pt x="685335" y="220097"/>
                </a:lnTo>
                <a:lnTo>
                  <a:pt x="698163" y="207724"/>
                </a:lnTo>
                <a:lnTo>
                  <a:pt x="708354" y="194921"/>
                </a:lnTo>
                <a:lnTo>
                  <a:pt x="715827" y="181787"/>
                </a:lnTo>
                <a:lnTo>
                  <a:pt x="720524" y="168426"/>
                </a:lnTo>
                <a:lnTo>
                  <a:pt x="722409" y="154941"/>
                </a:lnTo>
                <a:lnTo>
                  <a:pt x="721466" y="141438"/>
                </a:lnTo>
                <a:lnTo>
                  <a:pt x="717703" y="128024"/>
                </a:lnTo>
                <a:lnTo>
                  <a:pt x="711150" y="114803"/>
                </a:lnTo>
                <a:lnTo>
                  <a:pt x="701858" y="101878"/>
                </a:lnTo>
                <a:lnTo>
                  <a:pt x="689898" y="89351"/>
                </a:lnTo>
                <a:lnTo>
                  <a:pt x="675366" y="77320"/>
                </a:lnTo>
                <a:lnTo>
                  <a:pt x="658375" y="65878"/>
                </a:lnTo>
                <a:lnTo>
                  <a:pt x="639058" y="55116"/>
                </a:lnTo>
                <a:lnTo>
                  <a:pt x="617565" y="45117"/>
                </a:lnTo>
                <a:lnTo>
                  <a:pt x="594066" y="35961"/>
                </a:lnTo>
                <a:lnTo>
                  <a:pt x="568744" y="27718"/>
                </a:lnTo>
                <a:lnTo>
                  <a:pt x="541797" y="20453"/>
                </a:lnTo>
                <a:close/>
              </a:path>
            </a:pathLst>
          </a:custGeom>
          <a:solidFill>
            <a:srgbClr val="CAB244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Freeform 1246"/>
          <p:cNvSpPr/>
          <p:nvPr/>
        </p:nvSpPr>
        <p:spPr>
          <a:xfrm>
            <a:off x="4666041" y="846014"/>
            <a:ext cx="722409" cy="305278"/>
          </a:xfrm>
          <a:custGeom>
            <a:avLst/>
            <a:gdLst/>
            <a:ahLst/>
            <a:cxnLst/>
            <a:rect l="l" t="t" r="r" b="b"/>
            <a:pathLst>
              <a:path w="722409" h="305278">
                <a:moveTo>
                  <a:pt x="541797" y="20453"/>
                </a:moveTo>
                <a:lnTo>
                  <a:pt x="513436" y="14223"/>
                </a:lnTo>
                <a:lnTo>
                  <a:pt x="483883" y="9076"/>
                </a:lnTo>
                <a:lnTo>
                  <a:pt x="453370" y="5054"/>
                </a:lnTo>
                <a:lnTo>
                  <a:pt x="422135" y="2187"/>
                </a:lnTo>
                <a:lnTo>
                  <a:pt x="390422" y="498"/>
                </a:lnTo>
                <a:lnTo>
                  <a:pt x="358481" y="0"/>
                </a:lnTo>
                <a:lnTo>
                  <a:pt x="326560" y="697"/>
                </a:lnTo>
                <a:lnTo>
                  <a:pt x="294910" y="2583"/>
                </a:lnTo>
                <a:lnTo>
                  <a:pt x="263779" y="5645"/>
                </a:lnTo>
                <a:lnTo>
                  <a:pt x="233409" y="9857"/>
                </a:lnTo>
                <a:lnTo>
                  <a:pt x="204039" y="15187"/>
                </a:lnTo>
                <a:lnTo>
                  <a:pt x="175899" y="21593"/>
                </a:lnTo>
                <a:lnTo>
                  <a:pt x="149208" y="29025"/>
                </a:lnTo>
                <a:lnTo>
                  <a:pt x="124177" y="37425"/>
                </a:lnTo>
                <a:lnTo>
                  <a:pt x="100999" y="46727"/>
                </a:lnTo>
                <a:lnTo>
                  <a:pt x="79858" y="56859"/>
                </a:lnTo>
                <a:lnTo>
                  <a:pt x="60919" y="67740"/>
                </a:lnTo>
                <a:lnTo>
                  <a:pt x="44328" y="79286"/>
                </a:lnTo>
                <a:lnTo>
                  <a:pt x="30218" y="91407"/>
                </a:lnTo>
                <a:lnTo>
                  <a:pt x="18697" y="104007"/>
                </a:lnTo>
                <a:lnTo>
                  <a:pt x="9857" y="116989"/>
                </a:lnTo>
                <a:lnTo>
                  <a:pt x="3766" y="130249"/>
                </a:lnTo>
                <a:lnTo>
                  <a:pt x="472" y="143686"/>
                </a:lnTo>
                <a:lnTo>
                  <a:pt x="0" y="157192"/>
                </a:lnTo>
                <a:lnTo>
                  <a:pt x="2355" y="170664"/>
                </a:lnTo>
                <a:lnTo>
                  <a:pt x="7518" y="183995"/>
                </a:lnTo>
                <a:lnTo>
                  <a:pt x="15449" y="197081"/>
                </a:lnTo>
                <a:lnTo>
                  <a:pt x="26085" y="209819"/>
                </a:lnTo>
                <a:lnTo>
                  <a:pt x="39344" y="222110"/>
                </a:lnTo>
                <a:lnTo>
                  <a:pt x="55121" y="233858"/>
                </a:lnTo>
                <a:lnTo>
                  <a:pt x="73293" y="244971"/>
                </a:lnTo>
                <a:lnTo>
                  <a:pt x="93718" y="255361"/>
                </a:lnTo>
                <a:lnTo>
                  <a:pt x="116236" y="264948"/>
                </a:lnTo>
                <a:lnTo>
                  <a:pt x="140670" y="273657"/>
                </a:lnTo>
                <a:lnTo>
                  <a:pt x="166830" y="281418"/>
                </a:lnTo>
                <a:lnTo>
                  <a:pt x="194511" y="288172"/>
                </a:lnTo>
                <a:lnTo>
                  <a:pt x="223497" y="293866"/>
                </a:lnTo>
                <a:lnTo>
                  <a:pt x="253559" y="298455"/>
                </a:lnTo>
                <a:lnTo>
                  <a:pt x="284463" y="301903"/>
                </a:lnTo>
                <a:lnTo>
                  <a:pt x="315968" y="304183"/>
                </a:lnTo>
                <a:lnTo>
                  <a:pt x="347826" y="305278"/>
                </a:lnTo>
                <a:lnTo>
                  <a:pt x="379788" y="305178"/>
                </a:lnTo>
                <a:lnTo>
                  <a:pt x="411605" y="303885"/>
                </a:lnTo>
                <a:lnTo>
                  <a:pt x="443026" y="301409"/>
                </a:lnTo>
                <a:lnTo>
                  <a:pt x="473807" y="297769"/>
                </a:lnTo>
                <a:lnTo>
                  <a:pt x="503706" y="292993"/>
                </a:lnTo>
                <a:lnTo>
                  <a:pt x="532489" y="287119"/>
                </a:lnTo>
                <a:lnTo>
                  <a:pt x="559932" y="280193"/>
                </a:lnTo>
                <a:lnTo>
                  <a:pt x="585818" y="272269"/>
                </a:lnTo>
                <a:lnTo>
                  <a:pt x="609946" y="263410"/>
                </a:lnTo>
                <a:lnTo>
                  <a:pt x="632127" y="253683"/>
                </a:lnTo>
                <a:lnTo>
                  <a:pt x="652187" y="243167"/>
                </a:lnTo>
                <a:lnTo>
                  <a:pt x="669970" y="231942"/>
                </a:lnTo>
                <a:lnTo>
                  <a:pt x="685335" y="220097"/>
                </a:lnTo>
                <a:lnTo>
                  <a:pt x="698163" y="207724"/>
                </a:lnTo>
                <a:lnTo>
                  <a:pt x="708354" y="194921"/>
                </a:lnTo>
                <a:lnTo>
                  <a:pt x="715827" y="181787"/>
                </a:lnTo>
                <a:lnTo>
                  <a:pt x="720524" y="168426"/>
                </a:lnTo>
                <a:lnTo>
                  <a:pt x="722409" y="154941"/>
                </a:lnTo>
                <a:lnTo>
                  <a:pt x="721466" y="141438"/>
                </a:lnTo>
                <a:lnTo>
                  <a:pt x="717703" y="128024"/>
                </a:lnTo>
                <a:lnTo>
                  <a:pt x="711150" y="114803"/>
                </a:lnTo>
                <a:lnTo>
                  <a:pt x="701857" y="101878"/>
                </a:lnTo>
                <a:lnTo>
                  <a:pt x="689898" y="89351"/>
                </a:lnTo>
                <a:lnTo>
                  <a:pt x="675366" y="77320"/>
                </a:lnTo>
                <a:lnTo>
                  <a:pt x="658375" y="65878"/>
                </a:lnTo>
                <a:lnTo>
                  <a:pt x="639058" y="55116"/>
                </a:lnTo>
                <a:lnTo>
                  <a:pt x="617565" y="45117"/>
                </a:lnTo>
                <a:lnTo>
                  <a:pt x="594066" y="35961"/>
                </a:lnTo>
                <a:lnTo>
                  <a:pt x="568744" y="27718"/>
                </a:lnTo>
                <a:lnTo>
                  <a:pt x="541797" y="20453"/>
                </a:lnTo>
                <a:close/>
              </a:path>
            </a:pathLst>
          </a:custGeom>
          <a:solidFill>
            <a:srgbClr val="CAB244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Freeform 1247"/>
          <p:cNvSpPr/>
          <p:nvPr/>
        </p:nvSpPr>
        <p:spPr>
          <a:xfrm>
            <a:off x="4235403" y="398677"/>
            <a:ext cx="541954" cy="152680"/>
          </a:xfrm>
          <a:custGeom>
            <a:avLst/>
            <a:gdLst/>
            <a:ahLst/>
            <a:cxnLst/>
            <a:rect l="l" t="t" r="r" b="b"/>
            <a:pathLst>
              <a:path w="541954" h="152680">
                <a:moveTo>
                  <a:pt x="541954" y="152680"/>
                </a:moveTo>
                <a:lnTo>
                  <a:pt x="541433" y="144484"/>
                </a:lnTo>
                <a:lnTo>
                  <a:pt x="539872" y="136311"/>
                </a:lnTo>
                <a:lnTo>
                  <a:pt x="537275" y="128186"/>
                </a:lnTo>
                <a:lnTo>
                  <a:pt x="533650" y="120131"/>
                </a:lnTo>
                <a:lnTo>
                  <a:pt x="529008" y="112171"/>
                </a:lnTo>
                <a:lnTo>
                  <a:pt x="523360" y="104327"/>
                </a:lnTo>
                <a:lnTo>
                  <a:pt x="516725" y="96622"/>
                </a:lnTo>
                <a:lnTo>
                  <a:pt x="509121" y="89079"/>
                </a:lnTo>
                <a:lnTo>
                  <a:pt x="500569" y="81720"/>
                </a:lnTo>
                <a:lnTo>
                  <a:pt x="491095" y="74565"/>
                </a:lnTo>
                <a:lnTo>
                  <a:pt x="480726" y="67635"/>
                </a:lnTo>
                <a:lnTo>
                  <a:pt x="469492" y="60950"/>
                </a:lnTo>
                <a:lnTo>
                  <a:pt x="457425" y="54530"/>
                </a:lnTo>
                <a:lnTo>
                  <a:pt x="444561" y="48393"/>
                </a:lnTo>
                <a:lnTo>
                  <a:pt x="430935" y="42557"/>
                </a:lnTo>
                <a:lnTo>
                  <a:pt x="416587" y="37038"/>
                </a:lnTo>
                <a:lnTo>
                  <a:pt x="401560" y="31853"/>
                </a:lnTo>
                <a:lnTo>
                  <a:pt x="385895" y="27016"/>
                </a:lnTo>
                <a:lnTo>
                  <a:pt x="369638" y="22541"/>
                </a:lnTo>
                <a:lnTo>
                  <a:pt x="352837" y="18441"/>
                </a:lnTo>
                <a:lnTo>
                  <a:pt x="335539" y="14729"/>
                </a:lnTo>
                <a:lnTo>
                  <a:pt x="317795" y="11414"/>
                </a:lnTo>
                <a:lnTo>
                  <a:pt x="299655" y="8507"/>
                </a:lnTo>
                <a:lnTo>
                  <a:pt x="281172" y="6015"/>
                </a:lnTo>
                <a:lnTo>
                  <a:pt x="262400" y="3946"/>
                </a:lnTo>
                <a:lnTo>
                  <a:pt x="243391" y="2306"/>
                </a:lnTo>
                <a:lnTo>
                  <a:pt x="224202" y="1100"/>
                </a:lnTo>
                <a:lnTo>
                  <a:pt x="204887" y="330"/>
                </a:lnTo>
                <a:lnTo>
                  <a:pt x="185502" y="0"/>
                </a:lnTo>
                <a:lnTo>
                  <a:pt x="166104" y="110"/>
                </a:lnTo>
                <a:lnTo>
                  <a:pt x="146747" y="660"/>
                </a:lnTo>
                <a:lnTo>
                  <a:pt x="127488" y="1649"/>
                </a:lnTo>
                <a:lnTo>
                  <a:pt x="108382" y="3072"/>
                </a:lnTo>
                <a:lnTo>
                  <a:pt x="89485" y="4928"/>
                </a:lnTo>
                <a:lnTo>
                  <a:pt x="70850" y="7209"/>
                </a:lnTo>
                <a:lnTo>
                  <a:pt x="52532" y="9909"/>
                </a:lnTo>
                <a:lnTo>
                  <a:pt x="34584" y="13021"/>
                </a:lnTo>
                <a:lnTo>
                  <a:pt x="17056" y="16536"/>
                </a:lnTo>
                <a:lnTo>
                  <a:pt x="0" y="20444"/>
                </a:lnTo>
                <a:lnTo>
                  <a:pt x="39744" y="49536"/>
                </a:lnTo>
                <a:lnTo>
                  <a:pt x="53047" y="46488"/>
                </a:lnTo>
                <a:lnTo>
                  <a:pt x="66719" y="43746"/>
                </a:lnTo>
                <a:lnTo>
                  <a:pt x="80718" y="41319"/>
                </a:lnTo>
                <a:lnTo>
                  <a:pt x="95006" y="39212"/>
                </a:lnTo>
                <a:lnTo>
                  <a:pt x="109541" y="37433"/>
                </a:lnTo>
                <a:lnTo>
                  <a:pt x="124281" y="35986"/>
                </a:lnTo>
                <a:lnTo>
                  <a:pt x="139184" y="34875"/>
                </a:lnTo>
                <a:lnTo>
                  <a:pt x="154206" y="34105"/>
                </a:lnTo>
                <a:lnTo>
                  <a:pt x="169304" y="33676"/>
                </a:lnTo>
                <a:lnTo>
                  <a:pt x="184435" y="33590"/>
                </a:lnTo>
                <a:lnTo>
                  <a:pt x="199555" y="33847"/>
                </a:lnTo>
                <a:lnTo>
                  <a:pt x="214621" y="34447"/>
                </a:lnTo>
                <a:lnTo>
                  <a:pt x="229589" y="35388"/>
                </a:lnTo>
                <a:lnTo>
                  <a:pt x="244415" y="36668"/>
                </a:lnTo>
                <a:lnTo>
                  <a:pt x="259058" y="38281"/>
                </a:lnTo>
                <a:lnTo>
                  <a:pt x="273474" y="40225"/>
                </a:lnTo>
                <a:lnTo>
                  <a:pt x="287623" y="42493"/>
                </a:lnTo>
                <a:lnTo>
                  <a:pt x="301464" y="45078"/>
                </a:lnTo>
                <a:lnTo>
                  <a:pt x="314956" y="47974"/>
                </a:lnTo>
                <a:lnTo>
                  <a:pt x="328061" y="51171"/>
                </a:lnTo>
                <a:lnTo>
                  <a:pt x="340741" y="54662"/>
                </a:lnTo>
                <a:lnTo>
                  <a:pt x="352960" y="58435"/>
                </a:lnTo>
                <a:lnTo>
                  <a:pt x="364681" y="62479"/>
                </a:lnTo>
                <a:lnTo>
                  <a:pt x="375872" y="66784"/>
                </a:lnTo>
                <a:lnTo>
                  <a:pt x="386501" y="71336"/>
                </a:lnTo>
                <a:lnTo>
                  <a:pt x="396535" y="76123"/>
                </a:lnTo>
                <a:lnTo>
                  <a:pt x="405947" y="81131"/>
                </a:lnTo>
                <a:lnTo>
                  <a:pt x="414710" y="86345"/>
                </a:lnTo>
                <a:lnTo>
                  <a:pt x="422798" y="91750"/>
                </a:lnTo>
                <a:lnTo>
                  <a:pt x="430187" y="97331"/>
                </a:lnTo>
                <a:lnTo>
                  <a:pt x="436857" y="103071"/>
                </a:lnTo>
                <a:lnTo>
                  <a:pt x="442789" y="108955"/>
                </a:lnTo>
                <a:lnTo>
                  <a:pt x="447964" y="114964"/>
                </a:lnTo>
                <a:lnTo>
                  <a:pt x="452369" y="121083"/>
                </a:lnTo>
                <a:lnTo>
                  <a:pt x="455991" y="127292"/>
                </a:lnTo>
                <a:lnTo>
                  <a:pt x="458818" y="133575"/>
                </a:lnTo>
                <a:lnTo>
                  <a:pt x="460844" y="139912"/>
                </a:lnTo>
                <a:lnTo>
                  <a:pt x="462061" y="146287"/>
                </a:lnTo>
                <a:lnTo>
                  <a:pt x="462468" y="152680"/>
                </a:lnTo>
                <a:close/>
              </a:path>
            </a:pathLst>
          </a:custGeom>
          <a:solidFill>
            <a:srgbClr val="2A9B4E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Freeform 1248"/>
          <p:cNvSpPr/>
          <p:nvPr/>
        </p:nvSpPr>
        <p:spPr>
          <a:xfrm>
            <a:off x="2832489" y="398677"/>
            <a:ext cx="541954" cy="152680"/>
          </a:xfrm>
          <a:custGeom>
            <a:avLst/>
            <a:gdLst/>
            <a:ahLst/>
            <a:cxnLst/>
            <a:rect l="l" t="t" r="r" b="b"/>
            <a:pathLst>
              <a:path w="541954" h="152680">
                <a:moveTo>
                  <a:pt x="541954" y="20444"/>
                </a:moveTo>
                <a:lnTo>
                  <a:pt x="524898" y="16536"/>
                </a:lnTo>
                <a:lnTo>
                  <a:pt x="507370" y="13021"/>
                </a:lnTo>
                <a:lnTo>
                  <a:pt x="489422" y="9909"/>
                </a:lnTo>
                <a:lnTo>
                  <a:pt x="471104" y="7209"/>
                </a:lnTo>
                <a:lnTo>
                  <a:pt x="452469" y="4928"/>
                </a:lnTo>
                <a:lnTo>
                  <a:pt x="433572" y="3072"/>
                </a:lnTo>
                <a:lnTo>
                  <a:pt x="414466" y="1649"/>
                </a:lnTo>
                <a:lnTo>
                  <a:pt x="395207" y="660"/>
                </a:lnTo>
                <a:lnTo>
                  <a:pt x="375850" y="110"/>
                </a:lnTo>
                <a:lnTo>
                  <a:pt x="356452" y="0"/>
                </a:lnTo>
                <a:lnTo>
                  <a:pt x="337067" y="330"/>
                </a:lnTo>
                <a:lnTo>
                  <a:pt x="317752" y="1100"/>
                </a:lnTo>
                <a:lnTo>
                  <a:pt x="298563" y="2306"/>
                </a:lnTo>
                <a:lnTo>
                  <a:pt x="279554" y="3946"/>
                </a:lnTo>
                <a:lnTo>
                  <a:pt x="260782" y="6015"/>
                </a:lnTo>
                <a:lnTo>
                  <a:pt x="242299" y="8507"/>
                </a:lnTo>
                <a:lnTo>
                  <a:pt x="224159" y="11414"/>
                </a:lnTo>
                <a:lnTo>
                  <a:pt x="206415" y="14729"/>
                </a:lnTo>
                <a:lnTo>
                  <a:pt x="189117" y="18441"/>
                </a:lnTo>
                <a:lnTo>
                  <a:pt x="172316" y="22541"/>
                </a:lnTo>
                <a:lnTo>
                  <a:pt x="156059" y="27016"/>
                </a:lnTo>
                <a:lnTo>
                  <a:pt x="140394" y="31853"/>
                </a:lnTo>
                <a:lnTo>
                  <a:pt x="125367" y="37038"/>
                </a:lnTo>
                <a:lnTo>
                  <a:pt x="111019" y="42557"/>
                </a:lnTo>
                <a:lnTo>
                  <a:pt x="97393" y="48393"/>
                </a:lnTo>
                <a:lnTo>
                  <a:pt x="84529" y="54530"/>
                </a:lnTo>
                <a:lnTo>
                  <a:pt x="72462" y="60950"/>
                </a:lnTo>
                <a:lnTo>
                  <a:pt x="61228" y="67635"/>
                </a:lnTo>
                <a:lnTo>
                  <a:pt x="50859" y="74565"/>
                </a:lnTo>
                <a:lnTo>
                  <a:pt x="41385" y="81720"/>
                </a:lnTo>
                <a:lnTo>
                  <a:pt x="32833" y="89079"/>
                </a:lnTo>
                <a:lnTo>
                  <a:pt x="25229" y="96622"/>
                </a:lnTo>
                <a:lnTo>
                  <a:pt x="18594" y="104327"/>
                </a:lnTo>
                <a:lnTo>
                  <a:pt x="12946" y="112171"/>
                </a:lnTo>
                <a:lnTo>
                  <a:pt x="8304" y="120131"/>
                </a:lnTo>
                <a:lnTo>
                  <a:pt x="4679" y="128186"/>
                </a:lnTo>
                <a:lnTo>
                  <a:pt x="2082" y="136311"/>
                </a:lnTo>
                <a:lnTo>
                  <a:pt x="521" y="144484"/>
                </a:lnTo>
                <a:lnTo>
                  <a:pt x="0" y="152680"/>
                </a:lnTo>
                <a:lnTo>
                  <a:pt x="79486" y="152680"/>
                </a:lnTo>
                <a:lnTo>
                  <a:pt x="79893" y="146287"/>
                </a:lnTo>
                <a:lnTo>
                  <a:pt x="81110" y="139912"/>
                </a:lnTo>
                <a:lnTo>
                  <a:pt x="83136" y="133575"/>
                </a:lnTo>
                <a:lnTo>
                  <a:pt x="85963" y="127292"/>
                </a:lnTo>
                <a:lnTo>
                  <a:pt x="89585" y="121083"/>
                </a:lnTo>
                <a:lnTo>
                  <a:pt x="93990" y="114964"/>
                </a:lnTo>
                <a:lnTo>
                  <a:pt x="99165" y="108955"/>
                </a:lnTo>
                <a:lnTo>
                  <a:pt x="105097" y="103071"/>
                </a:lnTo>
                <a:lnTo>
                  <a:pt x="111767" y="97331"/>
                </a:lnTo>
                <a:lnTo>
                  <a:pt x="119156" y="91750"/>
                </a:lnTo>
                <a:lnTo>
                  <a:pt x="127244" y="86345"/>
                </a:lnTo>
                <a:lnTo>
                  <a:pt x="136007" y="81131"/>
                </a:lnTo>
                <a:lnTo>
                  <a:pt x="145419" y="76123"/>
                </a:lnTo>
                <a:lnTo>
                  <a:pt x="155453" y="71336"/>
                </a:lnTo>
                <a:lnTo>
                  <a:pt x="166082" y="66784"/>
                </a:lnTo>
                <a:lnTo>
                  <a:pt x="177273" y="62479"/>
                </a:lnTo>
                <a:lnTo>
                  <a:pt x="188994" y="58435"/>
                </a:lnTo>
                <a:lnTo>
                  <a:pt x="201213" y="54662"/>
                </a:lnTo>
                <a:lnTo>
                  <a:pt x="213893" y="51171"/>
                </a:lnTo>
                <a:lnTo>
                  <a:pt x="226998" y="47974"/>
                </a:lnTo>
                <a:lnTo>
                  <a:pt x="240490" y="45078"/>
                </a:lnTo>
                <a:lnTo>
                  <a:pt x="254331" y="42493"/>
                </a:lnTo>
                <a:lnTo>
                  <a:pt x="268480" y="40225"/>
                </a:lnTo>
                <a:lnTo>
                  <a:pt x="282896" y="38281"/>
                </a:lnTo>
                <a:lnTo>
                  <a:pt x="297539" y="36668"/>
                </a:lnTo>
                <a:lnTo>
                  <a:pt x="312365" y="35388"/>
                </a:lnTo>
                <a:lnTo>
                  <a:pt x="327333" y="34447"/>
                </a:lnTo>
                <a:lnTo>
                  <a:pt x="342399" y="33847"/>
                </a:lnTo>
                <a:lnTo>
                  <a:pt x="357519" y="33590"/>
                </a:lnTo>
                <a:lnTo>
                  <a:pt x="372650" y="33676"/>
                </a:lnTo>
                <a:lnTo>
                  <a:pt x="387748" y="34105"/>
                </a:lnTo>
                <a:lnTo>
                  <a:pt x="402770" y="34875"/>
                </a:lnTo>
                <a:lnTo>
                  <a:pt x="417673" y="35986"/>
                </a:lnTo>
                <a:lnTo>
                  <a:pt x="432413" y="37433"/>
                </a:lnTo>
                <a:lnTo>
                  <a:pt x="446948" y="39212"/>
                </a:lnTo>
                <a:lnTo>
                  <a:pt x="461236" y="41319"/>
                </a:lnTo>
                <a:lnTo>
                  <a:pt x="475235" y="43746"/>
                </a:lnTo>
                <a:lnTo>
                  <a:pt x="488907" y="46488"/>
                </a:lnTo>
                <a:lnTo>
                  <a:pt x="502210" y="49536"/>
                </a:lnTo>
                <a:close/>
              </a:path>
            </a:pathLst>
          </a:custGeom>
          <a:solidFill>
            <a:srgbClr val="2A9B4E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Freeform 1249"/>
          <p:cNvSpPr/>
          <p:nvPr/>
        </p:nvSpPr>
        <p:spPr>
          <a:xfrm>
            <a:off x="2221487" y="866467"/>
            <a:ext cx="220265" cy="264472"/>
          </a:xfrm>
          <a:custGeom>
            <a:avLst/>
            <a:gdLst/>
            <a:ahLst/>
            <a:cxnLst/>
            <a:rect l="l" t="t" r="r" b="b"/>
            <a:pathLst>
              <a:path w="220265" h="264472">
                <a:moveTo>
                  <a:pt x="180521" y="0"/>
                </a:moveTo>
                <a:lnTo>
                  <a:pt x="163987" y="4288"/>
                </a:lnTo>
                <a:lnTo>
                  <a:pt x="148020" y="8946"/>
                </a:lnTo>
                <a:lnTo>
                  <a:pt x="132669" y="13959"/>
                </a:lnTo>
                <a:lnTo>
                  <a:pt x="117976" y="19313"/>
                </a:lnTo>
                <a:lnTo>
                  <a:pt x="103984" y="24993"/>
                </a:lnTo>
                <a:lnTo>
                  <a:pt x="90734" y="30982"/>
                </a:lnTo>
                <a:lnTo>
                  <a:pt x="78263" y="37262"/>
                </a:lnTo>
                <a:lnTo>
                  <a:pt x="66609" y="43817"/>
                </a:lnTo>
                <a:lnTo>
                  <a:pt x="55803" y="50627"/>
                </a:lnTo>
                <a:lnTo>
                  <a:pt x="45878" y="57671"/>
                </a:lnTo>
                <a:lnTo>
                  <a:pt x="36863" y="64931"/>
                </a:lnTo>
                <a:lnTo>
                  <a:pt x="28782" y="72385"/>
                </a:lnTo>
                <a:lnTo>
                  <a:pt x="21659" y="80012"/>
                </a:lnTo>
                <a:lnTo>
                  <a:pt x="15516" y="87789"/>
                </a:lnTo>
                <a:lnTo>
                  <a:pt x="10369" y="95694"/>
                </a:lnTo>
                <a:lnTo>
                  <a:pt x="6233" y="103704"/>
                </a:lnTo>
                <a:lnTo>
                  <a:pt x="3121" y="111797"/>
                </a:lnTo>
                <a:lnTo>
                  <a:pt x="1042" y="119949"/>
                </a:lnTo>
                <a:lnTo>
                  <a:pt x="0" y="128136"/>
                </a:lnTo>
                <a:lnTo>
                  <a:pt x="0" y="136335"/>
                </a:lnTo>
                <a:lnTo>
                  <a:pt x="1042" y="144522"/>
                </a:lnTo>
                <a:lnTo>
                  <a:pt x="3121" y="152674"/>
                </a:lnTo>
                <a:lnTo>
                  <a:pt x="6233" y="160767"/>
                </a:lnTo>
                <a:lnTo>
                  <a:pt x="10369" y="168778"/>
                </a:lnTo>
                <a:lnTo>
                  <a:pt x="15516" y="176683"/>
                </a:lnTo>
                <a:lnTo>
                  <a:pt x="21659" y="184460"/>
                </a:lnTo>
                <a:lnTo>
                  <a:pt x="28782" y="192086"/>
                </a:lnTo>
                <a:lnTo>
                  <a:pt x="36863" y="199540"/>
                </a:lnTo>
                <a:lnTo>
                  <a:pt x="45878" y="206800"/>
                </a:lnTo>
                <a:lnTo>
                  <a:pt x="55803" y="213845"/>
                </a:lnTo>
                <a:lnTo>
                  <a:pt x="66609" y="220655"/>
                </a:lnTo>
                <a:lnTo>
                  <a:pt x="78263" y="227209"/>
                </a:lnTo>
                <a:lnTo>
                  <a:pt x="90734" y="233490"/>
                </a:lnTo>
                <a:lnTo>
                  <a:pt x="103984" y="239479"/>
                </a:lnTo>
                <a:lnTo>
                  <a:pt x="117976" y="245158"/>
                </a:lnTo>
                <a:lnTo>
                  <a:pt x="132669" y="250513"/>
                </a:lnTo>
                <a:lnTo>
                  <a:pt x="148020" y="255526"/>
                </a:lnTo>
                <a:lnTo>
                  <a:pt x="163987" y="260183"/>
                </a:lnTo>
                <a:lnTo>
                  <a:pt x="180521" y="264472"/>
                </a:lnTo>
                <a:lnTo>
                  <a:pt x="220265" y="235380"/>
                </a:lnTo>
                <a:lnTo>
                  <a:pt x="207367" y="232035"/>
                </a:lnTo>
                <a:lnTo>
                  <a:pt x="194914" y="228402"/>
                </a:lnTo>
                <a:lnTo>
                  <a:pt x="182939" y="224492"/>
                </a:lnTo>
                <a:lnTo>
                  <a:pt x="171479" y="220315"/>
                </a:lnTo>
                <a:lnTo>
                  <a:pt x="160565" y="215885"/>
                </a:lnTo>
                <a:lnTo>
                  <a:pt x="150230" y="211214"/>
                </a:lnTo>
                <a:lnTo>
                  <a:pt x="140503" y="206315"/>
                </a:lnTo>
                <a:lnTo>
                  <a:pt x="131413" y="201202"/>
                </a:lnTo>
                <a:lnTo>
                  <a:pt x="122985" y="195891"/>
                </a:lnTo>
                <a:lnTo>
                  <a:pt x="115243" y="190396"/>
                </a:lnTo>
                <a:lnTo>
                  <a:pt x="108211" y="184733"/>
                </a:lnTo>
                <a:lnTo>
                  <a:pt x="101908" y="178919"/>
                </a:lnTo>
                <a:lnTo>
                  <a:pt x="96352" y="172971"/>
                </a:lnTo>
                <a:lnTo>
                  <a:pt x="91560" y="166904"/>
                </a:lnTo>
                <a:lnTo>
                  <a:pt x="87546" y="160738"/>
                </a:lnTo>
                <a:lnTo>
                  <a:pt x="84320" y="154490"/>
                </a:lnTo>
                <a:lnTo>
                  <a:pt x="81893" y="148178"/>
                </a:lnTo>
                <a:lnTo>
                  <a:pt x="80270" y="141819"/>
                </a:lnTo>
                <a:lnTo>
                  <a:pt x="79458" y="135433"/>
                </a:lnTo>
                <a:lnTo>
                  <a:pt x="79458" y="129038"/>
                </a:lnTo>
                <a:lnTo>
                  <a:pt x="80270" y="122652"/>
                </a:lnTo>
                <a:lnTo>
                  <a:pt x="81893" y="116294"/>
                </a:lnTo>
                <a:lnTo>
                  <a:pt x="84320" y="109981"/>
                </a:lnTo>
                <a:lnTo>
                  <a:pt x="87546" y="103733"/>
                </a:lnTo>
                <a:lnTo>
                  <a:pt x="91560" y="97567"/>
                </a:lnTo>
                <a:lnTo>
                  <a:pt x="96352" y="91501"/>
                </a:lnTo>
                <a:lnTo>
                  <a:pt x="101908" y="85552"/>
                </a:lnTo>
                <a:lnTo>
                  <a:pt x="108211" y="79738"/>
                </a:lnTo>
                <a:lnTo>
                  <a:pt x="115243" y="74076"/>
                </a:lnTo>
                <a:lnTo>
                  <a:pt x="122985" y="68581"/>
                </a:lnTo>
                <a:lnTo>
                  <a:pt x="131413" y="63269"/>
                </a:lnTo>
                <a:lnTo>
                  <a:pt x="140503" y="58157"/>
                </a:lnTo>
                <a:lnTo>
                  <a:pt x="150230" y="53257"/>
                </a:lnTo>
                <a:lnTo>
                  <a:pt x="160565" y="48586"/>
                </a:lnTo>
                <a:lnTo>
                  <a:pt x="171479" y="44156"/>
                </a:lnTo>
                <a:lnTo>
                  <a:pt x="182939" y="39980"/>
                </a:lnTo>
                <a:lnTo>
                  <a:pt x="194914" y="36070"/>
                </a:lnTo>
                <a:lnTo>
                  <a:pt x="207367" y="32437"/>
                </a:lnTo>
                <a:lnTo>
                  <a:pt x="220265" y="29092"/>
                </a:lnTo>
                <a:close/>
              </a:path>
            </a:pathLst>
          </a:custGeom>
          <a:solidFill>
            <a:srgbClr val="2A9B4E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Freeform 1250"/>
          <p:cNvSpPr/>
          <p:nvPr/>
        </p:nvSpPr>
        <p:spPr>
          <a:xfrm>
            <a:off x="5168094" y="866467"/>
            <a:ext cx="220265" cy="264472"/>
          </a:xfrm>
          <a:custGeom>
            <a:avLst/>
            <a:gdLst/>
            <a:ahLst/>
            <a:cxnLst/>
            <a:rect l="l" t="t" r="r" b="b"/>
            <a:pathLst>
              <a:path w="220265" h="264472">
                <a:moveTo>
                  <a:pt x="39744" y="264472"/>
                </a:moveTo>
                <a:lnTo>
                  <a:pt x="56278" y="260183"/>
                </a:lnTo>
                <a:lnTo>
                  <a:pt x="72245" y="255526"/>
                </a:lnTo>
                <a:lnTo>
                  <a:pt x="87596" y="250513"/>
                </a:lnTo>
                <a:lnTo>
                  <a:pt x="102289" y="245158"/>
                </a:lnTo>
                <a:lnTo>
                  <a:pt x="116281" y="239479"/>
                </a:lnTo>
                <a:lnTo>
                  <a:pt x="129531" y="233490"/>
                </a:lnTo>
                <a:lnTo>
                  <a:pt x="142002" y="227209"/>
                </a:lnTo>
                <a:lnTo>
                  <a:pt x="153656" y="220655"/>
                </a:lnTo>
                <a:lnTo>
                  <a:pt x="164462" y="213845"/>
                </a:lnTo>
                <a:lnTo>
                  <a:pt x="174387" y="206800"/>
                </a:lnTo>
                <a:lnTo>
                  <a:pt x="183402" y="199540"/>
                </a:lnTo>
                <a:lnTo>
                  <a:pt x="191483" y="192086"/>
                </a:lnTo>
                <a:lnTo>
                  <a:pt x="198606" y="184460"/>
                </a:lnTo>
                <a:lnTo>
                  <a:pt x="204749" y="176683"/>
                </a:lnTo>
                <a:lnTo>
                  <a:pt x="209896" y="168778"/>
                </a:lnTo>
                <a:lnTo>
                  <a:pt x="214032" y="160767"/>
                </a:lnTo>
                <a:lnTo>
                  <a:pt x="217144" y="152674"/>
                </a:lnTo>
                <a:lnTo>
                  <a:pt x="219223" y="144522"/>
                </a:lnTo>
                <a:lnTo>
                  <a:pt x="220265" y="136335"/>
                </a:lnTo>
                <a:lnTo>
                  <a:pt x="220265" y="128136"/>
                </a:lnTo>
                <a:lnTo>
                  <a:pt x="219223" y="119949"/>
                </a:lnTo>
                <a:lnTo>
                  <a:pt x="217144" y="111797"/>
                </a:lnTo>
                <a:lnTo>
                  <a:pt x="214032" y="103704"/>
                </a:lnTo>
                <a:lnTo>
                  <a:pt x="209896" y="95694"/>
                </a:lnTo>
                <a:lnTo>
                  <a:pt x="204749" y="87789"/>
                </a:lnTo>
                <a:lnTo>
                  <a:pt x="198606" y="80012"/>
                </a:lnTo>
                <a:lnTo>
                  <a:pt x="191483" y="72385"/>
                </a:lnTo>
                <a:lnTo>
                  <a:pt x="183402" y="64931"/>
                </a:lnTo>
                <a:lnTo>
                  <a:pt x="174387" y="57671"/>
                </a:lnTo>
                <a:lnTo>
                  <a:pt x="164462" y="50627"/>
                </a:lnTo>
                <a:lnTo>
                  <a:pt x="153656" y="43817"/>
                </a:lnTo>
                <a:lnTo>
                  <a:pt x="142002" y="37262"/>
                </a:lnTo>
                <a:lnTo>
                  <a:pt x="129531" y="30982"/>
                </a:lnTo>
                <a:lnTo>
                  <a:pt x="116281" y="24993"/>
                </a:lnTo>
                <a:lnTo>
                  <a:pt x="102289" y="19313"/>
                </a:lnTo>
                <a:lnTo>
                  <a:pt x="87596" y="13959"/>
                </a:lnTo>
                <a:lnTo>
                  <a:pt x="72245" y="8946"/>
                </a:lnTo>
                <a:lnTo>
                  <a:pt x="56278" y="4288"/>
                </a:lnTo>
                <a:lnTo>
                  <a:pt x="39744" y="0"/>
                </a:lnTo>
                <a:lnTo>
                  <a:pt x="0" y="29092"/>
                </a:lnTo>
                <a:lnTo>
                  <a:pt x="12898" y="32437"/>
                </a:lnTo>
                <a:lnTo>
                  <a:pt x="25351" y="36070"/>
                </a:lnTo>
                <a:lnTo>
                  <a:pt x="37326" y="39980"/>
                </a:lnTo>
                <a:lnTo>
                  <a:pt x="48786" y="44156"/>
                </a:lnTo>
                <a:lnTo>
                  <a:pt x="59700" y="48586"/>
                </a:lnTo>
                <a:lnTo>
                  <a:pt x="70035" y="53257"/>
                </a:lnTo>
                <a:lnTo>
                  <a:pt x="79762" y="58157"/>
                </a:lnTo>
                <a:lnTo>
                  <a:pt x="88852" y="63269"/>
                </a:lnTo>
                <a:lnTo>
                  <a:pt x="97280" y="68581"/>
                </a:lnTo>
                <a:lnTo>
                  <a:pt x="105022" y="74076"/>
                </a:lnTo>
                <a:lnTo>
                  <a:pt x="112054" y="79738"/>
                </a:lnTo>
                <a:lnTo>
                  <a:pt x="118357" y="85552"/>
                </a:lnTo>
                <a:lnTo>
                  <a:pt x="123913" y="91501"/>
                </a:lnTo>
                <a:lnTo>
                  <a:pt x="128705" y="97567"/>
                </a:lnTo>
                <a:lnTo>
                  <a:pt x="132719" y="103733"/>
                </a:lnTo>
                <a:lnTo>
                  <a:pt x="135945" y="109981"/>
                </a:lnTo>
                <a:lnTo>
                  <a:pt x="138372" y="116294"/>
                </a:lnTo>
                <a:lnTo>
                  <a:pt x="139995" y="122652"/>
                </a:lnTo>
                <a:lnTo>
                  <a:pt x="140807" y="129038"/>
                </a:lnTo>
                <a:lnTo>
                  <a:pt x="140807" y="135433"/>
                </a:lnTo>
                <a:lnTo>
                  <a:pt x="139995" y="141819"/>
                </a:lnTo>
                <a:lnTo>
                  <a:pt x="138372" y="148178"/>
                </a:lnTo>
                <a:lnTo>
                  <a:pt x="135945" y="154490"/>
                </a:lnTo>
                <a:lnTo>
                  <a:pt x="132719" y="160738"/>
                </a:lnTo>
                <a:lnTo>
                  <a:pt x="128705" y="166904"/>
                </a:lnTo>
                <a:lnTo>
                  <a:pt x="123913" y="172971"/>
                </a:lnTo>
                <a:lnTo>
                  <a:pt x="118357" y="178919"/>
                </a:lnTo>
                <a:lnTo>
                  <a:pt x="112054" y="184733"/>
                </a:lnTo>
                <a:lnTo>
                  <a:pt x="105022" y="190396"/>
                </a:lnTo>
                <a:lnTo>
                  <a:pt x="97280" y="195891"/>
                </a:lnTo>
                <a:lnTo>
                  <a:pt x="88852" y="201202"/>
                </a:lnTo>
                <a:lnTo>
                  <a:pt x="79762" y="206315"/>
                </a:lnTo>
                <a:lnTo>
                  <a:pt x="70035" y="211214"/>
                </a:lnTo>
                <a:lnTo>
                  <a:pt x="59700" y="215885"/>
                </a:lnTo>
                <a:lnTo>
                  <a:pt x="48786" y="220315"/>
                </a:lnTo>
                <a:lnTo>
                  <a:pt x="37326" y="224492"/>
                </a:lnTo>
                <a:lnTo>
                  <a:pt x="25351" y="228402"/>
                </a:lnTo>
                <a:lnTo>
                  <a:pt x="12898" y="232035"/>
                </a:lnTo>
                <a:lnTo>
                  <a:pt x="0" y="235380"/>
                </a:lnTo>
                <a:close/>
              </a:path>
            </a:pathLst>
          </a:custGeom>
          <a:solidFill>
            <a:srgbClr val="2A9B4E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Freeform 1251"/>
          <p:cNvSpPr/>
          <p:nvPr/>
        </p:nvSpPr>
        <p:spPr>
          <a:xfrm>
            <a:off x="8897301" y="5823531"/>
            <a:ext cx="1686898" cy="706618"/>
          </a:xfrm>
          <a:custGeom>
            <a:avLst/>
            <a:gdLst/>
            <a:ahLst/>
            <a:cxnLst/>
            <a:rect l="l" t="t" r="r" b="b"/>
            <a:pathLst>
              <a:path w="1686898" h="706618">
                <a:moveTo>
                  <a:pt x="0" y="353309"/>
                </a:moveTo>
                <a:lnTo>
                  <a:pt x="1465665" y="706618"/>
                </a:lnTo>
                <a:lnTo>
                  <a:pt x="1501846" y="678348"/>
                </a:lnTo>
                <a:lnTo>
                  <a:pt x="1534977" y="649419"/>
                </a:lnTo>
                <a:lnTo>
                  <a:pt x="1564989" y="619887"/>
                </a:lnTo>
                <a:lnTo>
                  <a:pt x="1591822" y="589814"/>
                </a:lnTo>
                <a:lnTo>
                  <a:pt x="1615421" y="559261"/>
                </a:lnTo>
                <a:lnTo>
                  <a:pt x="1635739" y="528289"/>
                </a:lnTo>
                <a:lnTo>
                  <a:pt x="1652734" y="496962"/>
                </a:lnTo>
                <a:lnTo>
                  <a:pt x="1666372" y="465343"/>
                </a:lnTo>
                <a:lnTo>
                  <a:pt x="1676624" y="433496"/>
                </a:lnTo>
                <a:lnTo>
                  <a:pt x="1683471" y="401487"/>
                </a:lnTo>
                <a:lnTo>
                  <a:pt x="1686898" y="369379"/>
                </a:lnTo>
                <a:lnTo>
                  <a:pt x="1686898" y="337239"/>
                </a:lnTo>
                <a:lnTo>
                  <a:pt x="1683471" y="305132"/>
                </a:lnTo>
                <a:lnTo>
                  <a:pt x="1676624" y="273122"/>
                </a:lnTo>
                <a:lnTo>
                  <a:pt x="1666372" y="241276"/>
                </a:lnTo>
                <a:lnTo>
                  <a:pt x="1652734" y="209656"/>
                </a:lnTo>
                <a:lnTo>
                  <a:pt x="1635739" y="178329"/>
                </a:lnTo>
                <a:lnTo>
                  <a:pt x="1615421" y="147357"/>
                </a:lnTo>
                <a:lnTo>
                  <a:pt x="1591822" y="116804"/>
                </a:lnTo>
                <a:lnTo>
                  <a:pt x="1564989" y="86731"/>
                </a:lnTo>
                <a:lnTo>
                  <a:pt x="1534977" y="57200"/>
                </a:lnTo>
                <a:lnTo>
                  <a:pt x="1501846" y="28270"/>
                </a:lnTo>
                <a:lnTo>
                  <a:pt x="1465665" y="0"/>
                </a:lnTo>
                <a:close/>
              </a:path>
            </a:pathLst>
          </a:custGeom>
          <a:solidFill>
            <a:srgbClr val="A58325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Freeform 1252"/>
          <p:cNvSpPr/>
          <p:nvPr/>
        </p:nvSpPr>
        <p:spPr>
          <a:xfrm>
            <a:off x="8897301" y="5627002"/>
            <a:ext cx="898644" cy="769106"/>
          </a:xfrm>
          <a:custGeom>
            <a:avLst/>
            <a:gdLst/>
            <a:ahLst/>
            <a:cxnLst/>
            <a:rect l="l" t="t" r="r" b="b"/>
            <a:pathLst>
              <a:path w="898644" h="769106">
                <a:moveTo>
                  <a:pt x="0" y="549838"/>
                </a:moveTo>
                <a:lnTo>
                  <a:pt x="898644" y="769106"/>
                </a:lnTo>
                <a:lnTo>
                  <a:pt x="898644" y="219268"/>
                </a:lnTo>
                <a:lnTo>
                  <a:pt x="0" y="0"/>
                </a:lnTo>
                <a:close/>
              </a:path>
            </a:pathLst>
          </a:custGeom>
          <a:solidFill>
            <a:srgbClr val="EEBECD"/>
          </a:solidFill>
          <a:ln w="444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Freeform 1253"/>
          <p:cNvSpPr/>
          <p:nvPr/>
        </p:nvSpPr>
        <p:spPr>
          <a:xfrm>
            <a:off x="9165453" y="5280053"/>
            <a:ext cx="630492" cy="566217"/>
          </a:xfrm>
          <a:custGeom>
            <a:avLst/>
            <a:gdLst/>
            <a:ahLst/>
            <a:cxnLst/>
            <a:rect l="l" t="t" r="r" b="b"/>
            <a:pathLst>
              <a:path w="630492" h="566217">
                <a:moveTo>
                  <a:pt x="0" y="412378"/>
                </a:moveTo>
                <a:lnTo>
                  <a:pt x="630492" y="566217"/>
                </a:lnTo>
                <a:lnTo>
                  <a:pt x="630492" y="153839"/>
                </a:lnTo>
                <a:lnTo>
                  <a:pt x="0" y="0"/>
                </a:lnTo>
                <a:close/>
              </a:path>
            </a:pathLst>
          </a:custGeom>
          <a:solidFill>
            <a:srgbClr val="30B252"/>
          </a:solidFill>
          <a:ln w="444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Freeform 1254"/>
          <p:cNvSpPr/>
          <p:nvPr/>
        </p:nvSpPr>
        <p:spPr>
          <a:xfrm>
            <a:off x="10362236" y="324612"/>
            <a:ext cx="43552" cy="5532728"/>
          </a:xfrm>
          <a:custGeom>
            <a:avLst/>
            <a:gdLst/>
            <a:ahLst/>
            <a:cxnLst/>
            <a:rect l="l" t="t" r="r" b="b"/>
            <a:pathLst>
              <a:path w="43552" h="5532728">
                <a:moveTo>
                  <a:pt x="43552" y="34349"/>
                </a:moveTo>
                <a:lnTo>
                  <a:pt x="0" y="0"/>
                </a:lnTo>
                <a:lnTo>
                  <a:pt x="0" y="5498379"/>
                </a:lnTo>
                <a:lnTo>
                  <a:pt x="43552" y="5532728"/>
                </a:lnTo>
                <a:close/>
              </a:path>
            </a:pathLst>
          </a:custGeom>
          <a:solidFill>
            <a:srgbClr val="C19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Freeform 1255"/>
          <p:cNvSpPr/>
          <p:nvPr/>
        </p:nvSpPr>
        <p:spPr>
          <a:xfrm>
            <a:off x="10405788" y="358961"/>
            <a:ext cx="39047" cy="5533683"/>
          </a:xfrm>
          <a:custGeom>
            <a:avLst/>
            <a:gdLst/>
            <a:ahLst/>
            <a:cxnLst/>
            <a:rect l="l" t="t" r="r" b="b"/>
            <a:pathLst>
              <a:path w="39047" h="5533683">
                <a:moveTo>
                  <a:pt x="39047" y="35304"/>
                </a:moveTo>
                <a:lnTo>
                  <a:pt x="0" y="0"/>
                </a:lnTo>
                <a:lnTo>
                  <a:pt x="0" y="5498379"/>
                </a:lnTo>
                <a:lnTo>
                  <a:pt x="39047" y="5533683"/>
                </a:lnTo>
                <a:close/>
              </a:path>
            </a:pathLst>
          </a:custGeom>
          <a:solidFill>
            <a:srgbClr val="C09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Freeform 1256"/>
          <p:cNvSpPr/>
          <p:nvPr/>
        </p:nvSpPr>
        <p:spPr>
          <a:xfrm>
            <a:off x="10444835" y="394265"/>
            <a:ext cx="34425" cy="5534532"/>
          </a:xfrm>
          <a:custGeom>
            <a:avLst/>
            <a:gdLst/>
            <a:ahLst/>
            <a:cxnLst/>
            <a:rect l="l" t="t" r="r" b="b"/>
            <a:pathLst>
              <a:path w="34425" h="5534532">
                <a:moveTo>
                  <a:pt x="34425" y="36153"/>
                </a:moveTo>
                <a:lnTo>
                  <a:pt x="0" y="0"/>
                </a:lnTo>
                <a:lnTo>
                  <a:pt x="0" y="5498379"/>
                </a:lnTo>
                <a:lnTo>
                  <a:pt x="34425" y="5534532"/>
                </a:lnTo>
                <a:close/>
              </a:path>
            </a:pathLst>
          </a:custGeom>
          <a:solidFill>
            <a:srgbClr val="BE9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Freeform 1257"/>
          <p:cNvSpPr/>
          <p:nvPr/>
        </p:nvSpPr>
        <p:spPr>
          <a:xfrm>
            <a:off x="10479260" y="430418"/>
            <a:ext cx="29701" cy="5535273"/>
          </a:xfrm>
          <a:custGeom>
            <a:avLst/>
            <a:gdLst/>
            <a:ahLst/>
            <a:cxnLst/>
            <a:rect l="l" t="t" r="r" b="b"/>
            <a:pathLst>
              <a:path w="29701" h="5535273">
                <a:moveTo>
                  <a:pt x="29701" y="36893"/>
                </a:moveTo>
                <a:lnTo>
                  <a:pt x="0" y="0"/>
                </a:lnTo>
                <a:lnTo>
                  <a:pt x="0" y="5498379"/>
                </a:lnTo>
                <a:lnTo>
                  <a:pt x="29701" y="5535273"/>
                </a:lnTo>
                <a:close/>
              </a:path>
            </a:pathLst>
          </a:custGeom>
          <a:solidFill>
            <a:srgbClr val="BC9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Freeform 1258"/>
          <p:cNvSpPr/>
          <p:nvPr/>
        </p:nvSpPr>
        <p:spPr>
          <a:xfrm>
            <a:off x="10508961" y="467311"/>
            <a:ext cx="24887" cy="5535904"/>
          </a:xfrm>
          <a:custGeom>
            <a:avLst/>
            <a:gdLst/>
            <a:ahLst/>
            <a:cxnLst/>
            <a:rect l="l" t="t" r="r" b="b"/>
            <a:pathLst>
              <a:path w="24887" h="5535904">
                <a:moveTo>
                  <a:pt x="24887" y="37525"/>
                </a:moveTo>
                <a:lnTo>
                  <a:pt x="0" y="0"/>
                </a:lnTo>
                <a:lnTo>
                  <a:pt x="0" y="5498380"/>
                </a:lnTo>
                <a:lnTo>
                  <a:pt x="24887" y="5535904"/>
                </a:lnTo>
                <a:close/>
              </a:path>
            </a:pathLst>
          </a:custGeom>
          <a:solidFill>
            <a:srgbClr val="BA9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Freeform 1259"/>
          <p:cNvSpPr/>
          <p:nvPr/>
        </p:nvSpPr>
        <p:spPr>
          <a:xfrm>
            <a:off x="10533848" y="504836"/>
            <a:ext cx="20000" cy="5536421"/>
          </a:xfrm>
          <a:custGeom>
            <a:avLst/>
            <a:gdLst/>
            <a:ahLst/>
            <a:cxnLst/>
            <a:rect l="l" t="t" r="r" b="b"/>
            <a:pathLst>
              <a:path w="20000" h="5536421">
                <a:moveTo>
                  <a:pt x="20000" y="38042"/>
                </a:moveTo>
                <a:lnTo>
                  <a:pt x="0" y="0"/>
                </a:lnTo>
                <a:lnTo>
                  <a:pt x="0" y="5498379"/>
                </a:lnTo>
                <a:lnTo>
                  <a:pt x="20000" y="5536421"/>
                </a:lnTo>
                <a:close/>
              </a:path>
            </a:pathLst>
          </a:custGeom>
          <a:solidFill>
            <a:srgbClr val="B89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Freeform 1260"/>
          <p:cNvSpPr/>
          <p:nvPr/>
        </p:nvSpPr>
        <p:spPr>
          <a:xfrm>
            <a:off x="10553848" y="542878"/>
            <a:ext cx="15052" cy="5536827"/>
          </a:xfrm>
          <a:custGeom>
            <a:avLst/>
            <a:gdLst/>
            <a:ahLst/>
            <a:cxnLst/>
            <a:rect l="l" t="t" r="r" b="b"/>
            <a:pathLst>
              <a:path w="15052" h="5536827">
                <a:moveTo>
                  <a:pt x="15052" y="38448"/>
                </a:moveTo>
                <a:lnTo>
                  <a:pt x="0" y="0"/>
                </a:lnTo>
                <a:lnTo>
                  <a:pt x="0" y="5498379"/>
                </a:lnTo>
                <a:lnTo>
                  <a:pt x="15052" y="5536827"/>
                </a:lnTo>
                <a:close/>
              </a:path>
            </a:pathLst>
          </a:custGeom>
          <a:solidFill>
            <a:srgbClr val="B69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Freeform 1261"/>
          <p:cNvSpPr/>
          <p:nvPr/>
        </p:nvSpPr>
        <p:spPr>
          <a:xfrm>
            <a:off x="10568900" y="581326"/>
            <a:ext cx="10060" cy="5537117"/>
          </a:xfrm>
          <a:custGeom>
            <a:avLst/>
            <a:gdLst/>
            <a:ahLst/>
            <a:cxnLst/>
            <a:rect l="l" t="t" r="r" b="b"/>
            <a:pathLst>
              <a:path w="10060" h="5537117">
                <a:moveTo>
                  <a:pt x="10060" y="38738"/>
                </a:moveTo>
                <a:lnTo>
                  <a:pt x="0" y="0"/>
                </a:lnTo>
                <a:lnTo>
                  <a:pt x="0" y="5498379"/>
                </a:lnTo>
                <a:lnTo>
                  <a:pt x="10060" y="5537117"/>
                </a:lnTo>
                <a:close/>
              </a:path>
            </a:pathLst>
          </a:custGeom>
          <a:solidFill>
            <a:srgbClr val="B58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Freeform 1262"/>
          <p:cNvSpPr/>
          <p:nvPr/>
        </p:nvSpPr>
        <p:spPr>
          <a:xfrm>
            <a:off x="10578960" y="620064"/>
            <a:ext cx="5037" cy="5537291"/>
          </a:xfrm>
          <a:custGeom>
            <a:avLst/>
            <a:gdLst/>
            <a:ahLst/>
            <a:cxnLst/>
            <a:rect l="l" t="t" r="r" b="b"/>
            <a:pathLst>
              <a:path w="5037" h="5537291">
                <a:moveTo>
                  <a:pt x="5037" y="38912"/>
                </a:moveTo>
                <a:lnTo>
                  <a:pt x="0" y="0"/>
                </a:lnTo>
                <a:lnTo>
                  <a:pt x="0" y="5498379"/>
                </a:lnTo>
                <a:lnTo>
                  <a:pt x="5037" y="5537291"/>
                </a:lnTo>
                <a:close/>
              </a:path>
            </a:pathLst>
          </a:custGeom>
          <a:solidFill>
            <a:srgbClr val="B38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Freeform 1263"/>
          <p:cNvSpPr/>
          <p:nvPr/>
        </p:nvSpPr>
        <p:spPr>
          <a:xfrm>
            <a:off x="10583997" y="658976"/>
            <a:ext cx="0" cy="5537349"/>
          </a:xfrm>
          <a:custGeom>
            <a:avLst/>
            <a:gdLst/>
            <a:ahLst/>
            <a:cxnLst/>
            <a:rect l="l" t="t" r="r" b="b"/>
            <a:pathLst>
              <a:path w="0" h="5537349">
                <a:moveTo>
                  <a:pt x="0" y="38970"/>
                </a:moveTo>
                <a:lnTo>
                  <a:pt x="0" y="0"/>
                </a:lnTo>
                <a:lnTo>
                  <a:pt x="0" y="5498379"/>
                </a:lnTo>
                <a:lnTo>
                  <a:pt x="0" y="5537349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Freeform 1264"/>
          <p:cNvSpPr/>
          <p:nvPr/>
        </p:nvSpPr>
        <p:spPr>
          <a:xfrm>
            <a:off x="8897301" y="678461"/>
            <a:ext cx="268152" cy="5013970"/>
          </a:xfrm>
          <a:custGeom>
            <a:avLst/>
            <a:gdLst/>
            <a:ahLst/>
            <a:cxnLst/>
            <a:rect l="l" t="t" r="r" b="b"/>
            <a:pathLst>
              <a:path w="268152" h="5013970">
                <a:moveTo>
                  <a:pt x="0" y="4948541"/>
                </a:moveTo>
                <a:lnTo>
                  <a:pt x="268152" y="5013970"/>
                </a:lnTo>
                <a:lnTo>
                  <a:pt x="268152" y="65429"/>
                </a:lnTo>
                <a:lnTo>
                  <a:pt x="0" y="0"/>
                </a:lnTo>
                <a:close/>
              </a:path>
            </a:pathLst>
          </a:custGeom>
          <a:solidFill>
            <a:srgbClr val="D7DCE8"/>
          </a:solidFill>
          <a:ln w="444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Freeform 1265"/>
          <p:cNvSpPr/>
          <p:nvPr/>
        </p:nvSpPr>
        <p:spPr>
          <a:xfrm>
            <a:off x="10578960" y="697946"/>
            <a:ext cx="5037" cy="5537291"/>
          </a:xfrm>
          <a:custGeom>
            <a:avLst/>
            <a:gdLst/>
            <a:ahLst/>
            <a:cxnLst/>
            <a:rect l="l" t="t" r="r" b="b"/>
            <a:pathLst>
              <a:path w="5037" h="5537291">
                <a:moveTo>
                  <a:pt x="0" y="38912"/>
                </a:moveTo>
                <a:lnTo>
                  <a:pt x="5037" y="0"/>
                </a:lnTo>
                <a:lnTo>
                  <a:pt x="5037" y="5498379"/>
                </a:lnTo>
                <a:lnTo>
                  <a:pt x="0" y="5537291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Freeform 1266"/>
          <p:cNvSpPr/>
          <p:nvPr/>
        </p:nvSpPr>
        <p:spPr>
          <a:xfrm>
            <a:off x="10568900" y="736858"/>
            <a:ext cx="10060" cy="5537117"/>
          </a:xfrm>
          <a:custGeom>
            <a:avLst/>
            <a:gdLst/>
            <a:ahLst/>
            <a:cxnLst/>
            <a:rect l="l" t="t" r="r" b="b"/>
            <a:pathLst>
              <a:path w="10060" h="5537117">
                <a:moveTo>
                  <a:pt x="0" y="38738"/>
                </a:moveTo>
                <a:lnTo>
                  <a:pt x="10060" y="0"/>
                </a:lnTo>
                <a:lnTo>
                  <a:pt x="10060" y="5498379"/>
                </a:lnTo>
                <a:lnTo>
                  <a:pt x="0" y="5537117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Freeform 1267"/>
          <p:cNvSpPr/>
          <p:nvPr/>
        </p:nvSpPr>
        <p:spPr>
          <a:xfrm>
            <a:off x="10553848" y="775596"/>
            <a:ext cx="15052" cy="5536827"/>
          </a:xfrm>
          <a:custGeom>
            <a:avLst/>
            <a:gdLst/>
            <a:ahLst/>
            <a:cxnLst/>
            <a:rect l="l" t="t" r="r" b="b"/>
            <a:pathLst>
              <a:path w="15052" h="5536827">
                <a:moveTo>
                  <a:pt x="0" y="38448"/>
                </a:moveTo>
                <a:lnTo>
                  <a:pt x="15052" y="0"/>
                </a:lnTo>
                <a:lnTo>
                  <a:pt x="15052" y="5498379"/>
                </a:lnTo>
                <a:lnTo>
                  <a:pt x="0" y="5536827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Freeform 1268"/>
          <p:cNvSpPr/>
          <p:nvPr/>
        </p:nvSpPr>
        <p:spPr>
          <a:xfrm>
            <a:off x="9165453" y="1156268"/>
            <a:ext cx="630492" cy="4277624"/>
          </a:xfrm>
          <a:custGeom>
            <a:avLst/>
            <a:gdLst/>
            <a:ahLst/>
            <a:cxnLst/>
            <a:rect l="l" t="t" r="r" b="b"/>
            <a:pathLst>
              <a:path w="630492" h="4277624">
                <a:moveTo>
                  <a:pt x="0" y="4123785"/>
                </a:moveTo>
                <a:lnTo>
                  <a:pt x="630492" y="4277624"/>
                </a:lnTo>
                <a:lnTo>
                  <a:pt x="630492" y="153839"/>
                </a:lnTo>
                <a:lnTo>
                  <a:pt x="0" y="0"/>
                </a:lnTo>
                <a:close/>
              </a:path>
            </a:pathLst>
          </a:custGeom>
          <a:solidFill>
            <a:srgbClr val="C36955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Freeform 1269"/>
          <p:cNvSpPr/>
          <p:nvPr/>
        </p:nvSpPr>
        <p:spPr>
          <a:xfrm>
            <a:off x="10533848" y="814044"/>
            <a:ext cx="20000" cy="5536421"/>
          </a:xfrm>
          <a:custGeom>
            <a:avLst/>
            <a:gdLst/>
            <a:ahLst/>
            <a:cxnLst/>
            <a:rect l="l" t="t" r="r" b="b"/>
            <a:pathLst>
              <a:path w="20000" h="5536421">
                <a:moveTo>
                  <a:pt x="0" y="38042"/>
                </a:moveTo>
                <a:lnTo>
                  <a:pt x="20000" y="0"/>
                </a:lnTo>
                <a:lnTo>
                  <a:pt x="20000" y="5498379"/>
                </a:lnTo>
                <a:lnTo>
                  <a:pt x="0" y="5536421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Freeform 1270"/>
          <p:cNvSpPr/>
          <p:nvPr/>
        </p:nvSpPr>
        <p:spPr>
          <a:xfrm>
            <a:off x="10508961" y="852086"/>
            <a:ext cx="24887" cy="5535904"/>
          </a:xfrm>
          <a:custGeom>
            <a:avLst/>
            <a:gdLst/>
            <a:ahLst/>
            <a:cxnLst/>
            <a:rect l="l" t="t" r="r" b="b"/>
            <a:pathLst>
              <a:path w="24887" h="5535904">
                <a:moveTo>
                  <a:pt x="0" y="37524"/>
                </a:moveTo>
                <a:lnTo>
                  <a:pt x="24887" y="0"/>
                </a:lnTo>
                <a:lnTo>
                  <a:pt x="24887" y="5498379"/>
                </a:lnTo>
                <a:lnTo>
                  <a:pt x="0" y="5535904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Freeform 1271"/>
          <p:cNvSpPr/>
          <p:nvPr/>
        </p:nvSpPr>
        <p:spPr>
          <a:xfrm>
            <a:off x="9795945" y="897729"/>
            <a:ext cx="562623" cy="5635659"/>
          </a:xfrm>
          <a:custGeom>
            <a:avLst/>
            <a:gdLst/>
            <a:ahLst/>
            <a:cxnLst/>
            <a:rect l="l" t="t" r="r" b="b"/>
            <a:pathLst>
              <a:path w="562623" h="5635659">
                <a:moveTo>
                  <a:pt x="0" y="5498379"/>
                </a:moveTo>
                <a:lnTo>
                  <a:pt x="562623" y="5635659"/>
                </a:lnTo>
                <a:lnTo>
                  <a:pt x="562623" y="137279"/>
                </a:lnTo>
                <a:lnTo>
                  <a:pt x="0" y="0"/>
                </a:lnTo>
                <a:close/>
              </a:path>
            </a:pathLst>
          </a:custGeom>
          <a:solidFill>
            <a:srgbClr val="E5B534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Freeform 1272"/>
          <p:cNvSpPr/>
          <p:nvPr/>
        </p:nvSpPr>
        <p:spPr>
          <a:xfrm>
            <a:off x="10479260" y="889610"/>
            <a:ext cx="29701" cy="5535273"/>
          </a:xfrm>
          <a:custGeom>
            <a:avLst/>
            <a:gdLst/>
            <a:ahLst/>
            <a:cxnLst/>
            <a:rect l="l" t="t" r="r" b="b"/>
            <a:pathLst>
              <a:path w="29701" h="5535273">
                <a:moveTo>
                  <a:pt x="0" y="36894"/>
                </a:moveTo>
                <a:lnTo>
                  <a:pt x="29701" y="0"/>
                </a:lnTo>
                <a:lnTo>
                  <a:pt x="29701" y="5498380"/>
                </a:lnTo>
                <a:lnTo>
                  <a:pt x="0" y="5535273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Freeform 1273"/>
          <p:cNvSpPr/>
          <p:nvPr/>
        </p:nvSpPr>
        <p:spPr>
          <a:xfrm>
            <a:off x="10444835" y="926504"/>
            <a:ext cx="34425" cy="5534532"/>
          </a:xfrm>
          <a:custGeom>
            <a:avLst/>
            <a:gdLst/>
            <a:ahLst/>
            <a:cxnLst/>
            <a:rect l="l" t="t" r="r" b="b"/>
            <a:pathLst>
              <a:path w="34425" h="5534532">
                <a:moveTo>
                  <a:pt x="0" y="36153"/>
                </a:moveTo>
                <a:lnTo>
                  <a:pt x="34425" y="0"/>
                </a:lnTo>
                <a:lnTo>
                  <a:pt x="34425" y="5498379"/>
                </a:lnTo>
                <a:lnTo>
                  <a:pt x="0" y="5534532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Freeform 1274"/>
          <p:cNvSpPr/>
          <p:nvPr/>
        </p:nvSpPr>
        <p:spPr>
          <a:xfrm>
            <a:off x="10405788" y="962657"/>
            <a:ext cx="39047" cy="5533683"/>
          </a:xfrm>
          <a:custGeom>
            <a:avLst/>
            <a:gdLst/>
            <a:ahLst/>
            <a:cxnLst/>
            <a:rect l="l" t="t" r="r" b="b"/>
            <a:pathLst>
              <a:path w="39047" h="5533683">
                <a:moveTo>
                  <a:pt x="0" y="35304"/>
                </a:moveTo>
                <a:lnTo>
                  <a:pt x="39047" y="0"/>
                </a:lnTo>
                <a:lnTo>
                  <a:pt x="39047" y="5498379"/>
                </a:lnTo>
                <a:lnTo>
                  <a:pt x="0" y="5533683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Freeform 1275"/>
          <p:cNvSpPr/>
          <p:nvPr/>
        </p:nvSpPr>
        <p:spPr>
          <a:xfrm>
            <a:off x="10362236" y="997961"/>
            <a:ext cx="43552" cy="5532729"/>
          </a:xfrm>
          <a:custGeom>
            <a:avLst/>
            <a:gdLst/>
            <a:ahLst/>
            <a:cxnLst/>
            <a:rect l="l" t="t" r="r" b="b"/>
            <a:pathLst>
              <a:path w="43552" h="5532729">
                <a:moveTo>
                  <a:pt x="0" y="34349"/>
                </a:moveTo>
                <a:lnTo>
                  <a:pt x="43552" y="0"/>
                </a:lnTo>
                <a:lnTo>
                  <a:pt x="43552" y="5498379"/>
                </a:lnTo>
                <a:lnTo>
                  <a:pt x="0" y="5532729"/>
                </a:lnTo>
                <a:close/>
              </a:path>
            </a:pathLst>
          </a:custGeom>
          <a:solidFill>
            <a:srgbClr val="B18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Freeform 1276"/>
          <p:cNvSpPr/>
          <p:nvPr/>
        </p:nvSpPr>
        <p:spPr>
          <a:xfrm>
            <a:off x="10362236" y="324612"/>
            <a:ext cx="0" cy="5498379"/>
          </a:xfrm>
          <a:custGeom>
            <a:avLst/>
            <a:gdLst/>
            <a:ahLst/>
            <a:cxnLst/>
            <a:rect l="l" t="t" r="r" b="b"/>
            <a:pathLst>
              <a:path w="0" h="5498379">
                <a:moveTo>
                  <a:pt x="0" y="0"/>
                </a:moveTo>
                <a:lnTo>
                  <a:pt x="0" y="5498379"/>
                </a:lnTo>
              </a:path>
            </a:pathLst>
          </a:custGeom>
          <a:noFill/>
          <a:ln w="1143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Freeform 1277"/>
          <p:cNvSpPr/>
          <p:nvPr/>
        </p:nvSpPr>
        <p:spPr>
          <a:xfrm>
            <a:off x="9165453" y="743890"/>
            <a:ext cx="630492" cy="566217"/>
          </a:xfrm>
          <a:custGeom>
            <a:avLst/>
            <a:gdLst/>
            <a:ahLst/>
            <a:cxnLst/>
            <a:rect l="l" t="t" r="r" b="b"/>
            <a:pathLst>
              <a:path w="630492" h="566217">
                <a:moveTo>
                  <a:pt x="0" y="412378"/>
                </a:moveTo>
                <a:lnTo>
                  <a:pt x="630492" y="566217"/>
                </a:lnTo>
                <a:lnTo>
                  <a:pt x="630492" y="153839"/>
                </a:lnTo>
                <a:lnTo>
                  <a:pt x="0" y="0"/>
                </a:lnTo>
                <a:close/>
              </a:path>
            </a:pathLst>
          </a:custGeom>
          <a:solidFill>
            <a:srgbClr val="B9AC8A"/>
          </a:solidFill>
          <a:ln w="444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Freeform 1278"/>
          <p:cNvSpPr/>
          <p:nvPr/>
        </p:nvSpPr>
        <p:spPr>
          <a:xfrm>
            <a:off x="10362236" y="1032310"/>
            <a:ext cx="0" cy="5498380"/>
          </a:xfrm>
          <a:custGeom>
            <a:avLst/>
            <a:gdLst/>
            <a:ahLst/>
            <a:cxnLst/>
            <a:rect l="l" t="t" r="r" b="b"/>
            <a:pathLst>
              <a:path w="0" h="5498380">
                <a:moveTo>
                  <a:pt x="0" y="0"/>
                </a:moveTo>
                <a:lnTo>
                  <a:pt x="0" y="5498380"/>
                </a:lnTo>
              </a:path>
            </a:pathLst>
          </a:custGeom>
          <a:noFill/>
          <a:ln w="1143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Freeform 1279"/>
          <p:cNvSpPr/>
          <p:nvPr/>
        </p:nvSpPr>
        <p:spPr>
          <a:xfrm>
            <a:off x="9193035" y="750620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Freeform 1280"/>
          <p:cNvSpPr/>
          <p:nvPr/>
        </p:nvSpPr>
        <p:spPr>
          <a:xfrm>
            <a:off x="9196155" y="751381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Freeform 1281"/>
          <p:cNvSpPr/>
          <p:nvPr/>
        </p:nvSpPr>
        <p:spPr>
          <a:xfrm>
            <a:off x="9199275" y="752142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8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Freeform 1282"/>
          <p:cNvSpPr/>
          <p:nvPr/>
        </p:nvSpPr>
        <p:spPr>
          <a:xfrm>
            <a:off x="9202394" y="752903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Freeform 1283"/>
          <p:cNvSpPr/>
          <p:nvPr/>
        </p:nvSpPr>
        <p:spPr>
          <a:xfrm>
            <a:off x="9205514" y="753664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2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Freeform 1284"/>
          <p:cNvSpPr/>
          <p:nvPr/>
        </p:nvSpPr>
        <p:spPr>
          <a:xfrm>
            <a:off x="9208633" y="754426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Freeform 1285"/>
          <p:cNvSpPr/>
          <p:nvPr/>
        </p:nvSpPr>
        <p:spPr>
          <a:xfrm>
            <a:off x="9211753" y="755187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Freeform 1286"/>
          <p:cNvSpPr/>
          <p:nvPr/>
        </p:nvSpPr>
        <p:spPr>
          <a:xfrm>
            <a:off x="9214872" y="755948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Freeform 1287"/>
          <p:cNvSpPr/>
          <p:nvPr/>
        </p:nvSpPr>
        <p:spPr>
          <a:xfrm>
            <a:off x="9217992" y="756709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8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Freeform 1288"/>
          <p:cNvSpPr/>
          <p:nvPr/>
        </p:nvSpPr>
        <p:spPr>
          <a:xfrm>
            <a:off x="9221111" y="757470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Freeform 1289"/>
          <p:cNvSpPr/>
          <p:nvPr/>
        </p:nvSpPr>
        <p:spPr>
          <a:xfrm>
            <a:off x="9224231" y="758231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2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Freeform 1290"/>
          <p:cNvSpPr/>
          <p:nvPr/>
        </p:nvSpPr>
        <p:spPr>
          <a:xfrm>
            <a:off x="9227351" y="758993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Freeform 1291"/>
          <p:cNvSpPr/>
          <p:nvPr/>
        </p:nvSpPr>
        <p:spPr>
          <a:xfrm>
            <a:off x="9265015" y="768183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Freeform 1292"/>
          <p:cNvSpPr/>
          <p:nvPr/>
        </p:nvSpPr>
        <p:spPr>
          <a:xfrm>
            <a:off x="9268135" y="768944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Freeform 1293"/>
          <p:cNvSpPr/>
          <p:nvPr/>
        </p:nvSpPr>
        <p:spPr>
          <a:xfrm>
            <a:off x="9271254" y="769705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8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Freeform 1294"/>
          <p:cNvSpPr/>
          <p:nvPr/>
        </p:nvSpPr>
        <p:spPr>
          <a:xfrm>
            <a:off x="9274374" y="770466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Freeform 1295"/>
          <p:cNvSpPr/>
          <p:nvPr/>
        </p:nvSpPr>
        <p:spPr>
          <a:xfrm>
            <a:off x="9277493" y="771227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Freeform 1296"/>
          <p:cNvSpPr/>
          <p:nvPr/>
        </p:nvSpPr>
        <p:spPr>
          <a:xfrm>
            <a:off x="9280613" y="771988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2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Freeform 1297"/>
          <p:cNvSpPr/>
          <p:nvPr/>
        </p:nvSpPr>
        <p:spPr>
          <a:xfrm>
            <a:off x="9283733" y="772750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Freeform 1298"/>
          <p:cNvSpPr/>
          <p:nvPr/>
        </p:nvSpPr>
        <p:spPr>
          <a:xfrm>
            <a:off x="9286852" y="773511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Freeform 1299"/>
          <p:cNvSpPr/>
          <p:nvPr/>
        </p:nvSpPr>
        <p:spPr>
          <a:xfrm>
            <a:off x="9289972" y="774272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8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Freeform 1300"/>
          <p:cNvSpPr/>
          <p:nvPr/>
        </p:nvSpPr>
        <p:spPr>
          <a:xfrm>
            <a:off x="9293091" y="775033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Freeform 1301"/>
          <p:cNvSpPr/>
          <p:nvPr/>
        </p:nvSpPr>
        <p:spPr>
          <a:xfrm>
            <a:off x="9296211" y="775794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2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Freeform 1302"/>
          <p:cNvSpPr/>
          <p:nvPr/>
        </p:nvSpPr>
        <p:spPr>
          <a:xfrm>
            <a:off x="9299330" y="776556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Freeform 1303"/>
          <p:cNvSpPr/>
          <p:nvPr/>
        </p:nvSpPr>
        <p:spPr>
          <a:xfrm>
            <a:off x="9337258" y="785810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Freeform 1304"/>
          <p:cNvSpPr/>
          <p:nvPr/>
        </p:nvSpPr>
        <p:spPr>
          <a:xfrm>
            <a:off x="9340377" y="786571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Freeform 1305"/>
          <p:cNvSpPr/>
          <p:nvPr/>
        </p:nvSpPr>
        <p:spPr>
          <a:xfrm>
            <a:off x="9343497" y="787332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8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Freeform 1306"/>
          <p:cNvSpPr/>
          <p:nvPr/>
        </p:nvSpPr>
        <p:spPr>
          <a:xfrm>
            <a:off x="9346616" y="788093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Freeform 1307"/>
          <p:cNvSpPr/>
          <p:nvPr/>
        </p:nvSpPr>
        <p:spPr>
          <a:xfrm>
            <a:off x="9349736" y="788854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2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Freeform 1308"/>
          <p:cNvSpPr/>
          <p:nvPr/>
        </p:nvSpPr>
        <p:spPr>
          <a:xfrm>
            <a:off x="9352855" y="789616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Freeform 1309"/>
          <p:cNvSpPr/>
          <p:nvPr/>
        </p:nvSpPr>
        <p:spPr>
          <a:xfrm>
            <a:off x="9355975" y="790377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Freeform 1310"/>
          <p:cNvSpPr/>
          <p:nvPr/>
        </p:nvSpPr>
        <p:spPr>
          <a:xfrm>
            <a:off x="9359095" y="791138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8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Freeform 1311"/>
          <p:cNvSpPr/>
          <p:nvPr/>
        </p:nvSpPr>
        <p:spPr>
          <a:xfrm>
            <a:off x="9362214" y="791899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Freeform 1312"/>
          <p:cNvSpPr/>
          <p:nvPr/>
        </p:nvSpPr>
        <p:spPr>
          <a:xfrm>
            <a:off x="9365334" y="792660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Freeform 1313"/>
          <p:cNvSpPr/>
          <p:nvPr/>
        </p:nvSpPr>
        <p:spPr>
          <a:xfrm>
            <a:off x="9368453" y="793421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2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Freeform 1314"/>
          <p:cNvSpPr/>
          <p:nvPr/>
        </p:nvSpPr>
        <p:spPr>
          <a:xfrm>
            <a:off x="9371573" y="794183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Freeform 1315"/>
          <p:cNvSpPr/>
          <p:nvPr/>
        </p:nvSpPr>
        <p:spPr>
          <a:xfrm>
            <a:off x="9409763" y="803501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Freeform 1316"/>
          <p:cNvSpPr/>
          <p:nvPr/>
        </p:nvSpPr>
        <p:spPr>
          <a:xfrm>
            <a:off x="9412882" y="804262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8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Freeform 1317"/>
          <p:cNvSpPr/>
          <p:nvPr/>
        </p:nvSpPr>
        <p:spPr>
          <a:xfrm>
            <a:off x="9416002" y="805023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Freeform 1318"/>
          <p:cNvSpPr/>
          <p:nvPr/>
        </p:nvSpPr>
        <p:spPr>
          <a:xfrm>
            <a:off x="9419121" y="805784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2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Freeform 1319"/>
          <p:cNvSpPr/>
          <p:nvPr/>
        </p:nvSpPr>
        <p:spPr>
          <a:xfrm>
            <a:off x="9422241" y="806546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Freeform 1320"/>
          <p:cNvSpPr/>
          <p:nvPr/>
        </p:nvSpPr>
        <p:spPr>
          <a:xfrm>
            <a:off x="9425361" y="807307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Freeform 1321"/>
          <p:cNvSpPr/>
          <p:nvPr/>
        </p:nvSpPr>
        <p:spPr>
          <a:xfrm>
            <a:off x="9428480" y="808068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Freeform 1322"/>
          <p:cNvSpPr/>
          <p:nvPr/>
        </p:nvSpPr>
        <p:spPr>
          <a:xfrm>
            <a:off x="9431600" y="808829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8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Freeform 1323"/>
          <p:cNvSpPr/>
          <p:nvPr/>
        </p:nvSpPr>
        <p:spPr>
          <a:xfrm>
            <a:off x="9434719" y="809590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Freeform 1324"/>
          <p:cNvSpPr/>
          <p:nvPr/>
        </p:nvSpPr>
        <p:spPr>
          <a:xfrm>
            <a:off x="9437839" y="810351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2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Freeform 1325"/>
          <p:cNvSpPr/>
          <p:nvPr/>
        </p:nvSpPr>
        <p:spPr>
          <a:xfrm>
            <a:off x="9440958" y="811113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Freeform 1326"/>
          <p:cNvSpPr/>
          <p:nvPr/>
        </p:nvSpPr>
        <p:spPr>
          <a:xfrm>
            <a:off x="9444078" y="811874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Freeform 1327"/>
          <p:cNvSpPr/>
          <p:nvPr/>
        </p:nvSpPr>
        <p:spPr>
          <a:xfrm>
            <a:off x="9482268" y="821192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8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Freeform 1328"/>
          <p:cNvSpPr/>
          <p:nvPr/>
        </p:nvSpPr>
        <p:spPr>
          <a:xfrm>
            <a:off x="9485387" y="821953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Freeform 1329"/>
          <p:cNvSpPr/>
          <p:nvPr/>
        </p:nvSpPr>
        <p:spPr>
          <a:xfrm>
            <a:off x="9488507" y="822714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2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Freeform 1330"/>
          <p:cNvSpPr/>
          <p:nvPr/>
        </p:nvSpPr>
        <p:spPr>
          <a:xfrm>
            <a:off x="9491627" y="823476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Freeform 1331"/>
          <p:cNvSpPr/>
          <p:nvPr/>
        </p:nvSpPr>
        <p:spPr>
          <a:xfrm>
            <a:off x="9494746" y="824237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Freeform 1332"/>
          <p:cNvSpPr/>
          <p:nvPr/>
        </p:nvSpPr>
        <p:spPr>
          <a:xfrm>
            <a:off x="9497866" y="824998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Freeform 1333"/>
          <p:cNvSpPr/>
          <p:nvPr/>
        </p:nvSpPr>
        <p:spPr>
          <a:xfrm>
            <a:off x="9500985" y="825759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8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Freeform 1334"/>
          <p:cNvSpPr/>
          <p:nvPr/>
        </p:nvSpPr>
        <p:spPr>
          <a:xfrm>
            <a:off x="9504105" y="826520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Freeform 1335"/>
          <p:cNvSpPr/>
          <p:nvPr/>
        </p:nvSpPr>
        <p:spPr>
          <a:xfrm>
            <a:off x="9507224" y="827281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2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Freeform 1336"/>
          <p:cNvSpPr/>
          <p:nvPr/>
        </p:nvSpPr>
        <p:spPr>
          <a:xfrm>
            <a:off x="9510344" y="828043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Freeform 1337"/>
          <p:cNvSpPr/>
          <p:nvPr/>
        </p:nvSpPr>
        <p:spPr>
          <a:xfrm>
            <a:off x="9513463" y="828804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Freeform 1338"/>
          <p:cNvSpPr/>
          <p:nvPr/>
        </p:nvSpPr>
        <p:spPr>
          <a:xfrm>
            <a:off x="9516583" y="829565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Freeform 1339"/>
          <p:cNvSpPr/>
          <p:nvPr/>
        </p:nvSpPr>
        <p:spPr>
          <a:xfrm>
            <a:off x="9554773" y="838883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Freeform 1340"/>
          <p:cNvSpPr/>
          <p:nvPr/>
        </p:nvSpPr>
        <p:spPr>
          <a:xfrm>
            <a:off x="9557893" y="839644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2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Freeform 1341"/>
          <p:cNvSpPr/>
          <p:nvPr/>
        </p:nvSpPr>
        <p:spPr>
          <a:xfrm>
            <a:off x="9561012" y="840406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Freeform 1342"/>
          <p:cNvSpPr/>
          <p:nvPr/>
        </p:nvSpPr>
        <p:spPr>
          <a:xfrm>
            <a:off x="9564132" y="841167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Freeform 1343"/>
          <p:cNvSpPr/>
          <p:nvPr/>
        </p:nvSpPr>
        <p:spPr>
          <a:xfrm>
            <a:off x="9567251" y="841928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Freeform 1344"/>
          <p:cNvSpPr/>
          <p:nvPr/>
        </p:nvSpPr>
        <p:spPr>
          <a:xfrm>
            <a:off x="9570371" y="842689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8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Freeform 1345"/>
          <p:cNvSpPr/>
          <p:nvPr/>
        </p:nvSpPr>
        <p:spPr>
          <a:xfrm>
            <a:off x="9573490" y="843450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Freeform 1346"/>
          <p:cNvSpPr/>
          <p:nvPr/>
        </p:nvSpPr>
        <p:spPr>
          <a:xfrm>
            <a:off x="9576610" y="844211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2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Freeform 1347"/>
          <p:cNvSpPr/>
          <p:nvPr/>
        </p:nvSpPr>
        <p:spPr>
          <a:xfrm>
            <a:off x="9579729" y="844973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Freeform 1348"/>
          <p:cNvSpPr/>
          <p:nvPr/>
        </p:nvSpPr>
        <p:spPr>
          <a:xfrm>
            <a:off x="9582849" y="845734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Freeform 1349"/>
          <p:cNvSpPr/>
          <p:nvPr/>
        </p:nvSpPr>
        <p:spPr>
          <a:xfrm>
            <a:off x="9585969" y="846495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Freeform 1350"/>
          <p:cNvSpPr/>
          <p:nvPr/>
        </p:nvSpPr>
        <p:spPr>
          <a:xfrm>
            <a:off x="9589088" y="847256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8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Freeform 1351"/>
          <p:cNvSpPr/>
          <p:nvPr/>
        </p:nvSpPr>
        <p:spPr>
          <a:xfrm>
            <a:off x="9627278" y="856574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2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Freeform 1352"/>
          <p:cNvSpPr/>
          <p:nvPr/>
        </p:nvSpPr>
        <p:spPr>
          <a:xfrm>
            <a:off x="9630398" y="857336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Freeform 1353"/>
          <p:cNvSpPr/>
          <p:nvPr/>
        </p:nvSpPr>
        <p:spPr>
          <a:xfrm>
            <a:off x="9633517" y="858097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Freeform 1354"/>
          <p:cNvSpPr/>
          <p:nvPr/>
        </p:nvSpPr>
        <p:spPr>
          <a:xfrm>
            <a:off x="9636637" y="858858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Freeform 1355"/>
          <p:cNvSpPr/>
          <p:nvPr/>
        </p:nvSpPr>
        <p:spPr>
          <a:xfrm>
            <a:off x="9639756" y="859619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8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Freeform 1356"/>
          <p:cNvSpPr/>
          <p:nvPr/>
        </p:nvSpPr>
        <p:spPr>
          <a:xfrm>
            <a:off x="9642876" y="860380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Freeform 1357"/>
          <p:cNvSpPr/>
          <p:nvPr/>
        </p:nvSpPr>
        <p:spPr>
          <a:xfrm>
            <a:off x="9645995" y="861141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2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Freeform 1358"/>
          <p:cNvSpPr/>
          <p:nvPr/>
        </p:nvSpPr>
        <p:spPr>
          <a:xfrm>
            <a:off x="9649115" y="861903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Freeform 1359"/>
          <p:cNvSpPr/>
          <p:nvPr/>
        </p:nvSpPr>
        <p:spPr>
          <a:xfrm>
            <a:off x="9652235" y="862664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Freeform 1360"/>
          <p:cNvSpPr/>
          <p:nvPr/>
        </p:nvSpPr>
        <p:spPr>
          <a:xfrm>
            <a:off x="9655354" y="863425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Freeform 1361"/>
          <p:cNvSpPr/>
          <p:nvPr/>
        </p:nvSpPr>
        <p:spPr>
          <a:xfrm>
            <a:off x="9658474" y="864186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8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Freeform 1362"/>
          <p:cNvSpPr/>
          <p:nvPr/>
        </p:nvSpPr>
        <p:spPr>
          <a:xfrm>
            <a:off x="9661593" y="864947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Freeform 1363"/>
          <p:cNvSpPr/>
          <p:nvPr/>
        </p:nvSpPr>
        <p:spPr>
          <a:xfrm>
            <a:off x="9700046" y="874330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Freeform 1364"/>
          <p:cNvSpPr/>
          <p:nvPr/>
        </p:nvSpPr>
        <p:spPr>
          <a:xfrm>
            <a:off x="9703165" y="875091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Freeform 1365"/>
          <p:cNvSpPr/>
          <p:nvPr/>
        </p:nvSpPr>
        <p:spPr>
          <a:xfrm>
            <a:off x="9706285" y="875852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8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Freeform 1366"/>
          <p:cNvSpPr/>
          <p:nvPr/>
        </p:nvSpPr>
        <p:spPr>
          <a:xfrm>
            <a:off x="9709405" y="876613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Freeform 1367"/>
          <p:cNvSpPr/>
          <p:nvPr/>
        </p:nvSpPr>
        <p:spPr>
          <a:xfrm>
            <a:off x="9712524" y="877374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Freeform 1368"/>
          <p:cNvSpPr/>
          <p:nvPr/>
        </p:nvSpPr>
        <p:spPr>
          <a:xfrm>
            <a:off x="9715644" y="878135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2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Freeform 1369"/>
          <p:cNvSpPr/>
          <p:nvPr/>
        </p:nvSpPr>
        <p:spPr>
          <a:xfrm>
            <a:off x="9718763" y="878897"/>
            <a:ext cx="3120" cy="413139"/>
          </a:xfrm>
          <a:custGeom>
            <a:avLst/>
            <a:gdLst/>
            <a:ahLst/>
            <a:cxnLst/>
            <a:rect l="l" t="t" r="r" b="b"/>
            <a:pathLst>
              <a:path w="3120" h="413139">
                <a:moveTo>
                  <a:pt x="0" y="412378"/>
                </a:moveTo>
                <a:lnTo>
                  <a:pt x="3120" y="413139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06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Freeform 1370"/>
          <p:cNvSpPr/>
          <p:nvPr/>
        </p:nvSpPr>
        <p:spPr>
          <a:xfrm>
            <a:off x="9721883" y="879658"/>
            <a:ext cx="3119" cy="413139"/>
          </a:xfrm>
          <a:custGeom>
            <a:avLst/>
            <a:gdLst/>
            <a:ahLst/>
            <a:cxnLst/>
            <a:rect l="l" t="t" r="r" b="b"/>
            <a:pathLst>
              <a:path w="3119" h="413139">
                <a:moveTo>
                  <a:pt x="0" y="412378"/>
                </a:moveTo>
                <a:lnTo>
                  <a:pt x="3119" y="413139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D66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Freeform 1371"/>
          <p:cNvSpPr/>
          <p:nvPr/>
        </p:nvSpPr>
        <p:spPr>
          <a:xfrm>
            <a:off x="9725002" y="880419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8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C25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Freeform 1372"/>
          <p:cNvSpPr/>
          <p:nvPr/>
        </p:nvSpPr>
        <p:spPr>
          <a:xfrm>
            <a:off x="9152186" y="740652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Freeform 1373"/>
          <p:cNvSpPr/>
          <p:nvPr/>
        </p:nvSpPr>
        <p:spPr>
          <a:xfrm>
            <a:off x="9728122" y="881180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A5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Freeform 1374"/>
          <p:cNvSpPr/>
          <p:nvPr/>
        </p:nvSpPr>
        <p:spPr>
          <a:xfrm>
            <a:off x="9155634" y="741494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Freeform 1375"/>
          <p:cNvSpPr/>
          <p:nvPr/>
        </p:nvSpPr>
        <p:spPr>
          <a:xfrm>
            <a:off x="9731242" y="881941"/>
            <a:ext cx="3119" cy="413140"/>
          </a:xfrm>
          <a:custGeom>
            <a:avLst/>
            <a:gdLst/>
            <a:ahLst/>
            <a:cxnLst/>
            <a:rect l="l" t="t" r="r" b="b"/>
            <a:pathLst>
              <a:path w="3119" h="413140">
                <a:moveTo>
                  <a:pt x="0" y="412379"/>
                </a:moveTo>
                <a:lnTo>
                  <a:pt x="3119" y="413140"/>
                </a:lnTo>
                <a:lnTo>
                  <a:pt x="3119" y="761"/>
                </a:lnTo>
                <a:lnTo>
                  <a:pt x="0" y="0"/>
                </a:lnTo>
                <a:close/>
              </a:path>
            </a:pathLst>
          </a:custGeom>
          <a:solidFill>
            <a:srgbClr val="82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Freeform 1376"/>
          <p:cNvSpPr/>
          <p:nvPr/>
        </p:nvSpPr>
        <p:spPr>
          <a:xfrm>
            <a:off x="9159082" y="742335"/>
            <a:ext cx="3447" cy="413220"/>
          </a:xfrm>
          <a:custGeom>
            <a:avLst/>
            <a:gdLst/>
            <a:ahLst/>
            <a:cxnLst/>
            <a:rect l="l" t="t" r="r" b="b"/>
            <a:pathLst>
              <a:path w="3447" h="413220">
                <a:moveTo>
                  <a:pt x="0" y="412378"/>
                </a:moveTo>
                <a:lnTo>
                  <a:pt x="3447" y="413220"/>
                </a:lnTo>
                <a:lnTo>
                  <a:pt x="3447" y="841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Freeform 1377"/>
          <p:cNvSpPr/>
          <p:nvPr/>
        </p:nvSpPr>
        <p:spPr>
          <a:xfrm>
            <a:off x="9734361" y="882702"/>
            <a:ext cx="3120" cy="413140"/>
          </a:xfrm>
          <a:custGeom>
            <a:avLst/>
            <a:gdLst/>
            <a:ahLst/>
            <a:cxnLst/>
            <a:rect l="l" t="t" r="r" b="b"/>
            <a:pathLst>
              <a:path w="3120" h="413140">
                <a:moveTo>
                  <a:pt x="0" y="412379"/>
                </a:moveTo>
                <a:lnTo>
                  <a:pt x="3120" y="413140"/>
                </a:lnTo>
                <a:lnTo>
                  <a:pt x="3120" y="762"/>
                </a:lnTo>
                <a:lnTo>
                  <a:pt x="0" y="0"/>
                </a:lnTo>
                <a:close/>
              </a:path>
            </a:pathLst>
          </a:custGeom>
          <a:solidFill>
            <a:srgbClr val="5C2B21"/>
          </a:solidFill>
          <a:ln w="4445">
            <a:solidFill>
              <a:srgbClr val="351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Freeform 1378"/>
          <p:cNvSpPr/>
          <p:nvPr/>
        </p:nvSpPr>
        <p:spPr>
          <a:xfrm>
            <a:off x="9162529" y="743176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Freeform 1379"/>
          <p:cNvSpPr/>
          <p:nvPr/>
        </p:nvSpPr>
        <p:spPr>
          <a:xfrm>
            <a:off x="9165977" y="744018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Freeform 1380"/>
          <p:cNvSpPr/>
          <p:nvPr/>
        </p:nvSpPr>
        <p:spPr>
          <a:xfrm>
            <a:off x="9169425" y="744859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Freeform 1381"/>
          <p:cNvSpPr/>
          <p:nvPr/>
        </p:nvSpPr>
        <p:spPr>
          <a:xfrm>
            <a:off x="9172873" y="745700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Freeform 1382"/>
          <p:cNvSpPr/>
          <p:nvPr/>
        </p:nvSpPr>
        <p:spPr>
          <a:xfrm>
            <a:off x="9176321" y="746541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Freeform 1383"/>
          <p:cNvSpPr/>
          <p:nvPr/>
        </p:nvSpPr>
        <p:spPr>
          <a:xfrm>
            <a:off x="9179769" y="747383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Freeform 1384"/>
          <p:cNvSpPr/>
          <p:nvPr/>
        </p:nvSpPr>
        <p:spPr>
          <a:xfrm>
            <a:off x="9183217" y="748224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Freeform 1385"/>
          <p:cNvSpPr/>
          <p:nvPr/>
        </p:nvSpPr>
        <p:spPr>
          <a:xfrm>
            <a:off x="9186665" y="749065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Freeform 1386"/>
          <p:cNvSpPr/>
          <p:nvPr/>
        </p:nvSpPr>
        <p:spPr>
          <a:xfrm>
            <a:off x="9190113" y="749907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Freeform 1387"/>
          <p:cNvSpPr/>
          <p:nvPr/>
        </p:nvSpPr>
        <p:spPr>
          <a:xfrm>
            <a:off x="9224428" y="758279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Freeform 1388"/>
          <p:cNvSpPr/>
          <p:nvPr/>
        </p:nvSpPr>
        <p:spPr>
          <a:xfrm>
            <a:off x="9227876" y="759121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Freeform 1389"/>
          <p:cNvSpPr/>
          <p:nvPr/>
        </p:nvSpPr>
        <p:spPr>
          <a:xfrm>
            <a:off x="9231324" y="759962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Freeform 1390"/>
          <p:cNvSpPr/>
          <p:nvPr/>
        </p:nvSpPr>
        <p:spPr>
          <a:xfrm>
            <a:off x="9234772" y="760803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Freeform 1391"/>
          <p:cNvSpPr/>
          <p:nvPr/>
        </p:nvSpPr>
        <p:spPr>
          <a:xfrm>
            <a:off x="9238220" y="761645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Freeform 1392"/>
          <p:cNvSpPr/>
          <p:nvPr/>
        </p:nvSpPr>
        <p:spPr>
          <a:xfrm>
            <a:off x="9241668" y="762486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Freeform 1393"/>
          <p:cNvSpPr/>
          <p:nvPr/>
        </p:nvSpPr>
        <p:spPr>
          <a:xfrm>
            <a:off x="9245116" y="763327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Freeform 1394"/>
          <p:cNvSpPr/>
          <p:nvPr/>
        </p:nvSpPr>
        <p:spPr>
          <a:xfrm>
            <a:off x="9248564" y="764168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Freeform 1395"/>
          <p:cNvSpPr/>
          <p:nvPr/>
        </p:nvSpPr>
        <p:spPr>
          <a:xfrm>
            <a:off x="9252012" y="765010"/>
            <a:ext cx="3447" cy="413220"/>
          </a:xfrm>
          <a:custGeom>
            <a:avLst/>
            <a:gdLst/>
            <a:ahLst/>
            <a:cxnLst/>
            <a:rect l="l" t="t" r="r" b="b"/>
            <a:pathLst>
              <a:path w="3447" h="413220">
                <a:moveTo>
                  <a:pt x="0" y="412378"/>
                </a:moveTo>
                <a:lnTo>
                  <a:pt x="3447" y="413220"/>
                </a:lnTo>
                <a:lnTo>
                  <a:pt x="3447" y="841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Freeform 1396"/>
          <p:cNvSpPr/>
          <p:nvPr/>
        </p:nvSpPr>
        <p:spPr>
          <a:xfrm>
            <a:off x="9255459" y="765851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Freeform 1397"/>
          <p:cNvSpPr/>
          <p:nvPr/>
        </p:nvSpPr>
        <p:spPr>
          <a:xfrm>
            <a:off x="9258907" y="766692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Freeform 1398"/>
          <p:cNvSpPr/>
          <p:nvPr/>
        </p:nvSpPr>
        <p:spPr>
          <a:xfrm>
            <a:off x="9262355" y="767534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Freeform 1399"/>
          <p:cNvSpPr/>
          <p:nvPr/>
        </p:nvSpPr>
        <p:spPr>
          <a:xfrm>
            <a:off x="9296933" y="775971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Freeform 1400"/>
          <p:cNvSpPr/>
          <p:nvPr/>
        </p:nvSpPr>
        <p:spPr>
          <a:xfrm>
            <a:off x="9300381" y="776812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Freeform 1401"/>
          <p:cNvSpPr/>
          <p:nvPr/>
        </p:nvSpPr>
        <p:spPr>
          <a:xfrm>
            <a:off x="9303829" y="777653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Freeform 1402"/>
          <p:cNvSpPr/>
          <p:nvPr/>
        </p:nvSpPr>
        <p:spPr>
          <a:xfrm>
            <a:off x="9307277" y="778494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Freeform 1403"/>
          <p:cNvSpPr/>
          <p:nvPr/>
        </p:nvSpPr>
        <p:spPr>
          <a:xfrm>
            <a:off x="9310725" y="779336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Freeform 1404"/>
          <p:cNvSpPr/>
          <p:nvPr/>
        </p:nvSpPr>
        <p:spPr>
          <a:xfrm>
            <a:off x="9314173" y="780177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Freeform 1405"/>
          <p:cNvSpPr/>
          <p:nvPr/>
        </p:nvSpPr>
        <p:spPr>
          <a:xfrm>
            <a:off x="9317621" y="781018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Freeform 1406"/>
          <p:cNvSpPr/>
          <p:nvPr/>
        </p:nvSpPr>
        <p:spPr>
          <a:xfrm>
            <a:off x="9321069" y="781860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Freeform 1407"/>
          <p:cNvSpPr/>
          <p:nvPr/>
        </p:nvSpPr>
        <p:spPr>
          <a:xfrm>
            <a:off x="9324517" y="782701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Freeform 1408"/>
          <p:cNvSpPr/>
          <p:nvPr/>
        </p:nvSpPr>
        <p:spPr>
          <a:xfrm>
            <a:off x="9327965" y="783542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Freeform 1409"/>
          <p:cNvSpPr/>
          <p:nvPr/>
        </p:nvSpPr>
        <p:spPr>
          <a:xfrm>
            <a:off x="9331413" y="784384"/>
            <a:ext cx="3447" cy="413219"/>
          </a:xfrm>
          <a:custGeom>
            <a:avLst/>
            <a:gdLst/>
            <a:ahLst/>
            <a:cxnLst/>
            <a:rect l="l" t="t" r="r" b="b"/>
            <a:pathLst>
              <a:path w="3447" h="413219">
                <a:moveTo>
                  <a:pt x="0" y="412378"/>
                </a:moveTo>
                <a:lnTo>
                  <a:pt x="3447" y="413219"/>
                </a:lnTo>
                <a:lnTo>
                  <a:pt x="3447" y="841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Freeform 1410"/>
          <p:cNvSpPr/>
          <p:nvPr/>
        </p:nvSpPr>
        <p:spPr>
          <a:xfrm>
            <a:off x="9334860" y="785225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Freeform 1411"/>
          <p:cNvSpPr/>
          <p:nvPr/>
        </p:nvSpPr>
        <p:spPr>
          <a:xfrm>
            <a:off x="9369701" y="793726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Freeform 1412"/>
          <p:cNvSpPr/>
          <p:nvPr/>
        </p:nvSpPr>
        <p:spPr>
          <a:xfrm>
            <a:off x="9373149" y="794567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Freeform 1413"/>
          <p:cNvSpPr/>
          <p:nvPr/>
        </p:nvSpPr>
        <p:spPr>
          <a:xfrm>
            <a:off x="9376597" y="795408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Freeform 1414"/>
          <p:cNvSpPr/>
          <p:nvPr/>
        </p:nvSpPr>
        <p:spPr>
          <a:xfrm>
            <a:off x="9380045" y="796250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Freeform 1415"/>
          <p:cNvSpPr/>
          <p:nvPr/>
        </p:nvSpPr>
        <p:spPr>
          <a:xfrm>
            <a:off x="9383493" y="797091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Freeform 1416"/>
          <p:cNvSpPr/>
          <p:nvPr/>
        </p:nvSpPr>
        <p:spPr>
          <a:xfrm>
            <a:off x="9386941" y="797932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Freeform 1417"/>
          <p:cNvSpPr/>
          <p:nvPr/>
        </p:nvSpPr>
        <p:spPr>
          <a:xfrm>
            <a:off x="9390389" y="798774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Freeform 1418"/>
          <p:cNvSpPr/>
          <p:nvPr/>
        </p:nvSpPr>
        <p:spPr>
          <a:xfrm>
            <a:off x="9393837" y="799615"/>
            <a:ext cx="3447" cy="413220"/>
          </a:xfrm>
          <a:custGeom>
            <a:avLst/>
            <a:gdLst/>
            <a:ahLst/>
            <a:cxnLst/>
            <a:rect l="l" t="t" r="r" b="b"/>
            <a:pathLst>
              <a:path w="3447" h="413220">
                <a:moveTo>
                  <a:pt x="0" y="412378"/>
                </a:moveTo>
                <a:lnTo>
                  <a:pt x="3447" y="413220"/>
                </a:lnTo>
                <a:lnTo>
                  <a:pt x="3447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Freeform 1419"/>
          <p:cNvSpPr/>
          <p:nvPr/>
        </p:nvSpPr>
        <p:spPr>
          <a:xfrm>
            <a:off x="9397284" y="800456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Freeform 1420"/>
          <p:cNvSpPr/>
          <p:nvPr/>
        </p:nvSpPr>
        <p:spPr>
          <a:xfrm>
            <a:off x="9400732" y="801297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Freeform 1421"/>
          <p:cNvSpPr/>
          <p:nvPr/>
        </p:nvSpPr>
        <p:spPr>
          <a:xfrm>
            <a:off x="9404180" y="802139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Freeform 1422"/>
          <p:cNvSpPr/>
          <p:nvPr/>
        </p:nvSpPr>
        <p:spPr>
          <a:xfrm>
            <a:off x="9407628" y="802980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Freeform 1423"/>
          <p:cNvSpPr/>
          <p:nvPr/>
        </p:nvSpPr>
        <p:spPr>
          <a:xfrm>
            <a:off x="9442469" y="811481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Freeform 1424"/>
          <p:cNvSpPr/>
          <p:nvPr/>
        </p:nvSpPr>
        <p:spPr>
          <a:xfrm>
            <a:off x="9445917" y="812322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Freeform 1425"/>
          <p:cNvSpPr/>
          <p:nvPr/>
        </p:nvSpPr>
        <p:spPr>
          <a:xfrm>
            <a:off x="9449365" y="813164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Freeform 1426"/>
          <p:cNvSpPr/>
          <p:nvPr/>
        </p:nvSpPr>
        <p:spPr>
          <a:xfrm>
            <a:off x="9452813" y="814005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Freeform 1427"/>
          <p:cNvSpPr/>
          <p:nvPr/>
        </p:nvSpPr>
        <p:spPr>
          <a:xfrm>
            <a:off x="9456261" y="814846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Freeform 1428"/>
          <p:cNvSpPr/>
          <p:nvPr/>
        </p:nvSpPr>
        <p:spPr>
          <a:xfrm>
            <a:off x="9459709" y="815688"/>
            <a:ext cx="3447" cy="413219"/>
          </a:xfrm>
          <a:custGeom>
            <a:avLst/>
            <a:gdLst/>
            <a:ahLst/>
            <a:cxnLst/>
            <a:rect l="l" t="t" r="r" b="b"/>
            <a:pathLst>
              <a:path w="3447" h="413219">
                <a:moveTo>
                  <a:pt x="0" y="412378"/>
                </a:moveTo>
                <a:lnTo>
                  <a:pt x="3447" y="413219"/>
                </a:lnTo>
                <a:lnTo>
                  <a:pt x="3447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Freeform 1429"/>
          <p:cNvSpPr/>
          <p:nvPr/>
        </p:nvSpPr>
        <p:spPr>
          <a:xfrm>
            <a:off x="9463156" y="816529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Freeform 1430"/>
          <p:cNvSpPr/>
          <p:nvPr/>
        </p:nvSpPr>
        <p:spPr>
          <a:xfrm>
            <a:off x="9466604" y="817370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Freeform 1431"/>
          <p:cNvSpPr/>
          <p:nvPr/>
        </p:nvSpPr>
        <p:spPr>
          <a:xfrm>
            <a:off x="9470052" y="818211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Freeform 1432"/>
          <p:cNvSpPr/>
          <p:nvPr/>
        </p:nvSpPr>
        <p:spPr>
          <a:xfrm>
            <a:off x="9473500" y="819053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Freeform 1433"/>
          <p:cNvSpPr/>
          <p:nvPr/>
        </p:nvSpPr>
        <p:spPr>
          <a:xfrm>
            <a:off x="9476948" y="819894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Freeform 1434"/>
          <p:cNvSpPr/>
          <p:nvPr/>
        </p:nvSpPr>
        <p:spPr>
          <a:xfrm>
            <a:off x="9480396" y="820735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Freeform 1435"/>
          <p:cNvSpPr/>
          <p:nvPr/>
        </p:nvSpPr>
        <p:spPr>
          <a:xfrm>
            <a:off x="9514974" y="829172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Freeform 1436"/>
          <p:cNvSpPr/>
          <p:nvPr/>
        </p:nvSpPr>
        <p:spPr>
          <a:xfrm>
            <a:off x="9518422" y="830014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Freeform 1437"/>
          <p:cNvSpPr/>
          <p:nvPr/>
        </p:nvSpPr>
        <p:spPr>
          <a:xfrm>
            <a:off x="9521870" y="830855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Freeform 1438"/>
          <p:cNvSpPr/>
          <p:nvPr/>
        </p:nvSpPr>
        <p:spPr>
          <a:xfrm>
            <a:off x="9525318" y="831696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Freeform 1439"/>
          <p:cNvSpPr/>
          <p:nvPr/>
        </p:nvSpPr>
        <p:spPr>
          <a:xfrm>
            <a:off x="9528766" y="832537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Freeform 1440"/>
          <p:cNvSpPr/>
          <p:nvPr/>
        </p:nvSpPr>
        <p:spPr>
          <a:xfrm>
            <a:off x="9532214" y="833379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Freeform 1441"/>
          <p:cNvSpPr/>
          <p:nvPr/>
        </p:nvSpPr>
        <p:spPr>
          <a:xfrm>
            <a:off x="9535662" y="834220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Freeform 1442"/>
          <p:cNvSpPr/>
          <p:nvPr/>
        </p:nvSpPr>
        <p:spPr>
          <a:xfrm>
            <a:off x="9539110" y="835061"/>
            <a:ext cx="3447" cy="413220"/>
          </a:xfrm>
          <a:custGeom>
            <a:avLst/>
            <a:gdLst/>
            <a:ahLst/>
            <a:cxnLst/>
            <a:rect l="l" t="t" r="r" b="b"/>
            <a:pathLst>
              <a:path w="3447" h="413220">
                <a:moveTo>
                  <a:pt x="0" y="412379"/>
                </a:moveTo>
                <a:lnTo>
                  <a:pt x="3447" y="413220"/>
                </a:lnTo>
                <a:lnTo>
                  <a:pt x="3447" y="842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Freeform 1443"/>
          <p:cNvSpPr/>
          <p:nvPr/>
        </p:nvSpPr>
        <p:spPr>
          <a:xfrm>
            <a:off x="9542557" y="835903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Freeform 1444"/>
          <p:cNvSpPr/>
          <p:nvPr/>
        </p:nvSpPr>
        <p:spPr>
          <a:xfrm>
            <a:off x="9546005" y="836744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Freeform 1445"/>
          <p:cNvSpPr/>
          <p:nvPr/>
        </p:nvSpPr>
        <p:spPr>
          <a:xfrm>
            <a:off x="9549453" y="837585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Freeform 1446"/>
          <p:cNvSpPr/>
          <p:nvPr/>
        </p:nvSpPr>
        <p:spPr>
          <a:xfrm>
            <a:off x="9552901" y="838426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Freeform 1447"/>
          <p:cNvSpPr/>
          <p:nvPr/>
        </p:nvSpPr>
        <p:spPr>
          <a:xfrm>
            <a:off x="9587742" y="846928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Freeform 1448"/>
          <p:cNvSpPr/>
          <p:nvPr/>
        </p:nvSpPr>
        <p:spPr>
          <a:xfrm>
            <a:off x="9591190" y="847769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Freeform 1449"/>
          <p:cNvSpPr/>
          <p:nvPr/>
        </p:nvSpPr>
        <p:spPr>
          <a:xfrm>
            <a:off x="9594638" y="848610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Freeform 1450"/>
          <p:cNvSpPr/>
          <p:nvPr/>
        </p:nvSpPr>
        <p:spPr>
          <a:xfrm>
            <a:off x="9598086" y="849451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Freeform 1451"/>
          <p:cNvSpPr/>
          <p:nvPr/>
        </p:nvSpPr>
        <p:spPr>
          <a:xfrm>
            <a:off x="9601534" y="850293"/>
            <a:ext cx="3447" cy="413219"/>
          </a:xfrm>
          <a:custGeom>
            <a:avLst/>
            <a:gdLst/>
            <a:ahLst/>
            <a:cxnLst/>
            <a:rect l="l" t="t" r="r" b="b"/>
            <a:pathLst>
              <a:path w="3447" h="413219">
                <a:moveTo>
                  <a:pt x="0" y="412378"/>
                </a:moveTo>
                <a:lnTo>
                  <a:pt x="3447" y="413219"/>
                </a:lnTo>
                <a:lnTo>
                  <a:pt x="3447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Freeform 1452"/>
          <p:cNvSpPr/>
          <p:nvPr/>
        </p:nvSpPr>
        <p:spPr>
          <a:xfrm>
            <a:off x="9604981" y="851134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Freeform 1453"/>
          <p:cNvSpPr/>
          <p:nvPr/>
        </p:nvSpPr>
        <p:spPr>
          <a:xfrm>
            <a:off x="9608429" y="851975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Freeform 1454"/>
          <p:cNvSpPr/>
          <p:nvPr/>
        </p:nvSpPr>
        <p:spPr>
          <a:xfrm>
            <a:off x="9611877" y="852817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Freeform 1455"/>
          <p:cNvSpPr/>
          <p:nvPr/>
        </p:nvSpPr>
        <p:spPr>
          <a:xfrm>
            <a:off x="9615325" y="853658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Freeform 1456"/>
          <p:cNvSpPr/>
          <p:nvPr/>
        </p:nvSpPr>
        <p:spPr>
          <a:xfrm>
            <a:off x="9618773" y="854499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Freeform 1457"/>
          <p:cNvSpPr/>
          <p:nvPr/>
        </p:nvSpPr>
        <p:spPr>
          <a:xfrm>
            <a:off x="9622221" y="855340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Freeform 1458"/>
          <p:cNvSpPr/>
          <p:nvPr/>
        </p:nvSpPr>
        <p:spPr>
          <a:xfrm>
            <a:off x="9625669" y="856182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Freeform 1459"/>
          <p:cNvSpPr/>
          <p:nvPr/>
        </p:nvSpPr>
        <p:spPr>
          <a:xfrm>
            <a:off x="9660510" y="864683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Freeform 1460"/>
          <p:cNvSpPr/>
          <p:nvPr/>
        </p:nvSpPr>
        <p:spPr>
          <a:xfrm>
            <a:off x="9663958" y="865524"/>
            <a:ext cx="3447" cy="413220"/>
          </a:xfrm>
          <a:custGeom>
            <a:avLst/>
            <a:gdLst/>
            <a:ahLst/>
            <a:cxnLst/>
            <a:rect l="l" t="t" r="r" b="b"/>
            <a:pathLst>
              <a:path w="3447" h="413220">
                <a:moveTo>
                  <a:pt x="0" y="412379"/>
                </a:moveTo>
                <a:lnTo>
                  <a:pt x="3447" y="413220"/>
                </a:lnTo>
                <a:lnTo>
                  <a:pt x="3447" y="841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Freeform 1461"/>
          <p:cNvSpPr/>
          <p:nvPr/>
        </p:nvSpPr>
        <p:spPr>
          <a:xfrm>
            <a:off x="9667405" y="866365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Freeform 1462"/>
          <p:cNvSpPr/>
          <p:nvPr/>
        </p:nvSpPr>
        <p:spPr>
          <a:xfrm>
            <a:off x="9670853" y="867207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Freeform 1463"/>
          <p:cNvSpPr/>
          <p:nvPr/>
        </p:nvSpPr>
        <p:spPr>
          <a:xfrm>
            <a:off x="9674301" y="868048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Freeform 1464"/>
          <p:cNvSpPr/>
          <p:nvPr/>
        </p:nvSpPr>
        <p:spPr>
          <a:xfrm>
            <a:off x="9677749" y="868889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Freeform 1465"/>
          <p:cNvSpPr/>
          <p:nvPr/>
        </p:nvSpPr>
        <p:spPr>
          <a:xfrm>
            <a:off x="9681197" y="869731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Freeform 1466"/>
          <p:cNvSpPr/>
          <p:nvPr/>
        </p:nvSpPr>
        <p:spPr>
          <a:xfrm>
            <a:off x="9684645" y="870572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Freeform 1467"/>
          <p:cNvSpPr/>
          <p:nvPr/>
        </p:nvSpPr>
        <p:spPr>
          <a:xfrm>
            <a:off x="9688093" y="871413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Freeform 1468"/>
          <p:cNvSpPr/>
          <p:nvPr/>
        </p:nvSpPr>
        <p:spPr>
          <a:xfrm>
            <a:off x="9691541" y="872254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Freeform 1469"/>
          <p:cNvSpPr/>
          <p:nvPr/>
        </p:nvSpPr>
        <p:spPr>
          <a:xfrm>
            <a:off x="9694989" y="873096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Freeform 1470"/>
          <p:cNvSpPr/>
          <p:nvPr/>
        </p:nvSpPr>
        <p:spPr>
          <a:xfrm>
            <a:off x="9698437" y="873937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Freeform 1471"/>
          <p:cNvSpPr/>
          <p:nvPr/>
        </p:nvSpPr>
        <p:spPr>
          <a:xfrm>
            <a:off x="9733277" y="882438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Freeform 1472"/>
          <p:cNvSpPr/>
          <p:nvPr/>
        </p:nvSpPr>
        <p:spPr>
          <a:xfrm>
            <a:off x="9736725" y="883279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Freeform 1473"/>
          <p:cNvSpPr/>
          <p:nvPr/>
        </p:nvSpPr>
        <p:spPr>
          <a:xfrm>
            <a:off x="9740173" y="884121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Freeform 1474"/>
          <p:cNvSpPr/>
          <p:nvPr/>
        </p:nvSpPr>
        <p:spPr>
          <a:xfrm>
            <a:off x="9743621" y="884962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Freeform 1475"/>
          <p:cNvSpPr/>
          <p:nvPr/>
        </p:nvSpPr>
        <p:spPr>
          <a:xfrm>
            <a:off x="9747069" y="885803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Freeform 1476"/>
          <p:cNvSpPr/>
          <p:nvPr/>
        </p:nvSpPr>
        <p:spPr>
          <a:xfrm>
            <a:off x="9750517" y="886645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Freeform 1477"/>
          <p:cNvSpPr/>
          <p:nvPr/>
        </p:nvSpPr>
        <p:spPr>
          <a:xfrm>
            <a:off x="9753965" y="887486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Freeform 1478"/>
          <p:cNvSpPr/>
          <p:nvPr/>
        </p:nvSpPr>
        <p:spPr>
          <a:xfrm>
            <a:off x="9757413" y="888327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FFE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Freeform 1479"/>
          <p:cNvSpPr/>
          <p:nvPr/>
        </p:nvSpPr>
        <p:spPr>
          <a:xfrm>
            <a:off x="9760861" y="889168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EBC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Freeform 1480"/>
          <p:cNvSpPr/>
          <p:nvPr/>
        </p:nvSpPr>
        <p:spPr>
          <a:xfrm>
            <a:off x="9764309" y="890010"/>
            <a:ext cx="3448" cy="413219"/>
          </a:xfrm>
          <a:custGeom>
            <a:avLst/>
            <a:gdLst/>
            <a:ahLst/>
            <a:cxnLst/>
            <a:rect l="l" t="t" r="r" b="b"/>
            <a:pathLst>
              <a:path w="3448" h="413219">
                <a:moveTo>
                  <a:pt x="0" y="412378"/>
                </a:moveTo>
                <a:lnTo>
                  <a:pt x="3448" y="413219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C8A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Freeform 1481"/>
          <p:cNvSpPr/>
          <p:nvPr/>
        </p:nvSpPr>
        <p:spPr>
          <a:xfrm>
            <a:off x="9767757" y="890851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8"/>
                </a:moveTo>
                <a:lnTo>
                  <a:pt x="3448" y="413220"/>
                </a:lnTo>
                <a:lnTo>
                  <a:pt x="3448" y="841"/>
                </a:lnTo>
                <a:lnTo>
                  <a:pt x="0" y="0"/>
                </a:lnTo>
                <a:close/>
              </a:path>
            </a:pathLst>
          </a:custGeom>
          <a:solidFill>
            <a:srgbClr val="9E8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Freeform 1482"/>
          <p:cNvSpPr/>
          <p:nvPr/>
        </p:nvSpPr>
        <p:spPr>
          <a:xfrm>
            <a:off x="9771205" y="891692"/>
            <a:ext cx="3448" cy="413220"/>
          </a:xfrm>
          <a:custGeom>
            <a:avLst/>
            <a:gdLst/>
            <a:ahLst/>
            <a:cxnLst/>
            <a:rect l="l" t="t" r="r" b="b"/>
            <a:pathLst>
              <a:path w="3448" h="413220">
                <a:moveTo>
                  <a:pt x="0" y="412379"/>
                </a:moveTo>
                <a:lnTo>
                  <a:pt x="3448" y="413220"/>
                </a:lnTo>
                <a:lnTo>
                  <a:pt x="3448" y="842"/>
                </a:lnTo>
                <a:lnTo>
                  <a:pt x="0" y="0"/>
                </a:lnTo>
                <a:close/>
              </a:path>
            </a:pathLst>
          </a:custGeom>
          <a:solidFill>
            <a:srgbClr val="6F601B"/>
          </a:solidFill>
          <a:ln w="4445">
            <a:solidFill>
              <a:srgbClr val="403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Freeform 1483"/>
          <p:cNvSpPr/>
          <p:nvPr/>
        </p:nvSpPr>
        <p:spPr>
          <a:xfrm>
            <a:off x="8897301" y="325152"/>
            <a:ext cx="1686898" cy="706618"/>
          </a:xfrm>
          <a:custGeom>
            <a:avLst/>
            <a:gdLst/>
            <a:ahLst/>
            <a:cxnLst/>
            <a:rect l="l" t="t" r="r" b="b"/>
            <a:pathLst>
              <a:path w="1686898" h="706618">
                <a:moveTo>
                  <a:pt x="0" y="353309"/>
                </a:moveTo>
                <a:lnTo>
                  <a:pt x="1465665" y="706618"/>
                </a:lnTo>
                <a:lnTo>
                  <a:pt x="1501846" y="678348"/>
                </a:lnTo>
                <a:lnTo>
                  <a:pt x="1534977" y="649418"/>
                </a:lnTo>
                <a:lnTo>
                  <a:pt x="1564989" y="619887"/>
                </a:lnTo>
                <a:lnTo>
                  <a:pt x="1591822" y="589814"/>
                </a:lnTo>
                <a:lnTo>
                  <a:pt x="1615421" y="559261"/>
                </a:lnTo>
                <a:lnTo>
                  <a:pt x="1635739" y="528289"/>
                </a:lnTo>
                <a:lnTo>
                  <a:pt x="1652734" y="496962"/>
                </a:lnTo>
                <a:lnTo>
                  <a:pt x="1666372" y="465342"/>
                </a:lnTo>
                <a:lnTo>
                  <a:pt x="1676624" y="433496"/>
                </a:lnTo>
                <a:lnTo>
                  <a:pt x="1683471" y="401486"/>
                </a:lnTo>
                <a:lnTo>
                  <a:pt x="1686898" y="369379"/>
                </a:lnTo>
                <a:lnTo>
                  <a:pt x="1686898" y="337239"/>
                </a:lnTo>
                <a:lnTo>
                  <a:pt x="1683471" y="305131"/>
                </a:lnTo>
                <a:lnTo>
                  <a:pt x="1676624" y="273122"/>
                </a:lnTo>
                <a:lnTo>
                  <a:pt x="1666372" y="241275"/>
                </a:lnTo>
                <a:lnTo>
                  <a:pt x="1652734" y="209656"/>
                </a:lnTo>
                <a:lnTo>
                  <a:pt x="1635739" y="178329"/>
                </a:lnTo>
                <a:lnTo>
                  <a:pt x="1615421" y="147357"/>
                </a:lnTo>
                <a:lnTo>
                  <a:pt x="1591822" y="116804"/>
                </a:lnTo>
                <a:lnTo>
                  <a:pt x="1564989" y="86731"/>
                </a:lnTo>
                <a:lnTo>
                  <a:pt x="1534977" y="57199"/>
                </a:lnTo>
                <a:lnTo>
                  <a:pt x="1501846" y="28270"/>
                </a:lnTo>
                <a:lnTo>
                  <a:pt x="1465665" y="0"/>
                </a:lnTo>
                <a:lnTo>
                  <a:pt x="0" y="353309"/>
                </a:lnTo>
                <a:close/>
              </a:path>
            </a:pathLst>
          </a:custGeom>
          <a:solidFill>
            <a:srgbClr val="D4A830"/>
          </a:solidFill>
          <a:ln w="1143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Freeform 1484"/>
          <p:cNvSpPr/>
          <p:nvPr/>
        </p:nvSpPr>
        <p:spPr>
          <a:xfrm>
            <a:off x="8897301" y="459193"/>
            <a:ext cx="898644" cy="438536"/>
          </a:xfrm>
          <a:custGeom>
            <a:avLst/>
            <a:gdLst/>
            <a:ahLst/>
            <a:cxnLst/>
            <a:rect l="l" t="t" r="r" b="b"/>
            <a:pathLst>
              <a:path w="898644" h="438536">
                <a:moveTo>
                  <a:pt x="0" y="219268"/>
                </a:moveTo>
                <a:lnTo>
                  <a:pt x="898644" y="438536"/>
                </a:lnTo>
                <a:lnTo>
                  <a:pt x="898644" y="0"/>
                </a:lnTo>
                <a:lnTo>
                  <a:pt x="0" y="219268"/>
                </a:lnTo>
                <a:close/>
              </a:path>
            </a:pathLst>
          </a:custGeom>
          <a:solidFill>
            <a:srgbClr val="C49E34"/>
          </a:solidFill>
          <a:ln w="1143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Freeform 1485"/>
          <p:cNvSpPr/>
          <p:nvPr/>
        </p:nvSpPr>
        <p:spPr>
          <a:xfrm>
            <a:off x="8897301" y="613032"/>
            <a:ext cx="268152" cy="130858"/>
          </a:xfrm>
          <a:custGeom>
            <a:avLst/>
            <a:gdLst/>
            <a:ahLst/>
            <a:cxnLst/>
            <a:rect l="l" t="t" r="r" b="b"/>
            <a:pathLst>
              <a:path w="268152" h="130858">
                <a:moveTo>
                  <a:pt x="0" y="65429"/>
                </a:moveTo>
                <a:lnTo>
                  <a:pt x="268152" y="130858"/>
                </a:lnTo>
                <a:lnTo>
                  <a:pt x="268152" y="0"/>
                </a:lnTo>
                <a:lnTo>
                  <a:pt x="0" y="65429"/>
                </a:lnTo>
                <a:close/>
              </a:path>
            </a:pathLst>
          </a:custGeom>
          <a:solidFill>
            <a:srgbClr val="D7DCE8"/>
          </a:solidFill>
          <a:ln w="1143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Freeform 1486"/>
          <p:cNvSpPr/>
          <p:nvPr/>
        </p:nvSpPr>
        <p:spPr>
          <a:xfrm>
            <a:off x="9192028" y="70494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1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Freeform 1487"/>
          <p:cNvSpPr/>
          <p:nvPr/>
        </p:nvSpPr>
        <p:spPr>
          <a:xfrm>
            <a:off x="9192028" y="66941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3"/>
                </a:lnTo>
                <a:lnTo>
                  <a:pt x="8781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Freeform 1488"/>
          <p:cNvSpPr/>
          <p:nvPr/>
        </p:nvSpPr>
        <p:spPr>
          <a:xfrm>
            <a:off x="9192028" y="63388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Freeform 1489"/>
          <p:cNvSpPr/>
          <p:nvPr/>
        </p:nvSpPr>
        <p:spPr>
          <a:xfrm>
            <a:off x="9264830" y="722704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Freeform 1490"/>
          <p:cNvSpPr/>
          <p:nvPr/>
        </p:nvSpPr>
        <p:spPr>
          <a:xfrm>
            <a:off x="9264830" y="68717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Freeform 1491"/>
          <p:cNvSpPr/>
          <p:nvPr/>
        </p:nvSpPr>
        <p:spPr>
          <a:xfrm>
            <a:off x="9264830" y="65165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Freeform 1492"/>
          <p:cNvSpPr/>
          <p:nvPr/>
        </p:nvSpPr>
        <p:spPr>
          <a:xfrm>
            <a:off x="9264830" y="61612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Freeform 1493"/>
          <p:cNvSpPr/>
          <p:nvPr/>
        </p:nvSpPr>
        <p:spPr>
          <a:xfrm>
            <a:off x="9337631" y="74046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1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Freeform 1494"/>
          <p:cNvSpPr/>
          <p:nvPr/>
        </p:nvSpPr>
        <p:spPr>
          <a:xfrm>
            <a:off x="9337631" y="70494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1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Freeform 1495"/>
          <p:cNvSpPr/>
          <p:nvPr/>
        </p:nvSpPr>
        <p:spPr>
          <a:xfrm>
            <a:off x="9337631" y="66941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3"/>
                </a:lnTo>
                <a:lnTo>
                  <a:pt x="8781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Freeform 1496"/>
          <p:cNvSpPr/>
          <p:nvPr/>
        </p:nvSpPr>
        <p:spPr>
          <a:xfrm>
            <a:off x="9337631" y="63388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Freeform 1497"/>
          <p:cNvSpPr/>
          <p:nvPr/>
        </p:nvSpPr>
        <p:spPr>
          <a:xfrm>
            <a:off x="9337631" y="59836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Freeform 1498"/>
          <p:cNvSpPr/>
          <p:nvPr/>
        </p:nvSpPr>
        <p:spPr>
          <a:xfrm>
            <a:off x="9410433" y="758231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Freeform 1499"/>
          <p:cNvSpPr/>
          <p:nvPr/>
        </p:nvSpPr>
        <p:spPr>
          <a:xfrm>
            <a:off x="9410433" y="722704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Freeform 1500"/>
          <p:cNvSpPr/>
          <p:nvPr/>
        </p:nvSpPr>
        <p:spPr>
          <a:xfrm>
            <a:off x="9410433" y="68717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Freeform 1501"/>
          <p:cNvSpPr/>
          <p:nvPr/>
        </p:nvSpPr>
        <p:spPr>
          <a:xfrm>
            <a:off x="9410433" y="65165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Freeform 1502"/>
          <p:cNvSpPr/>
          <p:nvPr/>
        </p:nvSpPr>
        <p:spPr>
          <a:xfrm>
            <a:off x="9410433" y="61612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Freeform 1503"/>
          <p:cNvSpPr/>
          <p:nvPr/>
        </p:nvSpPr>
        <p:spPr>
          <a:xfrm>
            <a:off x="9410433" y="580596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Freeform 1504"/>
          <p:cNvSpPr/>
          <p:nvPr/>
        </p:nvSpPr>
        <p:spPr>
          <a:xfrm>
            <a:off x="9483234" y="775994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1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Freeform 1505"/>
          <p:cNvSpPr/>
          <p:nvPr/>
        </p:nvSpPr>
        <p:spPr>
          <a:xfrm>
            <a:off x="9483234" y="74046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1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Freeform 1506"/>
          <p:cNvSpPr/>
          <p:nvPr/>
        </p:nvSpPr>
        <p:spPr>
          <a:xfrm>
            <a:off x="9483234" y="70494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1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Freeform 1507"/>
          <p:cNvSpPr/>
          <p:nvPr/>
        </p:nvSpPr>
        <p:spPr>
          <a:xfrm>
            <a:off x="9483234" y="66941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3"/>
                </a:lnTo>
                <a:lnTo>
                  <a:pt x="8781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Freeform 1508"/>
          <p:cNvSpPr/>
          <p:nvPr/>
        </p:nvSpPr>
        <p:spPr>
          <a:xfrm>
            <a:off x="9483234" y="63388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Freeform 1509"/>
          <p:cNvSpPr/>
          <p:nvPr/>
        </p:nvSpPr>
        <p:spPr>
          <a:xfrm>
            <a:off x="9483234" y="59836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Freeform 1510"/>
          <p:cNvSpPr/>
          <p:nvPr/>
        </p:nvSpPr>
        <p:spPr>
          <a:xfrm>
            <a:off x="9483234" y="56283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Freeform 1511"/>
          <p:cNvSpPr/>
          <p:nvPr/>
        </p:nvSpPr>
        <p:spPr>
          <a:xfrm>
            <a:off x="9556036" y="793758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Freeform 1512"/>
          <p:cNvSpPr/>
          <p:nvPr/>
        </p:nvSpPr>
        <p:spPr>
          <a:xfrm>
            <a:off x="9556036" y="758231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Freeform 1513"/>
          <p:cNvSpPr/>
          <p:nvPr/>
        </p:nvSpPr>
        <p:spPr>
          <a:xfrm>
            <a:off x="9556036" y="722704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Freeform 1514"/>
          <p:cNvSpPr/>
          <p:nvPr/>
        </p:nvSpPr>
        <p:spPr>
          <a:xfrm>
            <a:off x="9556036" y="68717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Freeform 1515"/>
          <p:cNvSpPr/>
          <p:nvPr/>
        </p:nvSpPr>
        <p:spPr>
          <a:xfrm>
            <a:off x="9556036" y="65165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Freeform 1516"/>
          <p:cNvSpPr/>
          <p:nvPr/>
        </p:nvSpPr>
        <p:spPr>
          <a:xfrm>
            <a:off x="9556036" y="61612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Freeform 1517"/>
          <p:cNvSpPr/>
          <p:nvPr/>
        </p:nvSpPr>
        <p:spPr>
          <a:xfrm>
            <a:off x="9556036" y="580596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Freeform 1518"/>
          <p:cNvSpPr/>
          <p:nvPr/>
        </p:nvSpPr>
        <p:spPr>
          <a:xfrm>
            <a:off x="9556036" y="545069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Freeform 1519"/>
          <p:cNvSpPr/>
          <p:nvPr/>
        </p:nvSpPr>
        <p:spPr>
          <a:xfrm>
            <a:off x="9628837" y="811521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Freeform 1520"/>
          <p:cNvSpPr/>
          <p:nvPr/>
        </p:nvSpPr>
        <p:spPr>
          <a:xfrm>
            <a:off x="9628837" y="775994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Freeform 1521"/>
          <p:cNvSpPr/>
          <p:nvPr/>
        </p:nvSpPr>
        <p:spPr>
          <a:xfrm>
            <a:off x="9628837" y="74046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Freeform 1522"/>
          <p:cNvSpPr/>
          <p:nvPr/>
        </p:nvSpPr>
        <p:spPr>
          <a:xfrm>
            <a:off x="9628837" y="70494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Freeform 1523"/>
          <p:cNvSpPr/>
          <p:nvPr/>
        </p:nvSpPr>
        <p:spPr>
          <a:xfrm>
            <a:off x="9628837" y="66941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3"/>
                </a:lnTo>
                <a:lnTo>
                  <a:pt x="8780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Freeform 1524"/>
          <p:cNvSpPr/>
          <p:nvPr/>
        </p:nvSpPr>
        <p:spPr>
          <a:xfrm>
            <a:off x="9628837" y="63388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Freeform 1525"/>
          <p:cNvSpPr/>
          <p:nvPr/>
        </p:nvSpPr>
        <p:spPr>
          <a:xfrm>
            <a:off x="9628837" y="59836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Freeform 1526"/>
          <p:cNvSpPr/>
          <p:nvPr/>
        </p:nvSpPr>
        <p:spPr>
          <a:xfrm>
            <a:off x="9628837" y="56283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Freeform 1527"/>
          <p:cNvSpPr/>
          <p:nvPr/>
        </p:nvSpPr>
        <p:spPr>
          <a:xfrm>
            <a:off x="9628837" y="527306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Freeform 1528"/>
          <p:cNvSpPr/>
          <p:nvPr/>
        </p:nvSpPr>
        <p:spPr>
          <a:xfrm>
            <a:off x="9701639" y="829285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Freeform 1529"/>
          <p:cNvSpPr/>
          <p:nvPr/>
        </p:nvSpPr>
        <p:spPr>
          <a:xfrm>
            <a:off x="9701639" y="793758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Freeform 1530"/>
          <p:cNvSpPr/>
          <p:nvPr/>
        </p:nvSpPr>
        <p:spPr>
          <a:xfrm>
            <a:off x="9701639" y="758231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Freeform 1531"/>
          <p:cNvSpPr/>
          <p:nvPr/>
        </p:nvSpPr>
        <p:spPr>
          <a:xfrm>
            <a:off x="9701639" y="722704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Freeform 1532"/>
          <p:cNvSpPr/>
          <p:nvPr/>
        </p:nvSpPr>
        <p:spPr>
          <a:xfrm>
            <a:off x="9701639" y="68717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Freeform 1533"/>
          <p:cNvSpPr/>
          <p:nvPr/>
        </p:nvSpPr>
        <p:spPr>
          <a:xfrm>
            <a:off x="9701639" y="65165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Freeform 1534"/>
          <p:cNvSpPr/>
          <p:nvPr/>
        </p:nvSpPr>
        <p:spPr>
          <a:xfrm>
            <a:off x="9701639" y="61612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Freeform 1535"/>
          <p:cNvSpPr/>
          <p:nvPr/>
        </p:nvSpPr>
        <p:spPr>
          <a:xfrm>
            <a:off x="9701639" y="580596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Freeform 1536"/>
          <p:cNvSpPr/>
          <p:nvPr/>
        </p:nvSpPr>
        <p:spPr>
          <a:xfrm>
            <a:off x="9701639" y="545069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Freeform 1537"/>
          <p:cNvSpPr/>
          <p:nvPr/>
        </p:nvSpPr>
        <p:spPr>
          <a:xfrm>
            <a:off x="9701639" y="509542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3" y="1137"/>
                </a:moveTo>
                <a:lnTo>
                  <a:pt x="5281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Freeform 1538"/>
          <p:cNvSpPr/>
          <p:nvPr/>
        </p:nvSpPr>
        <p:spPr>
          <a:xfrm>
            <a:off x="9216296" y="722704"/>
            <a:ext cx="43061" cy="18178"/>
          </a:xfrm>
          <a:custGeom>
            <a:avLst/>
            <a:gdLst/>
            <a:ahLst/>
            <a:cxnLst/>
            <a:rect l="l" t="t" r="r" b="b"/>
            <a:pathLst>
              <a:path w="43061" h="18178">
                <a:moveTo>
                  <a:pt x="10773" y="1137"/>
                </a:moveTo>
                <a:lnTo>
                  <a:pt x="5281" y="3049"/>
                </a:lnTo>
                <a:lnTo>
                  <a:pt x="1555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1" y="8043"/>
                </a:lnTo>
                <a:lnTo>
                  <a:pt x="41125" y="5149"/>
                </a:lnTo>
                <a:lnTo>
                  <a:pt x="37071" y="2678"/>
                </a:lnTo>
                <a:lnTo>
                  <a:pt x="31339" y="897"/>
                </a:lnTo>
                <a:lnTo>
                  <a:pt x="24548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Freeform 1539"/>
          <p:cNvSpPr/>
          <p:nvPr/>
        </p:nvSpPr>
        <p:spPr>
          <a:xfrm>
            <a:off x="9216296" y="687177"/>
            <a:ext cx="43061" cy="18178"/>
          </a:xfrm>
          <a:custGeom>
            <a:avLst/>
            <a:gdLst/>
            <a:ahLst/>
            <a:cxnLst/>
            <a:rect l="l" t="t" r="r" b="b"/>
            <a:pathLst>
              <a:path w="43061" h="18178">
                <a:moveTo>
                  <a:pt x="10773" y="1137"/>
                </a:moveTo>
                <a:lnTo>
                  <a:pt x="5281" y="3049"/>
                </a:lnTo>
                <a:lnTo>
                  <a:pt x="1555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1" y="8043"/>
                </a:lnTo>
                <a:lnTo>
                  <a:pt x="41125" y="5149"/>
                </a:lnTo>
                <a:lnTo>
                  <a:pt x="37071" y="2678"/>
                </a:lnTo>
                <a:lnTo>
                  <a:pt x="31339" y="898"/>
                </a:lnTo>
                <a:lnTo>
                  <a:pt x="24548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Freeform 1540"/>
          <p:cNvSpPr/>
          <p:nvPr/>
        </p:nvSpPr>
        <p:spPr>
          <a:xfrm>
            <a:off x="9216296" y="651650"/>
            <a:ext cx="43061" cy="18178"/>
          </a:xfrm>
          <a:custGeom>
            <a:avLst/>
            <a:gdLst/>
            <a:ahLst/>
            <a:cxnLst/>
            <a:rect l="l" t="t" r="r" b="b"/>
            <a:pathLst>
              <a:path w="43061" h="18178">
                <a:moveTo>
                  <a:pt x="10773" y="1137"/>
                </a:moveTo>
                <a:lnTo>
                  <a:pt x="5281" y="3049"/>
                </a:lnTo>
                <a:lnTo>
                  <a:pt x="1555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1" y="8043"/>
                </a:lnTo>
                <a:lnTo>
                  <a:pt x="41125" y="5149"/>
                </a:lnTo>
                <a:lnTo>
                  <a:pt x="37071" y="2678"/>
                </a:lnTo>
                <a:lnTo>
                  <a:pt x="31339" y="898"/>
                </a:lnTo>
                <a:lnTo>
                  <a:pt x="24548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Freeform 1541"/>
          <p:cNvSpPr/>
          <p:nvPr/>
        </p:nvSpPr>
        <p:spPr>
          <a:xfrm>
            <a:off x="9216296" y="616123"/>
            <a:ext cx="43061" cy="18178"/>
          </a:xfrm>
          <a:custGeom>
            <a:avLst/>
            <a:gdLst/>
            <a:ahLst/>
            <a:cxnLst/>
            <a:rect l="l" t="t" r="r" b="b"/>
            <a:pathLst>
              <a:path w="43061" h="18178">
                <a:moveTo>
                  <a:pt x="10773" y="1137"/>
                </a:moveTo>
                <a:lnTo>
                  <a:pt x="5281" y="3049"/>
                </a:lnTo>
                <a:lnTo>
                  <a:pt x="1555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70" y="11045"/>
                </a:lnTo>
                <a:lnTo>
                  <a:pt x="43061" y="8043"/>
                </a:lnTo>
                <a:lnTo>
                  <a:pt x="41125" y="5149"/>
                </a:lnTo>
                <a:lnTo>
                  <a:pt x="37071" y="2678"/>
                </a:lnTo>
                <a:lnTo>
                  <a:pt x="31339" y="898"/>
                </a:lnTo>
                <a:lnTo>
                  <a:pt x="24548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Freeform 1542"/>
          <p:cNvSpPr/>
          <p:nvPr/>
        </p:nvSpPr>
        <p:spPr>
          <a:xfrm>
            <a:off x="9289097" y="74046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Freeform 1543"/>
          <p:cNvSpPr/>
          <p:nvPr/>
        </p:nvSpPr>
        <p:spPr>
          <a:xfrm>
            <a:off x="9289097" y="70494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Freeform 1544"/>
          <p:cNvSpPr/>
          <p:nvPr/>
        </p:nvSpPr>
        <p:spPr>
          <a:xfrm>
            <a:off x="9289097" y="66941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3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Freeform 1545"/>
          <p:cNvSpPr/>
          <p:nvPr/>
        </p:nvSpPr>
        <p:spPr>
          <a:xfrm>
            <a:off x="9289097" y="63388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Freeform 1546"/>
          <p:cNvSpPr/>
          <p:nvPr/>
        </p:nvSpPr>
        <p:spPr>
          <a:xfrm>
            <a:off x="9289097" y="59836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Freeform 1547"/>
          <p:cNvSpPr/>
          <p:nvPr/>
        </p:nvSpPr>
        <p:spPr>
          <a:xfrm>
            <a:off x="9361899" y="758231"/>
            <a:ext cx="43061" cy="18178"/>
          </a:xfrm>
          <a:custGeom>
            <a:avLst/>
            <a:gdLst/>
            <a:ahLst/>
            <a:cxnLst/>
            <a:rect l="l" t="t" r="r" b="b"/>
            <a:pathLst>
              <a:path w="43061" h="18178">
                <a:moveTo>
                  <a:pt x="10773" y="1137"/>
                </a:moveTo>
                <a:lnTo>
                  <a:pt x="5281" y="3048"/>
                </a:lnTo>
                <a:lnTo>
                  <a:pt x="1555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69" y="11045"/>
                </a:lnTo>
                <a:lnTo>
                  <a:pt x="43061" y="8042"/>
                </a:lnTo>
                <a:lnTo>
                  <a:pt x="41125" y="5149"/>
                </a:lnTo>
                <a:lnTo>
                  <a:pt x="37071" y="2678"/>
                </a:lnTo>
                <a:lnTo>
                  <a:pt x="31339" y="897"/>
                </a:lnTo>
                <a:lnTo>
                  <a:pt x="24548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Freeform 1548"/>
          <p:cNvSpPr/>
          <p:nvPr/>
        </p:nvSpPr>
        <p:spPr>
          <a:xfrm>
            <a:off x="9361899" y="722704"/>
            <a:ext cx="43061" cy="18178"/>
          </a:xfrm>
          <a:custGeom>
            <a:avLst/>
            <a:gdLst/>
            <a:ahLst/>
            <a:cxnLst/>
            <a:rect l="l" t="t" r="r" b="b"/>
            <a:pathLst>
              <a:path w="43061" h="18178">
                <a:moveTo>
                  <a:pt x="10773" y="1137"/>
                </a:moveTo>
                <a:lnTo>
                  <a:pt x="5281" y="3049"/>
                </a:lnTo>
                <a:lnTo>
                  <a:pt x="1555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69" y="11045"/>
                </a:lnTo>
                <a:lnTo>
                  <a:pt x="43061" y="8043"/>
                </a:lnTo>
                <a:lnTo>
                  <a:pt x="41125" y="5149"/>
                </a:lnTo>
                <a:lnTo>
                  <a:pt x="37071" y="2678"/>
                </a:lnTo>
                <a:lnTo>
                  <a:pt x="31339" y="897"/>
                </a:lnTo>
                <a:lnTo>
                  <a:pt x="24548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Freeform 1549"/>
          <p:cNvSpPr/>
          <p:nvPr/>
        </p:nvSpPr>
        <p:spPr>
          <a:xfrm>
            <a:off x="9361899" y="687177"/>
            <a:ext cx="43061" cy="18178"/>
          </a:xfrm>
          <a:custGeom>
            <a:avLst/>
            <a:gdLst/>
            <a:ahLst/>
            <a:cxnLst/>
            <a:rect l="l" t="t" r="r" b="b"/>
            <a:pathLst>
              <a:path w="43061" h="18178">
                <a:moveTo>
                  <a:pt x="10773" y="1137"/>
                </a:moveTo>
                <a:lnTo>
                  <a:pt x="5281" y="3049"/>
                </a:lnTo>
                <a:lnTo>
                  <a:pt x="1555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2" y="13831"/>
                </a:lnTo>
                <a:lnTo>
                  <a:pt x="42669" y="11045"/>
                </a:lnTo>
                <a:lnTo>
                  <a:pt x="43061" y="8043"/>
                </a:lnTo>
                <a:lnTo>
                  <a:pt x="41125" y="5149"/>
                </a:lnTo>
                <a:lnTo>
                  <a:pt x="37071" y="2678"/>
                </a:lnTo>
                <a:lnTo>
                  <a:pt x="31339" y="898"/>
                </a:lnTo>
                <a:lnTo>
                  <a:pt x="24548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Freeform 1550"/>
          <p:cNvSpPr/>
          <p:nvPr/>
        </p:nvSpPr>
        <p:spPr>
          <a:xfrm>
            <a:off x="9361899" y="651650"/>
            <a:ext cx="43061" cy="18178"/>
          </a:xfrm>
          <a:custGeom>
            <a:avLst/>
            <a:gdLst/>
            <a:ahLst/>
            <a:cxnLst/>
            <a:rect l="l" t="t" r="r" b="b"/>
            <a:pathLst>
              <a:path w="43061" h="18178">
                <a:moveTo>
                  <a:pt x="10773" y="1137"/>
                </a:moveTo>
                <a:lnTo>
                  <a:pt x="5281" y="3049"/>
                </a:lnTo>
                <a:lnTo>
                  <a:pt x="1555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69" y="11045"/>
                </a:lnTo>
                <a:lnTo>
                  <a:pt x="43061" y="8043"/>
                </a:lnTo>
                <a:lnTo>
                  <a:pt x="41125" y="5149"/>
                </a:lnTo>
                <a:lnTo>
                  <a:pt x="37071" y="2678"/>
                </a:lnTo>
                <a:lnTo>
                  <a:pt x="31339" y="898"/>
                </a:lnTo>
                <a:lnTo>
                  <a:pt x="24548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Freeform 1551"/>
          <p:cNvSpPr/>
          <p:nvPr/>
        </p:nvSpPr>
        <p:spPr>
          <a:xfrm>
            <a:off x="9361899" y="616123"/>
            <a:ext cx="43061" cy="18178"/>
          </a:xfrm>
          <a:custGeom>
            <a:avLst/>
            <a:gdLst/>
            <a:ahLst/>
            <a:cxnLst/>
            <a:rect l="l" t="t" r="r" b="b"/>
            <a:pathLst>
              <a:path w="43061" h="18178">
                <a:moveTo>
                  <a:pt x="10773" y="1137"/>
                </a:moveTo>
                <a:lnTo>
                  <a:pt x="5281" y="3049"/>
                </a:lnTo>
                <a:lnTo>
                  <a:pt x="1555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69" y="11045"/>
                </a:lnTo>
                <a:lnTo>
                  <a:pt x="43061" y="8043"/>
                </a:lnTo>
                <a:lnTo>
                  <a:pt x="41125" y="5149"/>
                </a:lnTo>
                <a:lnTo>
                  <a:pt x="37071" y="2678"/>
                </a:lnTo>
                <a:lnTo>
                  <a:pt x="31339" y="898"/>
                </a:lnTo>
                <a:lnTo>
                  <a:pt x="24548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Freeform 1552"/>
          <p:cNvSpPr/>
          <p:nvPr/>
        </p:nvSpPr>
        <p:spPr>
          <a:xfrm>
            <a:off x="9361899" y="580596"/>
            <a:ext cx="43061" cy="18178"/>
          </a:xfrm>
          <a:custGeom>
            <a:avLst/>
            <a:gdLst/>
            <a:ahLst/>
            <a:cxnLst/>
            <a:rect l="l" t="t" r="r" b="b"/>
            <a:pathLst>
              <a:path w="43061" h="18178">
                <a:moveTo>
                  <a:pt x="10773" y="1137"/>
                </a:moveTo>
                <a:lnTo>
                  <a:pt x="5281" y="3049"/>
                </a:lnTo>
                <a:lnTo>
                  <a:pt x="1555" y="5610"/>
                </a:lnTo>
                <a:lnTo>
                  <a:pt x="0" y="8544"/>
                </a:lnTo>
                <a:lnTo>
                  <a:pt x="782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5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2" y="13831"/>
                </a:lnTo>
                <a:lnTo>
                  <a:pt x="42669" y="11045"/>
                </a:lnTo>
                <a:lnTo>
                  <a:pt x="43061" y="8043"/>
                </a:lnTo>
                <a:lnTo>
                  <a:pt x="41125" y="5149"/>
                </a:lnTo>
                <a:lnTo>
                  <a:pt x="37071" y="2678"/>
                </a:lnTo>
                <a:lnTo>
                  <a:pt x="31339" y="898"/>
                </a:lnTo>
                <a:lnTo>
                  <a:pt x="24548" y="0"/>
                </a:lnTo>
                <a:lnTo>
                  <a:pt x="17436" y="83"/>
                </a:lnTo>
                <a:lnTo>
                  <a:pt x="10773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Freeform 1553"/>
          <p:cNvSpPr/>
          <p:nvPr/>
        </p:nvSpPr>
        <p:spPr>
          <a:xfrm>
            <a:off x="9434700" y="775994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Freeform 1554"/>
          <p:cNvSpPr/>
          <p:nvPr/>
        </p:nvSpPr>
        <p:spPr>
          <a:xfrm>
            <a:off x="9434700" y="74046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Freeform 1555"/>
          <p:cNvSpPr/>
          <p:nvPr/>
        </p:nvSpPr>
        <p:spPr>
          <a:xfrm>
            <a:off x="9434700" y="70494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Freeform 1556"/>
          <p:cNvSpPr/>
          <p:nvPr/>
        </p:nvSpPr>
        <p:spPr>
          <a:xfrm>
            <a:off x="9434700" y="66941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3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Freeform 1557"/>
          <p:cNvSpPr/>
          <p:nvPr/>
        </p:nvSpPr>
        <p:spPr>
          <a:xfrm>
            <a:off x="9434700" y="63388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Freeform 1558"/>
          <p:cNvSpPr/>
          <p:nvPr/>
        </p:nvSpPr>
        <p:spPr>
          <a:xfrm>
            <a:off x="9434700" y="59836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Freeform 1559"/>
          <p:cNvSpPr/>
          <p:nvPr/>
        </p:nvSpPr>
        <p:spPr>
          <a:xfrm>
            <a:off x="9434700" y="56283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Freeform 1560"/>
          <p:cNvSpPr/>
          <p:nvPr/>
        </p:nvSpPr>
        <p:spPr>
          <a:xfrm>
            <a:off x="9507501" y="793758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Freeform 1561"/>
          <p:cNvSpPr/>
          <p:nvPr/>
        </p:nvSpPr>
        <p:spPr>
          <a:xfrm>
            <a:off x="9507501" y="758231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Freeform 1562"/>
          <p:cNvSpPr/>
          <p:nvPr/>
        </p:nvSpPr>
        <p:spPr>
          <a:xfrm>
            <a:off x="9507501" y="722704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Freeform 1563"/>
          <p:cNvSpPr/>
          <p:nvPr/>
        </p:nvSpPr>
        <p:spPr>
          <a:xfrm>
            <a:off x="9507501" y="68717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Freeform 1564"/>
          <p:cNvSpPr/>
          <p:nvPr/>
        </p:nvSpPr>
        <p:spPr>
          <a:xfrm>
            <a:off x="9507501" y="65165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Freeform 1565"/>
          <p:cNvSpPr/>
          <p:nvPr/>
        </p:nvSpPr>
        <p:spPr>
          <a:xfrm>
            <a:off x="9507501" y="61612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Freeform 1566"/>
          <p:cNvSpPr/>
          <p:nvPr/>
        </p:nvSpPr>
        <p:spPr>
          <a:xfrm>
            <a:off x="9507501" y="580596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Freeform 1567"/>
          <p:cNvSpPr/>
          <p:nvPr/>
        </p:nvSpPr>
        <p:spPr>
          <a:xfrm>
            <a:off x="9507501" y="545069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Freeform 1568"/>
          <p:cNvSpPr/>
          <p:nvPr/>
        </p:nvSpPr>
        <p:spPr>
          <a:xfrm>
            <a:off x="9580303" y="811521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Freeform 1569"/>
          <p:cNvSpPr/>
          <p:nvPr/>
        </p:nvSpPr>
        <p:spPr>
          <a:xfrm>
            <a:off x="9580303" y="775994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Freeform 1570"/>
          <p:cNvSpPr/>
          <p:nvPr/>
        </p:nvSpPr>
        <p:spPr>
          <a:xfrm>
            <a:off x="9580303" y="74046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Freeform 1571"/>
          <p:cNvSpPr/>
          <p:nvPr/>
        </p:nvSpPr>
        <p:spPr>
          <a:xfrm>
            <a:off x="9580303" y="70494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Freeform 1572"/>
          <p:cNvSpPr/>
          <p:nvPr/>
        </p:nvSpPr>
        <p:spPr>
          <a:xfrm>
            <a:off x="9580303" y="66941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3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Freeform 1573"/>
          <p:cNvSpPr/>
          <p:nvPr/>
        </p:nvSpPr>
        <p:spPr>
          <a:xfrm>
            <a:off x="9580303" y="63388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Freeform 1574"/>
          <p:cNvSpPr/>
          <p:nvPr/>
        </p:nvSpPr>
        <p:spPr>
          <a:xfrm>
            <a:off x="9580303" y="59836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Freeform 1575"/>
          <p:cNvSpPr/>
          <p:nvPr/>
        </p:nvSpPr>
        <p:spPr>
          <a:xfrm>
            <a:off x="9580303" y="56283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Freeform 1576"/>
          <p:cNvSpPr/>
          <p:nvPr/>
        </p:nvSpPr>
        <p:spPr>
          <a:xfrm>
            <a:off x="9580303" y="527306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Freeform 1577"/>
          <p:cNvSpPr/>
          <p:nvPr/>
        </p:nvSpPr>
        <p:spPr>
          <a:xfrm>
            <a:off x="9653104" y="829285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Freeform 1578"/>
          <p:cNvSpPr/>
          <p:nvPr/>
        </p:nvSpPr>
        <p:spPr>
          <a:xfrm>
            <a:off x="9653104" y="793758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Freeform 1579"/>
          <p:cNvSpPr/>
          <p:nvPr/>
        </p:nvSpPr>
        <p:spPr>
          <a:xfrm>
            <a:off x="9653104" y="758231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Freeform 1580"/>
          <p:cNvSpPr/>
          <p:nvPr/>
        </p:nvSpPr>
        <p:spPr>
          <a:xfrm>
            <a:off x="9653104" y="722704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Freeform 1581"/>
          <p:cNvSpPr/>
          <p:nvPr/>
        </p:nvSpPr>
        <p:spPr>
          <a:xfrm>
            <a:off x="9653104" y="68717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1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Freeform 1582"/>
          <p:cNvSpPr/>
          <p:nvPr/>
        </p:nvSpPr>
        <p:spPr>
          <a:xfrm>
            <a:off x="9653104" y="65165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Freeform 1583"/>
          <p:cNvSpPr/>
          <p:nvPr/>
        </p:nvSpPr>
        <p:spPr>
          <a:xfrm>
            <a:off x="9653104" y="61612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Freeform 1584"/>
          <p:cNvSpPr/>
          <p:nvPr/>
        </p:nvSpPr>
        <p:spPr>
          <a:xfrm>
            <a:off x="9653104" y="580596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Freeform 1585"/>
          <p:cNvSpPr/>
          <p:nvPr/>
        </p:nvSpPr>
        <p:spPr>
          <a:xfrm>
            <a:off x="9653104" y="545069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7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40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Freeform 1586"/>
          <p:cNvSpPr/>
          <p:nvPr/>
        </p:nvSpPr>
        <p:spPr>
          <a:xfrm>
            <a:off x="9653104" y="509542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20" y="14252"/>
                </a:lnTo>
                <a:lnTo>
                  <a:pt x="8781" y="16408"/>
                </a:lnTo>
                <a:lnTo>
                  <a:pt x="15129" y="17765"/>
                </a:lnTo>
                <a:lnTo>
                  <a:pt x="22176" y="18178"/>
                </a:lnTo>
                <a:lnTo>
                  <a:pt x="29159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9"/>
                </a:lnTo>
                <a:lnTo>
                  <a:pt x="31340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Freeform 1587"/>
          <p:cNvSpPr/>
          <p:nvPr/>
        </p:nvSpPr>
        <p:spPr>
          <a:xfrm>
            <a:off x="9725906" y="847048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Freeform 1588"/>
          <p:cNvSpPr/>
          <p:nvPr/>
        </p:nvSpPr>
        <p:spPr>
          <a:xfrm>
            <a:off x="9725906" y="811521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0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49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Freeform 1589"/>
          <p:cNvSpPr/>
          <p:nvPr/>
        </p:nvSpPr>
        <p:spPr>
          <a:xfrm>
            <a:off x="9725906" y="775994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Freeform 1590"/>
          <p:cNvSpPr/>
          <p:nvPr/>
        </p:nvSpPr>
        <p:spPr>
          <a:xfrm>
            <a:off x="9725906" y="74046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8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Freeform 1591"/>
          <p:cNvSpPr/>
          <p:nvPr/>
        </p:nvSpPr>
        <p:spPr>
          <a:xfrm>
            <a:off x="9725906" y="70494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Freeform 1592"/>
          <p:cNvSpPr/>
          <p:nvPr/>
        </p:nvSpPr>
        <p:spPr>
          <a:xfrm>
            <a:off x="9725906" y="66941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8"/>
                </a:moveTo>
                <a:lnTo>
                  <a:pt x="5282" y="3049"/>
                </a:lnTo>
                <a:lnTo>
                  <a:pt x="1556" y="5611"/>
                </a:lnTo>
                <a:lnTo>
                  <a:pt x="0" y="8545"/>
                </a:lnTo>
                <a:lnTo>
                  <a:pt x="783" y="11533"/>
                </a:lnTo>
                <a:lnTo>
                  <a:pt x="3819" y="14253"/>
                </a:lnTo>
                <a:lnTo>
                  <a:pt x="8780" y="16408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2"/>
                </a:lnTo>
                <a:lnTo>
                  <a:pt x="35320" y="16099"/>
                </a:lnTo>
                <a:lnTo>
                  <a:pt x="39993" y="13831"/>
                </a:lnTo>
                <a:lnTo>
                  <a:pt x="42670" y="11045"/>
                </a:lnTo>
                <a:lnTo>
                  <a:pt x="43062" y="8043"/>
                </a:lnTo>
                <a:lnTo>
                  <a:pt x="41126" y="5150"/>
                </a:lnTo>
                <a:lnTo>
                  <a:pt x="37072" y="2679"/>
                </a:lnTo>
                <a:lnTo>
                  <a:pt x="31339" y="898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8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Freeform 1593"/>
          <p:cNvSpPr/>
          <p:nvPr/>
        </p:nvSpPr>
        <p:spPr>
          <a:xfrm>
            <a:off x="9725906" y="633887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Freeform 1594"/>
          <p:cNvSpPr/>
          <p:nvPr/>
        </p:nvSpPr>
        <p:spPr>
          <a:xfrm>
            <a:off x="9725906" y="598360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4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Freeform 1595"/>
          <p:cNvSpPr/>
          <p:nvPr/>
        </p:nvSpPr>
        <p:spPr>
          <a:xfrm>
            <a:off x="9725906" y="562833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2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2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Freeform 1596"/>
          <p:cNvSpPr/>
          <p:nvPr/>
        </p:nvSpPr>
        <p:spPr>
          <a:xfrm>
            <a:off x="9725906" y="527306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Freeform 1597"/>
          <p:cNvSpPr/>
          <p:nvPr/>
        </p:nvSpPr>
        <p:spPr>
          <a:xfrm>
            <a:off x="9725906" y="491779"/>
            <a:ext cx="43062" cy="18178"/>
          </a:xfrm>
          <a:custGeom>
            <a:avLst/>
            <a:gdLst/>
            <a:ahLst/>
            <a:cxnLst/>
            <a:rect l="l" t="t" r="r" b="b"/>
            <a:pathLst>
              <a:path w="43062" h="18178">
                <a:moveTo>
                  <a:pt x="10774" y="1137"/>
                </a:moveTo>
                <a:lnTo>
                  <a:pt x="5282" y="3048"/>
                </a:lnTo>
                <a:lnTo>
                  <a:pt x="1556" y="5610"/>
                </a:lnTo>
                <a:lnTo>
                  <a:pt x="0" y="8544"/>
                </a:lnTo>
                <a:lnTo>
                  <a:pt x="783" y="11533"/>
                </a:lnTo>
                <a:lnTo>
                  <a:pt x="3819" y="14252"/>
                </a:lnTo>
                <a:lnTo>
                  <a:pt x="8780" y="16407"/>
                </a:lnTo>
                <a:lnTo>
                  <a:pt x="15128" y="17765"/>
                </a:lnTo>
                <a:lnTo>
                  <a:pt x="22176" y="18178"/>
                </a:lnTo>
                <a:lnTo>
                  <a:pt x="29158" y="17601"/>
                </a:lnTo>
                <a:lnTo>
                  <a:pt x="35320" y="16098"/>
                </a:lnTo>
                <a:lnTo>
                  <a:pt x="39993" y="13830"/>
                </a:lnTo>
                <a:lnTo>
                  <a:pt x="42670" y="11045"/>
                </a:lnTo>
                <a:lnTo>
                  <a:pt x="43062" y="8042"/>
                </a:lnTo>
                <a:lnTo>
                  <a:pt x="41126" y="5149"/>
                </a:lnTo>
                <a:lnTo>
                  <a:pt x="37072" y="2678"/>
                </a:lnTo>
                <a:lnTo>
                  <a:pt x="31339" y="897"/>
                </a:lnTo>
                <a:lnTo>
                  <a:pt x="24549" y="0"/>
                </a:lnTo>
                <a:lnTo>
                  <a:pt x="17437" y="83"/>
                </a:lnTo>
                <a:lnTo>
                  <a:pt x="10774" y="1137"/>
                </a:lnTo>
                <a:close/>
              </a:path>
            </a:pathLst>
          </a:custGeom>
          <a:solidFill>
            <a:srgbClr val="AC3E30"/>
          </a:solidFill>
          <a:ln w="3175">
            <a:solidFill>
              <a:srgbClr val="6B3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Freeform 1598"/>
          <p:cNvSpPr/>
          <p:nvPr/>
        </p:nvSpPr>
        <p:spPr>
          <a:xfrm>
            <a:off x="9165490" y="721752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8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Freeform 1599"/>
          <p:cNvSpPr/>
          <p:nvPr/>
        </p:nvSpPr>
        <p:spPr>
          <a:xfrm>
            <a:off x="9165490" y="686225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8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Freeform 1600"/>
          <p:cNvSpPr/>
          <p:nvPr/>
        </p:nvSpPr>
        <p:spPr>
          <a:xfrm>
            <a:off x="9165490" y="650698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8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Freeform 1601"/>
          <p:cNvSpPr/>
          <p:nvPr/>
        </p:nvSpPr>
        <p:spPr>
          <a:xfrm>
            <a:off x="9165490" y="615171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8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Freeform 1602"/>
          <p:cNvSpPr/>
          <p:nvPr/>
        </p:nvSpPr>
        <p:spPr>
          <a:xfrm>
            <a:off x="9238291" y="739515"/>
            <a:ext cx="47595" cy="20091"/>
          </a:xfrm>
          <a:custGeom>
            <a:avLst/>
            <a:gdLst/>
            <a:ahLst/>
            <a:cxnLst/>
            <a:rect l="l" t="t" r="r" b="b"/>
            <a:pathLst>
              <a:path w="47595" h="20091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5" y="18134"/>
                </a:lnTo>
                <a:lnTo>
                  <a:pt x="16721" y="19635"/>
                </a:lnTo>
                <a:lnTo>
                  <a:pt x="24510" y="20091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7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Freeform 1603"/>
          <p:cNvSpPr/>
          <p:nvPr/>
        </p:nvSpPr>
        <p:spPr>
          <a:xfrm>
            <a:off x="9238291" y="703988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5" y="18134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Freeform 1604"/>
          <p:cNvSpPr/>
          <p:nvPr/>
        </p:nvSpPr>
        <p:spPr>
          <a:xfrm>
            <a:off x="9238291" y="668461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5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Freeform 1605"/>
          <p:cNvSpPr/>
          <p:nvPr/>
        </p:nvSpPr>
        <p:spPr>
          <a:xfrm>
            <a:off x="9238291" y="632934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5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Freeform 1606"/>
          <p:cNvSpPr/>
          <p:nvPr/>
        </p:nvSpPr>
        <p:spPr>
          <a:xfrm>
            <a:off x="9238291" y="597407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5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Freeform 1607"/>
          <p:cNvSpPr/>
          <p:nvPr/>
        </p:nvSpPr>
        <p:spPr>
          <a:xfrm>
            <a:off x="9311093" y="757278"/>
            <a:ext cx="47594" cy="20092"/>
          </a:xfrm>
          <a:custGeom>
            <a:avLst/>
            <a:gdLst/>
            <a:ahLst/>
            <a:cxnLst/>
            <a:rect l="l" t="t" r="r" b="b"/>
            <a:pathLst>
              <a:path w="47594" h="20092">
                <a:moveTo>
                  <a:pt x="11907" y="1257"/>
                </a:moveTo>
                <a:lnTo>
                  <a:pt x="5837" y="3370"/>
                </a:lnTo>
                <a:lnTo>
                  <a:pt x="1719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0" y="19635"/>
                </a:lnTo>
                <a:lnTo>
                  <a:pt x="24510" y="20092"/>
                </a:lnTo>
                <a:lnTo>
                  <a:pt x="32227" y="19455"/>
                </a:lnTo>
                <a:lnTo>
                  <a:pt x="39037" y="17793"/>
                </a:lnTo>
                <a:lnTo>
                  <a:pt x="44202" y="15287"/>
                </a:lnTo>
                <a:lnTo>
                  <a:pt x="47161" y="12208"/>
                </a:lnTo>
                <a:lnTo>
                  <a:pt x="47594" y="8890"/>
                </a:lnTo>
                <a:lnTo>
                  <a:pt x="45455" y="5692"/>
                </a:lnTo>
                <a:lnTo>
                  <a:pt x="40974" y="2961"/>
                </a:lnTo>
                <a:lnTo>
                  <a:pt x="34638" y="993"/>
                </a:lnTo>
                <a:lnTo>
                  <a:pt x="27132" y="0"/>
                </a:lnTo>
                <a:lnTo>
                  <a:pt x="19272" y="92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Freeform 1608"/>
          <p:cNvSpPr/>
          <p:nvPr/>
        </p:nvSpPr>
        <p:spPr>
          <a:xfrm>
            <a:off x="9311093" y="721752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Freeform 1609"/>
          <p:cNvSpPr/>
          <p:nvPr/>
        </p:nvSpPr>
        <p:spPr>
          <a:xfrm>
            <a:off x="9311093" y="686225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Freeform 1610"/>
          <p:cNvSpPr/>
          <p:nvPr/>
        </p:nvSpPr>
        <p:spPr>
          <a:xfrm>
            <a:off x="9311093" y="650698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Freeform 1611"/>
          <p:cNvSpPr/>
          <p:nvPr/>
        </p:nvSpPr>
        <p:spPr>
          <a:xfrm>
            <a:off x="9311093" y="615171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Freeform 1612"/>
          <p:cNvSpPr/>
          <p:nvPr/>
        </p:nvSpPr>
        <p:spPr>
          <a:xfrm>
            <a:off x="9311093" y="579644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1"/>
                </a:lnTo>
                <a:lnTo>
                  <a:pt x="0" y="9443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Freeform 1613"/>
          <p:cNvSpPr/>
          <p:nvPr/>
        </p:nvSpPr>
        <p:spPr>
          <a:xfrm>
            <a:off x="9383894" y="775042"/>
            <a:ext cx="47595" cy="20091"/>
          </a:xfrm>
          <a:custGeom>
            <a:avLst/>
            <a:gdLst/>
            <a:ahLst/>
            <a:cxnLst/>
            <a:rect l="l" t="t" r="r" b="b"/>
            <a:pathLst>
              <a:path w="47595" h="20091">
                <a:moveTo>
                  <a:pt x="11908" y="1257"/>
                </a:moveTo>
                <a:lnTo>
                  <a:pt x="5838" y="3369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1" y="19635"/>
                </a:lnTo>
                <a:lnTo>
                  <a:pt x="24510" y="20091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6"/>
                </a:lnTo>
                <a:lnTo>
                  <a:pt x="47162" y="12207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1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Freeform 1614"/>
          <p:cNvSpPr/>
          <p:nvPr/>
        </p:nvSpPr>
        <p:spPr>
          <a:xfrm>
            <a:off x="9383894" y="739515"/>
            <a:ext cx="47595" cy="20091"/>
          </a:xfrm>
          <a:custGeom>
            <a:avLst/>
            <a:gdLst/>
            <a:ahLst/>
            <a:cxnLst/>
            <a:rect l="l" t="t" r="r" b="b"/>
            <a:pathLst>
              <a:path w="47595" h="20091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1" y="19635"/>
                </a:lnTo>
                <a:lnTo>
                  <a:pt x="24510" y="20091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7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Freeform 1615"/>
          <p:cNvSpPr/>
          <p:nvPr/>
        </p:nvSpPr>
        <p:spPr>
          <a:xfrm>
            <a:off x="9383894" y="703988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Freeform 1616"/>
          <p:cNvSpPr/>
          <p:nvPr/>
        </p:nvSpPr>
        <p:spPr>
          <a:xfrm>
            <a:off x="9383894" y="668461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Freeform 1617"/>
          <p:cNvSpPr/>
          <p:nvPr/>
        </p:nvSpPr>
        <p:spPr>
          <a:xfrm>
            <a:off x="9383894" y="632934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Freeform 1618"/>
          <p:cNvSpPr/>
          <p:nvPr/>
        </p:nvSpPr>
        <p:spPr>
          <a:xfrm>
            <a:off x="9383894" y="597407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Freeform 1619"/>
          <p:cNvSpPr/>
          <p:nvPr/>
        </p:nvSpPr>
        <p:spPr>
          <a:xfrm>
            <a:off x="9383894" y="561880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2"/>
                </a:lnTo>
                <a:lnTo>
                  <a:pt x="40974" y="2961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Freeform 1620"/>
          <p:cNvSpPr/>
          <p:nvPr/>
        </p:nvSpPr>
        <p:spPr>
          <a:xfrm>
            <a:off x="9456696" y="792805"/>
            <a:ext cx="47594" cy="20092"/>
          </a:xfrm>
          <a:custGeom>
            <a:avLst/>
            <a:gdLst/>
            <a:ahLst/>
            <a:cxnLst/>
            <a:rect l="l" t="t" r="r" b="b"/>
            <a:pathLst>
              <a:path w="47594" h="20092">
                <a:moveTo>
                  <a:pt x="11907" y="1257"/>
                </a:moveTo>
                <a:lnTo>
                  <a:pt x="5837" y="3370"/>
                </a:lnTo>
                <a:lnTo>
                  <a:pt x="1719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0" y="19635"/>
                </a:lnTo>
                <a:lnTo>
                  <a:pt x="24510" y="20092"/>
                </a:lnTo>
                <a:lnTo>
                  <a:pt x="32227" y="19455"/>
                </a:lnTo>
                <a:lnTo>
                  <a:pt x="39037" y="17793"/>
                </a:lnTo>
                <a:lnTo>
                  <a:pt x="44202" y="15287"/>
                </a:lnTo>
                <a:lnTo>
                  <a:pt x="47161" y="12208"/>
                </a:lnTo>
                <a:lnTo>
                  <a:pt x="47594" y="8890"/>
                </a:lnTo>
                <a:lnTo>
                  <a:pt x="45455" y="5692"/>
                </a:lnTo>
                <a:lnTo>
                  <a:pt x="40974" y="2961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2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Freeform 1621"/>
          <p:cNvSpPr/>
          <p:nvPr/>
        </p:nvSpPr>
        <p:spPr>
          <a:xfrm>
            <a:off x="9456696" y="757278"/>
            <a:ext cx="47594" cy="20092"/>
          </a:xfrm>
          <a:custGeom>
            <a:avLst/>
            <a:gdLst/>
            <a:ahLst/>
            <a:cxnLst/>
            <a:rect l="l" t="t" r="r" b="b"/>
            <a:pathLst>
              <a:path w="47594" h="20092">
                <a:moveTo>
                  <a:pt x="11907" y="1257"/>
                </a:moveTo>
                <a:lnTo>
                  <a:pt x="5837" y="3370"/>
                </a:lnTo>
                <a:lnTo>
                  <a:pt x="1719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0" y="19635"/>
                </a:lnTo>
                <a:lnTo>
                  <a:pt x="24510" y="20092"/>
                </a:lnTo>
                <a:lnTo>
                  <a:pt x="32227" y="19455"/>
                </a:lnTo>
                <a:lnTo>
                  <a:pt x="39037" y="17793"/>
                </a:lnTo>
                <a:lnTo>
                  <a:pt x="44202" y="15287"/>
                </a:lnTo>
                <a:lnTo>
                  <a:pt x="47161" y="12208"/>
                </a:lnTo>
                <a:lnTo>
                  <a:pt x="47594" y="8890"/>
                </a:lnTo>
                <a:lnTo>
                  <a:pt x="45455" y="5692"/>
                </a:lnTo>
                <a:lnTo>
                  <a:pt x="40974" y="2961"/>
                </a:lnTo>
                <a:lnTo>
                  <a:pt x="34638" y="993"/>
                </a:lnTo>
                <a:lnTo>
                  <a:pt x="27132" y="0"/>
                </a:lnTo>
                <a:lnTo>
                  <a:pt x="19272" y="92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Freeform 1622"/>
          <p:cNvSpPr/>
          <p:nvPr/>
        </p:nvSpPr>
        <p:spPr>
          <a:xfrm>
            <a:off x="9456696" y="721752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Freeform 1623"/>
          <p:cNvSpPr/>
          <p:nvPr/>
        </p:nvSpPr>
        <p:spPr>
          <a:xfrm>
            <a:off x="9456696" y="686225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Freeform 1624"/>
          <p:cNvSpPr/>
          <p:nvPr/>
        </p:nvSpPr>
        <p:spPr>
          <a:xfrm>
            <a:off x="9456696" y="650698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Freeform 1625"/>
          <p:cNvSpPr/>
          <p:nvPr/>
        </p:nvSpPr>
        <p:spPr>
          <a:xfrm>
            <a:off x="9456696" y="615171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Freeform 1626"/>
          <p:cNvSpPr/>
          <p:nvPr/>
        </p:nvSpPr>
        <p:spPr>
          <a:xfrm>
            <a:off x="9456696" y="579644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1"/>
                </a:lnTo>
                <a:lnTo>
                  <a:pt x="0" y="9443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Freeform 1627"/>
          <p:cNvSpPr/>
          <p:nvPr/>
        </p:nvSpPr>
        <p:spPr>
          <a:xfrm>
            <a:off x="9456696" y="544117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1"/>
                </a:lnTo>
                <a:lnTo>
                  <a:pt x="0" y="9443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10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Freeform 1628"/>
          <p:cNvSpPr/>
          <p:nvPr/>
        </p:nvSpPr>
        <p:spPr>
          <a:xfrm>
            <a:off x="9529497" y="810569"/>
            <a:ext cx="47595" cy="20091"/>
          </a:xfrm>
          <a:custGeom>
            <a:avLst/>
            <a:gdLst/>
            <a:ahLst/>
            <a:cxnLst/>
            <a:rect l="l" t="t" r="r" b="b"/>
            <a:pathLst>
              <a:path w="47595" h="20091">
                <a:moveTo>
                  <a:pt x="11908" y="1257"/>
                </a:moveTo>
                <a:lnTo>
                  <a:pt x="5838" y="3369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1" y="19635"/>
                </a:lnTo>
                <a:lnTo>
                  <a:pt x="24510" y="20091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6"/>
                </a:lnTo>
                <a:lnTo>
                  <a:pt x="47162" y="12207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1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Freeform 1629"/>
          <p:cNvSpPr/>
          <p:nvPr/>
        </p:nvSpPr>
        <p:spPr>
          <a:xfrm>
            <a:off x="9529497" y="775042"/>
            <a:ext cx="47595" cy="20091"/>
          </a:xfrm>
          <a:custGeom>
            <a:avLst/>
            <a:gdLst/>
            <a:ahLst/>
            <a:cxnLst/>
            <a:rect l="l" t="t" r="r" b="b"/>
            <a:pathLst>
              <a:path w="47595" h="20091">
                <a:moveTo>
                  <a:pt x="11908" y="1257"/>
                </a:moveTo>
                <a:lnTo>
                  <a:pt x="5838" y="3369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1" y="19635"/>
                </a:lnTo>
                <a:lnTo>
                  <a:pt x="24510" y="20091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6"/>
                </a:lnTo>
                <a:lnTo>
                  <a:pt x="47162" y="12207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1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Freeform 1630"/>
          <p:cNvSpPr/>
          <p:nvPr/>
        </p:nvSpPr>
        <p:spPr>
          <a:xfrm>
            <a:off x="9529497" y="739515"/>
            <a:ext cx="47595" cy="20091"/>
          </a:xfrm>
          <a:custGeom>
            <a:avLst/>
            <a:gdLst/>
            <a:ahLst/>
            <a:cxnLst/>
            <a:rect l="l" t="t" r="r" b="b"/>
            <a:pathLst>
              <a:path w="47595" h="20091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1" y="19635"/>
                </a:lnTo>
                <a:lnTo>
                  <a:pt x="24510" y="20091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7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Freeform 1631"/>
          <p:cNvSpPr/>
          <p:nvPr/>
        </p:nvSpPr>
        <p:spPr>
          <a:xfrm>
            <a:off x="9529497" y="703988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Freeform 1632"/>
          <p:cNvSpPr/>
          <p:nvPr/>
        </p:nvSpPr>
        <p:spPr>
          <a:xfrm>
            <a:off x="9529497" y="668461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Freeform 1633"/>
          <p:cNvSpPr/>
          <p:nvPr/>
        </p:nvSpPr>
        <p:spPr>
          <a:xfrm>
            <a:off x="9529497" y="632934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Freeform 1634"/>
          <p:cNvSpPr/>
          <p:nvPr/>
        </p:nvSpPr>
        <p:spPr>
          <a:xfrm>
            <a:off x="9529497" y="597407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Freeform 1635"/>
          <p:cNvSpPr/>
          <p:nvPr/>
        </p:nvSpPr>
        <p:spPr>
          <a:xfrm>
            <a:off x="9529497" y="561880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2"/>
                </a:lnTo>
                <a:lnTo>
                  <a:pt x="40974" y="2961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Freeform 1636"/>
          <p:cNvSpPr/>
          <p:nvPr/>
        </p:nvSpPr>
        <p:spPr>
          <a:xfrm>
            <a:off x="9529497" y="526353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90"/>
                </a:lnTo>
                <a:lnTo>
                  <a:pt x="45455" y="5692"/>
                </a:lnTo>
                <a:lnTo>
                  <a:pt x="40974" y="2961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Freeform 1637"/>
          <p:cNvSpPr/>
          <p:nvPr/>
        </p:nvSpPr>
        <p:spPr>
          <a:xfrm>
            <a:off x="9602299" y="828332"/>
            <a:ext cx="47594" cy="20092"/>
          </a:xfrm>
          <a:custGeom>
            <a:avLst/>
            <a:gdLst/>
            <a:ahLst/>
            <a:cxnLst/>
            <a:rect l="l" t="t" r="r" b="b"/>
            <a:pathLst>
              <a:path w="47594" h="20092">
                <a:moveTo>
                  <a:pt x="11907" y="1257"/>
                </a:moveTo>
                <a:lnTo>
                  <a:pt x="5837" y="3370"/>
                </a:lnTo>
                <a:lnTo>
                  <a:pt x="1719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0" y="19635"/>
                </a:lnTo>
                <a:lnTo>
                  <a:pt x="24509" y="20092"/>
                </a:lnTo>
                <a:lnTo>
                  <a:pt x="32227" y="19455"/>
                </a:lnTo>
                <a:lnTo>
                  <a:pt x="39037" y="17793"/>
                </a:lnTo>
                <a:lnTo>
                  <a:pt x="44202" y="15287"/>
                </a:lnTo>
                <a:lnTo>
                  <a:pt x="47161" y="12208"/>
                </a:lnTo>
                <a:lnTo>
                  <a:pt x="47594" y="8890"/>
                </a:lnTo>
                <a:lnTo>
                  <a:pt x="45455" y="5692"/>
                </a:lnTo>
                <a:lnTo>
                  <a:pt x="40974" y="2961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2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Freeform 1638"/>
          <p:cNvSpPr/>
          <p:nvPr/>
        </p:nvSpPr>
        <p:spPr>
          <a:xfrm>
            <a:off x="9602299" y="792805"/>
            <a:ext cx="47594" cy="20092"/>
          </a:xfrm>
          <a:custGeom>
            <a:avLst/>
            <a:gdLst/>
            <a:ahLst/>
            <a:cxnLst/>
            <a:rect l="l" t="t" r="r" b="b"/>
            <a:pathLst>
              <a:path w="47594" h="20092">
                <a:moveTo>
                  <a:pt x="11907" y="1257"/>
                </a:moveTo>
                <a:lnTo>
                  <a:pt x="5837" y="3370"/>
                </a:lnTo>
                <a:lnTo>
                  <a:pt x="1719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0" y="19635"/>
                </a:lnTo>
                <a:lnTo>
                  <a:pt x="24509" y="20092"/>
                </a:lnTo>
                <a:lnTo>
                  <a:pt x="32227" y="19455"/>
                </a:lnTo>
                <a:lnTo>
                  <a:pt x="39037" y="17793"/>
                </a:lnTo>
                <a:lnTo>
                  <a:pt x="44202" y="15287"/>
                </a:lnTo>
                <a:lnTo>
                  <a:pt x="47161" y="12208"/>
                </a:lnTo>
                <a:lnTo>
                  <a:pt x="47594" y="8890"/>
                </a:lnTo>
                <a:lnTo>
                  <a:pt x="45455" y="5692"/>
                </a:lnTo>
                <a:lnTo>
                  <a:pt x="40974" y="2961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2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Freeform 1639"/>
          <p:cNvSpPr/>
          <p:nvPr/>
        </p:nvSpPr>
        <p:spPr>
          <a:xfrm>
            <a:off x="9602299" y="757278"/>
            <a:ext cx="47594" cy="20092"/>
          </a:xfrm>
          <a:custGeom>
            <a:avLst/>
            <a:gdLst/>
            <a:ahLst/>
            <a:cxnLst/>
            <a:rect l="l" t="t" r="r" b="b"/>
            <a:pathLst>
              <a:path w="47594" h="20092">
                <a:moveTo>
                  <a:pt x="11907" y="1257"/>
                </a:moveTo>
                <a:lnTo>
                  <a:pt x="5837" y="3370"/>
                </a:lnTo>
                <a:lnTo>
                  <a:pt x="1719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0" y="19635"/>
                </a:lnTo>
                <a:lnTo>
                  <a:pt x="24509" y="20092"/>
                </a:lnTo>
                <a:lnTo>
                  <a:pt x="32227" y="19455"/>
                </a:lnTo>
                <a:lnTo>
                  <a:pt x="39037" y="17793"/>
                </a:lnTo>
                <a:lnTo>
                  <a:pt x="44202" y="15287"/>
                </a:lnTo>
                <a:lnTo>
                  <a:pt x="47161" y="12208"/>
                </a:lnTo>
                <a:lnTo>
                  <a:pt x="47594" y="8890"/>
                </a:lnTo>
                <a:lnTo>
                  <a:pt x="45455" y="5692"/>
                </a:lnTo>
                <a:lnTo>
                  <a:pt x="40974" y="2961"/>
                </a:lnTo>
                <a:lnTo>
                  <a:pt x="34637" y="993"/>
                </a:lnTo>
                <a:lnTo>
                  <a:pt x="27132" y="0"/>
                </a:lnTo>
                <a:lnTo>
                  <a:pt x="19272" y="92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Freeform 1640"/>
          <p:cNvSpPr/>
          <p:nvPr/>
        </p:nvSpPr>
        <p:spPr>
          <a:xfrm>
            <a:off x="9602299" y="721752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Freeform 1641"/>
          <p:cNvSpPr/>
          <p:nvPr/>
        </p:nvSpPr>
        <p:spPr>
          <a:xfrm>
            <a:off x="9602299" y="686225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Freeform 1642"/>
          <p:cNvSpPr/>
          <p:nvPr/>
        </p:nvSpPr>
        <p:spPr>
          <a:xfrm>
            <a:off x="9602299" y="650698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Freeform 1643"/>
          <p:cNvSpPr/>
          <p:nvPr/>
        </p:nvSpPr>
        <p:spPr>
          <a:xfrm>
            <a:off x="9602299" y="615171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Freeform 1644"/>
          <p:cNvSpPr/>
          <p:nvPr/>
        </p:nvSpPr>
        <p:spPr>
          <a:xfrm>
            <a:off x="9602299" y="579644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1"/>
                </a:lnTo>
                <a:lnTo>
                  <a:pt x="0" y="9443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Freeform 1645"/>
          <p:cNvSpPr/>
          <p:nvPr/>
        </p:nvSpPr>
        <p:spPr>
          <a:xfrm>
            <a:off x="9602299" y="544117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1"/>
                </a:lnTo>
                <a:lnTo>
                  <a:pt x="0" y="9443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Freeform 1646"/>
          <p:cNvSpPr/>
          <p:nvPr/>
        </p:nvSpPr>
        <p:spPr>
          <a:xfrm>
            <a:off x="9602299" y="508590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3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Freeform 1647"/>
          <p:cNvSpPr/>
          <p:nvPr/>
        </p:nvSpPr>
        <p:spPr>
          <a:xfrm>
            <a:off x="9675100" y="846096"/>
            <a:ext cx="47595" cy="20091"/>
          </a:xfrm>
          <a:custGeom>
            <a:avLst/>
            <a:gdLst/>
            <a:ahLst/>
            <a:cxnLst/>
            <a:rect l="l" t="t" r="r" b="b"/>
            <a:pathLst>
              <a:path w="47595" h="20091">
                <a:moveTo>
                  <a:pt x="11908" y="1257"/>
                </a:moveTo>
                <a:lnTo>
                  <a:pt x="5838" y="3369"/>
                </a:lnTo>
                <a:lnTo>
                  <a:pt x="1720" y="6201"/>
                </a:lnTo>
                <a:lnTo>
                  <a:pt x="0" y="9443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1" y="19635"/>
                </a:lnTo>
                <a:lnTo>
                  <a:pt x="24510" y="20091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6"/>
                </a:lnTo>
                <a:lnTo>
                  <a:pt x="47162" y="12207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1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Freeform 1648"/>
          <p:cNvSpPr/>
          <p:nvPr/>
        </p:nvSpPr>
        <p:spPr>
          <a:xfrm>
            <a:off x="9675100" y="810569"/>
            <a:ext cx="47595" cy="20091"/>
          </a:xfrm>
          <a:custGeom>
            <a:avLst/>
            <a:gdLst/>
            <a:ahLst/>
            <a:cxnLst/>
            <a:rect l="l" t="t" r="r" b="b"/>
            <a:pathLst>
              <a:path w="47595" h="20091">
                <a:moveTo>
                  <a:pt x="11908" y="1257"/>
                </a:moveTo>
                <a:lnTo>
                  <a:pt x="5838" y="3369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1" y="19635"/>
                </a:lnTo>
                <a:lnTo>
                  <a:pt x="24510" y="20091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6"/>
                </a:lnTo>
                <a:lnTo>
                  <a:pt x="47162" y="12207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1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Freeform 1649"/>
          <p:cNvSpPr/>
          <p:nvPr/>
        </p:nvSpPr>
        <p:spPr>
          <a:xfrm>
            <a:off x="9675100" y="775042"/>
            <a:ext cx="47595" cy="20091"/>
          </a:xfrm>
          <a:custGeom>
            <a:avLst/>
            <a:gdLst/>
            <a:ahLst/>
            <a:cxnLst/>
            <a:rect l="l" t="t" r="r" b="b"/>
            <a:pathLst>
              <a:path w="47595" h="20091">
                <a:moveTo>
                  <a:pt x="11908" y="1257"/>
                </a:moveTo>
                <a:lnTo>
                  <a:pt x="5838" y="3369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1" y="19635"/>
                </a:lnTo>
                <a:lnTo>
                  <a:pt x="24510" y="20091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6"/>
                </a:lnTo>
                <a:lnTo>
                  <a:pt x="47162" y="12207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1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Freeform 1650"/>
          <p:cNvSpPr/>
          <p:nvPr/>
        </p:nvSpPr>
        <p:spPr>
          <a:xfrm>
            <a:off x="9675100" y="739515"/>
            <a:ext cx="47595" cy="20091"/>
          </a:xfrm>
          <a:custGeom>
            <a:avLst/>
            <a:gdLst/>
            <a:ahLst/>
            <a:cxnLst/>
            <a:rect l="l" t="t" r="r" b="b"/>
            <a:pathLst>
              <a:path w="47595" h="20091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1" y="19635"/>
                </a:lnTo>
                <a:lnTo>
                  <a:pt x="24510" y="20091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7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Freeform 1651"/>
          <p:cNvSpPr/>
          <p:nvPr/>
        </p:nvSpPr>
        <p:spPr>
          <a:xfrm>
            <a:off x="9675100" y="703988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Freeform 1652"/>
          <p:cNvSpPr/>
          <p:nvPr/>
        </p:nvSpPr>
        <p:spPr>
          <a:xfrm>
            <a:off x="9675100" y="668461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4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Freeform 1653"/>
          <p:cNvSpPr/>
          <p:nvPr/>
        </p:nvSpPr>
        <p:spPr>
          <a:xfrm>
            <a:off x="9675100" y="632934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Freeform 1654"/>
          <p:cNvSpPr/>
          <p:nvPr/>
        </p:nvSpPr>
        <p:spPr>
          <a:xfrm>
            <a:off x="9675100" y="597407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1"/>
                </a:lnTo>
                <a:lnTo>
                  <a:pt x="40974" y="2960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Freeform 1655"/>
          <p:cNvSpPr/>
          <p:nvPr/>
        </p:nvSpPr>
        <p:spPr>
          <a:xfrm>
            <a:off x="9675100" y="561880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89"/>
                </a:lnTo>
                <a:lnTo>
                  <a:pt x="45455" y="5692"/>
                </a:lnTo>
                <a:lnTo>
                  <a:pt x="40974" y="2961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Freeform 1656"/>
          <p:cNvSpPr/>
          <p:nvPr/>
        </p:nvSpPr>
        <p:spPr>
          <a:xfrm>
            <a:off x="9675100" y="526353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90"/>
                </a:lnTo>
                <a:lnTo>
                  <a:pt x="45455" y="5692"/>
                </a:lnTo>
                <a:lnTo>
                  <a:pt x="40974" y="2961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Freeform 1657"/>
          <p:cNvSpPr/>
          <p:nvPr/>
        </p:nvSpPr>
        <p:spPr>
          <a:xfrm>
            <a:off x="9675100" y="490826"/>
            <a:ext cx="47595" cy="20092"/>
          </a:xfrm>
          <a:custGeom>
            <a:avLst/>
            <a:gdLst/>
            <a:ahLst/>
            <a:cxnLst/>
            <a:rect l="l" t="t" r="r" b="b"/>
            <a:pathLst>
              <a:path w="47595" h="20092">
                <a:moveTo>
                  <a:pt x="11908" y="1257"/>
                </a:moveTo>
                <a:lnTo>
                  <a:pt x="5838" y="3370"/>
                </a:lnTo>
                <a:lnTo>
                  <a:pt x="1720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1" y="19635"/>
                </a:lnTo>
                <a:lnTo>
                  <a:pt x="24510" y="20092"/>
                </a:lnTo>
                <a:lnTo>
                  <a:pt x="32228" y="19455"/>
                </a:lnTo>
                <a:lnTo>
                  <a:pt x="39038" y="17793"/>
                </a:lnTo>
                <a:lnTo>
                  <a:pt x="44202" y="15287"/>
                </a:lnTo>
                <a:lnTo>
                  <a:pt x="47162" y="12208"/>
                </a:lnTo>
                <a:lnTo>
                  <a:pt x="47595" y="8890"/>
                </a:lnTo>
                <a:lnTo>
                  <a:pt x="45455" y="5692"/>
                </a:lnTo>
                <a:lnTo>
                  <a:pt x="40974" y="2961"/>
                </a:lnTo>
                <a:lnTo>
                  <a:pt x="34638" y="992"/>
                </a:lnTo>
                <a:lnTo>
                  <a:pt x="27133" y="0"/>
                </a:lnTo>
                <a:lnTo>
                  <a:pt x="19272" y="92"/>
                </a:lnTo>
                <a:lnTo>
                  <a:pt x="11908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Freeform 1658"/>
          <p:cNvSpPr/>
          <p:nvPr/>
        </p:nvSpPr>
        <p:spPr>
          <a:xfrm>
            <a:off x="9747902" y="863859"/>
            <a:ext cx="47594" cy="20092"/>
          </a:xfrm>
          <a:custGeom>
            <a:avLst/>
            <a:gdLst/>
            <a:ahLst/>
            <a:cxnLst/>
            <a:rect l="l" t="t" r="r" b="b"/>
            <a:pathLst>
              <a:path w="47594" h="20092">
                <a:moveTo>
                  <a:pt x="11907" y="1257"/>
                </a:moveTo>
                <a:lnTo>
                  <a:pt x="5837" y="3370"/>
                </a:lnTo>
                <a:lnTo>
                  <a:pt x="1719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0" y="19635"/>
                </a:lnTo>
                <a:lnTo>
                  <a:pt x="24509" y="20092"/>
                </a:lnTo>
                <a:lnTo>
                  <a:pt x="32227" y="19455"/>
                </a:lnTo>
                <a:lnTo>
                  <a:pt x="39037" y="17793"/>
                </a:lnTo>
                <a:lnTo>
                  <a:pt x="44202" y="15287"/>
                </a:lnTo>
                <a:lnTo>
                  <a:pt x="47161" y="12208"/>
                </a:lnTo>
                <a:lnTo>
                  <a:pt x="47594" y="8890"/>
                </a:lnTo>
                <a:lnTo>
                  <a:pt x="45454" y="5692"/>
                </a:lnTo>
                <a:lnTo>
                  <a:pt x="40974" y="2961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2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Freeform 1659"/>
          <p:cNvSpPr/>
          <p:nvPr/>
        </p:nvSpPr>
        <p:spPr>
          <a:xfrm>
            <a:off x="9747902" y="828332"/>
            <a:ext cx="47594" cy="20092"/>
          </a:xfrm>
          <a:custGeom>
            <a:avLst/>
            <a:gdLst/>
            <a:ahLst/>
            <a:cxnLst/>
            <a:rect l="l" t="t" r="r" b="b"/>
            <a:pathLst>
              <a:path w="47594" h="20092">
                <a:moveTo>
                  <a:pt x="11907" y="1257"/>
                </a:moveTo>
                <a:lnTo>
                  <a:pt x="5837" y="3370"/>
                </a:lnTo>
                <a:lnTo>
                  <a:pt x="1719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0" y="19635"/>
                </a:lnTo>
                <a:lnTo>
                  <a:pt x="24509" y="20092"/>
                </a:lnTo>
                <a:lnTo>
                  <a:pt x="32227" y="19455"/>
                </a:lnTo>
                <a:lnTo>
                  <a:pt x="39037" y="17793"/>
                </a:lnTo>
                <a:lnTo>
                  <a:pt x="44202" y="15287"/>
                </a:lnTo>
                <a:lnTo>
                  <a:pt x="47161" y="12208"/>
                </a:lnTo>
                <a:lnTo>
                  <a:pt x="47594" y="8890"/>
                </a:lnTo>
                <a:lnTo>
                  <a:pt x="45454" y="5692"/>
                </a:lnTo>
                <a:lnTo>
                  <a:pt x="40974" y="2961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2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Freeform 1660"/>
          <p:cNvSpPr/>
          <p:nvPr/>
        </p:nvSpPr>
        <p:spPr>
          <a:xfrm>
            <a:off x="9747902" y="792805"/>
            <a:ext cx="47594" cy="20092"/>
          </a:xfrm>
          <a:custGeom>
            <a:avLst/>
            <a:gdLst/>
            <a:ahLst/>
            <a:cxnLst/>
            <a:rect l="l" t="t" r="r" b="b"/>
            <a:pathLst>
              <a:path w="47594" h="20092">
                <a:moveTo>
                  <a:pt x="11907" y="1257"/>
                </a:moveTo>
                <a:lnTo>
                  <a:pt x="5837" y="3370"/>
                </a:lnTo>
                <a:lnTo>
                  <a:pt x="1719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0" y="19635"/>
                </a:lnTo>
                <a:lnTo>
                  <a:pt x="24509" y="20092"/>
                </a:lnTo>
                <a:lnTo>
                  <a:pt x="32227" y="19455"/>
                </a:lnTo>
                <a:lnTo>
                  <a:pt x="39037" y="17793"/>
                </a:lnTo>
                <a:lnTo>
                  <a:pt x="44202" y="15287"/>
                </a:lnTo>
                <a:lnTo>
                  <a:pt x="47161" y="12208"/>
                </a:lnTo>
                <a:lnTo>
                  <a:pt x="47594" y="8890"/>
                </a:lnTo>
                <a:lnTo>
                  <a:pt x="45454" y="5692"/>
                </a:lnTo>
                <a:lnTo>
                  <a:pt x="40974" y="2961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2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Freeform 1661"/>
          <p:cNvSpPr/>
          <p:nvPr/>
        </p:nvSpPr>
        <p:spPr>
          <a:xfrm>
            <a:off x="9747902" y="757278"/>
            <a:ext cx="47594" cy="20092"/>
          </a:xfrm>
          <a:custGeom>
            <a:avLst/>
            <a:gdLst/>
            <a:ahLst/>
            <a:cxnLst/>
            <a:rect l="l" t="t" r="r" b="b"/>
            <a:pathLst>
              <a:path w="47594" h="20092">
                <a:moveTo>
                  <a:pt x="11907" y="1257"/>
                </a:moveTo>
                <a:lnTo>
                  <a:pt x="5837" y="3370"/>
                </a:lnTo>
                <a:lnTo>
                  <a:pt x="1719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3"/>
                </a:lnTo>
                <a:lnTo>
                  <a:pt x="9704" y="18135"/>
                </a:lnTo>
                <a:lnTo>
                  <a:pt x="16720" y="19635"/>
                </a:lnTo>
                <a:lnTo>
                  <a:pt x="24509" y="20092"/>
                </a:lnTo>
                <a:lnTo>
                  <a:pt x="32227" y="19455"/>
                </a:lnTo>
                <a:lnTo>
                  <a:pt x="39037" y="17793"/>
                </a:lnTo>
                <a:lnTo>
                  <a:pt x="44202" y="15287"/>
                </a:lnTo>
                <a:lnTo>
                  <a:pt x="47161" y="12208"/>
                </a:lnTo>
                <a:lnTo>
                  <a:pt x="47594" y="8890"/>
                </a:lnTo>
                <a:lnTo>
                  <a:pt x="45454" y="5692"/>
                </a:lnTo>
                <a:lnTo>
                  <a:pt x="40974" y="2961"/>
                </a:lnTo>
                <a:lnTo>
                  <a:pt x="34637" y="993"/>
                </a:lnTo>
                <a:lnTo>
                  <a:pt x="27132" y="0"/>
                </a:lnTo>
                <a:lnTo>
                  <a:pt x="19272" y="92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Freeform 1662"/>
          <p:cNvSpPr/>
          <p:nvPr/>
        </p:nvSpPr>
        <p:spPr>
          <a:xfrm>
            <a:off x="9747902" y="721752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4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Freeform 1663"/>
          <p:cNvSpPr/>
          <p:nvPr/>
        </p:nvSpPr>
        <p:spPr>
          <a:xfrm>
            <a:off x="9747902" y="686225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4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Freeform 1664"/>
          <p:cNvSpPr/>
          <p:nvPr/>
        </p:nvSpPr>
        <p:spPr>
          <a:xfrm>
            <a:off x="9747902" y="650698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6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6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4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6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Freeform 1665"/>
          <p:cNvSpPr/>
          <p:nvPr/>
        </p:nvSpPr>
        <p:spPr>
          <a:xfrm>
            <a:off x="9747902" y="615171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0"/>
                </a:lnTo>
                <a:lnTo>
                  <a:pt x="0" y="9443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4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Freeform 1666"/>
          <p:cNvSpPr/>
          <p:nvPr/>
        </p:nvSpPr>
        <p:spPr>
          <a:xfrm>
            <a:off x="9747902" y="579644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1"/>
                </a:lnTo>
                <a:lnTo>
                  <a:pt x="0" y="9443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4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Freeform 1667"/>
          <p:cNvSpPr/>
          <p:nvPr/>
        </p:nvSpPr>
        <p:spPr>
          <a:xfrm>
            <a:off x="9747902" y="544117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1"/>
                </a:lnTo>
                <a:lnTo>
                  <a:pt x="0" y="9443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2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4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Freeform 1668"/>
          <p:cNvSpPr/>
          <p:nvPr/>
        </p:nvSpPr>
        <p:spPr>
          <a:xfrm>
            <a:off x="9747902" y="508590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3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4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Freeform 1669"/>
          <p:cNvSpPr/>
          <p:nvPr/>
        </p:nvSpPr>
        <p:spPr>
          <a:xfrm>
            <a:off x="9747902" y="473063"/>
            <a:ext cx="47594" cy="20091"/>
          </a:xfrm>
          <a:custGeom>
            <a:avLst/>
            <a:gdLst/>
            <a:ahLst/>
            <a:cxnLst/>
            <a:rect l="l" t="t" r="r" b="b"/>
            <a:pathLst>
              <a:path w="47594" h="20091">
                <a:moveTo>
                  <a:pt x="11907" y="1257"/>
                </a:moveTo>
                <a:lnTo>
                  <a:pt x="5837" y="3369"/>
                </a:lnTo>
                <a:lnTo>
                  <a:pt x="1719" y="6201"/>
                </a:lnTo>
                <a:lnTo>
                  <a:pt x="0" y="9444"/>
                </a:lnTo>
                <a:lnTo>
                  <a:pt x="865" y="12747"/>
                </a:lnTo>
                <a:lnTo>
                  <a:pt x="4221" y="15752"/>
                </a:lnTo>
                <a:lnTo>
                  <a:pt x="9704" y="18134"/>
                </a:lnTo>
                <a:lnTo>
                  <a:pt x="16720" y="19635"/>
                </a:lnTo>
                <a:lnTo>
                  <a:pt x="24509" y="20091"/>
                </a:lnTo>
                <a:lnTo>
                  <a:pt x="32227" y="19454"/>
                </a:lnTo>
                <a:lnTo>
                  <a:pt x="39037" y="17793"/>
                </a:lnTo>
                <a:lnTo>
                  <a:pt x="44202" y="15286"/>
                </a:lnTo>
                <a:lnTo>
                  <a:pt x="47161" y="12207"/>
                </a:lnTo>
                <a:lnTo>
                  <a:pt x="47594" y="8889"/>
                </a:lnTo>
                <a:lnTo>
                  <a:pt x="45454" y="5691"/>
                </a:lnTo>
                <a:lnTo>
                  <a:pt x="40974" y="2960"/>
                </a:lnTo>
                <a:lnTo>
                  <a:pt x="34637" y="992"/>
                </a:lnTo>
                <a:lnTo>
                  <a:pt x="27132" y="0"/>
                </a:lnTo>
                <a:lnTo>
                  <a:pt x="19272" y="91"/>
                </a:lnTo>
                <a:lnTo>
                  <a:pt x="11907" y="1257"/>
                </a:lnTo>
                <a:close/>
              </a:path>
            </a:pathLst>
          </a:custGeom>
          <a:solidFill>
            <a:srgbClr val="E4C637"/>
          </a:solidFill>
          <a:ln w="3175">
            <a:solidFill>
              <a:srgbClr val="8A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Freeform 1670"/>
          <p:cNvSpPr/>
          <p:nvPr/>
        </p:nvSpPr>
        <p:spPr>
          <a:xfrm>
            <a:off x="9808120" y="516937"/>
            <a:ext cx="764207" cy="322942"/>
          </a:xfrm>
          <a:custGeom>
            <a:avLst/>
            <a:gdLst/>
            <a:ahLst/>
            <a:cxnLst/>
            <a:rect l="l" t="t" r="r" b="b"/>
            <a:pathLst>
              <a:path w="764207" h="322942">
                <a:moveTo>
                  <a:pt x="191062" y="21637"/>
                </a:moveTo>
                <a:lnTo>
                  <a:pt x="162556" y="29322"/>
                </a:lnTo>
                <a:lnTo>
                  <a:pt x="135768" y="38042"/>
                </a:lnTo>
                <a:lnTo>
                  <a:pt x="110909" y="47728"/>
                </a:lnTo>
                <a:lnTo>
                  <a:pt x="88173" y="58305"/>
                </a:lnTo>
                <a:lnTo>
                  <a:pt x="67738" y="69690"/>
                </a:lnTo>
                <a:lnTo>
                  <a:pt x="49764" y="81794"/>
                </a:lnTo>
                <a:lnTo>
                  <a:pt x="34391" y="94521"/>
                </a:lnTo>
                <a:lnTo>
                  <a:pt x="21740" y="107773"/>
                </a:lnTo>
                <a:lnTo>
                  <a:pt x="11910" y="121446"/>
                </a:lnTo>
                <a:lnTo>
                  <a:pt x="4977" y="135432"/>
                </a:lnTo>
                <a:lnTo>
                  <a:pt x="997" y="149623"/>
                </a:lnTo>
                <a:lnTo>
                  <a:pt x="0" y="163906"/>
                </a:lnTo>
                <a:lnTo>
                  <a:pt x="1993" y="178171"/>
                </a:lnTo>
                <a:lnTo>
                  <a:pt x="6962" y="192306"/>
                </a:lnTo>
                <a:lnTo>
                  <a:pt x="14868" y="206200"/>
                </a:lnTo>
                <a:lnTo>
                  <a:pt x="25648" y="219744"/>
                </a:lnTo>
                <a:lnTo>
                  <a:pt x="39218" y="232832"/>
                </a:lnTo>
                <a:lnTo>
                  <a:pt x="55473" y="245363"/>
                </a:lnTo>
                <a:lnTo>
                  <a:pt x="74284" y="257237"/>
                </a:lnTo>
                <a:lnTo>
                  <a:pt x="95505" y="268362"/>
                </a:lnTo>
                <a:lnTo>
                  <a:pt x="118969" y="278651"/>
                </a:lnTo>
                <a:lnTo>
                  <a:pt x="144493" y="288023"/>
                </a:lnTo>
                <a:lnTo>
                  <a:pt x="171878" y="296406"/>
                </a:lnTo>
                <a:lnTo>
                  <a:pt x="200908" y="303732"/>
                </a:lnTo>
                <a:lnTo>
                  <a:pt x="231356" y="309946"/>
                </a:lnTo>
                <a:lnTo>
                  <a:pt x="262985" y="314998"/>
                </a:lnTo>
                <a:lnTo>
                  <a:pt x="295547" y="318849"/>
                </a:lnTo>
                <a:lnTo>
                  <a:pt x="328787" y="321469"/>
                </a:lnTo>
                <a:lnTo>
                  <a:pt x="362444" y="322837"/>
                </a:lnTo>
                <a:lnTo>
                  <a:pt x="396256" y="322942"/>
                </a:lnTo>
                <a:lnTo>
                  <a:pt x="429957" y="321784"/>
                </a:lnTo>
                <a:lnTo>
                  <a:pt x="463285" y="319372"/>
                </a:lnTo>
                <a:lnTo>
                  <a:pt x="495977" y="315724"/>
                </a:lnTo>
                <a:lnTo>
                  <a:pt x="527779" y="310870"/>
                </a:lnTo>
                <a:lnTo>
                  <a:pt x="558441" y="304847"/>
                </a:lnTo>
                <a:lnTo>
                  <a:pt x="587724" y="297702"/>
                </a:lnTo>
                <a:lnTo>
                  <a:pt x="615398" y="289491"/>
                </a:lnTo>
                <a:lnTo>
                  <a:pt x="641246" y="280279"/>
                </a:lnTo>
                <a:lnTo>
                  <a:pt x="665067" y="270137"/>
                </a:lnTo>
                <a:lnTo>
                  <a:pt x="686674" y="259146"/>
                </a:lnTo>
                <a:lnTo>
                  <a:pt x="705898" y="247390"/>
                </a:lnTo>
                <a:lnTo>
                  <a:pt x="722587" y="234962"/>
                </a:lnTo>
                <a:lnTo>
                  <a:pt x="736613" y="221960"/>
                </a:lnTo>
                <a:lnTo>
                  <a:pt x="747865" y="208484"/>
                </a:lnTo>
                <a:lnTo>
                  <a:pt x="756254" y="194641"/>
                </a:lnTo>
                <a:lnTo>
                  <a:pt x="761716" y="180539"/>
                </a:lnTo>
                <a:lnTo>
                  <a:pt x="764207" y="166288"/>
                </a:lnTo>
                <a:lnTo>
                  <a:pt x="763709" y="152000"/>
                </a:lnTo>
                <a:lnTo>
                  <a:pt x="760224" y="137786"/>
                </a:lnTo>
                <a:lnTo>
                  <a:pt x="753780" y="123758"/>
                </a:lnTo>
                <a:lnTo>
                  <a:pt x="744428" y="110026"/>
                </a:lnTo>
                <a:lnTo>
                  <a:pt x="732241" y="96696"/>
                </a:lnTo>
                <a:lnTo>
                  <a:pt x="717314" y="83874"/>
                </a:lnTo>
                <a:lnTo>
                  <a:pt x="699764" y="71660"/>
                </a:lnTo>
                <a:lnTo>
                  <a:pt x="679729" y="60149"/>
                </a:lnTo>
                <a:lnTo>
                  <a:pt x="657364" y="49431"/>
                </a:lnTo>
                <a:lnTo>
                  <a:pt x="632846" y="39591"/>
                </a:lnTo>
                <a:lnTo>
                  <a:pt x="606366" y="30705"/>
                </a:lnTo>
                <a:lnTo>
                  <a:pt x="578131" y="22843"/>
                </a:lnTo>
                <a:lnTo>
                  <a:pt x="548362" y="16066"/>
                </a:lnTo>
                <a:lnTo>
                  <a:pt x="517293" y="10428"/>
                </a:lnTo>
                <a:lnTo>
                  <a:pt x="485166" y="5972"/>
                </a:lnTo>
                <a:lnTo>
                  <a:pt x="452233" y="2733"/>
                </a:lnTo>
                <a:lnTo>
                  <a:pt x="418752" y="738"/>
                </a:lnTo>
                <a:lnTo>
                  <a:pt x="384985" y="0"/>
                </a:lnTo>
                <a:lnTo>
                  <a:pt x="351195" y="527"/>
                </a:lnTo>
                <a:lnTo>
                  <a:pt x="317648" y="2314"/>
                </a:lnTo>
                <a:lnTo>
                  <a:pt x="284605" y="5347"/>
                </a:lnTo>
                <a:lnTo>
                  <a:pt x="252326" y="9602"/>
                </a:lnTo>
                <a:lnTo>
                  <a:pt x="221064" y="15046"/>
                </a:lnTo>
                <a:lnTo>
                  <a:pt x="191062" y="21637"/>
                </a:lnTo>
                <a:close/>
              </a:path>
            </a:pathLst>
          </a:custGeom>
          <a:solidFill>
            <a:srgbClr val="CAB244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Freeform 1671"/>
          <p:cNvSpPr/>
          <p:nvPr/>
        </p:nvSpPr>
        <p:spPr>
          <a:xfrm>
            <a:off x="10339347" y="538574"/>
            <a:ext cx="233009" cy="279774"/>
          </a:xfrm>
          <a:custGeom>
            <a:avLst/>
            <a:gdLst/>
            <a:ahLst/>
            <a:cxnLst/>
            <a:rect l="l" t="t" r="r" b="b"/>
            <a:pathLst>
              <a:path w="233009" h="279774">
                <a:moveTo>
                  <a:pt x="42043" y="279774"/>
                </a:moveTo>
                <a:lnTo>
                  <a:pt x="59534" y="275237"/>
                </a:lnTo>
                <a:lnTo>
                  <a:pt x="76424" y="270310"/>
                </a:lnTo>
                <a:lnTo>
                  <a:pt x="92664" y="265007"/>
                </a:lnTo>
                <a:lnTo>
                  <a:pt x="108207" y="259343"/>
                </a:lnTo>
                <a:lnTo>
                  <a:pt x="123009" y="253335"/>
                </a:lnTo>
                <a:lnTo>
                  <a:pt x="137026" y="247000"/>
                </a:lnTo>
                <a:lnTo>
                  <a:pt x="150217" y="240356"/>
                </a:lnTo>
                <a:lnTo>
                  <a:pt x="162547" y="233422"/>
                </a:lnTo>
                <a:lnTo>
                  <a:pt x="173977" y="226218"/>
                </a:lnTo>
                <a:lnTo>
                  <a:pt x="184476" y="218766"/>
                </a:lnTo>
                <a:lnTo>
                  <a:pt x="194014" y="211086"/>
                </a:lnTo>
                <a:lnTo>
                  <a:pt x="202562" y="203200"/>
                </a:lnTo>
                <a:lnTo>
                  <a:pt x="210097" y="195133"/>
                </a:lnTo>
                <a:lnTo>
                  <a:pt x="216596" y="186906"/>
                </a:lnTo>
                <a:lnTo>
                  <a:pt x="222040" y="178543"/>
                </a:lnTo>
                <a:lnTo>
                  <a:pt x="226415" y="170069"/>
                </a:lnTo>
                <a:lnTo>
                  <a:pt x="229707" y="161508"/>
                </a:lnTo>
                <a:lnTo>
                  <a:pt x="231907" y="152885"/>
                </a:lnTo>
                <a:lnTo>
                  <a:pt x="233009" y="144224"/>
                </a:lnTo>
                <a:lnTo>
                  <a:pt x="233009" y="135550"/>
                </a:lnTo>
                <a:lnTo>
                  <a:pt x="231907" y="126889"/>
                </a:lnTo>
                <a:lnTo>
                  <a:pt x="229707" y="118266"/>
                </a:lnTo>
                <a:lnTo>
                  <a:pt x="226415" y="109705"/>
                </a:lnTo>
                <a:lnTo>
                  <a:pt x="222040" y="101231"/>
                </a:lnTo>
                <a:lnTo>
                  <a:pt x="216596" y="92868"/>
                </a:lnTo>
                <a:lnTo>
                  <a:pt x="210097" y="84641"/>
                </a:lnTo>
                <a:lnTo>
                  <a:pt x="202562" y="76573"/>
                </a:lnTo>
                <a:lnTo>
                  <a:pt x="194014" y="68688"/>
                </a:lnTo>
                <a:lnTo>
                  <a:pt x="184476" y="61008"/>
                </a:lnTo>
                <a:lnTo>
                  <a:pt x="173977" y="53556"/>
                </a:lnTo>
                <a:lnTo>
                  <a:pt x="162547" y="46352"/>
                </a:lnTo>
                <a:lnTo>
                  <a:pt x="150217" y="39418"/>
                </a:lnTo>
                <a:lnTo>
                  <a:pt x="137026" y="32774"/>
                </a:lnTo>
                <a:lnTo>
                  <a:pt x="123009" y="26439"/>
                </a:lnTo>
                <a:lnTo>
                  <a:pt x="108207" y="20430"/>
                </a:lnTo>
                <a:lnTo>
                  <a:pt x="92664" y="14767"/>
                </a:lnTo>
                <a:lnTo>
                  <a:pt x="76424" y="9463"/>
                </a:lnTo>
                <a:lnTo>
                  <a:pt x="59534" y="4536"/>
                </a:lnTo>
                <a:lnTo>
                  <a:pt x="42043" y="0"/>
                </a:lnTo>
                <a:lnTo>
                  <a:pt x="0" y="30775"/>
                </a:lnTo>
                <a:lnTo>
                  <a:pt x="13643" y="34313"/>
                </a:lnTo>
                <a:lnTo>
                  <a:pt x="26818" y="38157"/>
                </a:lnTo>
                <a:lnTo>
                  <a:pt x="39485" y="42293"/>
                </a:lnTo>
                <a:lnTo>
                  <a:pt x="51608" y="46711"/>
                </a:lnTo>
                <a:lnTo>
                  <a:pt x="63153" y="51397"/>
                </a:lnTo>
                <a:lnTo>
                  <a:pt x="74086" y="56339"/>
                </a:lnTo>
                <a:lnTo>
                  <a:pt x="84376" y="61521"/>
                </a:lnTo>
                <a:lnTo>
                  <a:pt x="93993" y="66930"/>
                </a:lnTo>
                <a:lnTo>
                  <a:pt x="102909" y="72549"/>
                </a:lnTo>
                <a:lnTo>
                  <a:pt x="111098" y="78362"/>
                </a:lnTo>
                <a:lnTo>
                  <a:pt x="118537" y="84352"/>
                </a:lnTo>
                <a:lnTo>
                  <a:pt x="125205" y="90502"/>
                </a:lnTo>
                <a:lnTo>
                  <a:pt x="131082" y="96795"/>
                </a:lnTo>
                <a:lnTo>
                  <a:pt x="136151" y="103212"/>
                </a:lnTo>
                <a:lnTo>
                  <a:pt x="140398" y="109735"/>
                </a:lnTo>
                <a:lnTo>
                  <a:pt x="143810" y="116345"/>
                </a:lnTo>
                <a:lnTo>
                  <a:pt x="146378" y="123023"/>
                </a:lnTo>
                <a:lnTo>
                  <a:pt x="148094" y="129749"/>
                </a:lnTo>
                <a:lnTo>
                  <a:pt x="148954" y="136504"/>
                </a:lnTo>
                <a:lnTo>
                  <a:pt x="148954" y="143270"/>
                </a:lnTo>
                <a:lnTo>
                  <a:pt x="148094" y="150025"/>
                </a:lnTo>
                <a:lnTo>
                  <a:pt x="146378" y="156751"/>
                </a:lnTo>
                <a:lnTo>
                  <a:pt x="143810" y="163429"/>
                </a:lnTo>
                <a:lnTo>
                  <a:pt x="140398" y="170039"/>
                </a:lnTo>
                <a:lnTo>
                  <a:pt x="136151" y="176562"/>
                </a:lnTo>
                <a:lnTo>
                  <a:pt x="131082" y="182979"/>
                </a:lnTo>
                <a:lnTo>
                  <a:pt x="125205" y="189271"/>
                </a:lnTo>
                <a:lnTo>
                  <a:pt x="118537" y="195422"/>
                </a:lnTo>
                <a:lnTo>
                  <a:pt x="111098" y="201412"/>
                </a:lnTo>
                <a:lnTo>
                  <a:pt x="102909" y="207225"/>
                </a:lnTo>
                <a:lnTo>
                  <a:pt x="93993" y="212844"/>
                </a:lnTo>
                <a:lnTo>
                  <a:pt x="84376" y="218252"/>
                </a:lnTo>
                <a:lnTo>
                  <a:pt x="74086" y="223435"/>
                </a:lnTo>
                <a:lnTo>
                  <a:pt x="63153" y="228377"/>
                </a:lnTo>
                <a:lnTo>
                  <a:pt x="51608" y="233063"/>
                </a:lnTo>
                <a:lnTo>
                  <a:pt x="39485" y="237481"/>
                </a:lnTo>
                <a:lnTo>
                  <a:pt x="26818" y="241617"/>
                </a:lnTo>
                <a:lnTo>
                  <a:pt x="13643" y="245460"/>
                </a:lnTo>
                <a:lnTo>
                  <a:pt x="0" y="248999"/>
                </a:lnTo>
                <a:close/>
              </a:path>
            </a:pathLst>
          </a:custGeom>
          <a:solidFill>
            <a:srgbClr val="2A9B4E"/>
          </a:solidFill>
          <a:ln w="698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