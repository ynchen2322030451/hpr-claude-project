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re_cross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447" y="228600"/>
            <a:ext cx="6400800" cy="640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