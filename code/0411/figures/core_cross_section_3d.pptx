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09976" y="5522486"/>
            <a:ext cx="3189894" cy="1007840"/>
          </a:xfrm>
          <a:custGeom>
            <a:avLst/>
            <a:gdLst/>
            <a:ahLst/>
            <a:cxnLst/>
            <a:rect l="l" t="t" r="r" b="b"/>
            <a:pathLst>
              <a:path w="3189894" h="1007840">
                <a:moveTo>
                  <a:pt x="1594947" y="673856"/>
                </a:moveTo>
                <a:lnTo>
                  <a:pt x="2980445" y="1007840"/>
                </a:lnTo>
                <a:lnTo>
                  <a:pt x="3020286" y="976419"/>
                </a:lnTo>
                <a:lnTo>
                  <a:pt x="3056141" y="944151"/>
                </a:lnTo>
                <a:lnTo>
                  <a:pt x="3087909" y="911127"/>
                </a:lnTo>
                <a:lnTo>
                  <a:pt x="3115501" y="877439"/>
                </a:lnTo>
                <a:lnTo>
                  <a:pt x="3138841" y="843183"/>
                </a:lnTo>
                <a:lnTo>
                  <a:pt x="3157864" y="808452"/>
                </a:lnTo>
                <a:lnTo>
                  <a:pt x="3172515" y="773346"/>
                </a:lnTo>
                <a:lnTo>
                  <a:pt x="3182754" y="737961"/>
                </a:lnTo>
                <a:lnTo>
                  <a:pt x="3188553" y="702396"/>
                </a:lnTo>
                <a:lnTo>
                  <a:pt x="3189894" y="666752"/>
                </a:lnTo>
                <a:lnTo>
                  <a:pt x="3186775" y="631128"/>
                </a:lnTo>
                <a:lnTo>
                  <a:pt x="3179205" y="595623"/>
                </a:lnTo>
                <a:lnTo>
                  <a:pt x="3167203" y="560337"/>
                </a:lnTo>
                <a:lnTo>
                  <a:pt x="3150804" y="525369"/>
                </a:lnTo>
                <a:lnTo>
                  <a:pt x="3130055" y="490816"/>
                </a:lnTo>
                <a:lnTo>
                  <a:pt x="3105011" y="456774"/>
                </a:lnTo>
                <a:lnTo>
                  <a:pt x="3075745" y="423340"/>
                </a:lnTo>
                <a:lnTo>
                  <a:pt x="3042337" y="390607"/>
                </a:lnTo>
                <a:lnTo>
                  <a:pt x="3004882" y="358665"/>
                </a:lnTo>
                <a:lnTo>
                  <a:pt x="2963483" y="327606"/>
                </a:lnTo>
                <a:lnTo>
                  <a:pt x="2918256" y="297514"/>
                </a:lnTo>
                <a:lnTo>
                  <a:pt x="2869329" y="268475"/>
                </a:lnTo>
                <a:lnTo>
                  <a:pt x="2816838" y="240570"/>
                </a:lnTo>
                <a:lnTo>
                  <a:pt x="2760929" y="213876"/>
                </a:lnTo>
                <a:lnTo>
                  <a:pt x="2701760" y="188469"/>
                </a:lnTo>
                <a:lnTo>
                  <a:pt x="2639495" y="164420"/>
                </a:lnTo>
                <a:lnTo>
                  <a:pt x="2574309" y="141795"/>
                </a:lnTo>
                <a:lnTo>
                  <a:pt x="2506384" y="120658"/>
                </a:lnTo>
                <a:lnTo>
                  <a:pt x="2435910" y="101068"/>
                </a:lnTo>
                <a:lnTo>
                  <a:pt x="2363083" y="83081"/>
                </a:lnTo>
                <a:lnTo>
                  <a:pt x="2288109" y="66745"/>
                </a:lnTo>
                <a:lnTo>
                  <a:pt x="2211196" y="52108"/>
                </a:lnTo>
                <a:lnTo>
                  <a:pt x="2132560" y="39209"/>
                </a:lnTo>
                <a:lnTo>
                  <a:pt x="2052420" y="28085"/>
                </a:lnTo>
                <a:lnTo>
                  <a:pt x="1971000" y="18767"/>
                </a:lnTo>
                <a:lnTo>
                  <a:pt x="1888529" y="11281"/>
                </a:lnTo>
                <a:lnTo>
                  <a:pt x="1805237" y="5649"/>
                </a:lnTo>
                <a:lnTo>
                  <a:pt x="1721357" y="1885"/>
                </a:lnTo>
                <a:lnTo>
                  <a:pt x="1637123" y="0"/>
                </a:lnTo>
                <a:lnTo>
                  <a:pt x="1552771" y="0"/>
                </a:lnTo>
                <a:lnTo>
                  <a:pt x="1468537" y="1885"/>
                </a:lnTo>
                <a:lnTo>
                  <a:pt x="1384657" y="5649"/>
                </a:lnTo>
                <a:lnTo>
                  <a:pt x="1301365" y="11281"/>
                </a:lnTo>
                <a:lnTo>
                  <a:pt x="1218894" y="18767"/>
                </a:lnTo>
                <a:lnTo>
                  <a:pt x="1137474" y="28085"/>
                </a:lnTo>
                <a:lnTo>
                  <a:pt x="1057334" y="39209"/>
                </a:lnTo>
                <a:lnTo>
                  <a:pt x="978698" y="52108"/>
                </a:lnTo>
                <a:lnTo>
                  <a:pt x="901785" y="66745"/>
                </a:lnTo>
                <a:lnTo>
                  <a:pt x="826811" y="83081"/>
                </a:lnTo>
                <a:lnTo>
                  <a:pt x="753984" y="101068"/>
                </a:lnTo>
                <a:lnTo>
                  <a:pt x="683510" y="120658"/>
                </a:lnTo>
                <a:lnTo>
                  <a:pt x="615585" y="141795"/>
                </a:lnTo>
                <a:lnTo>
                  <a:pt x="550399" y="164420"/>
                </a:lnTo>
                <a:lnTo>
                  <a:pt x="488134" y="188469"/>
                </a:lnTo>
                <a:lnTo>
                  <a:pt x="428965" y="213876"/>
                </a:lnTo>
                <a:lnTo>
                  <a:pt x="373056" y="240570"/>
                </a:lnTo>
                <a:lnTo>
                  <a:pt x="320565" y="268475"/>
                </a:lnTo>
                <a:lnTo>
                  <a:pt x="271638" y="297514"/>
                </a:lnTo>
                <a:lnTo>
                  <a:pt x="226411" y="327606"/>
                </a:lnTo>
                <a:lnTo>
                  <a:pt x="185012" y="358665"/>
                </a:lnTo>
                <a:lnTo>
                  <a:pt x="147557" y="390607"/>
                </a:lnTo>
                <a:lnTo>
                  <a:pt x="114149" y="423340"/>
                </a:lnTo>
                <a:lnTo>
                  <a:pt x="84883" y="456774"/>
                </a:lnTo>
                <a:lnTo>
                  <a:pt x="59839" y="490816"/>
                </a:lnTo>
                <a:lnTo>
                  <a:pt x="39090" y="525369"/>
                </a:lnTo>
                <a:lnTo>
                  <a:pt x="22691" y="560337"/>
                </a:lnTo>
                <a:lnTo>
                  <a:pt x="10689" y="595623"/>
                </a:lnTo>
                <a:lnTo>
                  <a:pt x="3119" y="631128"/>
                </a:lnTo>
                <a:lnTo>
                  <a:pt x="0" y="666752"/>
                </a:lnTo>
                <a:lnTo>
                  <a:pt x="1341" y="702396"/>
                </a:lnTo>
                <a:lnTo>
                  <a:pt x="7140" y="737961"/>
                </a:lnTo>
                <a:lnTo>
                  <a:pt x="17379" y="773346"/>
                </a:lnTo>
                <a:lnTo>
                  <a:pt x="32030" y="808452"/>
                </a:lnTo>
                <a:lnTo>
                  <a:pt x="51053" y="843183"/>
                </a:lnTo>
                <a:lnTo>
                  <a:pt x="74393" y="877439"/>
                </a:lnTo>
                <a:lnTo>
                  <a:pt x="101985" y="911127"/>
                </a:lnTo>
                <a:lnTo>
                  <a:pt x="133753" y="944151"/>
                </a:lnTo>
                <a:lnTo>
                  <a:pt x="169608" y="976419"/>
                </a:lnTo>
                <a:lnTo>
                  <a:pt x="209449" y="1007840"/>
                </a:lnTo>
                <a:close/>
              </a:path>
            </a:pathLst>
          </a:custGeom>
          <a:solidFill>
            <a:srgbClr val="574119"/>
          </a:solidFill>
          <a:ln w="3810">
            <a:solidFill>
              <a:srgbClr val="403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804923" y="324612"/>
            <a:ext cx="83304" cy="5198559"/>
          </a:xfrm>
          <a:custGeom>
            <a:avLst/>
            <a:gdLst/>
            <a:ahLst/>
            <a:cxnLst/>
            <a:rect l="l" t="t" r="r" b="b"/>
            <a:pathLst>
              <a:path w="83304" h="5198559">
                <a:moveTo>
                  <a:pt x="83304" y="919"/>
                </a:moveTo>
                <a:lnTo>
                  <a:pt x="0" y="0"/>
                </a:lnTo>
                <a:lnTo>
                  <a:pt x="0" y="5197639"/>
                </a:lnTo>
                <a:lnTo>
                  <a:pt x="83304" y="5198559"/>
                </a:lnTo>
                <a:close/>
              </a:path>
            </a:pathLst>
          </a:custGeom>
          <a:solidFill>
            <a:srgbClr val="5C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721619" y="324612"/>
            <a:ext cx="83304" cy="5198559"/>
          </a:xfrm>
          <a:custGeom>
            <a:avLst/>
            <a:gdLst/>
            <a:ahLst/>
            <a:cxnLst/>
            <a:rect l="l" t="t" r="r" b="b"/>
            <a:pathLst>
              <a:path w="83304" h="5198559">
                <a:moveTo>
                  <a:pt x="83304" y="0"/>
                </a:moveTo>
                <a:lnTo>
                  <a:pt x="0" y="919"/>
                </a:lnTo>
                <a:lnTo>
                  <a:pt x="0" y="5198559"/>
                </a:lnTo>
                <a:lnTo>
                  <a:pt x="83304" y="5197639"/>
                </a:lnTo>
                <a:close/>
              </a:path>
            </a:pathLst>
          </a:custGeom>
          <a:solidFill>
            <a:srgbClr val="5C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38542" y="325531"/>
            <a:ext cx="83077" cy="5200397"/>
          </a:xfrm>
          <a:custGeom>
            <a:avLst/>
            <a:gdLst/>
            <a:ahLst/>
            <a:cxnLst/>
            <a:rect l="l" t="t" r="r" b="b"/>
            <a:pathLst>
              <a:path w="83077" h="5200397">
                <a:moveTo>
                  <a:pt x="83077" y="0"/>
                </a:moveTo>
                <a:lnTo>
                  <a:pt x="0" y="2758"/>
                </a:lnTo>
                <a:lnTo>
                  <a:pt x="0" y="5200397"/>
                </a:lnTo>
                <a:lnTo>
                  <a:pt x="83077" y="5197640"/>
                </a:lnTo>
                <a:close/>
              </a:path>
            </a:pathLst>
          </a:custGeom>
          <a:solidFill>
            <a:srgbClr val="5C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88227" y="325531"/>
            <a:ext cx="83077" cy="5200397"/>
          </a:xfrm>
          <a:custGeom>
            <a:avLst/>
            <a:gdLst/>
            <a:ahLst/>
            <a:cxnLst/>
            <a:rect l="l" t="t" r="r" b="b"/>
            <a:pathLst>
              <a:path w="83077" h="5200397">
                <a:moveTo>
                  <a:pt x="83077" y="2758"/>
                </a:moveTo>
                <a:lnTo>
                  <a:pt x="0" y="0"/>
                </a:lnTo>
                <a:lnTo>
                  <a:pt x="0" y="5197640"/>
                </a:lnTo>
                <a:lnTo>
                  <a:pt x="83077" y="5200397"/>
                </a:lnTo>
                <a:close/>
              </a:path>
            </a:pathLst>
          </a:custGeom>
          <a:solidFill>
            <a:srgbClr val="5C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971304" y="328289"/>
            <a:ext cx="82622" cy="5202226"/>
          </a:xfrm>
          <a:custGeom>
            <a:avLst/>
            <a:gdLst/>
            <a:ahLst/>
            <a:cxnLst/>
            <a:rect l="l" t="t" r="r" b="b"/>
            <a:pathLst>
              <a:path w="82622" h="5202226">
                <a:moveTo>
                  <a:pt x="82622" y="4587"/>
                </a:moveTo>
                <a:lnTo>
                  <a:pt x="0" y="0"/>
                </a:lnTo>
                <a:lnTo>
                  <a:pt x="0" y="5197639"/>
                </a:lnTo>
                <a:lnTo>
                  <a:pt x="82622" y="5202226"/>
                </a:lnTo>
                <a:close/>
              </a:path>
            </a:pathLst>
          </a:custGeom>
          <a:solidFill>
            <a:srgbClr val="5C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555920" y="328289"/>
            <a:ext cx="82622" cy="5202226"/>
          </a:xfrm>
          <a:custGeom>
            <a:avLst/>
            <a:gdLst/>
            <a:ahLst/>
            <a:cxnLst/>
            <a:rect l="l" t="t" r="r" b="b"/>
            <a:pathLst>
              <a:path w="82622" h="5202226">
                <a:moveTo>
                  <a:pt x="82622" y="0"/>
                </a:moveTo>
                <a:lnTo>
                  <a:pt x="0" y="4587"/>
                </a:lnTo>
                <a:lnTo>
                  <a:pt x="0" y="5202226"/>
                </a:lnTo>
                <a:lnTo>
                  <a:pt x="82622" y="5197639"/>
                </a:lnTo>
                <a:close/>
              </a:path>
            </a:pathLst>
          </a:custGeom>
          <a:solidFill>
            <a:srgbClr val="5C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053926" y="332876"/>
            <a:ext cx="81943" cy="5204044"/>
          </a:xfrm>
          <a:custGeom>
            <a:avLst/>
            <a:gdLst/>
            <a:ahLst/>
            <a:cxnLst/>
            <a:rect l="l" t="t" r="r" b="b"/>
            <a:pathLst>
              <a:path w="81943" h="5204044">
                <a:moveTo>
                  <a:pt x="81943" y="6405"/>
                </a:moveTo>
                <a:lnTo>
                  <a:pt x="0" y="0"/>
                </a:lnTo>
                <a:lnTo>
                  <a:pt x="0" y="5197639"/>
                </a:lnTo>
                <a:lnTo>
                  <a:pt x="81943" y="5204044"/>
                </a:lnTo>
                <a:close/>
              </a:path>
            </a:pathLst>
          </a:custGeom>
          <a:solidFill>
            <a:srgbClr val="5D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473977" y="332876"/>
            <a:ext cx="81943" cy="5204044"/>
          </a:xfrm>
          <a:custGeom>
            <a:avLst/>
            <a:gdLst/>
            <a:ahLst/>
            <a:cxnLst/>
            <a:rect l="l" t="t" r="r" b="b"/>
            <a:pathLst>
              <a:path w="81943" h="5204044">
                <a:moveTo>
                  <a:pt x="81943" y="0"/>
                </a:moveTo>
                <a:lnTo>
                  <a:pt x="0" y="6405"/>
                </a:lnTo>
                <a:lnTo>
                  <a:pt x="0" y="5204044"/>
                </a:lnTo>
                <a:lnTo>
                  <a:pt x="81943" y="5197639"/>
                </a:lnTo>
                <a:close/>
              </a:path>
            </a:pathLst>
          </a:custGeom>
          <a:solidFill>
            <a:srgbClr val="5D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392938" y="339281"/>
            <a:ext cx="81039" cy="5205844"/>
          </a:xfrm>
          <a:custGeom>
            <a:avLst/>
            <a:gdLst/>
            <a:ahLst/>
            <a:cxnLst/>
            <a:rect l="l" t="t" r="r" b="b"/>
            <a:pathLst>
              <a:path w="81039" h="5205844">
                <a:moveTo>
                  <a:pt x="81039" y="0"/>
                </a:moveTo>
                <a:lnTo>
                  <a:pt x="0" y="8205"/>
                </a:lnTo>
                <a:lnTo>
                  <a:pt x="0" y="5205844"/>
                </a:lnTo>
                <a:lnTo>
                  <a:pt x="81039" y="5197639"/>
                </a:lnTo>
                <a:close/>
              </a:path>
            </a:pathLst>
          </a:custGeom>
          <a:solidFill>
            <a:srgbClr val="5E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135869" y="339281"/>
            <a:ext cx="81039" cy="5205844"/>
          </a:xfrm>
          <a:custGeom>
            <a:avLst/>
            <a:gdLst/>
            <a:ahLst/>
            <a:cxnLst/>
            <a:rect l="l" t="t" r="r" b="b"/>
            <a:pathLst>
              <a:path w="81039" h="5205844">
                <a:moveTo>
                  <a:pt x="81039" y="8205"/>
                </a:moveTo>
                <a:lnTo>
                  <a:pt x="0" y="0"/>
                </a:lnTo>
                <a:lnTo>
                  <a:pt x="0" y="5197639"/>
                </a:lnTo>
                <a:lnTo>
                  <a:pt x="81039" y="5205844"/>
                </a:lnTo>
                <a:close/>
              </a:path>
            </a:pathLst>
          </a:custGeom>
          <a:solidFill>
            <a:srgbClr val="5E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313023" y="347486"/>
            <a:ext cx="79915" cy="5207621"/>
          </a:xfrm>
          <a:custGeom>
            <a:avLst/>
            <a:gdLst/>
            <a:ahLst/>
            <a:cxnLst/>
            <a:rect l="l" t="t" r="r" b="b"/>
            <a:pathLst>
              <a:path w="79915" h="5207621">
                <a:moveTo>
                  <a:pt x="79915" y="0"/>
                </a:moveTo>
                <a:lnTo>
                  <a:pt x="0" y="9982"/>
                </a:lnTo>
                <a:lnTo>
                  <a:pt x="0" y="5207621"/>
                </a:lnTo>
                <a:lnTo>
                  <a:pt x="79915" y="5197639"/>
                </a:lnTo>
                <a:close/>
              </a:path>
            </a:pathLst>
          </a:custGeom>
          <a:solidFill>
            <a:srgbClr val="5E4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216908" y="347486"/>
            <a:ext cx="79915" cy="5207621"/>
          </a:xfrm>
          <a:custGeom>
            <a:avLst/>
            <a:gdLst/>
            <a:ahLst/>
            <a:cxnLst/>
            <a:rect l="l" t="t" r="r" b="b"/>
            <a:pathLst>
              <a:path w="79915" h="5207621">
                <a:moveTo>
                  <a:pt x="79915" y="9982"/>
                </a:moveTo>
                <a:lnTo>
                  <a:pt x="0" y="0"/>
                </a:lnTo>
                <a:lnTo>
                  <a:pt x="0" y="5197639"/>
                </a:lnTo>
                <a:lnTo>
                  <a:pt x="79915" y="5207621"/>
                </a:lnTo>
                <a:close/>
              </a:path>
            </a:pathLst>
          </a:custGeom>
          <a:solidFill>
            <a:srgbClr val="5E4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234450" y="357468"/>
            <a:ext cx="78573" cy="5209371"/>
          </a:xfrm>
          <a:custGeom>
            <a:avLst/>
            <a:gdLst/>
            <a:ahLst/>
            <a:cxnLst/>
            <a:rect l="l" t="t" r="r" b="b"/>
            <a:pathLst>
              <a:path w="78573" h="5209371">
                <a:moveTo>
                  <a:pt x="78573" y="0"/>
                </a:moveTo>
                <a:lnTo>
                  <a:pt x="0" y="11732"/>
                </a:lnTo>
                <a:lnTo>
                  <a:pt x="0" y="5209371"/>
                </a:lnTo>
                <a:lnTo>
                  <a:pt x="78573" y="5197639"/>
                </a:lnTo>
                <a:close/>
              </a:path>
            </a:pathLst>
          </a:custGeom>
          <a:solidFill>
            <a:srgbClr val="5F4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296823" y="357468"/>
            <a:ext cx="78573" cy="5209371"/>
          </a:xfrm>
          <a:custGeom>
            <a:avLst/>
            <a:gdLst/>
            <a:ahLst/>
            <a:cxnLst/>
            <a:rect l="l" t="t" r="r" b="b"/>
            <a:pathLst>
              <a:path w="78573" h="5209371">
                <a:moveTo>
                  <a:pt x="78573" y="11732"/>
                </a:moveTo>
                <a:lnTo>
                  <a:pt x="0" y="0"/>
                </a:lnTo>
                <a:lnTo>
                  <a:pt x="0" y="5197639"/>
                </a:lnTo>
                <a:lnTo>
                  <a:pt x="78573" y="5209371"/>
                </a:lnTo>
                <a:close/>
              </a:path>
            </a:pathLst>
          </a:custGeom>
          <a:solidFill>
            <a:srgbClr val="5F4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157435" y="369200"/>
            <a:ext cx="77015" cy="5211090"/>
          </a:xfrm>
          <a:custGeom>
            <a:avLst/>
            <a:gdLst/>
            <a:ahLst/>
            <a:cxnLst/>
            <a:rect l="l" t="t" r="r" b="b"/>
            <a:pathLst>
              <a:path w="77015" h="5211090">
                <a:moveTo>
                  <a:pt x="77015" y="0"/>
                </a:moveTo>
                <a:lnTo>
                  <a:pt x="0" y="13451"/>
                </a:lnTo>
                <a:lnTo>
                  <a:pt x="0" y="5211090"/>
                </a:lnTo>
                <a:lnTo>
                  <a:pt x="77015" y="5197639"/>
                </a:lnTo>
                <a:close/>
              </a:path>
            </a:pathLst>
          </a:custGeom>
          <a:solidFill>
            <a:srgbClr val="604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375396" y="369200"/>
            <a:ext cx="77015" cy="5211090"/>
          </a:xfrm>
          <a:custGeom>
            <a:avLst/>
            <a:gdLst/>
            <a:ahLst/>
            <a:cxnLst/>
            <a:rect l="l" t="t" r="r" b="b"/>
            <a:pathLst>
              <a:path w="77015" h="5211090">
                <a:moveTo>
                  <a:pt x="77015" y="13451"/>
                </a:moveTo>
                <a:lnTo>
                  <a:pt x="0" y="0"/>
                </a:lnTo>
                <a:lnTo>
                  <a:pt x="0" y="5197639"/>
                </a:lnTo>
                <a:lnTo>
                  <a:pt x="77015" y="5211090"/>
                </a:lnTo>
                <a:close/>
              </a:path>
            </a:pathLst>
          </a:custGeom>
          <a:solidFill>
            <a:srgbClr val="604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82187" y="382651"/>
            <a:ext cx="75248" cy="5212771"/>
          </a:xfrm>
          <a:custGeom>
            <a:avLst/>
            <a:gdLst/>
            <a:ahLst/>
            <a:cxnLst/>
            <a:rect l="l" t="t" r="r" b="b"/>
            <a:pathLst>
              <a:path w="75248" h="5212771">
                <a:moveTo>
                  <a:pt x="75248" y="0"/>
                </a:moveTo>
                <a:lnTo>
                  <a:pt x="0" y="15132"/>
                </a:lnTo>
                <a:lnTo>
                  <a:pt x="0" y="5212771"/>
                </a:lnTo>
                <a:lnTo>
                  <a:pt x="75248" y="5197639"/>
                </a:lnTo>
                <a:close/>
              </a:path>
            </a:pathLst>
          </a:custGeom>
          <a:solidFill>
            <a:srgbClr val="624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452411" y="382651"/>
            <a:ext cx="75248" cy="5212771"/>
          </a:xfrm>
          <a:custGeom>
            <a:avLst/>
            <a:gdLst/>
            <a:ahLst/>
            <a:cxnLst/>
            <a:rect l="l" t="t" r="r" b="b"/>
            <a:pathLst>
              <a:path w="75248" h="5212771">
                <a:moveTo>
                  <a:pt x="75248" y="15132"/>
                </a:moveTo>
                <a:lnTo>
                  <a:pt x="0" y="0"/>
                </a:lnTo>
                <a:lnTo>
                  <a:pt x="0" y="5197639"/>
                </a:lnTo>
                <a:lnTo>
                  <a:pt x="75248" y="5212771"/>
                </a:lnTo>
                <a:close/>
              </a:path>
            </a:pathLst>
          </a:custGeom>
          <a:solidFill>
            <a:srgbClr val="624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527659" y="397783"/>
            <a:ext cx="73275" cy="5214411"/>
          </a:xfrm>
          <a:custGeom>
            <a:avLst/>
            <a:gdLst/>
            <a:ahLst/>
            <a:cxnLst/>
            <a:rect l="l" t="t" r="r" b="b"/>
            <a:pathLst>
              <a:path w="73275" h="5214411">
                <a:moveTo>
                  <a:pt x="73275" y="16772"/>
                </a:moveTo>
                <a:lnTo>
                  <a:pt x="0" y="0"/>
                </a:lnTo>
                <a:lnTo>
                  <a:pt x="0" y="5197639"/>
                </a:lnTo>
                <a:lnTo>
                  <a:pt x="73275" y="5214411"/>
                </a:lnTo>
                <a:close/>
              </a:path>
            </a:pathLst>
          </a:custGeom>
          <a:solidFill>
            <a:srgbClr val="634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008912" y="397783"/>
            <a:ext cx="73275" cy="5214411"/>
          </a:xfrm>
          <a:custGeom>
            <a:avLst/>
            <a:gdLst/>
            <a:ahLst/>
            <a:cxnLst/>
            <a:rect l="l" t="t" r="r" b="b"/>
            <a:pathLst>
              <a:path w="73275" h="5214411">
                <a:moveTo>
                  <a:pt x="73275" y="0"/>
                </a:moveTo>
                <a:lnTo>
                  <a:pt x="0" y="16772"/>
                </a:lnTo>
                <a:lnTo>
                  <a:pt x="0" y="5214411"/>
                </a:lnTo>
                <a:lnTo>
                  <a:pt x="73275" y="5197639"/>
                </a:lnTo>
                <a:close/>
              </a:path>
            </a:pathLst>
          </a:custGeom>
          <a:solidFill>
            <a:srgbClr val="634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600934" y="414555"/>
            <a:ext cx="71102" cy="5216006"/>
          </a:xfrm>
          <a:custGeom>
            <a:avLst/>
            <a:gdLst/>
            <a:ahLst/>
            <a:cxnLst/>
            <a:rect l="l" t="t" r="r" b="b"/>
            <a:pathLst>
              <a:path w="71102" h="5216006">
                <a:moveTo>
                  <a:pt x="71102" y="18367"/>
                </a:moveTo>
                <a:lnTo>
                  <a:pt x="0" y="0"/>
                </a:lnTo>
                <a:lnTo>
                  <a:pt x="0" y="5197639"/>
                </a:lnTo>
                <a:lnTo>
                  <a:pt x="71102" y="5216006"/>
                </a:lnTo>
                <a:close/>
              </a:path>
            </a:pathLst>
          </a:custGeom>
          <a:solidFill>
            <a:srgbClr val="654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937810" y="414555"/>
            <a:ext cx="71102" cy="5216006"/>
          </a:xfrm>
          <a:custGeom>
            <a:avLst/>
            <a:gdLst/>
            <a:ahLst/>
            <a:cxnLst/>
            <a:rect l="l" t="t" r="r" b="b"/>
            <a:pathLst>
              <a:path w="71102" h="5216006">
                <a:moveTo>
                  <a:pt x="71102" y="0"/>
                </a:moveTo>
                <a:lnTo>
                  <a:pt x="0" y="18367"/>
                </a:lnTo>
                <a:lnTo>
                  <a:pt x="0" y="5216006"/>
                </a:lnTo>
                <a:lnTo>
                  <a:pt x="71102" y="5197639"/>
                </a:lnTo>
                <a:close/>
              </a:path>
            </a:pathLst>
          </a:custGeom>
          <a:solidFill>
            <a:srgbClr val="654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869074" y="432922"/>
            <a:ext cx="68736" cy="5217550"/>
          </a:xfrm>
          <a:custGeom>
            <a:avLst/>
            <a:gdLst/>
            <a:ahLst/>
            <a:cxnLst/>
            <a:rect l="l" t="t" r="r" b="b"/>
            <a:pathLst>
              <a:path w="68736" h="5217550">
                <a:moveTo>
                  <a:pt x="68736" y="0"/>
                </a:moveTo>
                <a:lnTo>
                  <a:pt x="0" y="19911"/>
                </a:lnTo>
                <a:lnTo>
                  <a:pt x="0" y="5217550"/>
                </a:lnTo>
                <a:lnTo>
                  <a:pt x="68736" y="5197639"/>
                </a:lnTo>
                <a:close/>
              </a:path>
            </a:pathLst>
          </a:custGeom>
          <a:solidFill>
            <a:srgbClr val="664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672036" y="432922"/>
            <a:ext cx="68736" cy="5217550"/>
          </a:xfrm>
          <a:custGeom>
            <a:avLst/>
            <a:gdLst/>
            <a:ahLst/>
            <a:cxnLst/>
            <a:rect l="l" t="t" r="r" b="b"/>
            <a:pathLst>
              <a:path w="68736" h="5217550">
                <a:moveTo>
                  <a:pt x="68736" y="19911"/>
                </a:moveTo>
                <a:lnTo>
                  <a:pt x="0" y="0"/>
                </a:lnTo>
                <a:lnTo>
                  <a:pt x="0" y="5197639"/>
                </a:lnTo>
                <a:lnTo>
                  <a:pt x="68736" y="5217550"/>
                </a:lnTo>
                <a:close/>
              </a:path>
            </a:pathLst>
          </a:custGeom>
          <a:solidFill>
            <a:srgbClr val="664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802893" y="452833"/>
            <a:ext cx="66181" cy="5219041"/>
          </a:xfrm>
          <a:custGeom>
            <a:avLst/>
            <a:gdLst/>
            <a:ahLst/>
            <a:cxnLst/>
            <a:rect l="l" t="t" r="r" b="b"/>
            <a:pathLst>
              <a:path w="66181" h="5219041">
                <a:moveTo>
                  <a:pt x="66181" y="0"/>
                </a:moveTo>
                <a:lnTo>
                  <a:pt x="0" y="21401"/>
                </a:lnTo>
                <a:lnTo>
                  <a:pt x="0" y="5219041"/>
                </a:lnTo>
                <a:lnTo>
                  <a:pt x="66181" y="5197639"/>
                </a:lnTo>
                <a:close/>
              </a:path>
            </a:pathLst>
          </a:custGeom>
          <a:solidFill>
            <a:srgbClr val="684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40772" y="452833"/>
            <a:ext cx="66181" cy="5219041"/>
          </a:xfrm>
          <a:custGeom>
            <a:avLst/>
            <a:gdLst/>
            <a:ahLst/>
            <a:cxnLst/>
            <a:rect l="l" t="t" r="r" b="b"/>
            <a:pathLst>
              <a:path w="66181" h="5219041">
                <a:moveTo>
                  <a:pt x="66181" y="21401"/>
                </a:moveTo>
                <a:lnTo>
                  <a:pt x="0" y="0"/>
                </a:lnTo>
                <a:lnTo>
                  <a:pt x="0" y="5197639"/>
                </a:lnTo>
                <a:lnTo>
                  <a:pt x="66181" y="5219041"/>
                </a:lnTo>
                <a:close/>
              </a:path>
            </a:pathLst>
          </a:custGeom>
          <a:solidFill>
            <a:srgbClr val="684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739447" y="474234"/>
            <a:ext cx="63446" cy="5220472"/>
          </a:xfrm>
          <a:custGeom>
            <a:avLst/>
            <a:gdLst/>
            <a:ahLst/>
            <a:cxnLst/>
            <a:rect l="l" t="t" r="r" b="b"/>
            <a:pathLst>
              <a:path w="63446" h="5220472">
                <a:moveTo>
                  <a:pt x="63446" y="0"/>
                </a:moveTo>
                <a:lnTo>
                  <a:pt x="0" y="22833"/>
                </a:lnTo>
                <a:lnTo>
                  <a:pt x="0" y="5220472"/>
                </a:lnTo>
                <a:lnTo>
                  <a:pt x="63446" y="5197640"/>
                </a:lnTo>
                <a:close/>
              </a:path>
            </a:pathLst>
          </a:custGeom>
          <a:solidFill>
            <a:srgbClr val="6A4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806953" y="474234"/>
            <a:ext cx="63446" cy="5220472"/>
          </a:xfrm>
          <a:custGeom>
            <a:avLst/>
            <a:gdLst/>
            <a:ahLst/>
            <a:cxnLst/>
            <a:rect l="l" t="t" r="r" b="b"/>
            <a:pathLst>
              <a:path w="63446" h="5220472">
                <a:moveTo>
                  <a:pt x="63446" y="22833"/>
                </a:moveTo>
                <a:lnTo>
                  <a:pt x="0" y="0"/>
                </a:lnTo>
                <a:lnTo>
                  <a:pt x="0" y="5197640"/>
                </a:lnTo>
                <a:lnTo>
                  <a:pt x="63446" y="5220472"/>
                </a:lnTo>
                <a:close/>
              </a:path>
            </a:pathLst>
          </a:custGeom>
          <a:solidFill>
            <a:srgbClr val="6A4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678909" y="497067"/>
            <a:ext cx="60538" cy="5221841"/>
          </a:xfrm>
          <a:custGeom>
            <a:avLst/>
            <a:gdLst/>
            <a:ahLst/>
            <a:cxnLst/>
            <a:rect l="l" t="t" r="r" b="b"/>
            <a:pathLst>
              <a:path w="60538" h="5221841">
                <a:moveTo>
                  <a:pt x="60538" y="0"/>
                </a:moveTo>
                <a:lnTo>
                  <a:pt x="0" y="24202"/>
                </a:lnTo>
                <a:lnTo>
                  <a:pt x="0" y="5221841"/>
                </a:lnTo>
                <a:lnTo>
                  <a:pt x="60538" y="5197639"/>
                </a:lnTo>
                <a:close/>
              </a:path>
            </a:pathLst>
          </a:custGeom>
          <a:solidFill>
            <a:srgbClr val="6C5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870399" y="497067"/>
            <a:ext cx="60538" cy="5221841"/>
          </a:xfrm>
          <a:custGeom>
            <a:avLst/>
            <a:gdLst/>
            <a:ahLst/>
            <a:cxnLst/>
            <a:rect l="l" t="t" r="r" b="b"/>
            <a:pathLst>
              <a:path w="60538" h="5221841">
                <a:moveTo>
                  <a:pt x="60538" y="24202"/>
                </a:moveTo>
                <a:lnTo>
                  <a:pt x="0" y="0"/>
                </a:lnTo>
                <a:lnTo>
                  <a:pt x="0" y="5197639"/>
                </a:lnTo>
                <a:lnTo>
                  <a:pt x="60538" y="5221841"/>
                </a:lnTo>
                <a:close/>
              </a:path>
            </a:pathLst>
          </a:custGeom>
          <a:solidFill>
            <a:srgbClr val="6C5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955432" y="5676578"/>
            <a:ext cx="849491" cy="727039"/>
          </a:xfrm>
          <a:custGeom>
            <a:avLst/>
            <a:gdLst/>
            <a:ahLst/>
            <a:cxnLst/>
            <a:rect l="l" t="t" r="r" b="b"/>
            <a:pathLst>
              <a:path w="849491" h="727039">
                <a:moveTo>
                  <a:pt x="849491" y="519764"/>
                </a:moveTo>
                <a:lnTo>
                  <a:pt x="0" y="727039"/>
                </a:lnTo>
                <a:lnTo>
                  <a:pt x="0" y="207275"/>
                </a:lnTo>
                <a:lnTo>
                  <a:pt x="849491" y="0"/>
                </a:lnTo>
                <a:close/>
              </a:path>
            </a:pathLst>
          </a:custGeom>
          <a:solidFill>
            <a:srgbClr val="B2848C"/>
          </a:solidFill>
          <a:ln w="3175">
            <a:solidFill>
              <a:srgbClr val="805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804923" y="5676578"/>
            <a:ext cx="849491" cy="727039"/>
          </a:xfrm>
          <a:custGeom>
            <a:avLst/>
            <a:gdLst/>
            <a:ahLst/>
            <a:cxnLst/>
            <a:rect l="l" t="t" r="r" b="b"/>
            <a:pathLst>
              <a:path w="849491" h="727039">
                <a:moveTo>
                  <a:pt x="0" y="519764"/>
                </a:moveTo>
                <a:lnTo>
                  <a:pt x="849491" y="727039"/>
                </a:lnTo>
                <a:lnTo>
                  <a:pt x="849491" y="207275"/>
                </a:lnTo>
                <a:lnTo>
                  <a:pt x="0" y="0"/>
                </a:lnTo>
                <a:close/>
              </a:path>
            </a:pathLst>
          </a:custGeom>
          <a:solidFill>
            <a:srgbClr val="B2848C"/>
          </a:solidFill>
          <a:ln w="3175">
            <a:solidFill>
              <a:srgbClr val="805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621445" y="521269"/>
            <a:ext cx="57464" cy="5223144"/>
          </a:xfrm>
          <a:custGeom>
            <a:avLst/>
            <a:gdLst/>
            <a:ahLst/>
            <a:cxnLst/>
            <a:rect l="l" t="t" r="r" b="b"/>
            <a:pathLst>
              <a:path w="57464" h="5223144">
                <a:moveTo>
                  <a:pt x="57464" y="0"/>
                </a:moveTo>
                <a:lnTo>
                  <a:pt x="0" y="25505"/>
                </a:lnTo>
                <a:lnTo>
                  <a:pt x="0" y="5223144"/>
                </a:lnTo>
                <a:lnTo>
                  <a:pt x="57464" y="5197639"/>
                </a:lnTo>
                <a:close/>
              </a:path>
            </a:pathLst>
          </a:custGeom>
          <a:solidFill>
            <a:srgbClr val="6E5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930937" y="521269"/>
            <a:ext cx="57464" cy="5223144"/>
          </a:xfrm>
          <a:custGeom>
            <a:avLst/>
            <a:gdLst/>
            <a:ahLst/>
            <a:cxnLst/>
            <a:rect l="l" t="t" r="r" b="b"/>
            <a:pathLst>
              <a:path w="57464" h="5223144">
                <a:moveTo>
                  <a:pt x="57464" y="25505"/>
                </a:moveTo>
                <a:lnTo>
                  <a:pt x="0" y="0"/>
                </a:lnTo>
                <a:lnTo>
                  <a:pt x="0" y="5197639"/>
                </a:lnTo>
                <a:lnTo>
                  <a:pt x="57464" y="5223144"/>
                </a:lnTo>
                <a:close/>
              </a:path>
            </a:pathLst>
          </a:custGeom>
          <a:solidFill>
            <a:srgbClr val="6E5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567211" y="546774"/>
            <a:ext cx="54234" cy="5224378"/>
          </a:xfrm>
          <a:custGeom>
            <a:avLst/>
            <a:gdLst/>
            <a:ahLst/>
            <a:cxnLst/>
            <a:rect l="l" t="t" r="r" b="b"/>
            <a:pathLst>
              <a:path w="54234" h="5224378">
                <a:moveTo>
                  <a:pt x="54234" y="0"/>
                </a:moveTo>
                <a:lnTo>
                  <a:pt x="0" y="26739"/>
                </a:lnTo>
                <a:lnTo>
                  <a:pt x="0" y="5224378"/>
                </a:lnTo>
                <a:lnTo>
                  <a:pt x="54234" y="5197639"/>
                </a:lnTo>
                <a:close/>
              </a:path>
            </a:pathLst>
          </a:custGeom>
          <a:solidFill>
            <a:srgbClr val="70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988401" y="546774"/>
            <a:ext cx="54234" cy="5224378"/>
          </a:xfrm>
          <a:custGeom>
            <a:avLst/>
            <a:gdLst/>
            <a:ahLst/>
            <a:cxnLst/>
            <a:rect l="l" t="t" r="r" b="b"/>
            <a:pathLst>
              <a:path w="54234" h="5224378">
                <a:moveTo>
                  <a:pt x="54234" y="26739"/>
                </a:moveTo>
                <a:lnTo>
                  <a:pt x="0" y="0"/>
                </a:lnTo>
                <a:lnTo>
                  <a:pt x="0" y="5197639"/>
                </a:lnTo>
                <a:lnTo>
                  <a:pt x="54234" y="5224378"/>
                </a:lnTo>
                <a:close/>
              </a:path>
            </a:pathLst>
          </a:custGeom>
          <a:solidFill>
            <a:srgbClr val="70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516355" y="573513"/>
            <a:ext cx="50856" cy="5225538"/>
          </a:xfrm>
          <a:custGeom>
            <a:avLst/>
            <a:gdLst/>
            <a:ahLst/>
            <a:cxnLst/>
            <a:rect l="l" t="t" r="r" b="b"/>
            <a:pathLst>
              <a:path w="50856" h="5225538">
                <a:moveTo>
                  <a:pt x="50856" y="0"/>
                </a:moveTo>
                <a:lnTo>
                  <a:pt x="0" y="27899"/>
                </a:lnTo>
                <a:lnTo>
                  <a:pt x="0" y="5225538"/>
                </a:lnTo>
                <a:lnTo>
                  <a:pt x="50856" y="5197639"/>
                </a:lnTo>
                <a:close/>
              </a:path>
            </a:pathLst>
          </a:custGeom>
          <a:solidFill>
            <a:srgbClr val="73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042635" y="573513"/>
            <a:ext cx="50856" cy="5225538"/>
          </a:xfrm>
          <a:custGeom>
            <a:avLst/>
            <a:gdLst/>
            <a:ahLst/>
            <a:cxnLst/>
            <a:rect l="l" t="t" r="r" b="b"/>
            <a:pathLst>
              <a:path w="50856" h="5225538">
                <a:moveTo>
                  <a:pt x="50856" y="27899"/>
                </a:moveTo>
                <a:lnTo>
                  <a:pt x="0" y="0"/>
                </a:lnTo>
                <a:lnTo>
                  <a:pt x="0" y="5197639"/>
                </a:lnTo>
                <a:lnTo>
                  <a:pt x="50856" y="5225538"/>
                </a:lnTo>
                <a:close/>
              </a:path>
            </a:pathLst>
          </a:custGeom>
          <a:solidFill>
            <a:srgbClr val="73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69017" y="601412"/>
            <a:ext cx="47338" cy="5226623"/>
          </a:xfrm>
          <a:custGeom>
            <a:avLst/>
            <a:gdLst/>
            <a:ahLst/>
            <a:cxnLst/>
            <a:rect l="l" t="t" r="r" b="b"/>
            <a:pathLst>
              <a:path w="47338" h="5226623">
                <a:moveTo>
                  <a:pt x="47338" y="0"/>
                </a:moveTo>
                <a:lnTo>
                  <a:pt x="0" y="28983"/>
                </a:lnTo>
                <a:lnTo>
                  <a:pt x="0" y="5226623"/>
                </a:lnTo>
                <a:lnTo>
                  <a:pt x="47338" y="5197639"/>
                </a:lnTo>
                <a:close/>
              </a:path>
            </a:pathLst>
          </a:custGeom>
          <a:solidFill>
            <a:srgbClr val="755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093491" y="601412"/>
            <a:ext cx="47338" cy="5226623"/>
          </a:xfrm>
          <a:custGeom>
            <a:avLst/>
            <a:gdLst/>
            <a:ahLst/>
            <a:cxnLst/>
            <a:rect l="l" t="t" r="r" b="b"/>
            <a:pathLst>
              <a:path w="47338" h="5226623">
                <a:moveTo>
                  <a:pt x="47338" y="28983"/>
                </a:moveTo>
                <a:lnTo>
                  <a:pt x="0" y="0"/>
                </a:lnTo>
                <a:lnTo>
                  <a:pt x="0" y="5197639"/>
                </a:lnTo>
                <a:lnTo>
                  <a:pt x="47338" y="5226623"/>
                </a:lnTo>
                <a:close/>
              </a:path>
            </a:pathLst>
          </a:custGeom>
          <a:solidFill>
            <a:srgbClr val="755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425325" y="630395"/>
            <a:ext cx="43692" cy="5227628"/>
          </a:xfrm>
          <a:custGeom>
            <a:avLst/>
            <a:gdLst/>
            <a:ahLst/>
            <a:cxnLst/>
            <a:rect l="l" t="t" r="r" b="b"/>
            <a:pathLst>
              <a:path w="43692" h="5227628">
                <a:moveTo>
                  <a:pt x="43692" y="0"/>
                </a:moveTo>
                <a:lnTo>
                  <a:pt x="0" y="29989"/>
                </a:lnTo>
                <a:lnTo>
                  <a:pt x="0" y="5227628"/>
                </a:lnTo>
                <a:lnTo>
                  <a:pt x="43692" y="5197640"/>
                </a:lnTo>
                <a:close/>
              </a:path>
            </a:pathLst>
          </a:custGeom>
          <a:solidFill>
            <a:srgbClr val="785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140829" y="630395"/>
            <a:ext cx="43692" cy="5227628"/>
          </a:xfrm>
          <a:custGeom>
            <a:avLst/>
            <a:gdLst/>
            <a:ahLst/>
            <a:cxnLst/>
            <a:rect l="l" t="t" r="r" b="b"/>
            <a:pathLst>
              <a:path w="43692" h="5227628">
                <a:moveTo>
                  <a:pt x="43692" y="29989"/>
                </a:moveTo>
                <a:lnTo>
                  <a:pt x="0" y="0"/>
                </a:lnTo>
                <a:lnTo>
                  <a:pt x="0" y="5197640"/>
                </a:lnTo>
                <a:lnTo>
                  <a:pt x="43692" y="5227628"/>
                </a:lnTo>
                <a:close/>
              </a:path>
            </a:pathLst>
          </a:custGeom>
          <a:solidFill>
            <a:srgbClr val="785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955432" y="5348605"/>
            <a:ext cx="596006" cy="535248"/>
          </a:xfrm>
          <a:custGeom>
            <a:avLst/>
            <a:gdLst/>
            <a:ahLst/>
            <a:cxnLst/>
            <a:rect l="l" t="t" r="r" b="b"/>
            <a:pathLst>
              <a:path w="596006" h="535248">
                <a:moveTo>
                  <a:pt x="596006" y="389823"/>
                </a:moveTo>
                <a:lnTo>
                  <a:pt x="0" y="535248"/>
                </a:lnTo>
                <a:lnTo>
                  <a:pt x="0" y="145425"/>
                </a:lnTo>
                <a:lnTo>
                  <a:pt x="596006" y="0"/>
                </a:lnTo>
                <a:close/>
              </a:path>
            </a:pathLst>
          </a:custGeom>
          <a:solidFill>
            <a:srgbClr val="347A64"/>
          </a:solidFill>
          <a:ln w="3175">
            <a:solidFill>
              <a:srgbClr val="255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058408" y="5348605"/>
            <a:ext cx="596006" cy="535248"/>
          </a:xfrm>
          <a:custGeom>
            <a:avLst/>
            <a:gdLst/>
            <a:ahLst/>
            <a:cxnLst/>
            <a:rect l="l" t="t" r="r" b="b"/>
            <a:pathLst>
              <a:path w="596006" h="535248">
                <a:moveTo>
                  <a:pt x="0" y="389823"/>
                </a:moveTo>
                <a:lnTo>
                  <a:pt x="596006" y="535248"/>
                </a:lnTo>
                <a:lnTo>
                  <a:pt x="596006" y="145425"/>
                </a:lnTo>
                <a:lnTo>
                  <a:pt x="0" y="0"/>
                </a:lnTo>
                <a:close/>
              </a:path>
            </a:pathLst>
          </a:custGeom>
          <a:solidFill>
            <a:srgbClr val="347A64"/>
          </a:solidFill>
          <a:ln w="3175">
            <a:solidFill>
              <a:srgbClr val="255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385398" y="660384"/>
            <a:ext cx="39927" cy="5228552"/>
          </a:xfrm>
          <a:custGeom>
            <a:avLst/>
            <a:gdLst/>
            <a:ahLst/>
            <a:cxnLst/>
            <a:rect l="l" t="t" r="r" b="b"/>
            <a:pathLst>
              <a:path w="39927" h="5228552">
                <a:moveTo>
                  <a:pt x="39927" y="0"/>
                </a:moveTo>
                <a:lnTo>
                  <a:pt x="0" y="30913"/>
                </a:lnTo>
                <a:lnTo>
                  <a:pt x="0" y="5228552"/>
                </a:lnTo>
                <a:lnTo>
                  <a:pt x="39927" y="5197639"/>
                </a:lnTo>
                <a:close/>
              </a:path>
            </a:pathLst>
          </a:custGeom>
          <a:solidFill>
            <a:srgbClr val="7A5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184521" y="660384"/>
            <a:ext cx="39927" cy="5228552"/>
          </a:xfrm>
          <a:custGeom>
            <a:avLst/>
            <a:gdLst/>
            <a:ahLst/>
            <a:cxnLst/>
            <a:rect l="l" t="t" r="r" b="b"/>
            <a:pathLst>
              <a:path w="39927" h="5228552">
                <a:moveTo>
                  <a:pt x="39927" y="30913"/>
                </a:moveTo>
                <a:lnTo>
                  <a:pt x="0" y="0"/>
                </a:lnTo>
                <a:lnTo>
                  <a:pt x="0" y="5197639"/>
                </a:lnTo>
                <a:lnTo>
                  <a:pt x="39927" y="5228552"/>
                </a:lnTo>
                <a:close/>
              </a:path>
            </a:pathLst>
          </a:custGeom>
          <a:solidFill>
            <a:srgbClr val="7A5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349346" y="691297"/>
            <a:ext cx="36052" cy="5229390"/>
          </a:xfrm>
          <a:custGeom>
            <a:avLst/>
            <a:gdLst/>
            <a:ahLst/>
            <a:cxnLst/>
            <a:rect l="l" t="t" r="r" b="b"/>
            <a:pathLst>
              <a:path w="36052" h="5229390">
                <a:moveTo>
                  <a:pt x="36052" y="0"/>
                </a:moveTo>
                <a:lnTo>
                  <a:pt x="0" y="31751"/>
                </a:lnTo>
                <a:lnTo>
                  <a:pt x="0" y="5229390"/>
                </a:lnTo>
                <a:lnTo>
                  <a:pt x="36052" y="5197639"/>
                </a:lnTo>
                <a:close/>
              </a:path>
            </a:pathLst>
          </a:custGeom>
          <a:solidFill>
            <a:srgbClr val="7D5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224448" y="691297"/>
            <a:ext cx="36052" cy="5229390"/>
          </a:xfrm>
          <a:custGeom>
            <a:avLst/>
            <a:gdLst/>
            <a:ahLst/>
            <a:cxnLst/>
            <a:rect l="l" t="t" r="r" b="b"/>
            <a:pathLst>
              <a:path w="36052" h="5229390">
                <a:moveTo>
                  <a:pt x="36052" y="31751"/>
                </a:moveTo>
                <a:lnTo>
                  <a:pt x="0" y="0"/>
                </a:lnTo>
                <a:lnTo>
                  <a:pt x="0" y="5197639"/>
                </a:lnTo>
                <a:lnTo>
                  <a:pt x="36052" y="5229390"/>
                </a:lnTo>
                <a:close/>
              </a:path>
            </a:pathLst>
          </a:custGeom>
          <a:solidFill>
            <a:srgbClr val="7D5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317268" y="723048"/>
            <a:ext cx="32078" cy="5230143"/>
          </a:xfrm>
          <a:custGeom>
            <a:avLst/>
            <a:gdLst/>
            <a:ahLst/>
            <a:cxnLst/>
            <a:rect l="l" t="t" r="r" b="b"/>
            <a:pathLst>
              <a:path w="32078" h="5230143">
                <a:moveTo>
                  <a:pt x="32078" y="0"/>
                </a:moveTo>
                <a:lnTo>
                  <a:pt x="0" y="32504"/>
                </a:lnTo>
                <a:lnTo>
                  <a:pt x="0" y="5230143"/>
                </a:lnTo>
                <a:lnTo>
                  <a:pt x="32078" y="5197639"/>
                </a:lnTo>
                <a:close/>
              </a:path>
            </a:pathLst>
          </a:custGeom>
          <a:solidFill>
            <a:srgbClr val="806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260500" y="723048"/>
            <a:ext cx="32078" cy="5230143"/>
          </a:xfrm>
          <a:custGeom>
            <a:avLst/>
            <a:gdLst/>
            <a:ahLst/>
            <a:cxnLst/>
            <a:rect l="l" t="t" r="r" b="b"/>
            <a:pathLst>
              <a:path w="32078" h="5230143">
                <a:moveTo>
                  <a:pt x="32078" y="32504"/>
                </a:moveTo>
                <a:lnTo>
                  <a:pt x="0" y="0"/>
                </a:lnTo>
                <a:lnTo>
                  <a:pt x="0" y="5197639"/>
                </a:lnTo>
                <a:lnTo>
                  <a:pt x="32078" y="5230143"/>
                </a:lnTo>
                <a:close/>
              </a:path>
            </a:pathLst>
          </a:custGeom>
          <a:solidFill>
            <a:srgbClr val="806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292578" y="755552"/>
            <a:ext cx="28019" cy="5230807"/>
          </a:xfrm>
          <a:custGeom>
            <a:avLst/>
            <a:gdLst/>
            <a:ahLst/>
            <a:cxnLst/>
            <a:rect l="l" t="t" r="r" b="b"/>
            <a:pathLst>
              <a:path w="28019" h="5230807">
                <a:moveTo>
                  <a:pt x="28019" y="33167"/>
                </a:moveTo>
                <a:lnTo>
                  <a:pt x="0" y="0"/>
                </a:lnTo>
                <a:lnTo>
                  <a:pt x="0" y="5197639"/>
                </a:lnTo>
                <a:lnTo>
                  <a:pt x="28019" y="5230807"/>
                </a:lnTo>
                <a:close/>
              </a:path>
            </a:pathLst>
          </a:custGeom>
          <a:solidFill>
            <a:srgbClr val="826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289249" y="755552"/>
            <a:ext cx="28019" cy="5230807"/>
          </a:xfrm>
          <a:custGeom>
            <a:avLst/>
            <a:gdLst/>
            <a:ahLst/>
            <a:cxnLst/>
            <a:rect l="l" t="t" r="r" b="b"/>
            <a:pathLst>
              <a:path w="28019" h="5230807">
                <a:moveTo>
                  <a:pt x="28019" y="0"/>
                </a:moveTo>
                <a:lnTo>
                  <a:pt x="0" y="33167"/>
                </a:lnTo>
                <a:lnTo>
                  <a:pt x="0" y="5230807"/>
                </a:lnTo>
                <a:lnTo>
                  <a:pt x="28019" y="5197639"/>
                </a:lnTo>
                <a:close/>
              </a:path>
            </a:pathLst>
          </a:custGeom>
          <a:solidFill>
            <a:srgbClr val="826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265368" y="788719"/>
            <a:ext cx="23881" cy="5231380"/>
          </a:xfrm>
          <a:custGeom>
            <a:avLst/>
            <a:gdLst/>
            <a:ahLst/>
            <a:cxnLst/>
            <a:rect l="l" t="t" r="r" b="b"/>
            <a:pathLst>
              <a:path w="23881" h="5231380">
                <a:moveTo>
                  <a:pt x="23881" y="0"/>
                </a:moveTo>
                <a:lnTo>
                  <a:pt x="0" y="33741"/>
                </a:lnTo>
                <a:lnTo>
                  <a:pt x="0" y="5231380"/>
                </a:lnTo>
                <a:lnTo>
                  <a:pt x="23881" y="5197640"/>
                </a:lnTo>
                <a:close/>
              </a:path>
            </a:pathLst>
          </a:custGeom>
          <a:solidFill>
            <a:srgbClr val="856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320597" y="788719"/>
            <a:ext cx="23881" cy="5231380"/>
          </a:xfrm>
          <a:custGeom>
            <a:avLst/>
            <a:gdLst/>
            <a:ahLst/>
            <a:cxnLst/>
            <a:rect l="l" t="t" r="r" b="b"/>
            <a:pathLst>
              <a:path w="23881" h="5231380">
                <a:moveTo>
                  <a:pt x="23881" y="33741"/>
                </a:moveTo>
                <a:lnTo>
                  <a:pt x="0" y="0"/>
                </a:lnTo>
                <a:lnTo>
                  <a:pt x="0" y="5197640"/>
                </a:lnTo>
                <a:lnTo>
                  <a:pt x="23881" y="5231380"/>
                </a:lnTo>
                <a:close/>
              </a:path>
            </a:pathLst>
          </a:custGeom>
          <a:solidFill>
            <a:srgbClr val="856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245689" y="822460"/>
            <a:ext cx="19679" cy="5231861"/>
          </a:xfrm>
          <a:custGeom>
            <a:avLst/>
            <a:gdLst/>
            <a:ahLst/>
            <a:cxnLst/>
            <a:rect l="l" t="t" r="r" b="b"/>
            <a:pathLst>
              <a:path w="19679" h="5231861">
                <a:moveTo>
                  <a:pt x="19679" y="0"/>
                </a:moveTo>
                <a:lnTo>
                  <a:pt x="0" y="34222"/>
                </a:lnTo>
                <a:lnTo>
                  <a:pt x="0" y="5231861"/>
                </a:lnTo>
                <a:lnTo>
                  <a:pt x="19679" y="5197639"/>
                </a:lnTo>
                <a:close/>
              </a:path>
            </a:pathLst>
          </a:custGeom>
          <a:solidFill>
            <a:srgbClr val="886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344478" y="822460"/>
            <a:ext cx="19679" cy="5231861"/>
          </a:xfrm>
          <a:custGeom>
            <a:avLst/>
            <a:gdLst/>
            <a:ahLst/>
            <a:cxnLst/>
            <a:rect l="l" t="t" r="r" b="b"/>
            <a:pathLst>
              <a:path w="19679" h="5231861">
                <a:moveTo>
                  <a:pt x="19679" y="34222"/>
                </a:moveTo>
                <a:lnTo>
                  <a:pt x="0" y="0"/>
                </a:lnTo>
                <a:lnTo>
                  <a:pt x="0" y="5197639"/>
                </a:lnTo>
                <a:lnTo>
                  <a:pt x="19679" y="5231861"/>
                </a:lnTo>
                <a:close/>
              </a:path>
            </a:pathLst>
          </a:custGeom>
          <a:solidFill>
            <a:srgbClr val="886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230266" y="856682"/>
            <a:ext cx="15423" cy="5232248"/>
          </a:xfrm>
          <a:custGeom>
            <a:avLst/>
            <a:gdLst/>
            <a:ahLst/>
            <a:cxnLst/>
            <a:rect l="l" t="t" r="r" b="b"/>
            <a:pathLst>
              <a:path w="15423" h="5232248">
                <a:moveTo>
                  <a:pt x="15423" y="0"/>
                </a:moveTo>
                <a:lnTo>
                  <a:pt x="0" y="34609"/>
                </a:lnTo>
                <a:lnTo>
                  <a:pt x="0" y="5232248"/>
                </a:lnTo>
                <a:lnTo>
                  <a:pt x="15423" y="5197639"/>
                </a:lnTo>
                <a:close/>
              </a:path>
            </a:pathLst>
          </a:custGeom>
          <a:solidFill>
            <a:srgbClr val="8B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5364157" y="856682"/>
            <a:ext cx="15423" cy="5232248"/>
          </a:xfrm>
          <a:custGeom>
            <a:avLst/>
            <a:gdLst/>
            <a:ahLst/>
            <a:cxnLst/>
            <a:rect l="l" t="t" r="r" b="b"/>
            <a:pathLst>
              <a:path w="15423" h="5232248">
                <a:moveTo>
                  <a:pt x="15423" y="34609"/>
                </a:moveTo>
                <a:lnTo>
                  <a:pt x="0" y="0"/>
                </a:lnTo>
                <a:lnTo>
                  <a:pt x="0" y="5197639"/>
                </a:lnTo>
                <a:lnTo>
                  <a:pt x="15423" y="5232248"/>
                </a:lnTo>
                <a:close/>
              </a:path>
            </a:pathLst>
          </a:custGeom>
          <a:solidFill>
            <a:srgbClr val="8B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219142" y="891291"/>
            <a:ext cx="11124" cy="5232542"/>
          </a:xfrm>
          <a:custGeom>
            <a:avLst/>
            <a:gdLst/>
            <a:ahLst/>
            <a:cxnLst/>
            <a:rect l="l" t="t" r="r" b="b"/>
            <a:pathLst>
              <a:path w="11124" h="5232542">
                <a:moveTo>
                  <a:pt x="11124" y="0"/>
                </a:moveTo>
                <a:lnTo>
                  <a:pt x="0" y="34903"/>
                </a:lnTo>
                <a:lnTo>
                  <a:pt x="0" y="5232542"/>
                </a:lnTo>
                <a:lnTo>
                  <a:pt x="11124" y="5197639"/>
                </a:lnTo>
                <a:close/>
              </a:path>
            </a:pathLst>
          </a:custGeom>
          <a:solidFill>
            <a:srgbClr val="8E6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5379580" y="891291"/>
            <a:ext cx="11124" cy="5232542"/>
          </a:xfrm>
          <a:custGeom>
            <a:avLst/>
            <a:gdLst/>
            <a:ahLst/>
            <a:cxnLst/>
            <a:rect l="l" t="t" r="r" b="b"/>
            <a:pathLst>
              <a:path w="11124" h="5232542">
                <a:moveTo>
                  <a:pt x="11124" y="34903"/>
                </a:moveTo>
                <a:lnTo>
                  <a:pt x="0" y="0"/>
                </a:lnTo>
                <a:lnTo>
                  <a:pt x="0" y="5197639"/>
                </a:lnTo>
                <a:lnTo>
                  <a:pt x="11124" y="5232542"/>
                </a:lnTo>
                <a:close/>
              </a:path>
            </a:pathLst>
          </a:custGeom>
          <a:solidFill>
            <a:srgbClr val="8E6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212345" y="926194"/>
            <a:ext cx="6797" cy="5232739"/>
          </a:xfrm>
          <a:custGeom>
            <a:avLst/>
            <a:gdLst/>
            <a:ahLst/>
            <a:cxnLst/>
            <a:rect l="l" t="t" r="r" b="b"/>
            <a:pathLst>
              <a:path w="6797" h="5232739">
                <a:moveTo>
                  <a:pt x="6797" y="0"/>
                </a:moveTo>
                <a:lnTo>
                  <a:pt x="0" y="35100"/>
                </a:lnTo>
                <a:lnTo>
                  <a:pt x="0" y="5232739"/>
                </a:lnTo>
                <a:lnTo>
                  <a:pt x="6797" y="5197639"/>
                </a:lnTo>
                <a:close/>
              </a:path>
            </a:pathLst>
          </a:custGeom>
          <a:solidFill>
            <a:srgbClr val="91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390704" y="926194"/>
            <a:ext cx="6797" cy="5232739"/>
          </a:xfrm>
          <a:custGeom>
            <a:avLst/>
            <a:gdLst/>
            <a:ahLst/>
            <a:cxnLst/>
            <a:rect l="l" t="t" r="r" b="b"/>
            <a:pathLst>
              <a:path w="6797" h="5232739">
                <a:moveTo>
                  <a:pt x="6797" y="35100"/>
                </a:moveTo>
                <a:lnTo>
                  <a:pt x="0" y="0"/>
                </a:lnTo>
                <a:lnTo>
                  <a:pt x="0" y="5197639"/>
                </a:lnTo>
                <a:lnTo>
                  <a:pt x="6797" y="5232739"/>
                </a:lnTo>
                <a:close/>
              </a:path>
            </a:pathLst>
          </a:custGeom>
          <a:solidFill>
            <a:srgbClr val="91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209896" y="961294"/>
            <a:ext cx="2449" cy="5232842"/>
          </a:xfrm>
          <a:custGeom>
            <a:avLst/>
            <a:gdLst/>
            <a:ahLst/>
            <a:cxnLst/>
            <a:rect l="l" t="t" r="r" b="b"/>
            <a:pathLst>
              <a:path w="2449" h="5232842">
                <a:moveTo>
                  <a:pt x="2449" y="0"/>
                </a:moveTo>
                <a:lnTo>
                  <a:pt x="0" y="35203"/>
                </a:lnTo>
                <a:lnTo>
                  <a:pt x="0" y="5232842"/>
                </a:lnTo>
                <a:lnTo>
                  <a:pt x="2449" y="5197639"/>
                </a:lnTo>
                <a:close/>
              </a:path>
            </a:pathLst>
          </a:custGeom>
          <a:solidFill>
            <a:srgbClr val="947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397501" y="961294"/>
            <a:ext cx="2449" cy="5232842"/>
          </a:xfrm>
          <a:custGeom>
            <a:avLst/>
            <a:gdLst/>
            <a:ahLst/>
            <a:cxnLst/>
            <a:rect l="l" t="t" r="r" b="b"/>
            <a:pathLst>
              <a:path w="2449" h="5232842">
                <a:moveTo>
                  <a:pt x="2449" y="35203"/>
                </a:moveTo>
                <a:lnTo>
                  <a:pt x="0" y="0"/>
                </a:lnTo>
                <a:lnTo>
                  <a:pt x="0" y="5197639"/>
                </a:lnTo>
                <a:lnTo>
                  <a:pt x="2449" y="5232842"/>
                </a:lnTo>
                <a:close/>
              </a:path>
            </a:pathLst>
          </a:custGeom>
          <a:solidFill>
            <a:srgbClr val="947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209896" y="996497"/>
            <a:ext cx="1904" cy="5232848"/>
          </a:xfrm>
          <a:custGeom>
            <a:avLst/>
            <a:gdLst/>
            <a:ahLst/>
            <a:cxnLst/>
            <a:rect l="l" t="t" r="r" b="b"/>
            <a:pathLst>
              <a:path w="1904" h="5232848">
                <a:moveTo>
                  <a:pt x="0" y="0"/>
                </a:moveTo>
                <a:lnTo>
                  <a:pt x="1904" y="35208"/>
                </a:lnTo>
                <a:lnTo>
                  <a:pt x="1904" y="5232848"/>
                </a:lnTo>
                <a:lnTo>
                  <a:pt x="0" y="5197639"/>
                </a:lnTo>
                <a:close/>
              </a:path>
            </a:pathLst>
          </a:custGeom>
          <a:solidFill>
            <a:srgbClr val="977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5398046" y="996497"/>
            <a:ext cx="1904" cy="5232848"/>
          </a:xfrm>
          <a:custGeom>
            <a:avLst/>
            <a:gdLst/>
            <a:ahLst/>
            <a:cxnLst/>
            <a:rect l="l" t="t" r="r" b="b"/>
            <a:pathLst>
              <a:path w="1904" h="5232848">
                <a:moveTo>
                  <a:pt x="0" y="35208"/>
                </a:moveTo>
                <a:lnTo>
                  <a:pt x="1904" y="0"/>
                </a:lnTo>
                <a:lnTo>
                  <a:pt x="1904" y="5197639"/>
                </a:lnTo>
                <a:lnTo>
                  <a:pt x="0" y="5232848"/>
                </a:lnTo>
                <a:close/>
              </a:path>
            </a:pathLst>
          </a:custGeom>
          <a:solidFill>
            <a:srgbClr val="977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551438" y="998703"/>
            <a:ext cx="253485" cy="4739725"/>
          </a:xfrm>
          <a:custGeom>
            <a:avLst/>
            <a:gdLst/>
            <a:ahLst/>
            <a:cxnLst/>
            <a:rect l="l" t="t" r="r" b="b"/>
            <a:pathLst>
              <a:path w="253485" h="4739725">
                <a:moveTo>
                  <a:pt x="253485" y="4677875"/>
                </a:moveTo>
                <a:lnTo>
                  <a:pt x="0" y="4739725"/>
                </a:lnTo>
                <a:lnTo>
                  <a:pt x="0" y="61850"/>
                </a:lnTo>
                <a:lnTo>
                  <a:pt x="253485" y="0"/>
                </a:lnTo>
                <a:close/>
              </a:path>
            </a:pathLst>
          </a:custGeom>
          <a:solidFill>
            <a:srgbClr val="E8DADE"/>
          </a:solidFill>
          <a:ln w="3175">
            <a:solidFill>
              <a:srgbClr val="A79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804923" y="998703"/>
            <a:ext cx="253485" cy="4739725"/>
          </a:xfrm>
          <a:custGeom>
            <a:avLst/>
            <a:gdLst/>
            <a:ahLst/>
            <a:cxnLst/>
            <a:rect l="l" t="t" r="r" b="b"/>
            <a:pathLst>
              <a:path w="253485" h="4739725">
                <a:moveTo>
                  <a:pt x="0" y="4677875"/>
                </a:moveTo>
                <a:lnTo>
                  <a:pt x="253485" y="4739725"/>
                </a:lnTo>
                <a:lnTo>
                  <a:pt x="253485" y="61850"/>
                </a:lnTo>
                <a:lnTo>
                  <a:pt x="0" y="0"/>
                </a:lnTo>
                <a:close/>
              </a:path>
            </a:pathLst>
          </a:custGeom>
          <a:solidFill>
            <a:srgbClr val="E8DADE"/>
          </a:solidFill>
          <a:ln w="3175">
            <a:solidFill>
              <a:srgbClr val="A79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211800" y="1031705"/>
            <a:ext cx="6253" cy="5232758"/>
          </a:xfrm>
          <a:custGeom>
            <a:avLst/>
            <a:gdLst/>
            <a:ahLst/>
            <a:cxnLst/>
            <a:rect l="l" t="t" r="r" b="b"/>
            <a:pathLst>
              <a:path w="6253" h="5232758">
                <a:moveTo>
                  <a:pt x="0" y="0"/>
                </a:moveTo>
                <a:lnTo>
                  <a:pt x="6253" y="35119"/>
                </a:lnTo>
                <a:lnTo>
                  <a:pt x="6253" y="5232758"/>
                </a:lnTo>
                <a:lnTo>
                  <a:pt x="0" y="5197640"/>
                </a:lnTo>
                <a:close/>
              </a:path>
            </a:pathLst>
          </a:custGeom>
          <a:solidFill>
            <a:srgbClr val="9A7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391793" y="1031705"/>
            <a:ext cx="6253" cy="5232758"/>
          </a:xfrm>
          <a:custGeom>
            <a:avLst/>
            <a:gdLst/>
            <a:ahLst/>
            <a:cxnLst/>
            <a:rect l="l" t="t" r="r" b="b"/>
            <a:pathLst>
              <a:path w="6253" h="5232758">
                <a:moveTo>
                  <a:pt x="0" y="35119"/>
                </a:moveTo>
                <a:lnTo>
                  <a:pt x="6253" y="0"/>
                </a:lnTo>
                <a:lnTo>
                  <a:pt x="6253" y="5197640"/>
                </a:lnTo>
                <a:lnTo>
                  <a:pt x="0" y="5232758"/>
                </a:lnTo>
                <a:close/>
              </a:path>
            </a:pathLst>
          </a:custGeom>
          <a:solidFill>
            <a:srgbClr val="9A7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218053" y="1066824"/>
            <a:ext cx="10584" cy="5232572"/>
          </a:xfrm>
          <a:custGeom>
            <a:avLst/>
            <a:gdLst/>
            <a:ahLst/>
            <a:cxnLst/>
            <a:rect l="l" t="t" r="r" b="b"/>
            <a:pathLst>
              <a:path w="10584" h="5232572">
                <a:moveTo>
                  <a:pt x="0" y="0"/>
                </a:moveTo>
                <a:lnTo>
                  <a:pt x="10584" y="34933"/>
                </a:lnTo>
                <a:lnTo>
                  <a:pt x="10584" y="5232572"/>
                </a:lnTo>
                <a:lnTo>
                  <a:pt x="0" y="5197639"/>
                </a:lnTo>
                <a:close/>
              </a:path>
            </a:pathLst>
          </a:custGeom>
          <a:solidFill>
            <a:srgbClr val="9D7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5381209" y="1066824"/>
            <a:ext cx="10584" cy="5232572"/>
          </a:xfrm>
          <a:custGeom>
            <a:avLst/>
            <a:gdLst/>
            <a:ahLst/>
            <a:cxnLst/>
            <a:rect l="l" t="t" r="r" b="b"/>
            <a:pathLst>
              <a:path w="10584" h="5232572">
                <a:moveTo>
                  <a:pt x="0" y="34933"/>
                </a:moveTo>
                <a:lnTo>
                  <a:pt x="10584" y="0"/>
                </a:lnTo>
                <a:lnTo>
                  <a:pt x="10584" y="5197639"/>
                </a:lnTo>
                <a:lnTo>
                  <a:pt x="0" y="5232572"/>
                </a:lnTo>
                <a:close/>
              </a:path>
            </a:pathLst>
          </a:custGeom>
          <a:solidFill>
            <a:srgbClr val="9D7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228637" y="1101757"/>
            <a:ext cx="14886" cy="5232290"/>
          </a:xfrm>
          <a:custGeom>
            <a:avLst/>
            <a:gdLst/>
            <a:ahLst/>
            <a:cxnLst/>
            <a:rect l="l" t="t" r="r" b="b"/>
            <a:pathLst>
              <a:path w="14886" h="5232290">
                <a:moveTo>
                  <a:pt x="0" y="0"/>
                </a:moveTo>
                <a:lnTo>
                  <a:pt x="14886" y="34651"/>
                </a:lnTo>
                <a:lnTo>
                  <a:pt x="14886" y="5232290"/>
                </a:lnTo>
                <a:lnTo>
                  <a:pt x="0" y="5197639"/>
                </a:lnTo>
                <a:close/>
              </a:path>
            </a:pathLst>
          </a:custGeom>
          <a:solidFill>
            <a:srgbClr val="A07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5366323" y="1101757"/>
            <a:ext cx="14886" cy="5232290"/>
          </a:xfrm>
          <a:custGeom>
            <a:avLst/>
            <a:gdLst/>
            <a:ahLst/>
            <a:cxnLst/>
            <a:rect l="l" t="t" r="r" b="b"/>
            <a:pathLst>
              <a:path w="14886" h="5232290">
                <a:moveTo>
                  <a:pt x="0" y="34651"/>
                </a:moveTo>
                <a:lnTo>
                  <a:pt x="14886" y="0"/>
                </a:lnTo>
                <a:lnTo>
                  <a:pt x="14886" y="5197639"/>
                </a:lnTo>
                <a:lnTo>
                  <a:pt x="0" y="5232290"/>
                </a:lnTo>
                <a:close/>
              </a:path>
            </a:pathLst>
          </a:custGeom>
          <a:solidFill>
            <a:srgbClr val="A07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955432" y="1450376"/>
            <a:ext cx="596006" cy="4043654"/>
          </a:xfrm>
          <a:custGeom>
            <a:avLst/>
            <a:gdLst/>
            <a:ahLst/>
            <a:cxnLst/>
            <a:rect l="l" t="t" r="r" b="b"/>
            <a:pathLst>
              <a:path w="596006" h="4043654">
                <a:moveTo>
                  <a:pt x="596006" y="3898229"/>
                </a:moveTo>
                <a:lnTo>
                  <a:pt x="0" y="4043654"/>
                </a:lnTo>
                <a:lnTo>
                  <a:pt x="0" y="145424"/>
                </a:lnTo>
                <a:lnTo>
                  <a:pt x="596006" y="0"/>
                </a:lnTo>
                <a:close/>
              </a:path>
            </a:pathLst>
          </a:custGeom>
          <a:solidFill>
            <a:srgbClr val="F19085"/>
          </a:solidFill>
          <a:ln w="3175">
            <a:solidFill>
              <a:srgbClr val="AE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4058408" y="1450376"/>
            <a:ext cx="596006" cy="4043654"/>
          </a:xfrm>
          <a:custGeom>
            <a:avLst/>
            <a:gdLst/>
            <a:ahLst/>
            <a:cxnLst/>
            <a:rect l="l" t="t" r="r" b="b"/>
            <a:pathLst>
              <a:path w="596006" h="4043654">
                <a:moveTo>
                  <a:pt x="0" y="3898229"/>
                </a:moveTo>
                <a:lnTo>
                  <a:pt x="596006" y="4043654"/>
                </a:lnTo>
                <a:lnTo>
                  <a:pt x="596006" y="145424"/>
                </a:lnTo>
                <a:lnTo>
                  <a:pt x="0" y="0"/>
                </a:lnTo>
                <a:close/>
              </a:path>
            </a:pathLst>
          </a:custGeom>
          <a:solidFill>
            <a:srgbClr val="F19085"/>
          </a:solidFill>
          <a:ln w="3175">
            <a:solidFill>
              <a:srgbClr val="AE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243523" y="1136408"/>
            <a:ext cx="19149" cy="5231914"/>
          </a:xfrm>
          <a:custGeom>
            <a:avLst/>
            <a:gdLst/>
            <a:ahLst/>
            <a:cxnLst/>
            <a:rect l="l" t="t" r="r" b="b"/>
            <a:pathLst>
              <a:path w="19149" h="5231914">
                <a:moveTo>
                  <a:pt x="0" y="0"/>
                </a:moveTo>
                <a:lnTo>
                  <a:pt x="19149" y="34275"/>
                </a:lnTo>
                <a:lnTo>
                  <a:pt x="19149" y="5231914"/>
                </a:lnTo>
                <a:lnTo>
                  <a:pt x="0" y="5197639"/>
                </a:lnTo>
                <a:close/>
              </a:path>
            </a:pathLst>
          </a:custGeom>
          <a:solidFill>
            <a:srgbClr val="A28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347174" y="1136408"/>
            <a:ext cx="19149" cy="5231914"/>
          </a:xfrm>
          <a:custGeom>
            <a:avLst/>
            <a:gdLst/>
            <a:ahLst/>
            <a:cxnLst/>
            <a:rect l="l" t="t" r="r" b="b"/>
            <a:pathLst>
              <a:path w="19149" h="5231914">
                <a:moveTo>
                  <a:pt x="0" y="34275"/>
                </a:moveTo>
                <a:lnTo>
                  <a:pt x="19149" y="0"/>
                </a:lnTo>
                <a:lnTo>
                  <a:pt x="19149" y="5197639"/>
                </a:lnTo>
                <a:lnTo>
                  <a:pt x="0" y="5231914"/>
                </a:lnTo>
                <a:close/>
              </a:path>
            </a:pathLst>
          </a:custGeom>
          <a:solidFill>
            <a:srgbClr val="A28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262672" y="1170683"/>
            <a:ext cx="23358" cy="5231445"/>
          </a:xfrm>
          <a:custGeom>
            <a:avLst/>
            <a:gdLst/>
            <a:ahLst/>
            <a:cxnLst/>
            <a:rect l="l" t="t" r="r" b="b"/>
            <a:pathLst>
              <a:path w="23358" h="5231445">
                <a:moveTo>
                  <a:pt x="0" y="0"/>
                </a:moveTo>
                <a:lnTo>
                  <a:pt x="23358" y="33806"/>
                </a:lnTo>
                <a:lnTo>
                  <a:pt x="23358" y="5231445"/>
                </a:lnTo>
                <a:lnTo>
                  <a:pt x="0" y="5197639"/>
                </a:lnTo>
                <a:close/>
              </a:path>
            </a:pathLst>
          </a:custGeom>
          <a:solidFill>
            <a:srgbClr val="A5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5323816" y="1170683"/>
            <a:ext cx="23358" cy="5231445"/>
          </a:xfrm>
          <a:custGeom>
            <a:avLst/>
            <a:gdLst/>
            <a:ahLst/>
            <a:cxnLst/>
            <a:rect l="l" t="t" r="r" b="b"/>
            <a:pathLst>
              <a:path w="23358" h="5231445">
                <a:moveTo>
                  <a:pt x="0" y="33806"/>
                </a:moveTo>
                <a:lnTo>
                  <a:pt x="23358" y="0"/>
                </a:lnTo>
                <a:lnTo>
                  <a:pt x="23358" y="5197639"/>
                </a:lnTo>
                <a:lnTo>
                  <a:pt x="0" y="5231445"/>
                </a:lnTo>
                <a:close/>
              </a:path>
            </a:pathLst>
          </a:custGeom>
          <a:solidFill>
            <a:srgbClr val="A5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423581" y="1205978"/>
            <a:ext cx="531851" cy="5327410"/>
          </a:xfrm>
          <a:custGeom>
            <a:avLst/>
            <a:gdLst/>
            <a:ahLst/>
            <a:cxnLst/>
            <a:rect l="l" t="t" r="r" b="b"/>
            <a:pathLst>
              <a:path w="531851" h="5327410">
                <a:moveTo>
                  <a:pt x="531851" y="5197639"/>
                </a:moveTo>
                <a:lnTo>
                  <a:pt x="0" y="5327410"/>
                </a:lnTo>
                <a:lnTo>
                  <a:pt x="0" y="129770"/>
                </a:lnTo>
                <a:lnTo>
                  <a:pt x="531851" y="0"/>
                </a:lnTo>
                <a:close/>
              </a:path>
            </a:pathLst>
          </a:custGeom>
          <a:solidFill>
            <a:srgbClr val="BF984A"/>
          </a:solidFill>
          <a:ln w="3175">
            <a:solidFill>
              <a:srgbClr val="896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4654414" y="1205978"/>
            <a:ext cx="531851" cy="5327410"/>
          </a:xfrm>
          <a:custGeom>
            <a:avLst/>
            <a:gdLst/>
            <a:ahLst/>
            <a:cxnLst/>
            <a:rect l="l" t="t" r="r" b="b"/>
            <a:pathLst>
              <a:path w="531851" h="5327410">
                <a:moveTo>
                  <a:pt x="0" y="5197639"/>
                </a:moveTo>
                <a:lnTo>
                  <a:pt x="531851" y="5327410"/>
                </a:lnTo>
                <a:lnTo>
                  <a:pt x="531851" y="129770"/>
                </a:lnTo>
                <a:lnTo>
                  <a:pt x="0" y="0"/>
                </a:lnTo>
                <a:close/>
              </a:path>
            </a:pathLst>
          </a:custGeom>
          <a:solidFill>
            <a:srgbClr val="BF984A"/>
          </a:solidFill>
          <a:ln w="3175">
            <a:solidFill>
              <a:srgbClr val="896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286030" y="1204489"/>
            <a:ext cx="27504" cy="5230884"/>
          </a:xfrm>
          <a:custGeom>
            <a:avLst/>
            <a:gdLst/>
            <a:ahLst/>
            <a:cxnLst/>
            <a:rect l="l" t="t" r="r" b="b"/>
            <a:pathLst>
              <a:path w="27504" h="5230884">
                <a:moveTo>
                  <a:pt x="0" y="0"/>
                </a:moveTo>
                <a:lnTo>
                  <a:pt x="27504" y="33245"/>
                </a:lnTo>
                <a:lnTo>
                  <a:pt x="27504" y="5230884"/>
                </a:lnTo>
                <a:lnTo>
                  <a:pt x="0" y="5197639"/>
                </a:lnTo>
                <a:close/>
              </a:path>
            </a:pathLst>
          </a:custGeom>
          <a:solidFill>
            <a:srgbClr val="A8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5296312" y="1204489"/>
            <a:ext cx="27504" cy="5230884"/>
          </a:xfrm>
          <a:custGeom>
            <a:avLst/>
            <a:gdLst/>
            <a:ahLst/>
            <a:cxnLst/>
            <a:rect l="l" t="t" r="r" b="b"/>
            <a:pathLst>
              <a:path w="27504" h="5230884">
                <a:moveTo>
                  <a:pt x="0" y="33245"/>
                </a:moveTo>
                <a:lnTo>
                  <a:pt x="27504" y="0"/>
                </a:lnTo>
                <a:lnTo>
                  <a:pt x="27504" y="5197639"/>
                </a:lnTo>
                <a:lnTo>
                  <a:pt x="0" y="5230884"/>
                </a:lnTo>
                <a:close/>
              </a:path>
            </a:pathLst>
          </a:custGeom>
          <a:solidFill>
            <a:srgbClr val="A8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313534" y="1237734"/>
            <a:ext cx="31575" cy="5230230"/>
          </a:xfrm>
          <a:custGeom>
            <a:avLst/>
            <a:gdLst/>
            <a:ahLst/>
            <a:cxnLst/>
            <a:rect l="l" t="t" r="r" b="b"/>
            <a:pathLst>
              <a:path w="31575" h="5230230">
                <a:moveTo>
                  <a:pt x="0" y="0"/>
                </a:moveTo>
                <a:lnTo>
                  <a:pt x="31575" y="32591"/>
                </a:lnTo>
                <a:lnTo>
                  <a:pt x="31575" y="5230230"/>
                </a:lnTo>
                <a:lnTo>
                  <a:pt x="0" y="5197639"/>
                </a:lnTo>
                <a:close/>
              </a:path>
            </a:pathLst>
          </a:custGeom>
          <a:solidFill>
            <a:srgbClr val="AA8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5264737" y="1237734"/>
            <a:ext cx="31575" cy="5230230"/>
          </a:xfrm>
          <a:custGeom>
            <a:avLst/>
            <a:gdLst/>
            <a:ahLst/>
            <a:cxnLst/>
            <a:rect l="l" t="t" r="r" b="b"/>
            <a:pathLst>
              <a:path w="31575" h="5230230">
                <a:moveTo>
                  <a:pt x="0" y="32591"/>
                </a:moveTo>
                <a:lnTo>
                  <a:pt x="31575" y="0"/>
                </a:lnTo>
                <a:lnTo>
                  <a:pt x="31575" y="5197639"/>
                </a:lnTo>
                <a:lnTo>
                  <a:pt x="0" y="5230230"/>
                </a:lnTo>
                <a:close/>
              </a:path>
            </a:pathLst>
          </a:custGeom>
          <a:solidFill>
            <a:srgbClr val="AA8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345109" y="1270325"/>
            <a:ext cx="35559" cy="5229490"/>
          </a:xfrm>
          <a:custGeom>
            <a:avLst/>
            <a:gdLst/>
            <a:ahLst/>
            <a:cxnLst/>
            <a:rect l="l" t="t" r="r" b="b"/>
            <a:pathLst>
              <a:path w="35559" h="5229490">
                <a:moveTo>
                  <a:pt x="0" y="0"/>
                </a:moveTo>
                <a:lnTo>
                  <a:pt x="35559" y="31851"/>
                </a:lnTo>
                <a:lnTo>
                  <a:pt x="35559" y="5229490"/>
                </a:lnTo>
                <a:lnTo>
                  <a:pt x="0" y="5197639"/>
                </a:lnTo>
                <a:close/>
              </a:path>
            </a:pathLst>
          </a:custGeom>
          <a:solidFill>
            <a:srgbClr val="AD8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5229178" y="1270325"/>
            <a:ext cx="35559" cy="5229490"/>
          </a:xfrm>
          <a:custGeom>
            <a:avLst/>
            <a:gdLst/>
            <a:ahLst/>
            <a:cxnLst/>
            <a:rect l="l" t="t" r="r" b="b"/>
            <a:pathLst>
              <a:path w="35559" h="5229490">
                <a:moveTo>
                  <a:pt x="0" y="31851"/>
                </a:moveTo>
                <a:lnTo>
                  <a:pt x="35559" y="0"/>
                </a:lnTo>
                <a:lnTo>
                  <a:pt x="35559" y="5197639"/>
                </a:lnTo>
                <a:lnTo>
                  <a:pt x="0" y="5229490"/>
                </a:lnTo>
                <a:close/>
              </a:path>
            </a:pathLst>
          </a:custGeom>
          <a:solidFill>
            <a:srgbClr val="AD8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380668" y="1302176"/>
            <a:ext cx="39447" cy="5228661"/>
          </a:xfrm>
          <a:custGeom>
            <a:avLst/>
            <a:gdLst/>
            <a:ahLst/>
            <a:cxnLst/>
            <a:rect l="l" t="t" r="r" b="b"/>
            <a:pathLst>
              <a:path w="39447" h="5228661">
                <a:moveTo>
                  <a:pt x="0" y="0"/>
                </a:moveTo>
                <a:lnTo>
                  <a:pt x="39447" y="31022"/>
                </a:lnTo>
                <a:lnTo>
                  <a:pt x="39447" y="5228661"/>
                </a:lnTo>
                <a:lnTo>
                  <a:pt x="0" y="5197639"/>
                </a:lnTo>
                <a:close/>
              </a:path>
            </a:pathLst>
          </a:custGeom>
          <a:solidFill>
            <a:srgbClr val="B08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5189731" y="1302176"/>
            <a:ext cx="39447" cy="5228661"/>
          </a:xfrm>
          <a:custGeom>
            <a:avLst/>
            <a:gdLst/>
            <a:ahLst/>
            <a:cxnLst/>
            <a:rect l="l" t="t" r="r" b="b"/>
            <a:pathLst>
              <a:path w="39447" h="5228661">
                <a:moveTo>
                  <a:pt x="0" y="31022"/>
                </a:moveTo>
                <a:lnTo>
                  <a:pt x="39447" y="0"/>
                </a:lnTo>
                <a:lnTo>
                  <a:pt x="39447" y="5197639"/>
                </a:lnTo>
                <a:lnTo>
                  <a:pt x="0" y="5228661"/>
                </a:lnTo>
                <a:close/>
              </a:path>
            </a:pathLst>
          </a:custGeom>
          <a:solidFill>
            <a:srgbClr val="B08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3467380" y="1080104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3931" y="389822"/>
                </a:moveTo>
                <a:lnTo>
                  <a:pt x="0" y="390782"/>
                </a:lnTo>
                <a:lnTo>
                  <a:pt x="0" y="959"/>
                </a:lnTo>
                <a:lnTo>
                  <a:pt x="3931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4138535" y="1080104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0" y="389822"/>
                </a:moveTo>
                <a:lnTo>
                  <a:pt x="3931" y="390782"/>
                </a:lnTo>
                <a:lnTo>
                  <a:pt x="3931" y="959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3463448" y="108106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142466" y="108106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459516" y="1082022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4146398" y="1082022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455584" y="108298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150330" y="108298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3451652" y="108394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154262" y="108394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3447720" y="108490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4158194" y="108490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3443788" y="108586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4162126" y="108586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3439856" y="108681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4166058" y="108681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3435924" y="108777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4169990" y="108777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410184" y="109405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195730" y="109405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406253" y="1095018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3931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1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199662" y="1095018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0" y="389823"/>
                </a:moveTo>
                <a:lnTo>
                  <a:pt x="3931" y="390783"/>
                </a:lnTo>
                <a:lnTo>
                  <a:pt x="3931" y="960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3402321" y="109597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203593" y="109597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3398389" y="1096937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207525" y="1096937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394457" y="109789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4211457" y="109789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3390525" y="109885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4215389" y="109885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386593" y="1099815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219321" y="1099815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382661" y="110077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223253" y="110077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3378729" y="110173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4227185" y="110173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3352989" y="110801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4252925" y="110801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3349057" y="110897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4256857" y="110897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3345125" y="1109933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4260789" y="1109933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3341194" y="1110893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3931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1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4264721" y="1110893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0" y="389823"/>
                </a:moveTo>
                <a:lnTo>
                  <a:pt x="3931" y="390782"/>
                </a:lnTo>
                <a:lnTo>
                  <a:pt x="3931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337262" y="111185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4268652" y="111185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333330" y="111281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2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4272584" y="111281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2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3329398" y="111377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4276516" y="111377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3325466" y="111473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4280448" y="111473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321534" y="111569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4284380" y="111569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3295794" y="112197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4310120" y="1121970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291862" y="112293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4314052" y="112293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3287930" y="112388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4317984" y="112388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3283998" y="1124848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4321916" y="1124848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3280067" y="1125808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3931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1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4325848" y="1125808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0" y="389823"/>
                </a:moveTo>
                <a:lnTo>
                  <a:pt x="3931" y="390782"/>
                </a:lnTo>
                <a:lnTo>
                  <a:pt x="3931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3276135" y="112676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4329779" y="112676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3272203" y="1127726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4333711" y="1127726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3268271" y="112868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4337643" y="112868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3264339" y="1129645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4341575" y="1129645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3238599" y="113592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4367315" y="113592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3234667" y="113688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4371247" y="113688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230735" y="113784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2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4375179" y="113784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2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226803" y="113880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4379111" y="113880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3497426" y="107267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08074" y="107267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222871" y="1139763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383043" y="1139763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3493080" y="107373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4112420" y="107373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3218939" y="114072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4386975" y="114072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3488734" y="107479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4116766" y="107479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3215008" y="1141682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3931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1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4390907" y="1141682"/>
            <a:ext cx="3931" cy="390782"/>
          </a:xfrm>
          <a:custGeom>
            <a:avLst/>
            <a:gdLst/>
            <a:ahLst/>
            <a:cxnLst/>
            <a:rect l="l" t="t" r="r" b="b"/>
            <a:pathLst>
              <a:path w="3931" h="390782">
                <a:moveTo>
                  <a:pt x="0" y="389823"/>
                </a:moveTo>
                <a:lnTo>
                  <a:pt x="3931" y="390782"/>
                </a:lnTo>
                <a:lnTo>
                  <a:pt x="3931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3484388" y="107585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4121112" y="107585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3211076" y="1142641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4394838" y="1142641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3480043" y="1076913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4125458" y="1076913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3207144" y="114360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4398770" y="114360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3475697" y="107797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4129803" y="107797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3471351" y="107903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4134149" y="107903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3467005" y="108009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4138495" y="108009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3462659" y="1081154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4142841" y="1081154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3181404" y="1149881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4424510" y="1149881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177472" y="115084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4428442" y="115084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3173540" y="115180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432374" y="115180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3169608" y="115275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4436306" y="115275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3440231" y="1086627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4165270" y="1086627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3165676" y="115371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4440238" y="115371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3435885" y="1087687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4169615" y="1087687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3161744" y="1154678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4444170" y="1154678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3431539" y="108874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4173961" y="108874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3157812" y="115563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4448102" y="115563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3427193" y="108980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4178307" y="108980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3153880" y="115659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4452034" y="115659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3422847" y="1090868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4182653" y="1090868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3149949" y="1157556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3931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1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4455966" y="1157556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0" y="389823"/>
                </a:moveTo>
                <a:lnTo>
                  <a:pt x="3931" y="390783"/>
                </a:lnTo>
                <a:lnTo>
                  <a:pt x="3931" y="960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3418502" y="1091929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4186999" y="1091929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3414156" y="109298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4191344" y="109298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3409810" y="109404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4195690" y="109404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3405464" y="109511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4200036" y="109511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3124209" y="116383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4481705" y="1163837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3120277" y="1164796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4485637" y="1164796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3116345" y="116575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4489569" y="1165756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3112413" y="116671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4493501" y="1166715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3383035" y="110058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4222465" y="110058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3108481" y="1167674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4497433" y="1167674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3378690" y="1101643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4226811" y="1101643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3104549" y="116863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4501365" y="1168634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3374344" y="110270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4231156" y="110270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3100617" y="116959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4505297" y="1169593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3369998" y="110376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4235502" y="110376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3096685" y="1170552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4509229" y="1170552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3365652" y="110482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4239848" y="110482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3092753" y="117151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4513161" y="117151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3361306" y="1105884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4244194" y="1105884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3356961" y="1106945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4248540" y="1106945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3352615" y="110800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4252885" y="110800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3348269" y="110906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4257231" y="110906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3067014" y="1177792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3931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1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4538901" y="1177792"/>
            <a:ext cx="3931" cy="390783"/>
          </a:xfrm>
          <a:custGeom>
            <a:avLst/>
            <a:gdLst/>
            <a:ahLst/>
            <a:cxnLst/>
            <a:rect l="l" t="t" r="r" b="b"/>
            <a:pathLst>
              <a:path w="3931" h="390783">
                <a:moveTo>
                  <a:pt x="0" y="389823"/>
                </a:moveTo>
                <a:lnTo>
                  <a:pt x="3931" y="390783"/>
                </a:lnTo>
                <a:lnTo>
                  <a:pt x="3931" y="960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3063082" y="117875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4542832" y="1178752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3059150" y="117971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4546764" y="117971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3055218" y="118067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2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4550696" y="1180671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2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3325840" y="111453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4279660" y="111453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3051286" y="118163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4554628" y="1181630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3321495" y="1115598"/>
            <a:ext cx="4345" cy="390884"/>
          </a:xfrm>
          <a:custGeom>
            <a:avLst/>
            <a:gdLst/>
            <a:ahLst/>
            <a:cxnLst/>
            <a:rect l="l" t="t" r="r" b="b"/>
            <a:pathLst>
              <a:path w="4345" h="390884">
                <a:moveTo>
                  <a:pt x="4345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5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4284006" y="1115598"/>
            <a:ext cx="4345" cy="390884"/>
          </a:xfrm>
          <a:custGeom>
            <a:avLst/>
            <a:gdLst/>
            <a:ahLst/>
            <a:cxnLst/>
            <a:rect l="l" t="t" r="r" b="b"/>
            <a:pathLst>
              <a:path w="4345" h="390884">
                <a:moveTo>
                  <a:pt x="0" y="389823"/>
                </a:moveTo>
                <a:lnTo>
                  <a:pt x="4345" y="390884"/>
                </a:lnTo>
                <a:lnTo>
                  <a:pt x="4345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3047354" y="118258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4558560" y="1182589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3317149" y="111665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4288351" y="111665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3043422" y="118354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4562492" y="1183549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3312803" y="111771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4292697" y="111771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3039490" y="118450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3932" y="389823"/>
                </a:moveTo>
                <a:lnTo>
                  <a:pt x="0" y="390782"/>
                </a:lnTo>
                <a:lnTo>
                  <a:pt x="0" y="959"/>
                </a:lnTo>
                <a:lnTo>
                  <a:pt x="3932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4566424" y="1184508"/>
            <a:ext cx="3932" cy="390782"/>
          </a:xfrm>
          <a:custGeom>
            <a:avLst/>
            <a:gdLst/>
            <a:ahLst/>
            <a:cxnLst/>
            <a:rect l="l" t="t" r="r" b="b"/>
            <a:pathLst>
              <a:path w="3932" h="390782">
                <a:moveTo>
                  <a:pt x="0" y="389823"/>
                </a:moveTo>
                <a:lnTo>
                  <a:pt x="3932" y="390782"/>
                </a:lnTo>
                <a:lnTo>
                  <a:pt x="3932" y="959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3308457" y="111877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4297043" y="111877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3035558" y="1185467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3932" y="389823"/>
                </a:moveTo>
                <a:lnTo>
                  <a:pt x="0" y="390783"/>
                </a:lnTo>
                <a:lnTo>
                  <a:pt x="0" y="960"/>
                </a:lnTo>
                <a:lnTo>
                  <a:pt x="3932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4570356" y="1185467"/>
            <a:ext cx="3932" cy="390783"/>
          </a:xfrm>
          <a:custGeom>
            <a:avLst/>
            <a:gdLst/>
            <a:ahLst/>
            <a:cxnLst/>
            <a:rect l="l" t="t" r="r" b="b"/>
            <a:pathLst>
              <a:path w="3932" h="390783">
                <a:moveTo>
                  <a:pt x="0" y="389823"/>
                </a:moveTo>
                <a:lnTo>
                  <a:pt x="3932" y="390783"/>
                </a:lnTo>
                <a:lnTo>
                  <a:pt x="3932" y="960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3304111" y="111984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4301389" y="111984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3299766" y="1120900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5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4305735" y="1120900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3295420" y="112196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4310080" y="112196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3291074" y="112302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4314426" y="112302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3268645" y="112849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4336855" y="112849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3264299" y="112955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4341201" y="1129554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3259954" y="1130614"/>
            <a:ext cx="4345" cy="390884"/>
          </a:xfrm>
          <a:custGeom>
            <a:avLst/>
            <a:gdLst/>
            <a:ahLst/>
            <a:cxnLst/>
            <a:rect l="l" t="t" r="r" b="b"/>
            <a:pathLst>
              <a:path w="4345" h="390884">
                <a:moveTo>
                  <a:pt x="4345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5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4345547" y="1130614"/>
            <a:ext cx="4345" cy="390884"/>
          </a:xfrm>
          <a:custGeom>
            <a:avLst/>
            <a:gdLst/>
            <a:ahLst/>
            <a:cxnLst/>
            <a:rect l="l" t="t" r="r" b="b"/>
            <a:pathLst>
              <a:path w="4345" h="390884">
                <a:moveTo>
                  <a:pt x="0" y="389823"/>
                </a:moveTo>
                <a:lnTo>
                  <a:pt x="4345" y="390884"/>
                </a:lnTo>
                <a:lnTo>
                  <a:pt x="4345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3255608" y="113167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4349892" y="113167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3251262" y="113273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4354238" y="113273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3246916" y="113379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4358584" y="113379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3242570" y="113485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4362930" y="113485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3238225" y="113591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4367276" y="113591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3233879" y="113697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4371621" y="113697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211450" y="114244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4394050" y="114244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3207104" y="114350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398396" y="1143509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3202758" y="114457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4402742" y="114457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3198413" y="1145630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5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4407088" y="1145630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3194067" y="114669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4411433" y="114669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3189721" y="114775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4415779" y="114775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3185375" y="114881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4420125" y="114881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3181029" y="114987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4424471" y="114987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3176684" y="1150932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4428817" y="1150932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3154255" y="115640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4451245" y="115640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3149909" y="115746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4455591" y="1157465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3145563" y="115852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4459937" y="1158525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3141217" y="115958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4464283" y="115958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3136872" y="116064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4468629" y="116064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3132526" y="116170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4472974" y="116170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3128180" y="116276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4477320" y="116276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3123834" y="116382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4481666" y="116382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3119489" y="1164888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4486012" y="1164888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2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097060" y="117036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4508440" y="1170360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3092714" y="117142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4512786" y="117142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2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3088368" y="117248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4517132" y="1172481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3084022" y="117354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4521478" y="1173541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3079677" y="1174602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4525824" y="1174602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3075331" y="117566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4530169" y="1175662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3070985" y="117672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4534515" y="1176722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3066639" y="117778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4538861" y="117778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3062293" y="117884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4543207" y="1178843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3039865" y="118431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4565636" y="1184316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3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3035519" y="118537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4569981" y="1185376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3031173" y="118643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4574327" y="1186436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3026827" y="118749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4578673" y="118749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3022481" y="118855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4583019" y="1188557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3018136" y="1189618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4345" y="389822"/>
                </a:moveTo>
                <a:lnTo>
                  <a:pt x="0" y="390883"/>
                </a:lnTo>
                <a:lnTo>
                  <a:pt x="0" y="1060"/>
                </a:lnTo>
                <a:lnTo>
                  <a:pt x="4345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4587365" y="1189618"/>
            <a:ext cx="4345" cy="390883"/>
          </a:xfrm>
          <a:custGeom>
            <a:avLst/>
            <a:gdLst/>
            <a:ahLst/>
            <a:cxnLst/>
            <a:rect l="l" t="t" r="r" b="b"/>
            <a:pathLst>
              <a:path w="4345" h="390883">
                <a:moveTo>
                  <a:pt x="0" y="389822"/>
                </a:moveTo>
                <a:lnTo>
                  <a:pt x="4345" y="390883"/>
                </a:lnTo>
                <a:lnTo>
                  <a:pt x="4345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3013790" y="119067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4591710" y="1190678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3009444" y="1191738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4346" y="389823"/>
                </a:moveTo>
                <a:lnTo>
                  <a:pt x="0" y="390884"/>
                </a:lnTo>
                <a:lnTo>
                  <a:pt x="0" y="1061"/>
                </a:lnTo>
                <a:lnTo>
                  <a:pt x="4346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4596056" y="1191738"/>
            <a:ext cx="4346" cy="390884"/>
          </a:xfrm>
          <a:custGeom>
            <a:avLst/>
            <a:gdLst/>
            <a:ahLst/>
            <a:cxnLst/>
            <a:rect l="l" t="t" r="r" b="b"/>
            <a:pathLst>
              <a:path w="4346" h="390884">
                <a:moveTo>
                  <a:pt x="0" y="389823"/>
                </a:moveTo>
                <a:lnTo>
                  <a:pt x="4346" y="390884"/>
                </a:lnTo>
                <a:lnTo>
                  <a:pt x="4346" y="106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3005098" y="119279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4346" y="389823"/>
                </a:moveTo>
                <a:lnTo>
                  <a:pt x="0" y="390883"/>
                </a:lnTo>
                <a:lnTo>
                  <a:pt x="0" y="1060"/>
                </a:lnTo>
                <a:lnTo>
                  <a:pt x="4346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4600402" y="1192799"/>
            <a:ext cx="4346" cy="390883"/>
          </a:xfrm>
          <a:custGeom>
            <a:avLst/>
            <a:gdLst/>
            <a:ahLst/>
            <a:cxnLst/>
            <a:rect l="l" t="t" r="r" b="b"/>
            <a:pathLst>
              <a:path w="4346" h="390883">
                <a:moveTo>
                  <a:pt x="0" y="389823"/>
                </a:moveTo>
                <a:lnTo>
                  <a:pt x="4346" y="390883"/>
                </a:lnTo>
                <a:lnTo>
                  <a:pt x="4346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2209976" y="324847"/>
            <a:ext cx="3189894" cy="1007840"/>
          </a:xfrm>
          <a:custGeom>
            <a:avLst/>
            <a:gdLst/>
            <a:ahLst/>
            <a:cxnLst/>
            <a:rect l="l" t="t" r="r" b="b"/>
            <a:pathLst>
              <a:path w="3189894" h="1007840">
                <a:moveTo>
                  <a:pt x="1594947" y="673856"/>
                </a:moveTo>
                <a:lnTo>
                  <a:pt x="2980445" y="1007840"/>
                </a:lnTo>
                <a:lnTo>
                  <a:pt x="3020286" y="976418"/>
                </a:lnTo>
                <a:lnTo>
                  <a:pt x="3056141" y="944151"/>
                </a:lnTo>
                <a:lnTo>
                  <a:pt x="3087909" y="911127"/>
                </a:lnTo>
                <a:lnTo>
                  <a:pt x="3115501" y="877439"/>
                </a:lnTo>
                <a:lnTo>
                  <a:pt x="3138841" y="843183"/>
                </a:lnTo>
                <a:lnTo>
                  <a:pt x="3157864" y="808452"/>
                </a:lnTo>
                <a:lnTo>
                  <a:pt x="3172515" y="773346"/>
                </a:lnTo>
                <a:lnTo>
                  <a:pt x="3182754" y="737961"/>
                </a:lnTo>
                <a:lnTo>
                  <a:pt x="3188553" y="702396"/>
                </a:lnTo>
                <a:lnTo>
                  <a:pt x="3189894" y="666752"/>
                </a:lnTo>
                <a:lnTo>
                  <a:pt x="3186775" y="631128"/>
                </a:lnTo>
                <a:lnTo>
                  <a:pt x="3179205" y="595623"/>
                </a:lnTo>
                <a:lnTo>
                  <a:pt x="3167203" y="560337"/>
                </a:lnTo>
                <a:lnTo>
                  <a:pt x="3150804" y="525369"/>
                </a:lnTo>
                <a:lnTo>
                  <a:pt x="3130055" y="490816"/>
                </a:lnTo>
                <a:lnTo>
                  <a:pt x="3105011" y="456774"/>
                </a:lnTo>
                <a:lnTo>
                  <a:pt x="3075745" y="423340"/>
                </a:lnTo>
                <a:lnTo>
                  <a:pt x="3042337" y="390607"/>
                </a:lnTo>
                <a:lnTo>
                  <a:pt x="3004882" y="358665"/>
                </a:lnTo>
                <a:lnTo>
                  <a:pt x="2963483" y="327605"/>
                </a:lnTo>
                <a:lnTo>
                  <a:pt x="2918256" y="297514"/>
                </a:lnTo>
                <a:lnTo>
                  <a:pt x="2869329" y="268475"/>
                </a:lnTo>
                <a:lnTo>
                  <a:pt x="2816838" y="240570"/>
                </a:lnTo>
                <a:lnTo>
                  <a:pt x="2760929" y="213876"/>
                </a:lnTo>
                <a:lnTo>
                  <a:pt x="2701760" y="188469"/>
                </a:lnTo>
                <a:lnTo>
                  <a:pt x="2639495" y="164420"/>
                </a:lnTo>
                <a:lnTo>
                  <a:pt x="2574309" y="141795"/>
                </a:lnTo>
                <a:lnTo>
                  <a:pt x="2506384" y="120658"/>
                </a:lnTo>
                <a:lnTo>
                  <a:pt x="2435910" y="101068"/>
                </a:lnTo>
                <a:lnTo>
                  <a:pt x="2363083" y="83081"/>
                </a:lnTo>
                <a:lnTo>
                  <a:pt x="2288109" y="66745"/>
                </a:lnTo>
                <a:lnTo>
                  <a:pt x="2211196" y="52107"/>
                </a:lnTo>
                <a:lnTo>
                  <a:pt x="2132560" y="39209"/>
                </a:lnTo>
                <a:lnTo>
                  <a:pt x="2052420" y="28085"/>
                </a:lnTo>
                <a:lnTo>
                  <a:pt x="1971000" y="18767"/>
                </a:lnTo>
                <a:lnTo>
                  <a:pt x="1888529" y="11281"/>
                </a:lnTo>
                <a:lnTo>
                  <a:pt x="1805237" y="5649"/>
                </a:lnTo>
                <a:lnTo>
                  <a:pt x="1721357" y="1885"/>
                </a:lnTo>
                <a:lnTo>
                  <a:pt x="1637123" y="0"/>
                </a:lnTo>
                <a:lnTo>
                  <a:pt x="1552771" y="0"/>
                </a:lnTo>
                <a:lnTo>
                  <a:pt x="1468537" y="1885"/>
                </a:lnTo>
                <a:lnTo>
                  <a:pt x="1384657" y="5649"/>
                </a:lnTo>
                <a:lnTo>
                  <a:pt x="1301365" y="11281"/>
                </a:lnTo>
                <a:lnTo>
                  <a:pt x="1218894" y="18767"/>
                </a:lnTo>
                <a:lnTo>
                  <a:pt x="1137474" y="28085"/>
                </a:lnTo>
                <a:lnTo>
                  <a:pt x="1057334" y="39209"/>
                </a:lnTo>
                <a:lnTo>
                  <a:pt x="978698" y="52107"/>
                </a:lnTo>
                <a:lnTo>
                  <a:pt x="901785" y="66745"/>
                </a:lnTo>
                <a:lnTo>
                  <a:pt x="826811" y="83081"/>
                </a:lnTo>
                <a:lnTo>
                  <a:pt x="753984" y="101068"/>
                </a:lnTo>
                <a:lnTo>
                  <a:pt x="683510" y="120658"/>
                </a:lnTo>
                <a:lnTo>
                  <a:pt x="615585" y="141795"/>
                </a:lnTo>
                <a:lnTo>
                  <a:pt x="550399" y="164420"/>
                </a:lnTo>
                <a:lnTo>
                  <a:pt x="488134" y="188469"/>
                </a:lnTo>
                <a:lnTo>
                  <a:pt x="428965" y="213876"/>
                </a:lnTo>
                <a:lnTo>
                  <a:pt x="373056" y="240570"/>
                </a:lnTo>
                <a:lnTo>
                  <a:pt x="320565" y="268475"/>
                </a:lnTo>
                <a:lnTo>
                  <a:pt x="271638" y="297514"/>
                </a:lnTo>
                <a:lnTo>
                  <a:pt x="226411" y="327605"/>
                </a:lnTo>
                <a:lnTo>
                  <a:pt x="185012" y="358665"/>
                </a:lnTo>
                <a:lnTo>
                  <a:pt x="147557" y="390607"/>
                </a:lnTo>
                <a:lnTo>
                  <a:pt x="114149" y="423340"/>
                </a:lnTo>
                <a:lnTo>
                  <a:pt x="84883" y="456774"/>
                </a:lnTo>
                <a:lnTo>
                  <a:pt x="59839" y="490816"/>
                </a:lnTo>
                <a:lnTo>
                  <a:pt x="39090" y="525369"/>
                </a:lnTo>
                <a:lnTo>
                  <a:pt x="22691" y="560337"/>
                </a:lnTo>
                <a:lnTo>
                  <a:pt x="10689" y="595623"/>
                </a:lnTo>
                <a:lnTo>
                  <a:pt x="3119" y="631128"/>
                </a:lnTo>
                <a:lnTo>
                  <a:pt x="0" y="666752"/>
                </a:lnTo>
                <a:lnTo>
                  <a:pt x="1341" y="702396"/>
                </a:lnTo>
                <a:lnTo>
                  <a:pt x="7140" y="737961"/>
                </a:lnTo>
                <a:lnTo>
                  <a:pt x="17379" y="773346"/>
                </a:lnTo>
                <a:lnTo>
                  <a:pt x="32030" y="808452"/>
                </a:lnTo>
                <a:lnTo>
                  <a:pt x="51053" y="843183"/>
                </a:lnTo>
                <a:lnTo>
                  <a:pt x="74393" y="877439"/>
                </a:lnTo>
                <a:lnTo>
                  <a:pt x="101985" y="911127"/>
                </a:lnTo>
                <a:lnTo>
                  <a:pt x="133753" y="944151"/>
                </a:lnTo>
                <a:lnTo>
                  <a:pt x="169608" y="976418"/>
                </a:lnTo>
                <a:lnTo>
                  <a:pt x="209449" y="1007840"/>
                </a:lnTo>
                <a:lnTo>
                  <a:pt x="1594947" y="673856"/>
                </a:lnTo>
                <a:close/>
              </a:path>
            </a:pathLst>
          </a:custGeom>
          <a:solidFill>
            <a:srgbClr val="B08C4C"/>
          </a:solidFill>
          <a:ln w="6350">
            <a:solidFill>
              <a:srgbClr val="89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2209976" y="324847"/>
            <a:ext cx="3189894" cy="1007840"/>
          </a:xfrm>
          <a:custGeom>
            <a:avLst/>
            <a:gdLst/>
            <a:ahLst/>
            <a:cxnLst/>
            <a:rect l="l" t="t" r="r" b="b"/>
            <a:pathLst>
              <a:path w="3189894" h="1007840">
                <a:moveTo>
                  <a:pt x="2980445" y="1007840"/>
                </a:moveTo>
                <a:lnTo>
                  <a:pt x="3020286" y="976418"/>
                </a:lnTo>
                <a:lnTo>
                  <a:pt x="3056141" y="944151"/>
                </a:lnTo>
                <a:lnTo>
                  <a:pt x="3087909" y="911127"/>
                </a:lnTo>
                <a:lnTo>
                  <a:pt x="3115501" y="877439"/>
                </a:lnTo>
                <a:lnTo>
                  <a:pt x="3138841" y="843183"/>
                </a:lnTo>
                <a:lnTo>
                  <a:pt x="3157864" y="808452"/>
                </a:lnTo>
                <a:lnTo>
                  <a:pt x="3172515" y="773346"/>
                </a:lnTo>
                <a:lnTo>
                  <a:pt x="3182754" y="737961"/>
                </a:lnTo>
                <a:lnTo>
                  <a:pt x="3188553" y="702396"/>
                </a:lnTo>
                <a:lnTo>
                  <a:pt x="3189894" y="666752"/>
                </a:lnTo>
                <a:lnTo>
                  <a:pt x="3186775" y="631128"/>
                </a:lnTo>
                <a:lnTo>
                  <a:pt x="3179205" y="595623"/>
                </a:lnTo>
                <a:lnTo>
                  <a:pt x="3167203" y="560337"/>
                </a:lnTo>
                <a:lnTo>
                  <a:pt x="3150804" y="525369"/>
                </a:lnTo>
                <a:lnTo>
                  <a:pt x="3130055" y="490816"/>
                </a:lnTo>
                <a:lnTo>
                  <a:pt x="3105011" y="456774"/>
                </a:lnTo>
                <a:lnTo>
                  <a:pt x="3075745" y="423340"/>
                </a:lnTo>
                <a:lnTo>
                  <a:pt x="3042337" y="390607"/>
                </a:lnTo>
                <a:lnTo>
                  <a:pt x="3004882" y="358665"/>
                </a:lnTo>
                <a:lnTo>
                  <a:pt x="2963483" y="327605"/>
                </a:lnTo>
                <a:lnTo>
                  <a:pt x="2918256" y="297514"/>
                </a:lnTo>
                <a:lnTo>
                  <a:pt x="2869329" y="268475"/>
                </a:lnTo>
                <a:lnTo>
                  <a:pt x="2816838" y="240570"/>
                </a:lnTo>
                <a:lnTo>
                  <a:pt x="2760929" y="213876"/>
                </a:lnTo>
                <a:lnTo>
                  <a:pt x="2701760" y="188469"/>
                </a:lnTo>
                <a:lnTo>
                  <a:pt x="2639495" y="164420"/>
                </a:lnTo>
                <a:lnTo>
                  <a:pt x="2574309" y="141795"/>
                </a:lnTo>
                <a:lnTo>
                  <a:pt x="2506384" y="120658"/>
                </a:lnTo>
                <a:lnTo>
                  <a:pt x="2435910" y="101068"/>
                </a:lnTo>
                <a:lnTo>
                  <a:pt x="2363083" y="83081"/>
                </a:lnTo>
                <a:lnTo>
                  <a:pt x="2288109" y="66745"/>
                </a:lnTo>
                <a:lnTo>
                  <a:pt x="2211196" y="52107"/>
                </a:lnTo>
                <a:lnTo>
                  <a:pt x="2132560" y="39209"/>
                </a:lnTo>
                <a:lnTo>
                  <a:pt x="2052420" y="28085"/>
                </a:lnTo>
                <a:lnTo>
                  <a:pt x="1971000" y="18767"/>
                </a:lnTo>
                <a:lnTo>
                  <a:pt x="1888529" y="11281"/>
                </a:lnTo>
                <a:lnTo>
                  <a:pt x="1805237" y="5649"/>
                </a:lnTo>
                <a:lnTo>
                  <a:pt x="1721357" y="1885"/>
                </a:lnTo>
                <a:lnTo>
                  <a:pt x="1637123" y="0"/>
                </a:lnTo>
                <a:lnTo>
                  <a:pt x="1552771" y="0"/>
                </a:lnTo>
                <a:lnTo>
                  <a:pt x="1468537" y="1885"/>
                </a:lnTo>
                <a:lnTo>
                  <a:pt x="1384657" y="5649"/>
                </a:lnTo>
                <a:lnTo>
                  <a:pt x="1301365" y="11281"/>
                </a:lnTo>
                <a:lnTo>
                  <a:pt x="1218894" y="18767"/>
                </a:lnTo>
                <a:lnTo>
                  <a:pt x="1137474" y="28085"/>
                </a:lnTo>
                <a:lnTo>
                  <a:pt x="1057334" y="39209"/>
                </a:lnTo>
                <a:lnTo>
                  <a:pt x="978698" y="52107"/>
                </a:lnTo>
                <a:lnTo>
                  <a:pt x="901785" y="66745"/>
                </a:lnTo>
                <a:lnTo>
                  <a:pt x="826811" y="83081"/>
                </a:lnTo>
                <a:lnTo>
                  <a:pt x="753984" y="101068"/>
                </a:lnTo>
                <a:lnTo>
                  <a:pt x="683510" y="120658"/>
                </a:lnTo>
                <a:lnTo>
                  <a:pt x="615585" y="141795"/>
                </a:lnTo>
                <a:lnTo>
                  <a:pt x="550399" y="164420"/>
                </a:lnTo>
                <a:lnTo>
                  <a:pt x="488134" y="188469"/>
                </a:lnTo>
                <a:lnTo>
                  <a:pt x="428965" y="213876"/>
                </a:lnTo>
                <a:lnTo>
                  <a:pt x="373056" y="240570"/>
                </a:lnTo>
                <a:lnTo>
                  <a:pt x="320565" y="268475"/>
                </a:lnTo>
                <a:lnTo>
                  <a:pt x="271638" y="297514"/>
                </a:lnTo>
                <a:lnTo>
                  <a:pt x="226411" y="327605"/>
                </a:lnTo>
                <a:lnTo>
                  <a:pt x="185012" y="358665"/>
                </a:lnTo>
                <a:lnTo>
                  <a:pt x="147557" y="390607"/>
                </a:lnTo>
                <a:lnTo>
                  <a:pt x="114149" y="423340"/>
                </a:lnTo>
                <a:lnTo>
                  <a:pt x="84883" y="456774"/>
                </a:lnTo>
                <a:lnTo>
                  <a:pt x="59839" y="490816"/>
                </a:lnTo>
                <a:lnTo>
                  <a:pt x="39090" y="525369"/>
                </a:lnTo>
                <a:lnTo>
                  <a:pt x="22691" y="560337"/>
                </a:lnTo>
                <a:lnTo>
                  <a:pt x="10689" y="595623"/>
                </a:lnTo>
                <a:lnTo>
                  <a:pt x="3119" y="631128"/>
                </a:lnTo>
                <a:lnTo>
                  <a:pt x="0" y="666752"/>
                </a:lnTo>
                <a:lnTo>
                  <a:pt x="1341" y="702396"/>
                </a:lnTo>
                <a:lnTo>
                  <a:pt x="7140" y="737961"/>
                </a:lnTo>
                <a:lnTo>
                  <a:pt x="17379" y="773346"/>
                </a:lnTo>
                <a:lnTo>
                  <a:pt x="32030" y="808452"/>
                </a:lnTo>
                <a:lnTo>
                  <a:pt x="51053" y="843183"/>
                </a:lnTo>
                <a:lnTo>
                  <a:pt x="74393" y="877439"/>
                </a:lnTo>
                <a:lnTo>
                  <a:pt x="101985" y="911127"/>
                </a:lnTo>
                <a:lnTo>
                  <a:pt x="133753" y="944151"/>
                </a:lnTo>
                <a:lnTo>
                  <a:pt x="169608" y="976418"/>
                </a:lnTo>
                <a:lnTo>
                  <a:pt x="209449" y="1007840"/>
                </a:lnTo>
                <a:lnTo>
                  <a:pt x="220533" y="1005168"/>
                </a:lnTo>
                <a:lnTo>
                  <a:pt x="181011" y="973998"/>
                </a:lnTo>
                <a:lnTo>
                  <a:pt x="145443" y="941988"/>
                </a:lnTo>
                <a:lnTo>
                  <a:pt x="113929" y="909229"/>
                </a:lnTo>
                <a:lnTo>
                  <a:pt x="86557" y="875811"/>
                </a:lnTo>
                <a:lnTo>
                  <a:pt x="63404" y="841828"/>
                </a:lnTo>
                <a:lnTo>
                  <a:pt x="44534" y="807375"/>
                </a:lnTo>
                <a:lnTo>
                  <a:pt x="30000" y="772550"/>
                </a:lnTo>
                <a:lnTo>
                  <a:pt x="19842" y="737448"/>
                </a:lnTo>
                <a:lnTo>
                  <a:pt x="14090" y="702168"/>
                </a:lnTo>
                <a:lnTo>
                  <a:pt x="12759" y="666809"/>
                </a:lnTo>
                <a:lnTo>
                  <a:pt x="15853" y="631470"/>
                </a:lnTo>
                <a:lnTo>
                  <a:pt x="23363" y="596249"/>
                </a:lnTo>
                <a:lnTo>
                  <a:pt x="35269" y="561245"/>
                </a:lnTo>
                <a:lnTo>
                  <a:pt x="51536" y="526557"/>
                </a:lnTo>
                <a:lnTo>
                  <a:pt x="72120" y="492280"/>
                </a:lnTo>
                <a:lnTo>
                  <a:pt x="96963" y="458511"/>
                </a:lnTo>
                <a:lnTo>
                  <a:pt x="125995" y="425344"/>
                </a:lnTo>
                <a:lnTo>
                  <a:pt x="159136" y="392873"/>
                </a:lnTo>
                <a:lnTo>
                  <a:pt x="196292" y="361187"/>
                </a:lnTo>
                <a:lnTo>
                  <a:pt x="237360" y="330375"/>
                </a:lnTo>
                <a:lnTo>
                  <a:pt x="282224" y="300525"/>
                </a:lnTo>
                <a:lnTo>
                  <a:pt x="330760" y="271718"/>
                </a:lnTo>
                <a:lnTo>
                  <a:pt x="382831" y="244036"/>
                </a:lnTo>
                <a:lnTo>
                  <a:pt x="438292" y="217556"/>
                </a:lnTo>
                <a:lnTo>
                  <a:pt x="496989" y="192352"/>
                </a:lnTo>
                <a:lnTo>
                  <a:pt x="558755" y="168495"/>
                </a:lnTo>
                <a:lnTo>
                  <a:pt x="623420" y="146051"/>
                </a:lnTo>
                <a:lnTo>
                  <a:pt x="690802" y="125084"/>
                </a:lnTo>
                <a:lnTo>
                  <a:pt x="760712" y="105651"/>
                </a:lnTo>
                <a:lnTo>
                  <a:pt x="832956" y="87807"/>
                </a:lnTo>
                <a:lnTo>
                  <a:pt x="907330" y="71602"/>
                </a:lnTo>
                <a:lnTo>
                  <a:pt x="983628" y="57081"/>
                </a:lnTo>
                <a:lnTo>
                  <a:pt x="1061635" y="44286"/>
                </a:lnTo>
                <a:lnTo>
                  <a:pt x="1141134" y="33251"/>
                </a:lnTo>
                <a:lnTo>
                  <a:pt x="1221902" y="24008"/>
                </a:lnTo>
                <a:lnTo>
                  <a:pt x="1303713" y="16582"/>
                </a:lnTo>
                <a:lnTo>
                  <a:pt x="1386339" y="10994"/>
                </a:lnTo>
                <a:lnTo>
                  <a:pt x="1469549" y="7261"/>
                </a:lnTo>
                <a:lnTo>
                  <a:pt x="1553109" y="5391"/>
                </a:lnTo>
                <a:lnTo>
                  <a:pt x="1636785" y="5391"/>
                </a:lnTo>
                <a:lnTo>
                  <a:pt x="1720345" y="7261"/>
                </a:lnTo>
                <a:lnTo>
                  <a:pt x="1803555" y="10994"/>
                </a:lnTo>
                <a:lnTo>
                  <a:pt x="1886181" y="16582"/>
                </a:lnTo>
                <a:lnTo>
                  <a:pt x="1967992" y="24008"/>
                </a:lnTo>
                <a:lnTo>
                  <a:pt x="2048760" y="33251"/>
                </a:lnTo>
                <a:lnTo>
                  <a:pt x="2128259" y="44286"/>
                </a:lnTo>
                <a:lnTo>
                  <a:pt x="2206266" y="57081"/>
                </a:lnTo>
                <a:lnTo>
                  <a:pt x="2282564" y="71602"/>
                </a:lnTo>
                <a:lnTo>
                  <a:pt x="2356938" y="87807"/>
                </a:lnTo>
                <a:lnTo>
                  <a:pt x="2429182" y="105651"/>
                </a:lnTo>
                <a:lnTo>
                  <a:pt x="2499092" y="125084"/>
                </a:lnTo>
                <a:lnTo>
                  <a:pt x="2566474" y="146051"/>
                </a:lnTo>
                <a:lnTo>
                  <a:pt x="2631139" y="168495"/>
                </a:lnTo>
                <a:lnTo>
                  <a:pt x="2692905" y="192352"/>
                </a:lnTo>
                <a:lnTo>
                  <a:pt x="2751602" y="217556"/>
                </a:lnTo>
                <a:lnTo>
                  <a:pt x="2807063" y="244036"/>
                </a:lnTo>
                <a:lnTo>
                  <a:pt x="2859134" y="271718"/>
                </a:lnTo>
                <a:lnTo>
                  <a:pt x="2907670" y="300525"/>
                </a:lnTo>
                <a:lnTo>
                  <a:pt x="2952534" y="330375"/>
                </a:lnTo>
                <a:lnTo>
                  <a:pt x="2993602" y="361187"/>
                </a:lnTo>
                <a:lnTo>
                  <a:pt x="3030758" y="392873"/>
                </a:lnTo>
                <a:lnTo>
                  <a:pt x="3063899" y="425344"/>
                </a:lnTo>
                <a:lnTo>
                  <a:pt x="3092931" y="458511"/>
                </a:lnTo>
                <a:lnTo>
                  <a:pt x="3117774" y="492280"/>
                </a:lnTo>
                <a:lnTo>
                  <a:pt x="3138358" y="526557"/>
                </a:lnTo>
                <a:lnTo>
                  <a:pt x="3154625" y="561245"/>
                </a:lnTo>
                <a:lnTo>
                  <a:pt x="3166531" y="596249"/>
                </a:lnTo>
                <a:lnTo>
                  <a:pt x="3174041" y="631470"/>
                </a:lnTo>
                <a:lnTo>
                  <a:pt x="3177135" y="666809"/>
                </a:lnTo>
                <a:lnTo>
                  <a:pt x="3175804" y="702168"/>
                </a:lnTo>
                <a:lnTo>
                  <a:pt x="3170052" y="737448"/>
                </a:lnTo>
                <a:lnTo>
                  <a:pt x="3159894" y="772550"/>
                </a:lnTo>
                <a:lnTo>
                  <a:pt x="3145360" y="807375"/>
                </a:lnTo>
                <a:lnTo>
                  <a:pt x="3126490" y="841828"/>
                </a:lnTo>
                <a:lnTo>
                  <a:pt x="3103337" y="875811"/>
                </a:lnTo>
                <a:lnTo>
                  <a:pt x="3075965" y="909229"/>
                </a:lnTo>
                <a:lnTo>
                  <a:pt x="3044451" y="941988"/>
                </a:lnTo>
                <a:lnTo>
                  <a:pt x="3008883" y="973998"/>
                </a:lnTo>
                <a:lnTo>
                  <a:pt x="2969361" y="1005168"/>
                </a:lnTo>
                <a:close/>
              </a:path>
            </a:pathLst>
          </a:custGeom>
          <a:solidFill>
            <a:srgbClr val="907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955432" y="584153"/>
            <a:ext cx="1698982" cy="621825"/>
          </a:xfrm>
          <a:custGeom>
            <a:avLst/>
            <a:gdLst/>
            <a:ahLst/>
            <a:cxnLst/>
            <a:rect l="l" t="t" r="r" b="b"/>
            <a:pathLst>
              <a:path w="1698982" h="621825">
                <a:moveTo>
                  <a:pt x="849491" y="414550"/>
                </a:moveTo>
                <a:lnTo>
                  <a:pt x="1698982" y="621825"/>
                </a:lnTo>
                <a:lnTo>
                  <a:pt x="1698982" y="207275"/>
                </a:lnTo>
                <a:lnTo>
                  <a:pt x="849491" y="0"/>
                </a:lnTo>
                <a:lnTo>
                  <a:pt x="0" y="207275"/>
                </a:lnTo>
                <a:lnTo>
                  <a:pt x="0" y="621825"/>
                </a:lnTo>
                <a:lnTo>
                  <a:pt x="849491" y="414550"/>
                </a:lnTo>
                <a:close/>
              </a:path>
            </a:pathLst>
          </a:custGeom>
          <a:solidFill>
            <a:srgbClr val="9B463E"/>
          </a:solidFill>
          <a:ln w="7620">
            <a:solidFill>
              <a:srgbClr val="5D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3142320" y="675354"/>
            <a:ext cx="1325206" cy="485023"/>
          </a:xfrm>
          <a:custGeom>
            <a:avLst/>
            <a:gdLst/>
            <a:ahLst/>
            <a:cxnLst/>
            <a:rect l="l" t="t" r="r" b="b"/>
            <a:pathLst>
              <a:path w="1325206" h="485023">
                <a:moveTo>
                  <a:pt x="662603" y="323349"/>
                </a:moveTo>
                <a:lnTo>
                  <a:pt x="1325206" y="485023"/>
                </a:lnTo>
                <a:lnTo>
                  <a:pt x="1325206" y="161674"/>
                </a:lnTo>
                <a:lnTo>
                  <a:pt x="662603" y="0"/>
                </a:lnTo>
                <a:lnTo>
                  <a:pt x="0" y="161674"/>
                </a:lnTo>
                <a:lnTo>
                  <a:pt x="0" y="485023"/>
                </a:lnTo>
                <a:lnTo>
                  <a:pt x="662603" y="323349"/>
                </a:lnTo>
                <a:close/>
              </a:path>
            </a:pathLst>
          </a:custGeom>
          <a:solidFill>
            <a:srgbClr val="A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3380178" y="791428"/>
            <a:ext cx="849490" cy="310912"/>
          </a:xfrm>
          <a:custGeom>
            <a:avLst/>
            <a:gdLst/>
            <a:ahLst/>
            <a:cxnLst/>
            <a:rect l="l" t="t" r="r" b="b"/>
            <a:pathLst>
              <a:path w="849490" h="310912">
                <a:moveTo>
                  <a:pt x="424745" y="207275"/>
                </a:moveTo>
                <a:lnTo>
                  <a:pt x="849490" y="310912"/>
                </a:lnTo>
                <a:lnTo>
                  <a:pt x="849490" y="103637"/>
                </a:lnTo>
                <a:lnTo>
                  <a:pt x="424745" y="0"/>
                </a:lnTo>
                <a:lnTo>
                  <a:pt x="0" y="103637"/>
                </a:lnTo>
                <a:lnTo>
                  <a:pt x="0" y="310912"/>
                </a:lnTo>
                <a:lnTo>
                  <a:pt x="424745" y="207275"/>
                </a:lnTo>
                <a:close/>
              </a:path>
            </a:pathLst>
          </a:custGeom>
          <a:solidFill>
            <a:srgbClr val="B25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3551438" y="875003"/>
            <a:ext cx="506970" cy="185550"/>
          </a:xfrm>
          <a:custGeom>
            <a:avLst/>
            <a:gdLst/>
            <a:ahLst/>
            <a:cxnLst/>
            <a:rect l="l" t="t" r="r" b="b"/>
            <a:pathLst>
              <a:path w="506970" h="185550">
                <a:moveTo>
                  <a:pt x="253485" y="123700"/>
                </a:moveTo>
                <a:lnTo>
                  <a:pt x="506970" y="185550"/>
                </a:lnTo>
                <a:lnTo>
                  <a:pt x="506970" y="61850"/>
                </a:lnTo>
                <a:lnTo>
                  <a:pt x="253485" y="0"/>
                </a:lnTo>
                <a:lnTo>
                  <a:pt x="0" y="61850"/>
                </a:lnTo>
                <a:lnTo>
                  <a:pt x="0" y="185550"/>
                </a:lnTo>
                <a:lnTo>
                  <a:pt x="253485" y="123700"/>
                </a:lnTo>
                <a:close/>
              </a:path>
            </a:pathLst>
          </a:custGeom>
          <a:solidFill>
            <a:srgbClr val="E2D2D8"/>
          </a:solidFill>
          <a:ln w="6350">
            <a:solidFill>
              <a:srgbClr val="AA9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4002815" y="89743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3933995" y="88064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3865176" y="86385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4071634" y="88064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4002815" y="86385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3933995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3865176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4140454" y="86385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4071634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4002815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3933995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3865176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4209274" y="84706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4140454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4071634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4002815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3933995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3865176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4278093" y="83027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4209274" y="81348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4140454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4071634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4002815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3933995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3865176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4346913" y="81348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4278093" y="796688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4209274" y="779896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4140454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4071634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4002815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3933995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3865176" y="69593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4415732" y="796688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4346913" y="779896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4278093" y="76310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4209274" y="74631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4140454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4071634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4002815" y="69593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3933995" y="67914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3865176" y="662353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4484552" y="779896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4415732" y="76310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4346913" y="74631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4278093" y="72952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4209274" y="712728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4140454" y="69593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4071634" y="67914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4002815" y="662353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3933995" y="645561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3865176" y="62876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4048695" y="89743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3979875" y="88064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3911056" y="86385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3842236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4117514" y="88064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4048695" y="86385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3979875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3911056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3842236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4186334" y="86385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4117514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4048695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3979875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3911056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3842236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4255153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4186334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4117514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4048695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3979875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3911056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3842236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4323973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4255153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4186334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4117514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4048695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3979875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3911056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3842236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4392792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4323973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4255153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4186334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4117514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4048695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3979875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3911056" y="69593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3842236" y="67914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69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4461612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4392792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4323973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4255153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4186334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4117514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4048695" y="69593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3979875" y="67914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3911056" y="662353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3842236" y="645561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4530431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4461612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4392792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4323973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4255153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4186334" y="69593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4117514" y="67914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4048695" y="662353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3979875" y="645561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3911056" y="62876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3842236" y="61197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3703808" y="86385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3634989" y="88064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3566169" y="89743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3703808" y="83027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4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3634989" y="84706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3566169" y="86385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3497350" y="88064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3703808" y="796688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3634989" y="81348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3566169" y="83027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3497350" y="84706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3428530" y="86385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3703808" y="76310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3634989" y="779896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3566169" y="796688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3497350" y="81348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3428530" y="83027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3359711" y="84706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3703808" y="72952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3634989" y="74631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3566169" y="76310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3497350" y="779896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3428530" y="796688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3359711" y="81348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3290891" y="83027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3703808" y="695936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4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3634989" y="712728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3566169" y="72952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3497350" y="74631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3428530" y="76310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3359711" y="779896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3290891" y="796688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3222072" y="81348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3703808" y="662353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3634989" y="67914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69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3566169" y="695936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3497350" y="712728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3428530" y="72952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3359711" y="74631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3290891" y="76310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3222072" y="779896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3153252" y="796688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3703808" y="62876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4" y="117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4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3634989" y="645561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3566169" y="662353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3497350" y="67914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69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3428530" y="695936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3359711" y="712728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3290891" y="72952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3222072" y="74631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3153252" y="76310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3084433" y="779896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3726748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3657929" y="86385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3589109" y="88064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3520290" y="89743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3726748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3657929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3589109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3520290" y="86385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3451470" y="88064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3726748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3657929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3589109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3520290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3451470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3382651" y="86385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3726748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3657929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3589109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3520290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3451470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3382651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3313831" y="84706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3726748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3657929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3589109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3520290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3451470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3382651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3313831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3245012" y="83027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3726748" y="67914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3657929" y="69593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3589109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3520290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3451470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3382651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3313831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3245012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3176192" y="81348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3726748" y="645561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3657929" y="662353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3589109" y="67914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3520290" y="69593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3451470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3382651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3313831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3245012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3176192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3107373" y="796688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3726748" y="61197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3657929" y="62876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3589109" y="645561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3520290" y="662353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3451470" y="67914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3382651" y="69593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3313831" y="71272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3245012" y="72952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3176192" y="74631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3107373" y="76310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3038553" y="779896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3485486" y="95649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3485486" y="99008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3485486" y="1023667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3416666" y="93970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3416666" y="97329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3416666" y="100687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3416666" y="1040459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3347847" y="92291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3347847" y="95649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3347847" y="99008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3347847" y="1023667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3347847" y="105725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3279027" y="906124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3279027" y="93970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3279027" y="97329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3279027" y="100687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3279027" y="1040459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3279027" y="107404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3210208" y="889332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3210208" y="92291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3210208" y="95649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3210208" y="99008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3210208" y="1023667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3210208" y="105725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3210208" y="109083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3141388" y="87254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3141388" y="906124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3141388" y="93970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3141388" y="97329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3141388" y="100687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3141388" y="1040459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3141388" y="107404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3141388" y="1107626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3072569" y="855748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3072569" y="889332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3072569" y="92291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3072569" y="95649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3072569" y="99008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3072569" y="1023667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3072569" y="105725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3072569" y="109083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3072569" y="1124418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3003749" y="838956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3003749" y="87254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3003749" y="906124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3003749" y="93970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3003749" y="97329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3003749" y="100687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3003749" y="1040459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3003749" y="107404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3003749" y="1107626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3003749" y="114121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3462546" y="93970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3462546" y="97329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3462546" y="100687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3462546" y="1040459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3393726" y="92291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3393726" y="95649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3393726" y="99008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3393726" y="1023667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3393726" y="105725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3324907" y="906124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3324907" y="93970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3324907" y="97329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3324907" y="100687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3324907" y="1040459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3324907" y="107404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3256087" y="889332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3256087" y="92291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3256087" y="95649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3256087" y="99008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3256087" y="1023667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3256087" y="105725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3256087" y="109083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3187268" y="87254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3187268" y="906124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3187268" y="93970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3187268" y="97329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3187268" y="100687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3187268" y="1040459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3187268" y="107404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3187268" y="110762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3118448" y="85574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3118448" y="889332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3118448" y="92291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3118448" y="95649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3118448" y="99008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3118448" y="1023667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3118448" y="105725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2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3118448" y="109083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3118448" y="112441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3049629" y="83895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3049629" y="87254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3049629" y="906124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3049629" y="93970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3049629" y="97329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3049629" y="100687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3049629" y="1040459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3049629" y="107404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3049629" y="110762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3049629" y="114121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2980809" y="82216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2980809" y="85574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2980809" y="889332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2980809" y="92291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2980809" y="95649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2980809" y="99008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2980809" y="1023667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2980809" y="105725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2980809" y="109083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2980809" y="112441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2980809" y="1158002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4083499" y="1023667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4083499" y="99008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4083499" y="95649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4152318" y="1040459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4152318" y="100687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4152318" y="97329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4152318" y="93970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4221138" y="105725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4221138" y="1023667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4221138" y="99008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4221138" y="95649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4221138" y="92291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4289957" y="107404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4289957" y="1040459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4289957" y="100687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4289957" y="97329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4289957" y="93970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4289957" y="906124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4358777" y="109083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4358777" y="105725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4358777" y="1023667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4358777" y="99008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4358777" y="95649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4358777" y="92291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4358777" y="889332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4427596" y="1107626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4427596" y="107404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4427596" y="1040459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4427596" y="100687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4427596" y="97329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4427596" y="93970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4427596" y="906124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4427596" y="87254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4496416" y="1124418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4496416" y="1090834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4496416" y="1057250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4496416" y="1023667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4496416" y="990083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4496416" y="956499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4496416" y="922915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4496416" y="889332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4496416" y="855748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4565235" y="114121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4565235" y="1107626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4565235" y="1074042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3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4565235" y="1040459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4565235" y="1006875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4565235" y="973291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4565235" y="939707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8"/>
                </a:lnTo>
                <a:lnTo>
                  <a:pt x="34452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40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4565235" y="906124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3"/>
                </a:lnTo>
                <a:lnTo>
                  <a:pt x="4780" y="3069"/>
                </a:lnTo>
                <a:lnTo>
                  <a:pt x="2174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4" y="12494"/>
                </a:lnTo>
                <a:lnTo>
                  <a:pt x="4780" y="14169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4565235" y="872540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4565235" y="838956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7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4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4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7" y="16097"/>
                </a:lnTo>
                <a:lnTo>
                  <a:pt x="34452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2" y="2339"/>
                </a:lnTo>
                <a:lnTo>
                  <a:pt x="30647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4106439" y="1040459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4106439" y="100687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4106439" y="97329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4106439" y="93970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4175258" y="105725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4175258" y="1023667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4175258" y="99008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4175258" y="95649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0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4175258" y="92291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0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4244078" y="107404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4244078" y="1040459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4244078" y="100687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4244078" y="97329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4244078" y="93970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79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79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4244078" y="906124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3"/>
                </a:lnTo>
                <a:lnTo>
                  <a:pt x="4779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4"/>
                </a:lnTo>
                <a:lnTo>
                  <a:pt x="4779" y="14169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4312897" y="109083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4312897" y="105725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4312897" y="1023667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4312897" y="99008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4312897" y="95649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4312897" y="92291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9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4312897" y="889332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4381717" y="110762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4381717" y="107404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4381717" y="1040459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4381717" y="100687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4381717" y="97329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4381717" y="93970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4381717" y="906124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4381717" y="87254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4450536" y="112441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4450536" y="109083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4450536" y="105725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4450536" y="1023667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4450536" y="99008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4450536" y="95649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4450536" y="92291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4450536" y="889332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4450536" y="85574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4519356" y="114121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4519356" y="110762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4519356" y="1074042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3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4519356" y="1040459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4519356" y="1006875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4519356" y="973291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4519356" y="939707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3"/>
                </a:lnTo>
                <a:lnTo>
                  <a:pt x="40723" y="7618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4519356" y="906124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3"/>
                </a:lnTo>
                <a:lnTo>
                  <a:pt x="4780" y="3069"/>
                </a:lnTo>
                <a:lnTo>
                  <a:pt x="2173" y="4744"/>
                </a:lnTo>
                <a:lnTo>
                  <a:pt x="550" y="6628"/>
                </a:lnTo>
                <a:lnTo>
                  <a:pt x="0" y="8619"/>
                </a:lnTo>
                <a:lnTo>
                  <a:pt x="550" y="10611"/>
                </a:lnTo>
                <a:lnTo>
                  <a:pt x="2173" y="12494"/>
                </a:lnTo>
                <a:lnTo>
                  <a:pt x="4780" y="14169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4519356" y="872540"/>
            <a:ext cx="40723" cy="17239"/>
          </a:xfrm>
          <a:custGeom>
            <a:avLst/>
            <a:gdLst/>
            <a:ahLst/>
            <a:cxnLst/>
            <a:rect l="l" t="t" r="r" b="b"/>
            <a:pathLst>
              <a:path w="40723" h="17239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6"/>
                </a:lnTo>
                <a:lnTo>
                  <a:pt x="12338" y="691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4"/>
                </a:lnTo>
                <a:lnTo>
                  <a:pt x="550" y="6628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5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39"/>
                </a:lnTo>
                <a:lnTo>
                  <a:pt x="26290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4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6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4519356" y="838956"/>
            <a:ext cx="40723" cy="17240"/>
          </a:xfrm>
          <a:custGeom>
            <a:avLst/>
            <a:gdLst/>
            <a:ahLst/>
            <a:cxnLst/>
            <a:rect l="l" t="t" r="r" b="b"/>
            <a:pathLst>
              <a:path w="40723" h="17240">
                <a:moveTo>
                  <a:pt x="30646" y="1142"/>
                </a:moveTo>
                <a:lnTo>
                  <a:pt x="26290" y="348"/>
                </a:lnTo>
                <a:lnTo>
                  <a:pt x="21618" y="0"/>
                </a:lnTo>
                <a:lnTo>
                  <a:pt x="16883" y="117"/>
                </a:lnTo>
                <a:lnTo>
                  <a:pt x="12338" y="692"/>
                </a:lnTo>
                <a:lnTo>
                  <a:pt x="8230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0" y="6629"/>
                </a:lnTo>
                <a:lnTo>
                  <a:pt x="0" y="8620"/>
                </a:lnTo>
                <a:lnTo>
                  <a:pt x="550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0" y="15546"/>
                </a:lnTo>
                <a:lnTo>
                  <a:pt x="12338" y="16548"/>
                </a:lnTo>
                <a:lnTo>
                  <a:pt x="16883" y="17123"/>
                </a:lnTo>
                <a:lnTo>
                  <a:pt x="21618" y="17240"/>
                </a:lnTo>
                <a:lnTo>
                  <a:pt x="26290" y="16892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0" y="13365"/>
                </a:lnTo>
                <a:lnTo>
                  <a:pt x="39629" y="11573"/>
                </a:lnTo>
                <a:lnTo>
                  <a:pt x="40723" y="9622"/>
                </a:lnTo>
                <a:lnTo>
                  <a:pt x="40723" y="7617"/>
                </a:lnTo>
                <a:lnTo>
                  <a:pt x="39629" y="5667"/>
                </a:lnTo>
                <a:lnTo>
                  <a:pt x="37500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4588175" y="1158002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4588175" y="112441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4588175" y="109083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4588175" y="1057250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2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4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4588175" y="1023667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4588175" y="990083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4588175" y="956499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4588175" y="922915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3"/>
                </a:moveTo>
                <a:lnTo>
                  <a:pt x="26291" y="349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9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1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3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6"/>
                </a:lnTo>
                <a:lnTo>
                  <a:pt x="34451" y="2340"/>
                </a:lnTo>
                <a:lnTo>
                  <a:pt x="30646" y="1143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4588175" y="889332"/>
            <a:ext cx="40724" cy="17239"/>
          </a:xfrm>
          <a:custGeom>
            <a:avLst/>
            <a:gdLst/>
            <a:ahLst/>
            <a:cxnLst/>
            <a:rect l="l" t="t" r="r" b="b"/>
            <a:pathLst>
              <a:path w="40724" h="17239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69"/>
                </a:lnTo>
                <a:lnTo>
                  <a:pt x="2173" y="4744"/>
                </a:lnTo>
                <a:lnTo>
                  <a:pt x="551" y="6628"/>
                </a:lnTo>
                <a:lnTo>
                  <a:pt x="0" y="8619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5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39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6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4588175" y="855748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6"/>
                </a:lnTo>
                <a:lnTo>
                  <a:pt x="12339" y="691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8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1"/>
                </a:lnTo>
                <a:lnTo>
                  <a:pt x="30646" y="16097"/>
                </a:lnTo>
                <a:lnTo>
                  <a:pt x="34451" y="14900"/>
                </a:lnTo>
                <a:lnTo>
                  <a:pt x="37501" y="13364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7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39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4588175" y="822164"/>
            <a:ext cx="40724" cy="17240"/>
          </a:xfrm>
          <a:custGeom>
            <a:avLst/>
            <a:gdLst/>
            <a:ahLst/>
            <a:cxnLst/>
            <a:rect l="l" t="t" r="r" b="b"/>
            <a:pathLst>
              <a:path w="40724" h="17240">
                <a:moveTo>
                  <a:pt x="30646" y="1142"/>
                </a:moveTo>
                <a:lnTo>
                  <a:pt x="26291" y="348"/>
                </a:lnTo>
                <a:lnTo>
                  <a:pt x="21619" y="0"/>
                </a:lnTo>
                <a:lnTo>
                  <a:pt x="16883" y="117"/>
                </a:lnTo>
                <a:lnTo>
                  <a:pt x="12339" y="692"/>
                </a:lnTo>
                <a:lnTo>
                  <a:pt x="8231" y="1694"/>
                </a:lnTo>
                <a:lnTo>
                  <a:pt x="4780" y="3070"/>
                </a:lnTo>
                <a:lnTo>
                  <a:pt x="2173" y="4745"/>
                </a:lnTo>
                <a:lnTo>
                  <a:pt x="551" y="6629"/>
                </a:lnTo>
                <a:lnTo>
                  <a:pt x="0" y="8620"/>
                </a:lnTo>
                <a:lnTo>
                  <a:pt x="551" y="10611"/>
                </a:lnTo>
                <a:lnTo>
                  <a:pt x="2173" y="12495"/>
                </a:lnTo>
                <a:lnTo>
                  <a:pt x="4780" y="14170"/>
                </a:lnTo>
                <a:lnTo>
                  <a:pt x="8231" y="15546"/>
                </a:lnTo>
                <a:lnTo>
                  <a:pt x="12339" y="16548"/>
                </a:lnTo>
                <a:lnTo>
                  <a:pt x="16883" y="17123"/>
                </a:lnTo>
                <a:lnTo>
                  <a:pt x="21619" y="17240"/>
                </a:lnTo>
                <a:lnTo>
                  <a:pt x="26291" y="16892"/>
                </a:lnTo>
                <a:lnTo>
                  <a:pt x="30646" y="16098"/>
                </a:lnTo>
                <a:lnTo>
                  <a:pt x="34451" y="14900"/>
                </a:lnTo>
                <a:lnTo>
                  <a:pt x="37501" y="13365"/>
                </a:lnTo>
                <a:lnTo>
                  <a:pt x="39630" y="11573"/>
                </a:lnTo>
                <a:lnTo>
                  <a:pt x="40724" y="9622"/>
                </a:lnTo>
                <a:lnTo>
                  <a:pt x="40724" y="7618"/>
                </a:lnTo>
                <a:lnTo>
                  <a:pt x="39630" y="5667"/>
                </a:lnTo>
                <a:lnTo>
                  <a:pt x="37501" y="3875"/>
                </a:lnTo>
                <a:lnTo>
                  <a:pt x="34451" y="2340"/>
                </a:lnTo>
                <a:lnTo>
                  <a:pt x="30646" y="1142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4023604" y="91332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0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1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3954785" y="89653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3885965" y="87974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3817146" y="86294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4092424" y="89653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4023604" y="87974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3954785" y="86294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3885965" y="84615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3817146" y="82936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4161243" y="87974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4092424" y="86294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4023604" y="84615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3954785" y="82936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3885965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3817146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4230063" y="86294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4161243" y="84615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4092424" y="82936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4023604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3954785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3885965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3817146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4298882" y="84615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4230063" y="82936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4161243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4092424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4023604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3954785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3885965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3817146" y="72861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4367702" y="82936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4298882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4230063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4161243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4092424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4023604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3954785" y="72861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3885965" y="71182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3817146" y="69502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4436521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4367702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4298882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4230063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4161243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4092424" y="72861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4023604" y="71182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3954785" y="69502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3885965" y="67823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3817146" y="661445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4505341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4436521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4367702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4298882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4230063" y="72861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4161243" y="71182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4092424" y="69502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4023604" y="67823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3954785" y="661445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3885965" y="644653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3817146" y="62786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4574160" y="778988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6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4505341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4436521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4367702" y="72861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4298882" y="71182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4230063" y="69502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4161243" y="67823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4092424" y="661445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4023604" y="644653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3954785" y="62786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3885965" y="61107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3817146" y="59427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3747538" y="86294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3678718" y="87974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3609899" y="89653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7" y="14771"/>
                </a:lnTo>
                <a:lnTo>
                  <a:pt x="43800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0" y="6263"/>
                </a:lnTo>
                <a:lnTo>
                  <a:pt x="41447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3541079" y="91332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1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3747538" y="82936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3678718" y="84615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3609899" y="86294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1"/>
                </a:lnTo>
                <a:lnTo>
                  <a:pt x="43800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0" y="6263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3541079" y="87974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3472259" y="896532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4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4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3747538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1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1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3678718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3609899" y="82936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1"/>
                </a:lnTo>
                <a:lnTo>
                  <a:pt x="43800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0" y="6263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3541079" y="84615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3472259" y="862948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4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4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3403440" y="87974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3747538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7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7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3678718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3609899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1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1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2"/>
                </a:lnTo>
                <a:lnTo>
                  <a:pt x="43800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0" y="6264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3541079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3472259" y="829364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4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4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3403440" y="84615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3334620" y="862948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3747538" y="72861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7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3678718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3609899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7" y="14771"/>
                </a:lnTo>
                <a:lnTo>
                  <a:pt x="43800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0" y="6263"/>
                </a:lnTo>
                <a:lnTo>
                  <a:pt x="41447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3541079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3472259" y="795780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4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4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5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3403440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3334620" y="829364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3265801" y="84615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3747538" y="69502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3678718" y="71182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3609899" y="72861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1"/>
                </a:lnTo>
                <a:lnTo>
                  <a:pt x="43800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0" y="6263"/>
                </a:lnTo>
                <a:lnTo>
                  <a:pt x="41447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3541079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3472259" y="762197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4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4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3403440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3334620" y="795780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5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3265801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3196981" y="82936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3747538" y="661445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1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3678718" y="67823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3609899" y="69502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1"/>
                </a:lnTo>
                <a:lnTo>
                  <a:pt x="43800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0" y="6263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3541079" y="71182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3472259" y="728613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4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4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3403440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3334620" y="762197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3265801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3196981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3128162" y="81257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Freeform 973"/>
          <p:cNvSpPr/>
          <p:nvPr/>
        </p:nvSpPr>
        <p:spPr>
          <a:xfrm>
            <a:off x="3747538" y="62786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7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7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Freeform 974"/>
          <p:cNvSpPr/>
          <p:nvPr/>
        </p:nvSpPr>
        <p:spPr>
          <a:xfrm>
            <a:off x="3678718" y="644653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Freeform 975"/>
          <p:cNvSpPr/>
          <p:nvPr/>
        </p:nvSpPr>
        <p:spPr>
          <a:xfrm>
            <a:off x="3609899" y="661445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1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7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2"/>
                </a:lnTo>
                <a:lnTo>
                  <a:pt x="43800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0" y="6264"/>
                </a:lnTo>
                <a:lnTo>
                  <a:pt x="41447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Freeform 976"/>
          <p:cNvSpPr/>
          <p:nvPr/>
        </p:nvSpPr>
        <p:spPr>
          <a:xfrm>
            <a:off x="3541079" y="67823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Freeform 977"/>
          <p:cNvSpPr/>
          <p:nvPr/>
        </p:nvSpPr>
        <p:spPr>
          <a:xfrm>
            <a:off x="3472259" y="695029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4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4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Freeform 978"/>
          <p:cNvSpPr/>
          <p:nvPr/>
        </p:nvSpPr>
        <p:spPr>
          <a:xfrm>
            <a:off x="3403440" y="71182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Freeform 979"/>
          <p:cNvSpPr/>
          <p:nvPr/>
        </p:nvSpPr>
        <p:spPr>
          <a:xfrm>
            <a:off x="3334620" y="728613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Freeform 980"/>
          <p:cNvSpPr/>
          <p:nvPr/>
        </p:nvSpPr>
        <p:spPr>
          <a:xfrm>
            <a:off x="3265801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Freeform 981"/>
          <p:cNvSpPr/>
          <p:nvPr/>
        </p:nvSpPr>
        <p:spPr>
          <a:xfrm>
            <a:off x="3196981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Freeform 982"/>
          <p:cNvSpPr/>
          <p:nvPr/>
        </p:nvSpPr>
        <p:spPr>
          <a:xfrm>
            <a:off x="3128162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Freeform 983"/>
          <p:cNvSpPr/>
          <p:nvPr/>
        </p:nvSpPr>
        <p:spPr>
          <a:xfrm>
            <a:off x="3059342" y="795780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Freeform 984"/>
          <p:cNvSpPr/>
          <p:nvPr/>
        </p:nvSpPr>
        <p:spPr>
          <a:xfrm>
            <a:off x="3747538" y="59427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7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7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Freeform 985"/>
          <p:cNvSpPr/>
          <p:nvPr/>
        </p:nvSpPr>
        <p:spPr>
          <a:xfrm>
            <a:off x="3678718" y="61107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Freeform 986"/>
          <p:cNvSpPr/>
          <p:nvPr/>
        </p:nvSpPr>
        <p:spPr>
          <a:xfrm>
            <a:off x="3609899" y="62786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7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1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1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7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7" y="14771"/>
                </a:lnTo>
                <a:lnTo>
                  <a:pt x="43800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0" y="6263"/>
                </a:lnTo>
                <a:lnTo>
                  <a:pt x="41447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Freeform 987"/>
          <p:cNvSpPr/>
          <p:nvPr/>
        </p:nvSpPr>
        <p:spPr>
          <a:xfrm>
            <a:off x="3541079" y="644653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Freeform 988"/>
          <p:cNvSpPr/>
          <p:nvPr/>
        </p:nvSpPr>
        <p:spPr>
          <a:xfrm>
            <a:off x="3472259" y="661445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4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4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5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Freeform 989"/>
          <p:cNvSpPr/>
          <p:nvPr/>
        </p:nvSpPr>
        <p:spPr>
          <a:xfrm>
            <a:off x="3403440" y="67823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Freeform 990"/>
          <p:cNvSpPr/>
          <p:nvPr/>
        </p:nvSpPr>
        <p:spPr>
          <a:xfrm>
            <a:off x="3334620" y="695029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Freeform 991"/>
          <p:cNvSpPr/>
          <p:nvPr/>
        </p:nvSpPr>
        <p:spPr>
          <a:xfrm>
            <a:off x="3265801" y="71182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Freeform 992"/>
          <p:cNvSpPr/>
          <p:nvPr/>
        </p:nvSpPr>
        <p:spPr>
          <a:xfrm>
            <a:off x="3196981" y="72861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Freeform 993"/>
          <p:cNvSpPr/>
          <p:nvPr/>
        </p:nvSpPr>
        <p:spPr>
          <a:xfrm>
            <a:off x="3128162" y="74540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Freeform 994"/>
          <p:cNvSpPr/>
          <p:nvPr/>
        </p:nvSpPr>
        <p:spPr>
          <a:xfrm>
            <a:off x="3059342" y="76219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Freeform 995"/>
          <p:cNvSpPr/>
          <p:nvPr/>
        </p:nvSpPr>
        <p:spPr>
          <a:xfrm>
            <a:off x="2990523" y="778988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9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Freeform 996"/>
          <p:cNvSpPr/>
          <p:nvPr/>
        </p:nvSpPr>
        <p:spPr>
          <a:xfrm>
            <a:off x="3506275" y="93880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Freeform 997"/>
          <p:cNvSpPr/>
          <p:nvPr/>
        </p:nvSpPr>
        <p:spPr>
          <a:xfrm>
            <a:off x="3506275" y="97238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Freeform 998"/>
          <p:cNvSpPr/>
          <p:nvPr/>
        </p:nvSpPr>
        <p:spPr>
          <a:xfrm>
            <a:off x="3506275" y="100596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Freeform 999"/>
          <p:cNvSpPr/>
          <p:nvPr/>
        </p:nvSpPr>
        <p:spPr>
          <a:xfrm>
            <a:off x="3506275" y="1039551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Freeform 1000"/>
          <p:cNvSpPr/>
          <p:nvPr/>
        </p:nvSpPr>
        <p:spPr>
          <a:xfrm>
            <a:off x="3437455" y="922008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Freeform 1001"/>
          <p:cNvSpPr/>
          <p:nvPr/>
        </p:nvSpPr>
        <p:spPr>
          <a:xfrm>
            <a:off x="3437455" y="955592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Freeform 1002"/>
          <p:cNvSpPr/>
          <p:nvPr/>
        </p:nvSpPr>
        <p:spPr>
          <a:xfrm>
            <a:off x="3437455" y="989176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Freeform 1003"/>
          <p:cNvSpPr/>
          <p:nvPr/>
        </p:nvSpPr>
        <p:spPr>
          <a:xfrm>
            <a:off x="3437455" y="1022759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5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Freeform 1004"/>
          <p:cNvSpPr/>
          <p:nvPr/>
        </p:nvSpPr>
        <p:spPr>
          <a:xfrm>
            <a:off x="3437455" y="1056343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Freeform 1005"/>
          <p:cNvSpPr/>
          <p:nvPr/>
        </p:nvSpPr>
        <p:spPr>
          <a:xfrm>
            <a:off x="3368636" y="905216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Freeform 1006"/>
          <p:cNvSpPr/>
          <p:nvPr/>
        </p:nvSpPr>
        <p:spPr>
          <a:xfrm>
            <a:off x="3368636" y="93880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Freeform 1007"/>
          <p:cNvSpPr/>
          <p:nvPr/>
        </p:nvSpPr>
        <p:spPr>
          <a:xfrm>
            <a:off x="3368636" y="97238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Freeform 1008"/>
          <p:cNvSpPr/>
          <p:nvPr/>
        </p:nvSpPr>
        <p:spPr>
          <a:xfrm>
            <a:off x="3368636" y="100596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Freeform 1009"/>
          <p:cNvSpPr/>
          <p:nvPr/>
        </p:nvSpPr>
        <p:spPr>
          <a:xfrm>
            <a:off x="3368636" y="1039551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Freeform 1010"/>
          <p:cNvSpPr/>
          <p:nvPr/>
        </p:nvSpPr>
        <p:spPr>
          <a:xfrm>
            <a:off x="3368636" y="107313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Freeform 1011"/>
          <p:cNvSpPr/>
          <p:nvPr/>
        </p:nvSpPr>
        <p:spPr>
          <a:xfrm>
            <a:off x="3299816" y="888424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Freeform 1012"/>
          <p:cNvSpPr/>
          <p:nvPr/>
        </p:nvSpPr>
        <p:spPr>
          <a:xfrm>
            <a:off x="3299816" y="922008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Freeform 1013"/>
          <p:cNvSpPr/>
          <p:nvPr/>
        </p:nvSpPr>
        <p:spPr>
          <a:xfrm>
            <a:off x="3299816" y="955592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reeform 1014"/>
          <p:cNvSpPr/>
          <p:nvPr/>
        </p:nvSpPr>
        <p:spPr>
          <a:xfrm>
            <a:off x="3299816" y="989176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Freeform 1015"/>
          <p:cNvSpPr/>
          <p:nvPr/>
        </p:nvSpPr>
        <p:spPr>
          <a:xfrm>
            <a:off x="3299816" y="1022759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5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Freeform 1016"/>
          <p:cNvSpPr/>
          <p:nvPr/>
        </p:nvSpPr>
        <p:spPr>
          <a:xfrm>
            <a:off x="3299816" y="1056343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Freeform 1017"/>
          <p:cNvSpPr/>
          <p:nvPr/>
        </p:nvSpPr>
        <p:spPr>
          <a:xfrm>
            <a:off x="3299816" y="1089927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Freeform 1018"/>
          <p:cNvSpPr/>
          <p:nvPr/>
        </p:nvSpPr>
        <p:spPr>
          <a:xfrm>
            <a:off x="3230997" y="87163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Freeform 1019"/>
          <p:cNvSpPr/>
          <p:nvPr/>
        </p:nvSpPr>
        <p:spPr>
          <a:xfrm>
            <a:off x="3230997" y="905216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Freeform 1020"/>
          <p:cNvSpPr/>
          <p:nvPr/>
        </p:nvSpPr>
        <p:spPr>
          <a:xfrm>
            <a:off x="3230997" y="93880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Freeform 1021"/>
          <p:cNvSpPr/>
          <p:nvPr/>
        </p:nvSpPr>
        <p:spPr>
          <a:xfrm>
            <a:off x="3230997" y="97238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Freeform 1022"/>
          <p:cNvSpPr/>
          <p:nvPr/>
        </p:nvSpPr>
        <p:spPr>
          <a:xfrm>
            <a:off x="3230997" y="100596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Freeform 1023"/>
          <p:cNvSpPr/>
          <p:nvPr/>
        </p:nvSpPr>
        <p:spPr>
          <a:xfrm>
            <a:off x="3230997" y="1039551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Freeform 1024"/>
          <p:cNvSpPr/>
          <p:nvPr/>
        </p:nvSpPr>
        <p:spPr>
          <a:xfrm>
            <a:off x="3230997" y="107313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Freeform 1025"/>
          <p:cNvSpPr/>
          <p:nvPr/>
        </p:nvSpPr>
        <p:spPr>
          <a:xfrm>
            <a:off x="3230997" y="110671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Freeform 1026"/>
          <p:cNvSpPr/>
          <p:nvPr/>
        </p:nvSpPr>
        <p:spPr>
          <a:xfrm>
            <a:off x="3162177" y="85484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1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Freeform 1027"/>
          <p:cNvSpPr/>
          <p:nvPr/>
        </p:nvSpPr>
        <p:spPr>
          <a:xfrm>
            <a:off x="3162177" y="888424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Freeform 1028"/>
          <p:cNvSpPr/>
          <p:nvPr/>
        </p:nvSpPr>
        <p:spPr>
          <a:xfrm>
            <a:off x="3162177" y="92200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Freeform 1029"/>
          <p:cNvSpPr/>
          <p:nvPr/>
        </p:nvSpPr>
        <p:spPr>
          <a:xfrm>
            <a:off x="3162177" y="95559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Freeform 1030"/>
          <p:cNvSpPr/>
          <p:nvPr/>
        </p:nvSpPr>
        <p:spPr>
          <a:xfrm>
            <a:off x="3162177" y="98917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3162177" y="1022759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3162177" y="105634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Freeform 1033"/>
          <p:cNvSpPr/>
          <p:nvPr/>
        </p:nvSpPr>
        <p:spPr>
          <a:xfrm>
            <a:off x="3162177" y="108992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Freeform 1034"/>
          <p:cNvSpPr/>
          <p:nvPr/>
        </p:nvSpPr>
        <p:spPr>
          <a:xfrm>
            <a:off x="3162177" y="112351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3093358" y="83804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Freeform 1036"/>
          <p:cNvSpPr/>
          <p:nvPr/>
        </p:nvSpPr>
        <p:spPr>
          <a:xfrm>
            <a:off x="3093358" y="87163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Freeform 1037"/>
          <p:cNvSpPr/>
          <p:nvPr/>
        </p:nvSpPr>
        <p:spPr>
          <a:xfrm>
            <a:off x="3093358" y="905216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Freeform 1038"/>
          <p:cNvSpPr/>
          <p:nvPr/>
        </p:nvSpPr>
        <p:spPr>
          <a:xfrm>
            <a:off x="3093358" y="93880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Freeform 1039"/>
          <p:cNvSpPr/>
          <p:nvPr/>
        </p:nvSpPr>
        <p:spPr>
          <a:xfrm>
            <a:off x="3093358" y="97238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Freeform 1040"/>
          <p:cNvSpPr/>
          <p:nvPr/>
        </p:nvSpPr>
        <p:spPr>
          <a:xfrm>
            <a:off x="3093358" y="100596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Freeform 1041"/>
          <p:cNvSpPr/>
          <p:nvPr/>
        </p:nvSpPr>
        <p:spPr>
          <a:xfrm>
            <a:off x="3093358" y="1039551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Freeform 1042"/>
          <p:cNvSpPr/>
          <p:nvPr/>
        </p:nvSpPr>
        <p:spPr>
          <a:xfrm>
            <a:off x="3093358" y="107313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Freeform 1043"/>
          <p:cNvSpPr/>
          <p:nvPr/>
        </p:nvSpPr>
        <p:spPr>
          <a:xfrm>
            <a:off x="3093358" y="110671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Freeform 1044"/>
          <p:cNvSpPr/>
          <p:nvPr/>
        </p:nvSpPr>
        <p:spPr>
          <a:xfrm>
            <a:off x="3093358" y="114030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89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1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Freeform 1045"/>
          <p:cNvSpPr/>
          <p:nvPr/>
        </p:nvSpPr>
        <p:spPr>
          <a:xfrm>
            <a:off x="3024538" y="82125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Freeform 1046"/>
          <p:cNvSpPr/>
          <p:nvPr/>
        </p:nvSpPr>
        <p:spPr>
          <a:xfrm>
            <a:off x="3024538" y="85484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0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1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Freeform 1047"/>
          <p:cNvSpPr/>
          <p:nvPr/>
        </p:nvSpPr>
        <p:spPr>
          <a:xfrm>
            <a:off x="3024538" y="888424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Freeform 1048"/>
          <p:cNvSpPr/>
          <p:nvPr/>
        </p:nvSpPr>
        <p:spPr>
          <a:xfrm>
            <a:off x="3024538" y="92200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Freeform 1049"/>
          <p:cNvSpPr/>
          <p:nvPr/>
        </p:nvSpPr>
        <p:spPr>
          <a:xfrm>
            <a:off x="3024538" y="95559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Freeform 1050"/>
          <p:cNvSpPr/>
          <p:nvPr/>
        </p:nvSpPr>
        <p:spPr>
          <a:xfrm>
            <a:off x="3024538" y="98917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0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Freeform 1051"/>
          <p:cNvSpPr/>
          <p:nvPr/>
        </p:nvSpPr>
        <p:spPr>
          <a:xfrm>
            <a:off x="3024538" y="1022759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Freeform 1052"/>
          <p:cNvSpPr/>
          <p:nvPr/>
        </p:nvSpPr>
        <p:spPr>
          <a:xfrm>
            <a:off x="3024538" y="105634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Freeform 1053"/>
          <p:cNvSpPr/>
          <p:nvPr/>
        </p:nvSpPr>
        <p:spPr>
          <a:xfrm>
            <a:off x="3024538" y="108992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Freeform 1054"/>
          <p:cNvSpPr/>
          <p:nvPr/>
        </p:nvSpPr>
        <p:spPr>
          <a:xfrm>
            <a:off x="3024538" y="112351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0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Freeform 1055"/>
          <p:cNvSpPr/>
          <p:nvPr/>
        </p:nvSpPr>
        <p:spPr>
          <a:xfrm>
            <a:off x="3024538" y="1157094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Freeform 1056"/>
          <p:cNvSpPr/>
          <p:nvPr/>
        </p:nvSpPr>
        <p:spPr>
          <a:xfrm>
            <a:off x="2955719" y="80446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Freeform 1057"/>
          <p:cNvSpPr/>
          <p:nvPr/>
        </p:nvSpPr>
        <p:spPr>
          <a:xfrm>
            <a:off x="2955719" y="83804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Freeform 1058"/>
          <p:cNvSpPr/>
          <p:nvPr/>
        </p:nvSpPr>
        <p:spPr>
          <a:xfrm>
            <a:off x="2955719" y="87163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Freeform 1059"/>
          <p:cNvSpPr/>
          <p:nvPr/>
        </p:nvSpPr>
        <p:spPr>
          <a:xfrm>
            <a:off x="2955719" y="905216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Freeform 1060"/>
          <p:cNvSpPr/>
          <p:nvPr/>
        </p:nvSpPr>
        <p:spPr>
          <a:xfrm>
            <a:off x="2955719" y="93880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Freeform 1061"/>
          <p:cNvSpPr/>
          <p:nvPr/>
        </p:nvSpPr>
        <p:spPr>
          <a:xfrm>
            <a:off x="2955719" y="97238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Freeform 1062"/>
          <p:cNvSpPr/>
          <p:nvPr/>
        </p:nvSpPr>
        <p:spPr>
          <a:xfrm>
            <a:off x="2955719" y="100596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3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Freeform 1063"/>
          <p:cNvSpPr/>
          <p:nvPr/>
        </p:nvSpPr>
        <p:spPr>
          <a:xfrm>
            <a:off x="2955719" y="1039551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2955719" y="107313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2955719" y="110671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2955719" y="114030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89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1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2955719" y="1173886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4058408" y="1039551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4058408" y="100596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4058408" y="97238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4058408" y="93880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4127228" y="105634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4127228" y="1022759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6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4127228" y="98917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4127228" y="95559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4127228" y="92200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6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6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7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7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4196047" y="107313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4196047" y="1039551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4196047" y="100596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4196047" y="97238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4196047" y="93880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4196047" y="905216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0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0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4264867" y="108992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4264867" y="105634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4264867" y="1022759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8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4264867" y="98917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4264867" y="95559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4264867" y="92200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6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4264867" y="888424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8" y="7327"/>
                </a:lnTo>
                <a:lnTo>
                  <a:pt x="0" y="9527"/>
                </a:lnTo>
                <a:lnTo>
                  <a:pt x="608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4333686" y="1106719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4333686" y="1073135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4333686" y="1039551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4333686" y="1005967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4333686" y="972384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4333686" y="938800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4333686" y="905216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4333686" y="871632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6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4402506" y="112351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4402506" y="108992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4402506" y="105634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4402506" y="1022759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4402506" y="98917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4402506" y="95559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4402506" y="92200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4402506" y="888424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4402506" y="85484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1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4471325" y="1140303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89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1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4471325" y="1106719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4471325" y="1073135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4471325" y="1039551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4471325" y="1005967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6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4471325" y="972384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4471325" y="938800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4471325" y="905216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4471325" y="871632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2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6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4471325" y="838049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2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4540145" y="1157094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4540145" y="112351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4540145" y="108992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4540145" y="1056343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4540145" y="1022759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4540145" y="989176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4540145" y="955592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4540145" y="922008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4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4540145" y="888424"/>
            <a:ext cx="45010" cy="19055"/>
          </a:xfrm>
          <a:custGeom>
            <a:avLst/>
            <a:gdLst/>
            <a:ahLst/>
            <a:cxnLst/>
            <a:rect l="l" t="t" r="r" b="b"/>
            <a:pathLst>
              <a:path w="45010" h="19055">
                <a:moveTo>
                  <a:pt x="33872" y="1263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6"/>
                </a:lnTo>
                <a:lnTo>
                  <a:pt x="23894" y="19055"/>
                </a:lnTo>
                <a:lnTo>
                  <a:pt x="29058" y="18670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2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4540145" y="854841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4"/>
                </a:lnTo>
                <a:lnTo>
                  <a:pt x="23894" y="0"/>
                </a:lnTo>
                <a:lnTo>
                  <a:pt x="18660" y="128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1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4540145" y="821257"/>
            <a:ext cx="45010" cy="19054"/>
          </a:xfrm>
          <a:custGeom>
            <a:avLst/>
            <a:gdLst/>
            <a:ahLst/>
            <a:cxnLst/>
            <a:rect l="l" t="t" r="r" b="b"/>
            <a:pathLst>
              <a:path w="45010" h="19054">
                <a:moveTo>
                  <a:pt x="33872" y="1262"/>
                </a:moveTo>
                <a:lnTo>
                  <a:pt x="29058" y="385"/>
                </a:lnTo>
                <a:lnTo>
                  <a:pt x="23894" y="0"/>
                </a:lnTo>
                <a:lnTo>
                  <a:pt x="18660" y="129"/>
                </a:lnTo>
                <a:lnTo>
                  <a:pt x="13637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7" y="18290"/>
                </a:lnTo>
                <a:lnTo>
                  <a:pt x="18660" y="18925"/>
                </a:lnTo>
                <a:lnTo>
                  <a:pt x="23894" y="19054"/>
                </a:lnTo>
                <a:lnTo>
                  <a:pt x="29058" y="18669"/>
                </a:lnTo>
                <a:lnTo>
                  <a:pt x="33872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0" y="10635"/>
                </a:lnTo>
                <a:lnTo>
                  <a:pt x="45010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2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4608964" y="1173886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20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4608964" y="1140303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8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2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89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1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4608964" y="1106719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4608964" y="1073135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4608964" y="1039551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4608964" y="1005967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6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4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4608964" y="972384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4608964" y="938800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4608964" y="905216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7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2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4608964" y="871632"/>
            <a:ext cx="45011" cy="19055"/>
          </a:xfrm>
          <a:custGeom>
            <a:avLst/>
            <a:gdLst/>
            <a:ahLst/>
            <a:cxnLst/>
            <a:rect l="l" t="t" r="r" b="b"/>
            <a:pathLst>
              <a:path w="45011" h="19055">
                <a:moveTo>
                  <a:pt x="33873" y="1263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5"/>
                </a:lnTo>
                <a:lnTo>
                  <a:pt x="9097" y="1873"/>
                </a:lnTo>
                <a:lnTo>
                  <a:pt x="5283" y="3393"/>
                </a:lnTo>
                <a:lnTo>
                  <a:pt x="2402" y="5245"/>
                </a:lnTo>
                <a:lnTo>
                  <a:pt x="609" y="7327"/>
                </a:lnTo>
                <a:lnTo>
                  <a:pt x="0" y="9528"/>
                </a:lnTo>
                <a:lnTo>
                  <a:pt x="609" y="11728"/>
                </a:lnTo>
                <a:lnTo>
                  <a:pt x="2402" y="13811"/>
                </a:lnTo>
                <a:lnTo>
                  <a:pt x="5283" y="15662"/>
                </a:lnTo>
                <a:lnTo>
                  <a:pt x="9097" y="17183"/>
                </a:lnTo>
                <a:lnTo>
                  <a:pt x="13638" y="18290"/>
                </a:lnTo>
                <a:lnTo>
                  <a:pt x="18661" y="18926"/>
                </a:lnTo>
                <a:lnTo>
                  <a:pt x="23895" y="19055"/>
                </a:lnTo>
                <a:lnTo>
                  <a:pt x="29058" y="18670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2"/>
                </a:lnTo>
                <a:lnTo>
                  <a:pt x="43801" y="12792"/>
                </a:lnTo>
                <a:lnTo>
                  <a:pt x="45011" y="10636"/>
                </a:lnTo>
                <a:lnTo>
                  <a:pt x="45011" y="8420"/>
                </a:lnTo>
                <a:lnTo>
                  <a:pt x="43801" y="6264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3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4608964" y="838049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4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8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5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4608964" y="804465"/>
            <a:ext cx="45011" cy="19054"/>
          </a:xfrm>
          <a:custGeom>
            <a:avLst/>
            <a:gdLst/>
            <a:ahLst/>
            <a:cxnLst/>
            <a:rect l="l" t="t" r="r" b="b"/>
            <a:pathLst>
              <a:path w="45011" h="19054">
                <a:moveTo>
                  <a:pt x="33873" y="1262"/>
                </a:moveTo>
                <a:lnTo>
                  <a:pt x="29058" y="385"/>
                </a:lnTo>
                <a:lnTo>
                  <a:pt x="23895" y="0"/>
                </a:lnTo>
                <a:lnTo>
                  <a:pt x="18661" y="129"/>
                </a:lnTo>
                <a:lnTo>
                  <a:pt x="13638" y="764"/>
                </a:lnTo>
                <a:lnTo>
                  <a:pt x="9097" y="1872"/>
                </a:lnTo>
                <a:lnTo>
                  <a:pt x="5283" y="3393"/>
                </a:lnTo>
                <a:lnTo>
                  <a:pt x="2402" y="5244"/>
                </a:lnTo>
                <a:lnTo>
                  <a:pt x="609" y="7326"/>
                </a:lnTo>
                <a:lnTo>
                  <a:pt x="0" y="9527"/>
                </a:lnTo>
                <a:lnTo>
                  <a:pt x="609" y="11728"/>
                </a:lnTo>
                <a:lnTo>
                  <a:pt x="2402" y="13810"/>
                </a:lnTo>
                <a:lnTo>
                  <a:pt x="5283" y="15661"/>
                </a:lnTo>
                <a:lnTo>
                  <a:pt x="9097" y="17182"/>
                </a:lnTo>
                <a:lnTo>
                  <a:pt x="13638" y="18290"/>
                </a:lnTo>
                <a:lnTo>
                  <a:pt x="18661" y="18925"/>
                </a:lnTo>
                <a:lnTo>
                  <a:pt x="23895" y="19054"/>
                </a:lnTo>
                <a:lnTo>
                  <a:pt x="29058" y="18669"/>
                </a:lnTo>
                <a:lnTo>
                  <a:pt x="33873" y="17792"/>
                </a:lnTo>
                <a:lnTo>
                  <a:pt x="38078" y="16469"/>
                </a:lnTo>
                <a:lnTo>
                  <a:pt x="41448" y="14771"/>
                </a:lnTo>
                <a:lnTo>
                  <a:pt x="43801" y="12791"/>
                </a:lnTo>
                <a:lnTo>
                  <a:pt x="45011" y="10635"/>
                </a:lnTo>
                <a:lnTo>
                  <a:pt x="45011" y="8419"/>
                </a:lnTo>
                <a:lnTo>
                  <a:pt x="43801" y="6263"/>
                </a:lnTo>
                <a:lnTo>
                  <a:pt x="41448" y="4283"/>
                </a:lnTo>
                <a:lnTo>
                  <a:pt x="38078" y="2586"/>
                </a:lnTo>
                <a:lnTo>
                  <a:pt x="33873" y="1262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4054909" y="398668"/>
            <a:ext cx="722409" cy="305278"/>
          </a:xfrm>
          <a:custGeom>
            <a:avLst/>
            <a:gdLst/>
            <a:ahLst/>
            <a:cxnLst/>
            <a:rect l="l" t="t" r="r" b="b"/>
            <a:pathLst>
              <a:path w="722409" h="305278">
                <a:moveTo>
                  <a:pt x="541797" y="20453"/>
                </a:moveTo>
                <a:lnTo>
                  <a:pt x="513436" y="14223"/>
                </a:lnTo>
                <a:lnTo>
                  <a:pt x="483883" y="9076"/>
                </a:lnTo>
                <a:lnTo>
                  <a:pt x="453370" y="5054"/>
                </a:lnTo>
                <a:lnTo>
                  <a:pt x="422135" y="2187"/>
                </a:lnTo>
                <a:lnTo>
                  <a:pt x="390423" y="498"/>
                </a:lnTo>
                <a:lnTo>
                  <a:pt x="358481" y="0"/>
                </a:lnTo>
                <a:lnTo>
                  <a:pt x="326561" y="697"/>
                </a:lnTo>
                <a:lnTo>
                  <a:pt x="294911" y="2583"/>
                </a:lnTo>
                <a:lnTo>
                  <a:pt x="263779" y="5645"/>
                </a:lnTo>
                <a:lnTo>
                  <a:pt x="233409" y="9857"/>
                </a:lnTo>
                <a:lnTo>
                  <a:pt x="204040" y="15187"/>
                </a:lnTo>
                <a:lnTo>
                  <a:pt x="175899" y="21593"/>
                </a:lnTo>
                <a:lnTo>
                  <a:pt x="149209" y="29025"/>
                </a:lnTo>
                <a:lnTo>
                  <a:pt x="124177" y="37425"/>
                </a:lnTo>
                <a:lnTo>
                  <a:pt x="101000" y="46727"/>
                </a:lnTo>
                <a:lnTo>
                  <a:pt x="79859" y="56859"/>
                </a:lnTo>
                <a:lnTo>
                  <a:pt x="60919" y="67740"/>
                </a:lnTo>
                <a:lnTo>
                  <a:pt x="44329" y="79286"/>
                </a:lnTo>
                <a:lnTo>
                  <a:pt x="30218" y="91407"/>
                </a:lnTo>
                <a:lnTo>
                  <a:pt x="18698" y="104007"/>
                </a:lnTo>
                <a:lnTo>
                  <a:pt x="9857" y="116988"/>
                </a:lnTo>
                <a:lnTo>
                  <a:pt x="3766" y="130249"/>
                </a:lnTo>
                <a:lnTo>
                  <a:pt x="472" y="143685"/>
                </a:lnTo>
                <a:lnTo>
                  <a:pt x="0" y="157192"/>
                </a:lnTo>
                <a:lnTo>
                  <a:pt x="2355" y="170664"/>
                </a:lnTo>
                <a:lnTo>
                  <a:pt x="7518" y="183995"/>
                </a:lnTo>
                <a:lnTo>
                  <a:pt x="15449" y="197080"/>
                </a:lnTo>
                <a:lnTo>
                  <a:pt x="26085" y="209819"/>
                </a:lnTo>
                <a:lnTo>
                  <a:pt x="39344" y="222110"/>
                </a:lnTo>
                <a:lnTo>
                  <a:pt x="55121" y="233858"/>
                </a:lnTo>
                <a:lnTo>
                  <a:pt x="73293" y="244971"/>
                </a:lnTo>
                <a:lnTo>
                  <a:pt x="93718" y="255361"/>
                </a:lnTo>
                <a:lnTo>
                  <a:pt x="116236" y="264948"/>
                </a:lnTo>
                <a:lnTo>
                  <a:pt x="140671" y="273657"/>
                </a:lnTo>
                <a:lnTo>
                  <a:pt x="166831" y="281418"/>
                </a:lnTo>
                <a:lnTo>
                  <a:pt x="194512" y="288172"/>
                </a:lnTo>
                <a:lnTo>
                  <a:pt x="223497" y="293866"/>
                </a:lnTo>
                <a:lnTo>
                  <a:pt x="253559" y="298455"/>
                </a:lnTo>
                <a:lnTo>
                  <a:pt x="284464" y="301903"/>
                </a:lnTo>
                <a:lnTo>
                  <a:pt x="315968" y="304183"/>
                </a:lnTo>
                <a:lnTo>
                  <a:pt x="347826" y="305278"/>
                </a:lnTo>
                <a:lnTo>
                  <a:pt x="379789" y="305178"/>
                </a:lnTo>
                <a:lnTo>
                  <a:pt x="411605" y="303885"/>
                </a:lnTo>
                <a:lnTo>
                  <a:pt x="443027" y="301409"/>
                </a:lnTo>
                <a:lnTo>
                  <a:pt x="473807" y="297769"/>
                </a:lnTo>
                <a:lnTo>
                  <a:pt x="503706" y="292993"/>
                </a:lnTo>
                <a:lnTo>
                  <a:pt x="532490" y="287119"/>
                </a:lnTo>
                <a:lnTo>
                  <a:pt x="559932" y="280193"/>
                </a:lnTo>
                <a:lnTo>
                  <a:pt x="585818" y="272269"/>
                </a:lnTo>
                <a:lnTo>
                  <a:pt x="609947" y="263409"/>
                </a:lnTo>
                <a:lnTo>
                  <a:pt x="632127" y="253683"/>
                </a:lnTo>
                <a:lnTo>
                  <a:pt x="652188" y="243167"/>
                </a:lnTo>
                <a:lnTo>
                  <a:pt x="669970" y="231942"/>
                </a:lnTo>
                <a:lnTo>
                  <a:pt x="685335" y="220097"/>
                </a:lnTo>
                <a:lnTo>
                  <a:pt x="698163" y="207724"/>
                </a:lnTo>
                <a:lnTo>
                  <a:pt x="708354" y="194921"/>
                </a:lnTo>
                <a:lnTo>
                  <a:pt x="715827" y="181787"/>
                </a:lnTo>
                <a:lnTo>
                  <a:pt x="720524" y="168425"/>
                </a:lnTo>
                <a:lnTo>
                  <a:pt x="722409" y="154941"/>
                </a:lnTo>
                <a:lnTo>
                  <a:pt x="721466" y="141438"/>
                </a:lnTo>
                <a:lnTo>
                  <a:pt x="717703" y="128024"/>
                </a:lnTo>
                <a:lnTo>
                  <a:pt x="711150" y="114803"/>
                </a:lnTo>
                <a:lnTo>
                  <a:pt x="701858" y="101878"/>
                </a:lnTo>
                <a:lnTo>
                  <a:pt x="689899" y="89351"/>
                </a:lnTo>
                <a:lnTo>
                  <a:pt x="675367" y="77319"/>
                </a:lnTo>
                <a:lnTo>
                  <a:pt x="658375" y="65878"/>
                </a:lnTo>
                <a:lnTo>
                  <a:pt x="639058" y="55116"/>
                </a:lnTo>
                <a:lnTo>
                  <a:pt x="617565" y="45117"/>
                </a:lnTo>
                <a:lnTo>
                  <a:pt x="594066" y="35961"/>
                </a:lnTo>
                <a:lnTo>
                  <a:pt x="568744" y="27718"/>
                </a:lnTo>
                <a:lnTo>
                  <a:pt x="541797" y="20453"/>
                </a:lnTo>
                <a:close/>
              </a:path>
            </a:pathLst>
          </a:custGeom>
          <a:solidFill>
            <a:srgbClr val="EBCA6D"/>
          </a:solidFill>
          <a:ln w="6350">
            <a:solidFill>
              <a:srgbClr val="92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2832646" y="398668"/>
            <a:ext cx="722408" cy="305278"/>
          </a:xfrm>
          <a:custGeom>
            <a:avLst/>
            <a:gdLst/>
            <a:ahLst/>
            <a:cxnLst/>
            <a:rect l="l" t="t" r="r" b="b"/>
            <a:pathLst>
              <a:path w="722408" h="305278">
                <a:moveTo>
                  <a:pt x="541797" y="20453"/>
                </a:moveTo>
                <a:lnTo>
                  <a:pt x="513436" y="14223"/>
                </a:lnTo>
                <a:lnTo>
                  <a:pt x="483883" y="9076"/>
                </a:lnTo>
                <a:lnTo>
                  <a:pt x="453370" y="5054"/>
                </a:lnTo>
                <a:lnTo>
                  <a:pt x="422135" y="2187"/>
                </a:lnTo>
                <a:lnTo>
                  <a:pt x="390422" y="498"/>
                </a:lnTo>
                <a:lnTo>
                  <a:pt x="358481" y="0"/>
                </a:lnTo>
                <a:lnTo>
                  <a:pt x="326560" y="697"/>
                </a:lnTo>
                <a:lnTo>
                  <a:pt x="294910" y="2583"/>
                </a:lnTo>
                <a:lnTo>
                  <a:pt x="263779" y="5645"/>
                </a:lnTo>
                <a:lnTo>
                  <a:pt x="233409" y="9857"/>
                </a:lnTo>
                <a:lnTo>
                  <a:pt x="204039" y="15187"/>
                </a:lnTo>
                <a:lnTo>
                  <a:pt x="175899" y="21593"/>
                </a:lnTo>
                <a:lnTo>
                  <a:pt x="149208" y="29025"/>
                </a:lnTo>
                <a:lnTo>
                  <a:pt x="124177" y="37425"/>
                </a:lnTo>
                <a:lnTo>
                  <a:pt x="100999" y="46727"/>
                </a:lnTo>
                <a:lnTo>
                  <a:pt x="79858" y="56859"/>
                </a:lnTo>
                <a:lnTo>
                  <a:pt x="60918" y="67740"/>
                </a:lnTo>
                <a:lnTo>
                  <a:pt x="44328" y="79286"/>
                </a:lnTo>
                <a:lnTo>
                  <a:pt x="30218" y="91407"/>
                </a:lnTo>
                <a:lnTo>
                  <a:pt x="18697" y="104007"/>
                </a:lnTo>
                <a:lnTo>
                  <a:pt x="9857" y="116988"/>
                </a:lnTo>
                <a:lnTo>
                  <a:pt x="3766" y="130249"/>
                </a:lnTo>
                <a:lnTo>
                  <a:pt x="471" y="143685"/>
                </a:lnTo>
                <a:lnTo>
                  <a:pt x="0" y="157192"/>
                </a:lnTo>
                <a:lnTo>
                  <a:pt x="2355" y="170664"/>
                </a:lnTo>
                <a:lnTo>
                  <a:pt x="7518" y="183995"/>
                </a:lnTo>
                <a:lnTo>
                  <a:pt x="15449" y="197080"/>
                </a:lnTo>
                <a:lnTo>
                  <a:pt x="26085" y="209819"/>
                </a:lnTo>
                <a:lnTo>
                  <a:pt x="39343" y="222110"/>
                </a:lnTo>
                <a:lnTo>
                  <a:pt x="55121" y="233858"/>
                </a:lnTo>
                <a:lnTo>
                  <a:pt x="73293" y="244971"/>
                </a:lnTo>
                <a:lnTo>
                  <a:pt x="93718" y="255361"/>
                </a:lnTo>
                <a:lnTo>
                  <a:pt x="116236" y="264948"/>
                </a:lnTo>
                <a:lnTo>
                  <a:pt x="140670" y="273657"/>
                </a:lnTo>
                <a:lnTo>
                  <a:pt x="166830" y="281418"/>
                </a:lnTo>
                <a:lnTo>
                  <a:pt x="194511" y="288172"/>
                </a:lnTo>
                <a:lnTo>
                  <a:pt x="223496" y="293866"/>
                </a:lnTo>
                <a:lnTo>
                  <a:pt x="253559" y="298455"/>
                </a:lnTo>
                <a:lnTo>
                  <a:pt x="284463" y="301903"/>
                </a:lnTo>
                <a:lnTo>
                  <a:pt x="315968" y="304183"/>
                </a:lnTo>
                <a:lnTo>
                  <a:pt x="347826" y="305278"/>
                </a:lnTo>
                <a:lnTo>
                  <a:pt x="379788" y="305178"/>
                </a:lnTo>
                <a:lnTo>
                  <a:pt x="411605" y="303885"/>
                </a:lnTo>
                <a:lnTo>
                  <a:pt x="443026" y="301409"/>
                </a:lnTo>
                <a:lnTo>
                  <a:pt x="473807" y="297769"/>
                </a:lnTo>
                <a:lnTo>
                  <a:pt x="503706" y="292993"/>
                </a:lnTo>
                <a:lnTo>
                  <a:pt x="532489" y="287119"/>
                </a:lnTo>
                <a:lnTo>
                  <a:pt x="559932" y="280193"/>
                </a:lnTo>
                <a:lnTo>
                  <a:pt x="585818" y="272269"/>
                </a:lnTo>
                <a:lnTo>
                  <a:pt x="609946" y="263409"/>
                </a:lnTo>
                <a:lnTo>
                  <a:pt x="632127" y="253683"/>
                </a:lnTo>
                <a:lnTo>
                  <a:pt x="652187" y="243167"/>
                </a:lnTo>
                <a:lnTo>
                  <a:pt x="669969" y="231942"/>
                </a:lnTo>
                <a:lnTo>
                  <a:pt x="685335" y="220097"/>
                </a:lnTo>
                <a:lnTo>
                  <a:pt x="698163" y="207724"/>
                </a:lnTo>
                <a:lnTo>
                  <a:pt x="708353" y="194921"/>
                </a:lnTo>
                <a:lnTo>
                  <a:pt x="715827" y="181787"/>
                </a:lnTo>
                <a:lnTo>
                  <a:pt x="720524" y="168425"/>
                </a:lnTo>
                <a:lnTo>
                  <a:pt x="722408" y="154941"/>
                </a:lnTo>
                <a:lnTo>
                  <a:pt x="721466" y="141438"/>
                </a:lnTo>
                <a:lnTo>
                  <a:pt x="717703" y="128024"/>
                </a:lnTo>
                <a:lnTo>
                  <a:pt x="711150" y="114803"/>
                </a:lnTo>
                <a:lnTo>
                  <a:pt x="701857" y="101878"/>
                </a:lnTo>
                <a:lnTo>
                  <a:pt x="689898" y="89351"/>
                </a:lnTo>
                <a:lnTo>
                  <a:pt x="675366" y="77319"/>
                </a:lnTo>
                <a:lnTo>
                  <a:pt x="658375" y="65878"/>
                </a:lnTo>
                <a:lnTo>
                  <a:pt x="639058" y="55116"/>
                </a:lnTo>
                <a:lnTo>
                  <a:pt x="617565" y="45117"/>
                </a:lnTo>
                <a:lnTo>
                  <a:pt x="594066" y="35961"/>
                </a:lnTo>
                <a:lnTo>
                  <a:pt x="568744" y="27718"/>
                </a:lnTo>
                <a:lnTo>
                  <a:pt x="541797" y="20453"/>
                </a:lnTo>
                <a:close/>
              </a:path>
            </a:pathLst>
          </a:custGeom>
          <a:solidFill>
            <a:srgbClr val="EBCA6D"/>
          </a:solidFill>
          <a:ln w="6350">
            <a:solidFill>
              <a:srgbClr val="92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2221514" y="846014"/>
            <a:ext cx="722409" cy="305278"/>
          </a:xfrm>
          <a:custGeom>
            <a:avLst/>
            <a:gdLst/>
            <a:ahLst/>
            <a:cxnLst/>
            <a:rect l="l" t="t" r="r" b="b"/>
            <a:pathLst>
              <a:path w="722409" h="305278">
                <a:moveTo>
                  <a:pt x="541797" y="20453"/>
                </a:moveTo>
                <a:lnTo>
                  <a:pt x="513436" y="14223"/>
                </a:lnTo>
                <a:lnTo>
                  <a:pt x="483883" y="9076"/>
                </a:lnTo>
                <a:lnTo>
                  <a:pt x="453370" y="5054"/>
                </a:lnTo>
                <a:lnTo>
                  <a:pt x="422135" y="2187"/>
                </a:lnTo>
                <a:lnTo>
                  <a:pt x="390423" y="498"/>
                </a:lnTo>
                <a:lnTo>
                  <a:pt x="358481" y="0"/>
                </a:lnTo>
                <a:lnTo>
                  <a:pt x="326560" y="697"/>
                </a:lnTo>
                <a:lnTo>
                  <a:pt x="294911" y="2583"/>
                </a:lnTo>
                <a:lnTo>
                  <a:pt x="263779" y="5645"/>
                </a:lnTo>
                <a:lnTo>
                  <a:pt x="233409" y="9857"/>
                </a:lnTo>
                <a:lnTo>
                  <a:pt x="204039" y="15187"/>
                </a:lnTo>
                <a:lnTo>
                  <a:pt x="175899" y="21593"/>
                </a:lnTo>
                <a:lnTo>
                  <a:pt x="149209" y="29025"/>
                </a:lnTo>
                <a:lnTo>
                  <a:pt x="124177" y="37425"/>
                </a:lnTo>
                <a:lnTo>
                  <a:pt x="101000" y="46727"/>
                </a:lnTo>
                <a:lnTo>
                  <a:pt x="79858" y="56859"/>
                </a:lnTo>
                <a:lnTo>
                  <a:pt x="60919" y="67740"/>
                </a:lnTo>
                <a:lnTo>
                  <a:pt x="44329" y="79286"/>
                </a:lnTo>
                <a:lnTo>
                  <a:pt x="30218" y="91407"/>
                </a:lnTo>
                <a:lnTo>
                  <a:pt x="18698" y="104007"/>
                </a:lnTo>
                <a:lnTo>
                  <a:pt x="9857" y="116989"/>
                </a:lnTo>
                <a:lnTo>
                  <a:pt x="3766" y="130249"/>
                </a:lnTo>
                <a:lnTo>
                  <a:pt x="472" y="143686"/>
                </a:lnTo>
                <a:lnTo>
                  <a:pt x="0" y="157192"/>
                </a:lnTo>
                <a:lnTo>
                  <a:pt x="2355" y="170664"/>
                </a:lnTo>
                <a:lnTo>
                  <a:pt x="7518" y="183995"/>
                </a:lnTo>
                <a:lnTo>
                  <a:pt x="15449" y="197081"/>
                </a:lnTo>
                <a:lnTo>
                  <a:pt x="26085" y="209819"/>
                </a:lnTo>
                <a:lnTo>
                  <a:pt x="39344" y="222110"/>
                </a:lnTo>
                <a:lnTo>
                  <a:pt x="55121" y="233858"/>
                </a:lnTo>
                <a:lnTo>
                  <a:pt x="73293" y="244971"/>
                </a:lnTo>
                <a:lnTo>
                  <a:pt x="93718" y="255361"/>
                </a:lnTo>
                <a:lnTo>
                  <a:pt x="116236" y="264948"/>
                </a:lnTo>
                <a:lnTo>
                  <a:pt x="140670" y="273657"/>
                </a:lnTo>
                <a:lnTo>
                  <a:pt x="166831" y="281418"/>
                </a:lnTo>
                <a:lnTo>
                  <a:pt x="194512" y="288172"/>
                </a:lnTo>
                <a:lnTo>
                  <a:pt x="223497" y="293866"/>
                </a:lnTo>
                <a:lnTo>
                  <a:pt x="253559" y="298455"/>
                </a:lnTo>
                <a:lnTo>
                  <a:pt x="284464" y="301903"/>
                </a:lnTo>
                <a:lnTo>
                  <a:pt x="315968" y="304183"/>
                </a:lnTo>
                <a:lnTo>
                  <a:pt x="347826" y="305278"/>
                </a:lnTo>
                <a:lnTo>
                  <a:pt x="379789" y="305178"/>
                </a:lnTo>
                <a:lnTo>
                  <a:pt x="411605" y="303885"/>
                </a:lnTo>
                <a:lnTo>
                  <a:pt x="443027" y="301409"/>
                </a:lnTo>
                <a:lnTo>
                  <a:pt x="473807" y="297769"/>
                </a:lnTo>
                <a:lnTo>
                  <a:pt x="503706" y="292993"/>
                </a:lnTo>
                <a:lnTo>
                  <a:pt x="532490" y="287119"/>
                </a:lnTo>
                <a:lnTo>
                  <a:pt x="559932" y="280193"/>
                </a:lnTo>
                <a:lnTo>
                  <a:pt x="585818" y="272269"/>
                </a:lnTo>
                <a:lnTo>
                  <a:pt x="609946" y="263410"/>
                </a:lnTo>
                <a:lnTo>
                  <a:pt x="632127" y="253683"/>
                </a:lnTo>
                <a:lnTo>
                  <a:pt x="652187" y="243167"/>
                </a:lnTo>
                <a:lnTo>
                  <a:pt x="669970" y="231942"/>
                </a:lnTo>
                <a:lnTo>
                  <a:pt x="685335" y="220097"/>
                </a:lnTo>
                <a:lnTo>
                  <a:pt x="698163" y="207724"/>
                </a:lnTo>
                <a:lnTo>
                  <a:pt x="708354" y="194921"/>
                </a:lnTo>
                <a:lnTo>
                  <a:pt x="715827" y="181787"/>
                </a:lnTo>
                <a:lnTo>
                  <a:pt x="720524" y="168426"/>
                </a:lnTo>
                <a:lnTo>
                  <a:pt x="722409" y="154941"/>
                </a:lnTo>
                <a:lnTo>
                  <a:pt x="721466" y="141438"/>
                </a:lnTo>
                <a:lnTo>
                  <a:pt x="717703" y="128024"/>
                </a:lnTo>
                <a:lnTo>
                  <a:pt x="711150" y="114803"/>
                </a:lnTo>
                <a:lnTo>
                  <a:pt x="701858" y="101878"/>
                </a:lnTo>
                <a:lnTo>
                  <a:pt x="689898" y="89351"/>
                </a:lnTo>
                <a:lnTo>
                  <a:pt x="675366" y="77320"/>
                </a:lnTo>
                <a:lnTo>
                  <a:pt x="658375" y="65878"/>
                </a:lnTo>
                <a:lnTo>
                  <a:pt x="639058" y="55116"/>
                </a:lnTo>
                <a:lnTo>
                  <a:pt x="617565" y="45117"/>
                </a:lnTo>
                <a:lnTo>
                  <a:pt x="594066" y="35961"/>
                </a:lnTo>
                <a:lnTo>
                  <a:pt x="568744" y="27718"/>
                </a:lnTo>
                <a:lnTo>
                  <a:pt x="541797" y="20453"/>
                </a:lnTo>
                <a:close/>
              </a:path>
            </a:pathLst>
          </a:custGeom>
          <a:solidFill>
            <a:srgbClr val="EBCA6D"/>
          </a:solidFill>
          <a:ln w="6350">
            <a:solidFill>
              <a:srgbClr val="92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4666041" y="846014"/>
            <a:ext cx="722409" cy="305278"/>
          </a:xfrm>
          <a:custGeom>
            <a:avLst/>
            <a:gdLst/>
            <a:ahLst/>
            <a:cxnLst/>
            <a:rect l="l" t="t" r="r" b="b"/>
            <a:pathLst>
              <a:path w="722409" h="305278">
                <a:moveTo>
                  <a:pt x="541797" y="20453"/>
                </a:moveTo>
                <a:lnTo>
                  <a:pt x="513436" y="14223"/>
                </a:lnTo>
                <a:lnTo>
                  <a:pt x="483883" y="9076"/>
                </a:lnTo>
                <a:lnTo>
                  <a:pt x="453370" y="5054"/>
                </a:lnTo>
                <a:lnTo>
                  <a:pt x="422135" y="2187"/>
                </a:lnTo>
                <a:lnTo>
                  <a:pt x="390422" y="498"/>
                </a:lnTo>
                <a:lnTo>
                  <a:pt x="358481" y="0"/>
                </a:lnTo>
                <a:lnTo>
                  <a:pt x="326560" y="697"/>
                </a:lnTo>
                <a:lnTo>
                  <a:pt x="294910" y="2583"/>
                </a:lnTo>
                <a:lnTo>
                  <a:pt x="263779" y="5645"/>
                </a:lnTo>
                <a:lnTo>
                  <a:pt x="233409" y="9857"/>
                </a:lnTo>
                <a:lnTo>
                  <a:pt x="204039" y="15187"/>
                </a:lnTo>
                <a:lnTo>
                  <a:pt x="175899" y="21593"/>
                </a:lnTo>
                <a:lnTo>
                  <a:pt x="149208" y="29025"/>
                </a:lnTo>
                <a:lnTo>
                  <a:pt x="124177" y="37425"/>
                </a:lnTo>
                <a:lnTo>
                  <a:pt x="100999" y="46727"/>
                </a:lnTo>
                <a:lnTo>
                  <a:pt x="79858" y="56859"/>
                </a:lnTo>
                <a:lnTo>
                  <a:pt x="60919" y="67740"/>
                </a:lnTo>
                <a:lnTo>
                  <a:pt x="44328" y="79286"/>
                </a:lnTo>
                <a:lnTo>
                  <a:pt x="30218" y="91407"/>
                </a:lnTo>
                <a:lnTo>
                  <a:pt x="18697" y="104007"/>
                </a:lnTo>
                <a:lnTo>
                  <a:pt x="9857" y="116989"/>
                </a:lnTo>
                <a:lnTo>
                  <a:pt x="3766" y="130249"/>
                </a:lnTo>
                <a:lnTo>
                  <a:pt x="472" y="143686"/>
                </a:lnTo>
                <a:lnTo>
                  <a:pt x="0" y="157192"/>
                </a:lnTo>
                <a:lnTo>
                  <a:pt x="2355" y="170664"/>
                </a:lnTo>
                <a:lnTo>
                  <a:pt x="7518" y="183995"/>
                </a:lnTo>
                <a:lnTo>
                  <a:pt x="15449" y="197081"/>
                </a:lnTo>
                <a:lnTo>
                  <a:pt x="26085" y="209819"/>
                </a:lnTo>
                <a:lnTo>
                  <a:pt x="39344" y="222110"/>
                </a:lnTo>
                <a:lnTo>
                  <a:pt x="55121" y="233858"/>
                </a:lnTo>
                <a:lnTo>
                  <a:pt x="73293" y="244971"/>
                </a:lnTo>
                <a:lnTo>
                  <a:pt x="93718" y="255361"/>
                </a:lnTo>
                <a:lnTo>
                  <a:pt x="116236" y="264948"/>
                </a:lnTo>
                <a:lnTo>
                  <a:pt x="140670" y="273657"/>
                </a:lnTo>
                <a:lnTo>
                  <a:pt x="166830" y="281418"/>
                </a:lnTo>
                <a:lnTo>
                  <a:pt x="194511" y="288172"/>
                </a:lnTo>
                <a:lnTo>
                  <a:pt x="223497" y="293866"/>
                </a:lnTo>
                <a:lnTo>
                  <a:pt x="253559" y="298455"/>
                </a:lnTo>
                <a:lnTo>
                  <a:pt x="284463" y="301903"/>
                </a:lnTo>
                <a:lnTo>
                  <a:pt x="315968" y="304183"/>
                </a:lnTo>
                <a:lnTo>
                  <a:pt x="347826" y="305278"/>
                </a:lnTo>
                <a:lnTo>
                  <a:pt x="379788" y="305178"/>
                </a:lnTo>
                <a:lnTo>
                  <a:pt x="411605" y="303885"/>
                </a:lnTo>
                <a:lnTo>
                  <a:pt x="443026" y="301409"/>
                </a:lnTo>
                <a:lnTo>
                  <a:pt x="473807" y="297769"/>
                </a:lnTo>
                <a:lnTo>
                  <a:pt x="503706" y="292993"/>
                </a:lnTo>
                <a:lnTo>
                  <a:pt x="532489" y="287119"/>
                </a:lnTo>
                <a:lnTo>
                  <a:pt x="559932" y="280193"/>
                </a:lnTo>
                <a:lnTo>
                  <a:pt x="585818" y="272269"/>
                </a:lnTo>
                <a:lnTo>
                  <a:pt x="609946" y="263410"/>
                </a:lnTo>
                <a:lnTo>
                  <a:pt x="632127" y="253683"/>
                </a:lnTo>
                <a:lnTo>
                  <a:pt x="652187" y="243167"/>
                </a:lnTo>
                <a:lnTo>
                  <a:pt x="669970" y="231942"/>
                </a:lnTo>
                <a:lnTo>
                  <a:pt x="685335" y="220097"/>
                </a:lnTo>
                <a:lnTo>
                  <a:pt x="698163" y="207724"/>
                </a:lnTo>
                <a:lnTo>
                  <a:pt x="708354" y="194921"/>
                </a:lnTo>
                <a:lnTo>
                  <a:pt x="715827" y="181787"/>
                </a:lnTo>
                <a:lnTo>
                  <a:pt x="720524" y="168426"/>
                </a:lnTo>
                <a:lnTo>
                  <a:pt x="722409" y="154941"/>
                </a:lnTo>
                <a:lnTo>
                  <a:pt x="721466" y="141438"/>
                </a:lnTo>
                <a:lnTo>
                  <a:pt x="717703" y="128024"/>
                </a:lnTo>
                <a:lnTo>
                  <a:pt x="711150" y="114803"/>
                </a:lnTo>
                <a:lnTo>
                  <a:pt x="701857" y="101878"/>
                </a:lnTo>
                <a:lnTo>
                  <a:pt x="689898" y="89351"/>
                </a:lnTo>
                <a:lnTo>
                  <a:pt x="675366" y="77320"/>
                </a:lnTo>
                <a:lnTo>
                  <a:pt x="658375" y="65878"/>
                </a:lnTo>
                <a:lnTo>
                  <a:pt x="639058" y="55116"/>
                </a:lnTo>
                <a:lnTo>
                  <a:pt x="617565" y="45117"/>
                </a:lnTo>
                <a:lnTo>
                  <a:pt x="594066" y="35961"/>
                </a:lnTo>
                <a:lnTo>
                  <a:pt x="568744" y="27718"/>
                </a:lnTo>
                <a:lnTo>
                  <a:pt x="541797" y="20453"/>
                </a:lnTo>
                <a:close/>
              </a:path>
            </a:pathLst>
          </a:custGeom>
          <a:solidFill>
            <a:srgbClr val="EBCA6D"/>
          </a:solidFill>
          <a:ln w="6350">
            <a:solidFill>
              <a:srgbClr val="92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4235403" y="398677"/>
            <a:ext cx="541954" cy="152680"/>
          </a:xfrm>
          <a:custGeom>
            <a:avLst/>
            <a:gdLst/>
            <a:ahLst/>
            <a:cxnLst/>
            <a:rect l="l" t="t" r="r" b="b"/>
            <a:pathLst>
              <a:path w="541954" h="152680">
                <a:moveTo>
                  <a:pt x="541954" y="152680"/>
                </a:moveTo>
                <a:lnTo>
                  <a:pt x="541433" y="144484"/>
                </a:lnTo>
                <a:lnTo>
                  <a:pt x="539872" y="136311"/>
                </a:lnTo>
                <a:lnTo>
                  <a:pt x="537275" y="128186"/>
                </a:lnTo>
                <a:lnTo>
                  <a:pt x="533650" y="120131"/>
                </a:lnTo>
                <a:lnTo>
                  <a:pt x="529008" y="112171"/>
                </a:lnTo>
                <a:lnTo>
                  <a:pt x="523360" y="104327"/>
                </a:lnTo>
                <a:lnTo>
                  <a:pt x="516725" y="96622"/>
                </a:lnTo>
                <a:lnTo>
                  <a:pt x="509121" y="89079"/>
                </a:lnTo>
                <a:lnTo>
                  <a:pt x="500569" y="81720"/>
                </a:lnTo>
                <a:lnTo>
                  <a:pt x="491095" y="74565"/>
                </a:lnTo>
                <a:lnTo>
                  <a:pt x="480726" y="67635"/>
                </a:lnTo>
                <a:lnTo>
                  <a:pt x="469492" y="60950"/>
                </a:lnTo>
                <a:lnTo>
                  <a:pt x="457425" y="54530"/>
                </a:lnTo>
                <a:lnTo>
                  <a:pt x="444561" y="48393"/>
                </a:lnTo>
                <a:lnTo>
                  <a:pt x="430935" y="42557"/>
                </a:lnTo>
                <a:lnTo>
                  <a:pt x="416587" y="37038"/>
                </a:lnTo>
                <a:lnTo>
                  <a:pt x="401560" y="31853"/>
                </a:lnTo>
                <a:lnTo>
                  <a:pt x="385895" y="27016"/>
                </a:lnTo>
                <a:lnTo>
                  <a:pt x="369638" y="22541"/>
                </a:lnTo>
                <a:lnTo>
                  <a:pt x="352837" y="18441"/>
                </a:lnTo>
                <a:lnTo>
                  <a:pt x="335539" y="14729"/>
                </a:lnTo>
                <a:lnTo>
                  <a:pt x="317795" y="11414"/>
                </a:lnTo>
                <a:lnTo>
                  <a:pt x="299655" y="8507"/>
                </a:lnTo>
                <a:lnTo>
                  <a:pt x="281172" y="6015"/>
                </a:lnTo>
                <a:lnTo>
                  <a:pt x="262400" y="3946"/>
                </a:lnTo>
                <a:lnTo>
                  <a:pt x="243391" y="2306"/>
                </a:lnTo>
                <a:lnTo>
                  <a:pt x="224202" y="1100"/>
                </a:lnTo>
                <a:lnTo>
                  <a:pt x="204887" y="330"/>
                </a:lnTo>
                <a:lnTo>
                  <a:pt x="185502" y="0"/>
                </a:lnTo>
                <a:lnTo>
                  <a:pt x="166104" y="110"/>
                </a:lnTo>
                <a:lnTo>
                  <a:pt x="146747" y="660"/>
                </a:lnTo>
                <a:lnTo>
                  <a:pt x="127488" y="1649"/>
                </a:lnTo>
                <a:lnTo>
                  <a:pt x="108382" y="3072"/>
                </a:lnTo>
                <a:lnTo>
                  <a:pt x="89485" y="4928"/>
                </a:lnTo>
                <a:lnTo>
                  <a:pt x="70850" y="7209"/>
                </a:lnTo>
                <a:lnTo>
                  <a:pt x="52532" y="9909"/>
                </a:lnTo>
                <a:lnTo>
                  <a:pt x="34584" y="13021"/>
                </a:lnTo>
                <a:lnTo>
                  <a:pt x="17056" y="16536"/>
                </a:lnTo>
                <a:lnTo>
                  <a:pt x="0" y="20444"/>
                </a:lnTo>
                <a:lnTo>
                  <a:pt x="39744" y="49536"/>
                </a:lnTo>
                <a:lnTo>
                  <a:pt x="53047" y="46488"/>
                </a:lnTo>
                <a:lnTo>
                  <a:pt x="66719" y="43746"/>
                </a:lnTo>
                <a:lnTo>
                  <a:pt x="80718" y="41319"/>
                </a:lnTo>
                <a:lnTo>
                  <a:pt x="95006" y="39212"/>
                </a:lnTo>
                <a:lnTo>
                  <a:pt x="109541" y="37433"/>
                </a:lnTo>
                <a:lnTo>
                  <a:pt x="124281" y="35986"/>
                </a:lnTo>
                <a:lnTo>
                  <a:pt x="139184" y="34875"/>
                </a:lnTo>
                <a:lnTo>
                  <a:pt x="154206" y="34105"/>
                </a:lnTo>
                <a:lnTo>
                  <a:pt x="169304" y="33676"/>
                </a:lnTo>
                <a:lnTo>
                  <a:pt x="184435" y="33590"/>
                </a:lnTo>
                <a:lnTo>
                  <a:pt x="199555" y="33847"/>
                </a:lnTo>
                <a:lnTo>
                  <a:pt x="214621" y="34447"/>
                </a:lnTo>
                <a:lnTo>
                  <a:pt x="229589" y="35388"/>
                </a:lnTo>
                <a:lnTo>
                  <a:pt x="244415" y="36668"/>
                </a:lnTo>
                <a:lnTo>
                  <a:pt x="259058" y="38281"/>
                </a:lnTo>
                <a:lnTo>
                  <a:pt x="273474" y="40225"/>
                </a:lnTo>
                <a:lnTo>
                  <a:pt x="287623" y="42493"/>
                </a:lnTo>
                <a:lnTo>
                  <a:pt x="301464" y="45078"/>
                </a:lnTo>
                <a:lnTo>
                  <a:pt x="314956" y="47974"/>
                </a:lnTo>
                <a:lnTo>
                  <a:pt x="328061" y="51171"/>
                </a:lnTo>
                <a:lnTo>
                  <a:pt x="340741" y="54662"/>
                </a:lnTo>
                <a:lnTo>
                  <a:pt x="352960" y="58435"/>
                </a:lnTo>
                <a:lnTo>
                  <a:pt x="364681" y="62479"/>
                </a:lnTo>
                <a:lnTo>
                  <a:pt x="375872" y="66784"/>
                </a:lnTo>
                <a:lnTo>
                  <a:pt x="386501" y="71336"/>
                </a:lnTo>
                <a:lnTo>
                  <a:pt x="396535" y="76123"/>
                </a:lnTo>
                <a:lnTo>
                  <a:pt x="405947" y="81131"/>
                </a:lnTo>
                <a:lnTo>
                  <a:pt x="414710" y="86345"/>
                </a:lnTo>
                <a:lnTo>
                  <a:pt x="422798" y="91750"/>
                </a:lnTo>
                <a:lnTo>
                  <a:pt x="430187" y="97331"/>
                </a:lnTo>
                <a:lnTo>
                  <a:pt x="436857" y="103071"/>
                </a:lnTo>
                <a:lnTo>
                  <a:pt x="442789" y="108955"/>
                </a:lnTo>
                <a:lnTo>
                  <a:pt x="447964" y="114964"/>
                </a:lnTo>
                <a:lnTo>
                  <a:pt x="452369" y="121083"/>
                </a:lnTo>
                <a:lnTo>
                  <a:pt x="455991" y="127292"/>
                </a:lnTo>
                <a:lnTo>
                  <a:pt x="458818" y="133575"/>
                </a:lnTo>
                <a:lnTo>
                  <a:pt x="460844" y="139912"/>
                </a:lnTo>
                <a:lnTo>
                  <a:pt x="462061" y="146287"/>
                </a:lnTo>
                <a:lnTo>
                  <a:pt x="462468" y="152680"/>
                </a:lnTo>
                <a:close/>
              </a:path>
            </a:pathLst>
          </a:custGeom>
          <a:solidFill>
            <a:srgbClr val="2C705E"/>
          </a:solidFill>
          <a:ln w="5080">
            <a:solidFill>
              <a:srgbClr val="1C6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2832489" y="398677"/>
            <a:ext cx="541954" cy="152680"/>
          </a:xfrm>
          <a:custGeom>
            <a:avLst/>
            <a:gdLst/>
            <a:ahLst/>
            <a:cxnLst/>
            <a:rect l="l" t="t" r="r" b="b"/>
            <a:pathLst>
              <a:path w="541954" h="152680">
                <a:moveTo>
                  <a:pt x="541954" y="20444"/>
                </a:moveTo>
                <a:lnTo>
                  <a:pt x="524898" y="16536"/>
                </a:lnTo>
                <a:lnTo>
                  <a:pt x="507370" y="13021"/>
                </a:lnTo>
                <a:lnTo>
                  <a:pt x="489422" y="9909"/>
                </a:lnTo>
                <a:lnTo>
                  <a:pt x="471104" y="7209"/>
                </a:lnTo>
                <a:lnTo>
                  <a:pt x="452469" y="4928"/>
                </a:lnTo>
                <a:lnTo>
                  <a:pt x="433572" y="3072"/>
                </a:lnTo>
                <a:lnTo>
                  <a:pt x="414466" y="1649"/>
                </a:lnTo>
                <a:lnTo>
                  <a:pt x="395207" y="660"/>
                </a:lnTo>
                <a:lnTo>
                  <a:pt x="375850" y="110"/>
                </a:lnTo>
                <a:lnTo>
                  <a:pt x="356452" y="0"/>
                </a:lnTo>
                <a:lnTo>
                  <a:pt x="337067" y="330"/>
                </a:lnTo>
                <a:lnTo>
                  <a:pt x="317752" y="1100"/>
                </a:lnTo>
                <a:lnTo>
                  <a:pt x="298563" y="2306"/>
                </a:lnTo>
                <a:lnTo>
                  <a:pt x="279554" y="3946"/>
                </a:lnTo>
                <a:lnTo>
                  <a:pt x="260782" y="6015"/>
                </a:lnTo>
                <a:lnTo>
                  <a:pt x="242299" y="8507"/>
                </a:lnTo>
                <a:lnTo>
                  <a:pt x="224159" y="11414"/>
                </a:lnTo>
                <a:lnTo>
                  <a:pt x="206415" y="14729"/>
                </a:lnTo>
                <a:lnTo>
                  <a:pt x="189117" y="18441"/>
                </a:lnTo>
                <a:lnTo>
                  <a:pt x="172316" y="22541"/>
                </a:lnTo>
                <a:lnTo>
                  <a:pt x="156059" y="27016"/>
                </a:lnTo>
                <a:lnTo>
                  <a:pt x="140394" y="31853"/>
                </a:lnTo>
                <a:lnTo>
                  <a:pt x="125367" y="37038"/>
                </a:lnTo>
                <a:lnTo>
                  <a:pt x="111019" y="42557"/>
                </a:lnTo>
                <a:lnTo>
                  <a:pt x="97393" y="48393"/>
                </a:lnTo>
                <a:lnTo>
                  <a:pt x="84529" y="54530"/>
                </a:lnTo>
                <a:lnTo>
                  <a:pt x="72462" y="60950"/>
                </a:lnTo>
                <a:lnTo>
                  <a:pt x="61228" y="67635"/>
                </a:lnTo>
                <a:lnTo>
                  <a:pt x="50859" y="74565"/>
                </a:lnTo>
                <a:lnTo>
                  <a:pt x="41385" y="81720"/>
                </a:lnTo>
                <a:lnTo>
                  <a:pt x="32833" y="89079"/>
                </a:lnTo>
                <a:lnTo>
                  <a:pt x="25229" y="96622"/>
                </a:lnTo>
                <a:lnTo>
                  <a:pt x="18594" y="104327"/>
                </a:lnTo>
                <a:lnTo>
                  <a:pt x="12946" y="112171"/>
                </a:lnTo>
                <a:lnTo>
                  <a:pt x="8304" y="120131"/>
                </a:lnTo>
                <a:lnTo>
                  <a:pt x="4679" y="128186"/>
                </a:lnTo>
                <a:lnTo>
                  <a:pt x="2082" y="136311"/>
                </a:lnTo>
                <a:lnTo>
                  <a:pt x="521" y="144484"/>
                </a:lnTo>
                <a:lnTo>
                  <a:pt x="0" y="152680"/>
                </a:lnTo>
                <a:lnTo>
                  <a:pt x="79486" y="152680"/>
                </a:lnTo>
                <a:lnTo>
                  <a:pt x="79893" y="146287"/>
                </a:lnTo>
                <a:lnTo>
                  <a:pt x="81110" y="139912"/>
                </a:lnTo>
                <a:lnTo>
                  <a:pt x="83136" y="133575"/>
                </a:lnTo>
                <a:lnTo>
                  <a:pt x="85963" y="127292"/>
                </a:lnTo>
                <a:lnTo>
                  <a:pt x="89585" y="121083"/>
                </a:lnTo>
                <a:lnTo>
                  <a:pt x="93990" y="114964"/>
                </a:lnTo>
                <a:lnTo>
                  <a:pt x="99165" y="108955"/>
                </a:lnTo>
                <a:lnTo>
                  <a:pt x="105097" y="103071"/>
                </a:lnTo>
                <a:lnTo>
                  <a:pt x="111767" y="97331"/>
                </a:lnTo>
                <a:lnTo>
                  <a:pt x="119156" y="91750"/>
                </a:lnTo>
                <a:lnTo>
                  <a:pt x="127244" y="86345"/>
                </a:lnTo>
                <a:lnTo>
                  <a:pt x="136007" y="81131"/>
                </a:lnTo>
                <a:lnTo>
                  <a:pt x="145419" y="76123"/>
                </a:lnTo>
                <a:lnTo>
                  <a:pt x="155453" y="71336"/>
                </a:lnTo>
                <a:lnTo>
                  <a:pt x="166082" y="66784"/>
                </a:lnTo>
                <a:lnTo>
                  <a:pt x="177273" y="62479"/>
                </a:lnTo>
                <a:lnTo>
                  <a:pt x="188994" y="58435"/>
                </a:lnTo>
                <a:lnTo>
                  <a:pt x="201213" y="54662"/>
                </a:lnTo>
                <a:lnTo>
                  <a:pt x="213893" y="51171"/>
                </a:lnTo>
                <a:lnTo>
                  <a:pt x="226998" y="47974"/>
                </a:lnTo>
                <a:lnTo>
                  <a:pt x="240490" y="45078"/>
                </a:lnTo>
                <a:lnTo>
                  <a:pt x="254331" y="42493"/>
                </a:lnTo>
                <a:lnTo>
                  <a:pt x="268480" y="40225"/>
                </a:lnTo>
                <a:lnTo>
                  <a:pt x="282896" y="38281"/>
                </a:lnTo>
                <a:lnTo>
                  <a:pt x="297539" y="36668"/>
                </a:lnTo>
                <a:lnTo>
                  <a:pt x="312365" y="35388"/>
                </a:lnTo>
                <a:lnTo>
                  <a:pt x="327333" y="34447"/>
                </a:lnTo>
                <a:lnTo>
                  <a:pt x="342399" y="33847"/>
                </a:lnTo>
                <a:lnTo>
                  <a:pt x="357519" y="33590"/>
                </a:lnTo>
                <a:lnTo>
                  <a:pt x="372650" y="33676"/>
                </a:lnTo>
                <a:lnTo>
                  <a:pt x="387748" y="34105"/>
                </a:lnTo>
                <a:lnTo>
                  <a:pt x="402770" y="34875"/>
                </a:lnTo>
                <a:lnTo>
                  <a:pt x="417673" y="35986"/>
                </a:lnTo>
                <a:lnTo>
                  <a:pt x="432413" y="37433"/>
                </a:lnTo>
                <a:lnTo>
                  <a:pt x="446948" y="39212"/>
                </a:lnTo>
                <a:lnTo>
                  <a:pt x="461236" y="41319"/>
                </a:lnTo>
                <a:lnTo>
                  <a:pt x="475235" y="43746"/>
                </a:lnTo>
                <a:lnTo>
                  <a:pt x="488907" y="46488"/>
                </a:lnTo>
                <a:lnTo>
                  <a:pt x="502210" y="49536"/>
                </a:lnTo>
                <a:close/>
              </a:path>
            </a:pathLst>
          </a:custGeom>
          <a:solidFill>
            <a:srgbClr val="2C705E"/>
          </a:solidFill>
          <a:ln w="5080">
            <a:solidFill>
              <a:srgbClr val="1C6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2221487" y="866467"/>
            <a:ext cx="220265" cy="264472"/>
          </a:xfrm>
          <a:custGeom>
            <a:avLst/>
            <a:gdLst/>
            <a:ahLst/>
            <a:cxnLst/>
            <a:rect l="l" t="t" r="r" b="b"/>
            <a:pathLst>
              <a:path w="220265" h="264472">
                <a:moveTo>
                  <a:pt x="180521" y="0"/>
                </a:moveTo>
                <a:lnTo>
                  <a:pt x="163987" y="4288"/>
                </a:lnTo>
                <a:lnTo>
                  <a:pt x="148020" y="8946"/>
                </a:lnTo>
                <a:lnTo>
                  <a:pt x="132669" y="13959"/>
                </a:lnTo>
                <a:lnTo>
                  <a:pt x="117976" y="19313"/>
                </a:lnTo>
                <a:lnTo>
                  <a:pt x="103984" y="24993"/>
                </a:lnTo>
                <a:lnTo>
                  <a:pt x="90734" y="30982"/>
                </a:lnTo>
                <a:lnTo>
                  <a:pt x="78263" y="37262"/>
                </a:lnTo>
                <a:lnTo>
                  <a:pt x="66609" y="43817"/>
                </a:lnTo>
                <a:lnTo>
                  <a:pt x="55803" y="50627"/>
                </a:lnTo>
                <a:lnTo>
                  <a:pt x="45878" y="57671"/>
                </a:lnTo>
                <a:lnTo>
                  <a:pt x="36863" y="64931"/>
                </a:lnTo>
                <a:lnTo>
                  <a:pt x="28782" y="72385"/>
                </a:lnTo>
                <a:lnTo>
                  <a:pt x="21659" y="80012"/>
                </a:lnTo>
                <a:lnTo>
                  <a:pt x="15516" y="87789"/>
                </a:lnTo>
                <a:lnTo>
                  <a:pt x="10369" y="95694"/>
                </a:lnTo>
                <a:lnTo>
                  <a:pt x="6233" y="103704"/>
                </a:lnTo>
                <a:lnTo>
                  <a:pt x="3121" y="111797"/>
                </a:lnTo>
                <a:lnTo>
                  <a:pt x="1042" y="119949"/>
                </a:lnTo>
                <a:lnTo>
                  <a:pt x="0" y="128136"/>
                </a:lnTo>
                <a:lnTo>
                  <a:pt x="0" y="136335"/>
                </a:lnTo>
                <a:lnTo>
                  <a:pt x="1042" y="144522"/>
                </a:lnTo>
                <a:lnTo>
                  <a:pt x="3121" y="152674"/>
                </a:lnTo>
                <a:lnTo>
                  <a:pt x="6233" y="160767"/>
                </a:lnTo>
                <a:lnTo>
                  <a:pt x="10369" y="168778"/>
                </a:lnTo>
                <a:lnTo>
                  <a:pt x="15516" y="176683"/>
                </a:lnTo>
                <a:lnTo>
                  <a:pt x="21659" y="184460"/>
                </a:lnTo>
                <a:lnTo>
                  <a:pt x="28782" y="192086"/>
                </a:lnTo>
                <a:lnTo>
                  <a:pt x="36863" y="199540"/>
                </a:lnTo>
                <a:lnTo>
                  <a:pt x="45878" y="206800"/>
                </a:lnTo>
                <a:lnTo>
                  <a:pt x="55803" y="213845"/>
                </a:lnTo>
                <a:lnTo>
                  <a:pt x="66609" y="220655"/>
                </a:lnTo>
                <a:lnTo>
                  <a:pt x="78263" y="227209"/>
                </a:lnTo>
                <a:lnTo>
                  <a:pt x="90734" y="233490"/>
                </a:lnTo>
                <a:lnTo>
                  <a:pt x="103984" y="239479"/>
                </a:lnTo>
                <a:lnTo>
                  <a:pt x="117976" y="245158"/>
                </a:lnTo>
                <a:lnTo>
                  <a:pt x="132669" y="250513"/>
                </a:lnTo>
                <a:lnTo>
                  <a:pt x="148020" y="255526"/>
                </a:lnTo>
                <a:lnTo>
                  <a:pt x="163987" y="260183"/>
                </a:lnTo>
                <a:lnTo>
                  <a:pt x="180521" y="264472"/>
                </a:lnTo>
                <a:lnTo>
                  <a:pt x="220265" y="235380"/>
                </a:lnTo>
                <a:lnTo>
                  <a:pt x="207367" y="232035"/>
                </a:lnTo>
                <a:lnTo>
                  <a:pt x="194914" y="228402"/>
                </a:lnTo>
                <a:lnTo>
                  <a:pt x="182939" y="224492"/>
                </a:lnTo>
                <a:lnTo>
                  <a:pt x="171479" y="220315"/>
                </a:lnTo>
                <a:lnTo>
                  <a:pt x="160565" y="215885"/>
                </a:lnTo>
                <a:lnTo>
                  <a:pt x="150230" y="211214"/>
                </a:lnTo>
                <a:lnTo>
                  <a:pt x="140503" y="206315"/>
                </a:lnTo>
                <a:lnTo>
                  <a:pt x="131413" y="201202"/>
                </a:lnTo>
                <a:lnTo>
                  <a:pt x="122985" y="195891"/>
                </a:lnTo>
                <a:lnTo>
                  <a:pt x="115243" y="190396"/>
                </a:lnTo>
                <a:lnTo>
                  <a:pt x="108211" y="184733"/>
                </a:lnTo>
                <a:lnTo>
                  <a:pt x="101908" y="178919"/>
                </a:lnTo>
                <a:lnTo>
                  <a:pt x="96352" y="172971"/>
                </a:lnTo>
                <a:lnTo>
                  <a:pt x="91560" y="166904"/>
                </a:lnTo>
                <a:lnTo>
                  <a:pt x="87546" y="160738"/>
                </a:lnTo>
                <a:lnTo>
                  <a:pt x="84320" y="154490"/>
                </a:lnTo>
                <a:lnTo>
                  <a:pt x="81893" y="148178"/>
                </a:lnTo>
                <a:lnTo>
                  <a:pt x="80270" y="141819"/>
                </a:lnTo>
                <a:lnTo>
                  <a:pt x="79458" y="135433"/>
                </a:lnTo>
                <a:lnTo>
                  <a:pt x="79458" y="129038"/>
                </a:lnTo>
                <a:lnTo>
                  <a:pt x="80270" y="122652"/>
                </a:lnTo>
                <a:lnTo>
                  <a:pt x="81893" y="116294"/>
                </a:lnTo>
                <a:lnTo>
                  <a:pt x="84320" y="109981"/>
                </a:lnTo>
                <a:lnTo>
                  <a:pt x="87546" y="103733"/>
                </a:lnTo>
                <a:lnTo>
                  <a:pt x="91560" y="97567"/>
                </a:lnTo>
                <a:lnTo>
                  <a:pt x="96352" y="91501"/>
                </a:lnTo>
                <a:lnTo>
                  <a:pt x="101908" y="85552"/>
                </a:lnTo>
                <a:lnTo>
                  <a:pt x="108211" y="79738"/>
                </a:lnTo>
                <a:lnTo>
                  <a:pt x="115243" y="74076"/>
                </a:lnTo>
                <a:lnTo>
                  <a:pt x="122985" y="68581"/>
                </a:lnTo>
                <a:lnTo>
                  <a:pt x="131413" y="63269"/>
                </a:lnTo>
                <a:lnTo>
                  <a:pt x="140503" y="58157"/>
                </a:lnTo>
                <a:lnTo>
                  <a:pt x="150230" y="53257"/>
                </a:lnTo>
                <a:lnTo>
                  <a:pt x="160565" y="48586"/>
                </a:lnTo>
                <a:lnTo>
                  <a:pt x="171479" y="44156"/>
                </a:lnTo>
                <a:lnTo>
                  <a:pt x="182939" y="39980"/>
                </a:lnTo>
                <a:lnTo>
                  <a:pt x="194914" y="36070"/>
                </a:lnTo>
                <a:lnTo>
                  <a:pt x="207367" y="32437"/>
                </a:lnTo>
                <a:lnTo>
                  <a:pt x="220265" y="29092"/>
                </a:lnTo>
                <a:close/>
              </a:path>
            </a:pathLst>
          </a:custGeom>
          <a:solidFill>
            <a:srgbClr val="2C705E"/>
          </a:solidFill>
          <a:ln w="5080">
            <a:solidFill>
              <a:srgbClr val="1C6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5168094" y="866467"/>
            <a:ext cx="220265" cy="264472"/>
          </a:xfrm>
          <a:custGeom>
            <a:avLst/>
            <a:gdLst/>
            <a:ahLst/>
            <a:cxnLst/>
            <a:rect l="l" t="t" r="r" b="b"/>
            <a:pathLst>
              <a:path w="220265" h="264472">
                <a:moveTo>
                  <a:pt x="39744" y="264472"/>
                </a:moveTo>
                <a:lnTo>
                  <a:pt x="56278" y="260183"/>
                </a:lnTo>
                <a:lnTo>
                  <a:pt x="72245" y="255526"/>
                </a:lnTo>
                <a:lnTo>
                  <a:pt x="87596" y="250513"/>
                </a:lnTo>
                <a:lnTo>
                  <a:pt x="102289" y="245158"/>
                </a:lnTo>
                <a:lnTo>
                  <a:pt x="116281" y="239479"/>
                </a:lnTo>
                <a:lnTo>
                  <a:pt x="129531" y="233490"/>
                </a:lnTo>
                <a:lnTo>
                  <a:pt x="142002" y="227209"/>
                </a:lnTo>
                <a:lnTo>
                  <a:pt x="153656" y="220655"/>
                </a:lnTo>
                <a:lnTo>
                  <a:pt x="164462" y="213845"/>
                </a:lnTo>
                <a:lnTo>
                  <a:pt x="174387" y="206800"/>
                </a:lnTo>
                <a:lnTo>
                  <a:pt x="183402" y="199540"/>
                </a:lnTo>
                <a:lnTo>
                  <a:pt x="191483" y="192086"/>
                </a:lnTo>
                <a:lnTo>
                  <a:pt x="198606" y="184460"/>
                </a:lnTo>
                <a:lnTo>
                  <a:pt x="204749" y="176683"/>
                </a:lnTo>
                <a:lnTo>
                  <a:pt x="209896" y="168778"/>
                </a:lnTo>
                <a:lnTo>
                  <a:pt x="214032" y="160767"/>
                </a:lnTo>
                <a:lnTo>
                  <a:pt x="217144" y="152674"/>
                </a:lnTo>
                <a:lnTo>
                  <a:pt x="219223" y="144522"/>
                </a:lnTo>
                <a:lnTo>
                  <a:pt x="220265" y="136335"/>
                </a:lnTo>
                <a:lnTo>
                  <a:pt x="220265" y="128136"/>
                </a:lnTo>
                <a:lnTo>
                  <a:pt x="219223" y="119949"/>
                </a:lnTo>
                <a:lnTo>
                  <a:pt x="217144" y="111797"/>
                </a:lnTo>
                <a:lnTo>
                  <a:pt x="214032" y="103704"/>
                </a:lnTo>
                <a:lnTo>
                  <a:pt x="209896" y="95694"/>
                </a:lnTo>
                <a:lnTo>
                  <a:pt x="204749" y="87789"/>
                </a:lnTo>
                <a:lnTo>
                  <a:pt x="198606" y="80012"/>
                </a:lnTo>
                <a:lnTo>
                  <a:pt x="191483" y="72385"/>
                </a:lnTo>
                <a:lnTo>
                  <a:pt x="183402" y="64931"/>
                </a:lnTo>
                <a:lnTo>
                  <a:pt x="174387" y="57671"/>
                </a:lnTo>
                <a:lnTo>
                  <a:pt x="164462" y="50627"/>
                </a:lnTo>
                <a:lnTo>
                  <a:pt x="153656" y="43817"/>
                </a:lnTo>
                <a:lnTo>
                  <a:pt x="142002" y="37262"/>
                </a:lnTo>
                <a:lnTo>
                  <a:pt x="129531" y="30982"/>
                </a:lnTo>
                <a:lnTo>
                  <a:pt x="116281" y="24993"/>
                </a:lnTo>
                <a:lnTo>
                  <a:pt x="102289" y="19313"/>
                </a:lnTo>
                <a:lnTo>
                  <a:pt x="87596" y="13959"/>
                </a:lnTo>
                <a:lnTo>
                  <a:pt x="72245" y="8946"/>
                </a:lnTo>
                <a:lnTo>
                  <a:pt x="56278" y="4288"/>
                </a:lnTo>
                <a:lnTo>
                  <a:pt x="39744" y="0"/>
                </a:lnTo>
                <a:lnTo>
                  <a:pt x="0" y="29092"/>
                </a:lnTo>
                <a:lnTo>
                  <a:pt x="12898" y="32437"/>
                </a:lnTo>
                <a:lnTo>
                  <a:pt x="25351" y="36070"/>
                </a:lnTo>
                <a:lnTo>
                  <a:pt x="37326" y="39980"/>
                </a:lnTo>
                <a:lnTo>
                  <a:pt x="48786" y="44156"/>
                </a:lnTo>
                <a:lnTo>
                  <a:pt x="59700" y="48586"/>
                </a:lnTo>
                <a:lnTo>
                  <a:pt x="70035" y="53257"/>
                </a:lnTo>
                <a:lnTo>
                  <a:pt x="79762" y="58157"/>
                </a:lnTo>
                <a:lnTo>
                  <a:pt x="88852" y="63269"/>
                </a:lnTo>
                <a:lnTo>
                  <a:pt x="97280" y="68581"/>
                </a:lnTo>
                <a:lnTo>
                  <a:pt x="105022" y="74076"/>
                </a:lnTo>
                <a:lnTo>
                  <a:pt x="112054" y="79738"/>
                </a:lnTo>
                <a:lnTo>
                  <a:pt x="118357" y="85552"/>
                </a:lnTo>
                <a:lnTo>
                  <a:pt x="123913" y="91501"/>
                </a:lnTo>
                <a:lnTo>
                  <a:pt x="128705" y="97567"/>
                </a:lnTo>
                <a:lnTo>
                  <a:pt x="132719" y="103733"/>
                </a:lnTo>
                <a:lnTo>
                  <a:pt x="135945" y="109981"/>
                </a:lnTo>
                <a:lnTo>
                  <a:pt x="138372" y="116294"/>
                </a:lnTo>
                <a:lnTo>
                  <a:pt x="139995" y="122652"/>
                </a:lnTo>
                <a:lnTo>
                  <a:pt x="140807" y="129038"/>
                </a:lnTo>
                <a:lnTo>
                  <a:pt x="140807" y="135433"/>
                </a:lnTo>
                <a:lnTo>
                  <a:pt x="139995" y="141819"/>
                </a:lnTo>
                <a:lnTo>
                  <a:pt x="138372" y="148178"/>
                </a:lnTo>
                <a:lnTo>
                  <a:pt x="135945" y="154490"/>
                </a:lnTo>
                <a:lnTo>
                  <a:pt x="132719" y="160738"/>
                </a:lnTo>
                <a:lnTo>
                  <a:pt x="128705" y="166904"/>
                </a:lnTo>
                <a:lnTo>
                  <a:pt x="123913" y="172971"/>
                </a:lnTo>
                <a:lnTo>
                  <a:pt x="118357" y="178919"/>
                </a:lnTo>
                <a:lnTo>
                  <a:pt x="112054" y="184733"/>
                </a:lnTo>
                <a:lnTo>
                  <a:pt x="105022" y="190396"/>
                </a:lnTo>
                <a:lnTo>
                  <a:pt x="97280" y="195891"/>
                </a:lnTo>
                <a:lnTo>
                  <a:pt x="88852" y="201202"/>
                </a:lnTo>
                <a:lnTo>
                  <a:pt x="79762" y="206315"/>
                </a:lnTo>
                <a:lnTo>
                  <a:pt x="70035" y="211214"/>
                </a:lnTo>
                <a:lnTo>
                  <a:pt x="59700" y="215885"/>
                </a:lnTo>
                <a:lnTo>
                  <a:pt x="48786" y="220315"/>
                </a:lnTo>
                <a:lnTo>
                  <a:pt x="37326" y="224492"/>
                </a:lnTo>
                <a:lnTo>
                  <a:pt x="25351" y="228402"/>
                </a:lnTo>
                <a:lnTo>
                  <a:pt x="12898" y="232035"/>
                </a:lnTo>
                <a:lnTo>
                  <a:pt x="0" y="235380"/>
                </a:lnTo>
                <a:close/>
              </a:path>
            </a:pathLst>
          </a:custGeom>
          <a:solidFill>
            <a:srgbClr val="2C705E"/>
          </a:solidFill>
          <a:ln w="5080">
            <a:solidFill>
              <a:srgbClr val="1C6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8897301" y="5823531"/>
            <a:ext cx="1686898" cy="706618"/>
          </a:xfrm>
          <a:custGeom>
            <a:avLst/>
            <a:gdLst/>
            <a:ahLst/>
            <a:cxnLst/>
            <a:rect l="l" t="t" r="r" b="b"/>
            <a:pathLst>
              <a:path w="1686898" h="706618">
                <a:moveTo>
                  <a:pt x="0" y="353309"/>
                </a:moveTo>
                <a:lnTo>
                  <a:pt x="1465665" y="706618"/>
                </a:lnTo>
                <a:lnTo>
                  <a:pt x="1501846" y="678348"/>
                </a:lnTo>
                <a:lnTo>
                  <a:pt x="1534977" y="649419"/>
                </a:lnTo>
                <a:lnTo>
                  <a:pt x="1564989" y="619887"/>
                </a:lnTo>
                <a:lnTo>
                  <a:pt x="1591822" y="589814"/>
                </a:lnTo>
                <a:lnTo>
                  <a:pt x="1615421" y="559261"/>
                </a:lnTo>
                <a:lnTo>
                  <a:pt x="1635739" y="528289"/>
                </a:lnTo>
                <a:lnTo>
                  <a:pt x="1652734" y="496962"/>
                </a:lnTo>
                <a:lnTo>
                  <a:pt x="1666372" y="465343"/>
                </a:lnTo>
                <a:lnTo>
                  <a:pt x="1676624" y="433496"/>
                </a:lnTo>
                <a:lnTo>
                  <a:pt x="1683471" y="401487"/>
                </a:lnTo>
                <a:lnTo>
                  <a:pt x="1686898" y="369379"/>
                </a:lnTo>
                <a:lnTo>
                  <a:pt x="1686898" y="337239"/>
                </a:lnTo>
                <a:lnTo>
                  <a:pt x="1683471" y="305132"/>
                </a:lnTo>
                <a:lnTo>
                  <a:pt x="1676624" y="273122"/>
                </a:lnTo>
                <a:lnTo>
                  <a:pt x="1666372" y="241276"/>
                </a:lnTo>
                <a:lnTo>
                  <a:pt x="1652734" y="209656"/>
                </a:lnTo>
                <a:lnTo>
                  <a:pt x="1635739" y="178329"/>
                </a:lnTo>
                <a:lnTo>
                  <a:pt x="1615421" y="147357"/>
                </a:lnTo>
                <a:lnTo>
                  <a:pt x="1591822" y="116804"/>
                </a:lnTo>
                <a:lnTo>
                  <a:pt x="1564989" y="86731"/>
                </a:lnTo>
                <a:lnTo>
                  <a:pt x="1534977" y="57200"/>
                </a:lnTo>
                <a:lnTo>
                  <a:pt x="1501846" y="28270"/>
                </a:lnTo>
                <a:lnTo>
                  <a:pt x="1465665" y="0"/>
                </a:lnTo>
                <a:close/>
              </a:path>
            </a:pathLst>
          </a:custGeom>
          <a:solidFill>
            <a:srgbClr val="574119"/>
          </a:solidFill>
          <a:ln w="3810">
            <a:solidFill>
              <a:srgbClr val="403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8897301" y="5627002"/>
            <a:ext cx="898644" cy="769106"/>
          </a:xfrm>
          <a:custGeom>
            <a:avLst/>
            <a:gdLst/>
            <a:ahLst/>
            <a:cxnLst/>
            <a:rect l="l" t="t" r="r" b="b"/>
            <a:pathLst>
              <a:path w="898644" h="769106">
                <a:moveTo>
                  <a:pt x="0" y="549838"/>
                </a:moveTo>
                <a:lnTo>
                  <a:pt x="898644" y="769106"/>
                </a:lnTo>
                <a:lnTo>
                  <a:pt x="898644" y="219268"/>
                </a:lnTo>
                <a:lnTo>
                  <a:pt x="0" y="0"/>
                </a:lnTo>
                <a:close/>
              </a:path>
            </a:pathLst>
          </a:custGeom>
          <a:solidFill>
            <a:srgbClr val="B2848C"/>
          </a:solidFill>
          <a:ln w="3175">
            <a:solidFill>
              <a:srgbClr val="805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9165453" y="5280053"/>
            <a:ext cx="630492" cy="566217"/>
          </a:xfrm>
          <a:custGeom>
            <a:avLst/>
            <a:gdLst/>
            <a:ahLst/>
            <a:cxnLst/>
            <a:rect l="l" t="t" r="r" b="b"/>
            <a:pathLst>
              <a:path w="630492" h="566217">
                <a:moveTo>
                  <a:pt x="0" y="412378"/>
                </a:moveTo>
                <a:lnTo>
                  <a:pt x="630492" y="566217"/>
                </a:lnTo>
                <a:lnTo>
                  <a:pt x="630492" y="153839"/>
                </a:lnTo>
                <a:lnTo>
                  <a:pt x="0" y="0"/>
                </a:lnTo>
                <a:close/>
              </a:path>
            </a:pathLst>
          </a:custGeom>
          <a:solidFill>
            <a:srgbClr val="347A64"/>
          </a:solidFill>
          <a:ln w="3175">
            <a:solidFill>
              <a:srgbClr val="255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10362236" y="324612"/>
            <a:ext cx="43552" cy="5532728"/>
          </a:xfrm>
          <a:custGeom>
            <a:avLst/>
            <a:gdLst/>
            <a:ahLst/>
            <a:cxnLst/>
            <a:rect l="l" t="t" r="r" b="b"/>
            <a:pathLst>
              <a:path w="43552" h="5532728">
                <a:moveTo>
                  <a:pt x="43552" y="34349"/>
                </a:moveTo>
                <a:lnTo>
                  <a:pt x="0" y="0"/>
                </a:lnTo>
                <a:lnTo>
                  <a:pt x="0" y="5498379"/>
                </a:lnTo>
                <a:lnTo>
                  <a:pt x="43552" y="5532728"/>
                </a:lnTo>
                <a:close/>
              </a:path>
            </a:pathLst>
          </a:custGeom>
          <a:solidFill>
            <a:srgbClr val="7B5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10405788" y="358961"/>
            <a:ext cx="39047" cy="5533683"/>
          </a:xfrm>
          <a:custGeom>
            <a:avLst/>
            <a:gdLst/>
            <a:ahLst/>
            <a:cxnLst/>
            <a:rect l="l" t="t" r="r" b="b"/>
            <a:pathLst>
              <a:path w="39047" h="5533683">
                <a:moveTo>
                  <a:pt x="39047" y="35304"/>
                </a:moveTo>
                <a:lnTo>
                  <a:pt x="0" y="0"/>
                </a:lnTo>
                <a:lnTo>
                  <a:pt x="0" y="5498379"/>
                </a:lnTo>
                <a:lnTo>
                  <a:pt x="39047" y="5533683"/>
                </a:lnTo>
                <a:close/>
              </a:path>
            </a:pathLst>
          </a:custGeom>
          <a:solidFill>
            <a:srgbClr val="7D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10444835" y="394265"/>
            <a:ext cx="34425" cy="5534532"/>
          </a:xfrm>
          <a:custGeom>
            <a:avLst/>
            <a:gdLst/>
            <a:ahLst/>
            <a:cxnLst/>
            <a:rect l="l" t="t" r="r" b="b"/>
            <a:pathLst>
              <a:path w="34425" h="5534532">
                <a:moveTo>
                  <a:pt x="34425" y="36153"/>
                </a:moveTo>
                <a:lnTo>
                  <a:pt x="0" y="0"/>
                </a:lnTo>
                <a:lnTo>
                  <a:pt x="0" y="5498379"/>
                </a:lnTo>
                <a:lnTo>
                  <a:pt x="34425" y="5534532"/>
                </a:lnTo>
                <a:close/>
              </a:path>
            </a:pathLst>
          </a:custGeom>
          <a:solidFill>
            <a:srgbClr val="806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10479260" y="430418"/>
            <a:ext cx="29701" cy="5535273"/>
          </a:xfrm>
          <a:custGeom>
            <a:avLst/>
            <a:gdLst/>
            <a:ahLst/>
            <a:cxnLst/>
            <a:rect l="l" t="t" r="r" b="b"/>
            <a:pathLst>
              <a:path w="29701" h="5535273">
                <a:moveTo>
                  <a:pt x="29701" y="36893"/>
                </a:moveTo>
                <a:lnTo>
                  <a:pt x="0" y="0"/>
                </a:lnTo>
                <a:lnTo>
                  <a:pt x="0" y="5498379"/>
                </a:lnTo>
                <a:lnTo>
                  <a:pt x="29701" y="5535273"/>
                </a:lnTo>
                <a:close/>
              </a:path>
            </a:pathLst>
          </a:custGeom>
          <a:solidFill>
            <a:srgbClr val="836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10508961" y="467311"/>
            <a:ext cx="24887" cy="5535904"/>
          </a:xfrm>
          <a:custGeom>
            <a:avLst/>
            <a:gdLst/>
            <a:ahLst/>
            <a:cxnLst/>
            <a:rect l="l" t="t" r="r" b="b"/>
            <a:pathLst>
              <a:path w="24887" h="5535904">
                <a:moveTo>
                  <a:pt x="24887" y="37525"/>
                </a:moveTo>
                <a:lnTo>
                  <a:pt x="0" y="0"/>
                </a:lnTo>
                <a:lnTo>
                  <a:pt x="0" y="5498380"/>
                </a:lnTo>
                <a:lnTo>
                  <a:pt x="24887" y="5535904"/>
                </a:lnTo>
                <a:close/>
              </a:path>
            </a:pathLst>
          </a:custGeom>
          <a:solidFill>
            <a:srgbClr val="866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10533848" y="504836"/>
            <a:ext cx="20000" cy="5536421"/>
          </a:xfrm>
          <a:custGeom>
            <a:avLst/>
            <a:gdLst/>
            <a:ahLst/>
            <a:cxnLst/>
            <a:rect l="l" t="t" r="r" b="b"/>
            <a:pathLst>
              <a:path w="20000" h="5536421">
                <a:moveTo>
                  <a:pt x="20000" y="38042"/>
                </a:moveTo>
                <a:lnTo>
                  <a:pt x="0" y="0"/>
                </a:lnTo>
                <a:lnTo>
                  <a:pt x="0" y="5498379"/>
                </a:lnTo>
                <a:lnTo>
                  <a:pt x="20000" y="5536421"/>
                </a:lnTo>
                <a:close/>
              </a:path>
            </a:pathLst>
          </a:custGeom>
          <a:solidFill>
            <a:srgbClr val="89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10553848" y="542878"/>
            <a:ext cx="15052" cy="5536827"/>
          </a:xfrm>
          <a:custGeom>
            <a:avLst/>
            <a:gdLst/>
            <a:ahLst/>
            <a:cxnLst/>
            <a:rect l="l" t="t" r="r" b="b"/>
            <a:pathLst>
              <a:path w="15052" h="5536827">
                <a:moveTo>
                  <a:pt x="15052" y="38448"/>
                </a:moveTo>
                <a:lnTo>
                  <a:pt x="0" y="0"/>
                </a:lnTo>
                <a:lnTo>
                  <a:pt x="0" y="5498379"/>
                </a:lnTo>
                <a:lnTo>
                  <a:pt x="15052" y="5536827"/>
                </a:lnTo>
                <a:close/>
              </a:path>
            </a:pathLst>
          </a:custGeom>
          <a:solidFill>
            <a:srgbClr val="8D6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10568900" y="581326"/>
            <a:ext cx="10060" cy="5537117"/>
          </a:xfrm>
          <a:custGeom>
            <a:avLst/>
            <a:gdLst/>
            <a:ahLst/>
            <a:cxnLst/>
            <a:rect l="l" t="t" r="r" b="b"/>
            <a:pathLst>
              <a:path w="10060" h="5537117">
                <a:moveTo>
                  <a:pt x="10060" y="38738"/>
                </a:moveTo>
                <a:lnTo>
                  <a:pt x="0" y="0"/>
                </a:lnTo>
                <a:lnTo>
                  <a:pt x="0" y="5498379"/>
                </a:lnTo>
                <a:lnTo>
                  <a:pt x="10060" y="5537117"/>
                </a:lnTo>
                <a:close/>
              </a:path>
            </a:pathLst>
          </a:custGeom>
          <a:solidFill>
            <a:srgbClr val="906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10578960" y="620064"/>
            <a:ext cx="5037" cy="5537291"/>
          </a:xfrm>
          <a:custGeom>
            <a:avLst/>
            <a:gdLst/>
            <a:ahLst/>
            <a:cxnLst/>
            <a:rect l="l" t="t" r="r" b="b"/>
            <a:pathLst>
              <a:path w="5037" h="5537291">
                <a:moveTo>
                  <a:pt x="5037" y="38912"/>
                </a:moveTo>
                <a:lnTo>
                  <a:pt x="0" y="0"/>
                </a:lnTo>
                <a:lnTo>
                  <a:pt x="0" y="5498379"/>
                </a:lnTo>
                <a:lnTo>
                  <a:pt x="5037" y="5537291"/>
                </a:lnTo>
                <a:close/>
              </a:path>
            </a:pathLst>
          </a:custGeom>
          <a:solidFill>
            <a:srgbClr val="93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10583997" y="658976"/>
            <a:ext cx="0" cy="5537349"/>
          </a:xfrm>
          <a:custGeom>
            <a:avLst/>
            <a:gdLst/>
            <a:ahLst/>
            <a:cxnLst/>
            <a:rect l="l" t="t" r="r" b="b"/>
            <a:pathLst>
              <a:path w="0" h="5537349">
                <a:moveTo>
                  <a:pt x="0" y="38970"/>
                </a:moveTo>
                <a:lnTo>
                  <a:pt x="0" y="0"/>
                </a:lnTo>
                <a:lnTo>
                  <a:pt x="0" y="5498379"/>
                </a:lnTo>
                <a:lnTo>
                  <a:pt x="0" y="5537349"/>
                </a:lnTo>
                <a:close/>
              </a:path>
            </a:pathLst>
          </a:custGeom>
          <a:solidFill>
            <a:srgbClr val="96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8897301" y="678461"/>
            <a:ext cx="268152" cy="5013970"/>
          </a:xfrm>
          <a:custGeom>
            <a:avLst/>
            <a:gdLst/>
            <a:ahLst/>
            <a:cxnLst/>
            <a:rect l="l" t="t" r="r" b="b"/>
            <a:pathLst>
              <a:path w="268152" h="5013970">
                <a:moveTo>
                  <a:pt x="0" y="4948541"/>
                </a:moveTo>
                <a:lnTo>
                  <a:pt x="268152" y="5013970"/>
                </a:lnTo>
                <a:lnTo>
                  <a:pt x="268152" y="65429"/>
                </a:lnTo>
                <a:lnTo>
                  <a:pt x="0" y="0"/>
                </a:lnTo>
                <a:close/>
              </a:path>
            </a:pathLst>
          </a:custGeom>
          <a:solidFill>
            <a:srgbClr val="E8DADE"/>
          </a:solidFill>
          <a:ln w="3175">
            <a:solidFill>
              <a:srgbClr val="A79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10578960" y="697946"/>
            <a:ext cx="5037" cy="5537291"/>
          </a:xfrm>
          <a:custGeom>
            <a:avLst/>
            <a:gdLst/>
            <a:ahLst/>
            <a:cxnLst/>
            <a:rect l="l" t="t" r="r" b="b"/>
            <a:pathLst>
              <a:path w="5037" h="5537291">
                <a:moveTo>
                  <a:pt x="0" y="38912"/>
                </a:moveTo>
                <a:lnTo>
                  <a:pt x="5037" y="0"/>
                </a:lnTo>
                <a:lnTo>
                  <a:pt x="5037" y="5498379"/>
                </a:lnTo>
                <a:lnTo>
                  <a:pt x="0" y="5537291"/>
                </a:lnTo>
                <a:close/>
              </a:path>
            </a:pathLst>
          </a:custGeom>
          <a:solidFill>
            <a:srgbClr val="99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10568900" y="736858"/>
            <a:ext cx="10060" cy="5537117"/>
          </a:xfrm>
          <a:custGeom>
            <a:avLst/>
            <a:gdLst/>
            <a:ahLst/>
            <a:cxnLst/>
            <a:rect l="l" t="t" r="r" b="b"/>
            <a:pathLst>
              <a:path w="10060" h="5537117">
                <a:moveTo>
                  <a:pt x="0" y="38738"/>
                </a:moveTo>
                <a:lnTo>
                  <a:pt x="10060" y="0"/>
                </a:lnTo>
                <a:lnTo>
                  <a:pt x="10060" y="5498379"/>
                </a:lnTo>
                <a:lnTo>
                  <a:pt x="0" y="5537117"/>
                </a:lnTo>
                <a:close/>
              </a:path>
            </a:pathLst>
          </a:custGeom>
          <a:solidFill>
            <a:srgbClr val="9C7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10553848" y="775596"/>
            <a:ext cx="15052" cy="5536827"/>
          </a:xfrm>
          <a:custGeom>
            <a:avLst/>
            <a:gdLst/>
            <a:ahLst/>
            <a:cxnLst/>
            <a:rect l="l" t="t" r="r" b="b"/>
            <a:pathLst>
              <a:path w="15052" h="5536827">
                <a:moveTo>
                  <a:pt x="0" y="38448"/>
                </a:moveTo>
                <a:lnTo>
                  <a:pt x="15052" y="0"/>
                </a:lnTo>
                <a:lnTo>
                  <a:pt x="15052" y="5498379"/>
                </a:lnTo>
                <a:lnTo>
                  <a:pt x="0" y="5536827"/>
                </a:lnTo>
                <a:close/>
              </a:path>
            </a:pathLst>
          </a:custGeom>
          <a:solidFill>
            <a:srgbClr val="9F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9165453" y="1156268"/>
            <a:ext cx="630492" cy="4277624"/>
          </a:xfrm>
          <a:custGeom>
            <a:avLst/>
            <a:gdLst/>
            <a:ahLst/>
            <a:cxnLst/>
            <a:rect l="l" t="t" r="r" b="b"/>
            <a:pathLst>
              <a:path w="630492" h="4277624">
                <a:moveTo>
                  <a:pt x="0" y="4123785"/>
                </a:moveTo>
                <a:lnTo>
                  <a:pt x="630492" y="4277624"/>
                </a:lnTo>
                <a:lnTo>
                  <a:pt x="630492" y="153839"/>
                </a:lnTo>
                <a:lnTo>
                  <a:pt x="0" y="0"/>
                </a:lnTo>
                <a:close/>
              </a:path>
            </a:pathLst>
          </a:custGeom>
          <a:solidFill>
            <a:srgbClr val="F19085"/>
          </a:solidFill>
          <a:ln w="3175">
            <a:solidFill>
              <a:srgbClr val="AE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10533848" y="814044"/>
            <a:ext cx="20000" cy="5536421"/>
          </a:xfrm>
          <a:custGeom>
            <a:avLst/>
            <a:gdLst/>
            <a:ahLst/>
            <a:cxnLst/>
            <a:rect l="l" t="t" r="r" b="b"/>
            <a:pathLst>
              <a:path w="20000" h="5536421">
                <a:moveTo>
                  <a:pt x="0" y="38042"/>
                </a:moveTo>
                <a:lnTo>
                  <a:pt x="20000" y="0"/>
                </a:lnTo>
                <a:lnTo>
                  <a:pt x="20000" y="5498379"/>
                </a:lnTo>
                <a:lnTo>
                  <a:pt x="0" y="5536421"/>
                </a:lnTo>
                <a:close/>
              </a:path>
            </a:pathLst>
          </a:custGeom>
          <a:solidFill>
            <a:srgbClr val="A28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10508961" y="852086"/>
            <a:ext cx="24887" cy="5535904"/>
          </a:xfrm>
          <a:custGeom>
            <a:avLst/>
            <a:gdLst/>
            <a:ahLst/>
            <a:cxnLst/>
            <a:rect l="l" t="t" r="r" b="b"/>
            <a:pathLst>
              <a:path w="24887" h="5535904">
                <a:moveTo>
                  <a:pt x="0" y="37524"/>
                </a:moveTo>
                <a:lnTo>
                  <a:pt x="24887" y="0"/>
                </a:lnTo>
                <a:lnTo>
                  <a:pt x="24887" y="5498379"/>
                </a:lnTo>
                <a:lnTo>
                  <a:pt x="0" y="5535904"/>
                </a:lnTo>
                <a:close/>
              </a:path>
            </a:pathLst>
          </a:custGeom>
          <a:solidFill>
            <a:srgbClr val="A58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9795945" y="897729"/>
            <a:ext cx="562623" cy="5635659"/>
          </a:xfrm>
          <a:custGeom>
            <a:avLst/>
            <a:gdLst/>
            <a:ahLst/>
            <a:cxnLst/>
            <a:rect l="l" t="t" r="r" b="b"/>
            <a:pathLst>
              <a:path w="562623" h="5635659">
                <a:moveTo>
                  <a:pt x="0" y="5498379"/>
                </a:moveTo>
                <a:lnTo>
                  <a:pt x="562623" y="5635659"/>
                </a:lnTo>
                <a:lnTo>
                  <a:pt x="562623" y="137279"/>
                </a:lnTo>
                <a:lnTo>
                  <a:pt x="0" y="0"/>
                </a:lnTo>
                <a:close/>
              </a:path>
            </a:pathLst>
          </a:custGeom>
          <a:solidFill>
            <a:srgbClr val="BF984A"/>
          </a:solidFill>
          <a:ln w="3175">
            <a:solidFill>
              <a:srgbClr val="896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10479260" y="889610"/>
            <a:ext cx="29701" cy="5535273"/>
          </a:xfrm>
          <a:custGeom>
            <a:avLst/>
            <a:gdLst/>
            <a:ahLst/>
            <a:cxnLst/>
            <a:rect l="l" t="t" r="r" b="b"/>
            <a:pathLst>
              <a:path w="29701" h="5535273">
                <a:moveTo>
                  <a:pt x="0" y="36894"/>
                </a:moveTo>
                <a:lnTo>
                  <a:pt x="29701" y="0"/>
                </a:lnTo>
                <a:lnTo>
                  <a:pt x="29701" y="5498380"/>
                </a:lnTo>
                <a:lnTo>
                  <a:pt x="0" y="5535273"/>
                </a:lnTo>
                <a:close/>
              </a:path>
            </a:pathLst>
          </a:custGeom>
          <a:solidFill>
            <a:srgbClr val="A7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10444835" y="926504"/>
            <a:ext cx="34425" cy="5534532"/>
          </a:xfrm>
          <a:custGeom>
            <a:avLst/>
            <a:gdLst/>
            <a:ahLst/>
            <a:cxnLst/>
            <a:rect l="l" t="t" r="r" b="b"/>
            <a:pathLst>
              <a:path w="34425" h="5534532">
                <a:moveTo>
                  <a:pt x="0" y="36153"/>
                </a:moveTo>
                <a:lnTo>
                  <a:pt x="34425" y="0"/>
                </a:lnTo>
                <a:lnTo>
                  <a:pt x="34425" y="5498379"/>
                </a:lnTo>
                <a:lnTo>
                  <a:pt x="0" y="5534532"/>
                </a:lnTo>
                <a:close/>
              </a:path>
            </a:pathLst>
          </a:custGeom>
          <a:solidFill>
            <a:srgbClr val="AA8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10405788" y="962657"/>
            <a:ext cx="39047" cy="5533683"/>
          </a:xfrm>
          <a:custGeom>
            <a:avLst/>
            <a:gdLst/>
            <a:ahLst/>
            <a:cxnLst/>
            <a:rect l="l" t="t" r="r" b="b"/>
            <a:pathLst>
              <a:path w="39047" h="5533683">
                <a:moveTo>
                  <a:pt x="0" y="35304"/>
                </a:moveTo>
                <a:lnTo>
                  <a:pt x="39047" y="0"/>
                </a:lnTo>
                <a:lnTo>
                  <a:pt x="39047" y="5498379"/>
                </a:lnTo>
                <a:lnTo>
                  <a:pt x="0" y="5533683"/>
                </a:lnTo>
                <a:close/>
              </a:path>
            </a:pathLst>
          </a:custGeom>
          <a:solidFill>
            <a:srgbClr val="AD8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10362236" y="997961"/>
            <a:ext cx="43552" cy="5532729"/>
          </a:xfrm>
          <a:custGeom>
            <a:avLst/>
            <a:gdLst/>
            <a:ahLst/>
            <a:cxnLst/>
            <a:rect l="l" t="t" r="r" b="b"/>
            <a:pathLst>
              <a:path w="43552" h="5532729">
                <a:moveTo>
                  <a:pt x="0" y="34349"/>
                </a:moveTo>
                <a:lnTo>
                  <a:pt x="43552" y="0"/>
                </a:lnTo>
                <a:lnTo>
                  <a:pt x="43552" y="5498379"/>
                </a:lnTo>
                <a:lnTo>
                  <a:pt x="0" y="5532729"/>
                </a:lnTo>
                <a:close/>
              </a:path>
            </a:pathLst>
          </a:custGeom>
          <a:solidFill>
            <a:srgbClr val="B08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9250216" y="76457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9254375" y="76558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9258535" y="766601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9262694" y="767616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9266853" y="768631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9271013" y="76964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9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9275172" y="770661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9279332" y="77167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9283491" y="772691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9310720" y="779335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9314880" y="78035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9319039" y="781364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9323199" y="782379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9327358" y="783394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9331517" y="78440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9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9335677" y="78542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9339836" y="78643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9343996" y="78745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9371225" y="794098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9375384" y="79511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9379544" y="796127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9383703" y="797142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9387862" y="798157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9392022" y="79917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9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9396181" y="80018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9400341" y="80120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9404500" y="80221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9431729" y="808861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9435889" y="80987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9440048" y="810890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9444208" y="811905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9448367" y="812920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9452526" y="813935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9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9456686" y="81495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9460845" y="815965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9465005" y="81698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9492234" y="82362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9496393" y="82463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9500553" y="82565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9504712" y="826668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9217993" y="756709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9508872" y="827683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9222591" y="75783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9513031" y="828698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9227188" y="75895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9517190" y="82971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9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9231785" y="760075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9521350" y="830728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9236382" y="761196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9525509" y="83174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9240980" y="762318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9245577" y="76344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9250174" y="764561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9254771" y="765683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9552738" y="83838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9556898" y="83940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9561057" y="84041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9565217" y="841431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9278498" y="771472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9569376" y="842446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9283095" y="77259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9573535" y="843461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9287692" y="773716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9577695" y="84447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9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9292290" y="774838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9581854" y="845491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9296887" y="77595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9586014" y="846506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9301484" y="77708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9306081" y="778203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9310679" y="779324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9315276" y="78044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9613243" y="85315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9617402" y="854165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9621562" y="855180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9625721" y="856194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9339002" y="786235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9629881" y="857209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9343600" y="78735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9634040" y="858224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9348197" y="78847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9638199" y="85923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9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9352794" y="78960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9642359" y="860254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9357391" y="790722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9646518" y="861269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9361989" y="79184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9366586" y="79296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9371183" y="794087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9375780" y="795209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9673747" y="86791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9677907" y="868928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9682066" y="869943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4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9686226" y="870957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9399507" y="800998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9690385" y="871972"/>
            <a:ext cx="4159" cy="413394"/>
          </a:xfrm>
          <a:custGeom>
            <a:avLst/>
            <a:gdLst/>
            <a:ahLst/>
            <a:cxnLst/>
            <a:rect l="l" t="t" r="r" b="b"/>
            <a:pathLst>
              <a:path w="4159" h="413394">
                <a:moveTo>
                  <a:pt x="0" y="412379"/>
                </a:moveTo>
                <a:lnTo>
                  <a:pt x="4159" y="413394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3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9404104" y="80212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9694544" y="872987"/>
            <a:ext cx="4160" cy="413394"/>
          </a:xfrm>
          <a:custGeom>
            <a:avLst/>
            <a:gdLst/>
            <a:ahLst/>
            <a:cxnLst/>
            <a:rect l="l" t="t" r="r" b="b"/>
            <a:pathLst>
              <a:path w="4160" h="413394">
                <a:moveTo>
                  <a:pt x="0" y="412379"/>
                </a:moveTo>
                <a:lnTo>
                  <a:pt x="4160" y="413394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60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9408701" y="803242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9698704" y="87400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9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5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9413299" y="80436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9702863" y="875017"/>
            <a:ext cx="4160" cy="413393"/>
          </a:xfrm>
          <a:custGeom>
            <a:avLst/>
            <a:gdLst/>
            <a:ahLst/>
            <a:cxnLst/>
            <a:rect l="l" t="t" r="r" b="b"/>
            <a:pathLst>
              <a:path w="4160" h="413393">
                <a:moveTo>
                  <a:pt x="0" y="412378"/>
                </a:moveTo>
                <a:lnTo>
                  <a:pt x="4160" y="413393"/>
                </a:lnTo>
                <a:lnTo>
                  <a:pt x="4160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47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9417896" y="805485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9707023" y="876032"/>
            <a:ext cx="4159" cy="413393"/>
          </a:xfrm>
          <a:custGeom>
            <a:avLst/>
            <a:gdLst/>
            <a:ahLst/>
            <a:cxnLst/>
            <a:rect l="l" t="t" r="r" b="b"/>
            <a:pathLst>
              <a:path w="4159" h="413393">
                <a:moveTo>
                  <a:pt x="0" y="412378"/>
                </a:moveTo>
                <a:lnTo>
                  <a:pt x="4159" y="413393"/>
                </a:lnTo>
                <a:lnTo>
                  <a:pt x="4159" y="1015"/>
                </a:lnTo>
                <a:lnTo>
                  <a:pt x="0" y="0"/>
                </a:lnTo>
                <a:close/>
              </a:path>
            </a:pathLst>
          </a:custGeom>
          <a:solidFill>
            <a:srgbClr val="350F12"/>
          </a:solidFill>
          <a:ln w="3175">
            <a:solidFill>
              <a:srgbClr val="22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9422493" y="80660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9427090" y="807729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9431688" y="80885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9436285" y="809972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9460011" y="815761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9464609" y="81688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9469206" y="818005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9473803" y="81912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9478400" y="820248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9482998" y="82137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9487595" y="822492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9492192" y="82361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9496789" y="824735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9520516" y="830525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9525113" y="83164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9529710" y="832768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9534308" y="83389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9538905" y="835011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9543502" y="83613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9548099" y="837255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9552697" y="83837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9557294" y="839498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9581020" y="845288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9585618" y="84640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9590215" y="84753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9594812" y="84865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9599409" y="849774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9604007" y="85089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9608604" y="852018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9613201" y="853140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9617798" y="854261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9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9641525" y="860051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9646122" y="861172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9650719" y="862294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9655317" y="86341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9659914" y="864537"/>
            <a:ext cx="4597" cy="413501"/>
          </a:xfrm>
          <a:custGeom>
            <a:avLst/>
            <a:gdLst/>
            <a:ahLst/>
            <a:cxnLst/>
            <a:rect l="l" t="t" r="r" b="b"/>
            <a:pathLst>
              <a:path w="4597" h="413501">
                <a:moveTo>
                  <a:pt x="0" y="412379"/>
                </a:moveTo>
                <a:lnTo>
                  <a:pt x="4597" y="413501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9664511" y="86565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9669108" y="866781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9673706" y="867903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9678303" y="86902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9702029" y="874814"/>
            <a:ext cx="4598" cy="413500"/>
          </a:xfrm>
          <a:custGeom>
            <a:avLst/>
            <a:gdLst/>
            <a:ahLst/>
            <a:cxnLst/>
            <a:rect l="l" t="t" r="r" b="b"/>
            <a:pathLst>
              <a:path w="4598" h="413500">
                <a:moveTo>
                  <a:pt x="0" y="412378"/>
                </a:moveTo>
                <a:lnTo>
                  <a:pt x="4598" y="413500"/>
                </a:lnTo>
                <a:lnTo>
                  <a:pt x="4598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9706627" y="875935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9711224" y="877057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9715821" y="878179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9720418" y="879300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9725016" y="880422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9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9729613" y="881544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E8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9734210" y="882666"/>
            <a:ext cx="4597" cy="413500"/>
          </a:xfrm>
          <a:custGeom>
            <a:avLst/>
            <a:gdLst/>
            <a:ahLst/>
            <a:cxnLst/>
            <a:rect l="l" t="t" r="r" b="b"/>
            <a:pathLst>
              <a:path w="4597" h="413500">
                <a:moveTo>
                  <a:pt x="0" y="412378"/>
                </a:moveTo>
                <a:lnTo>
                  <a:pt x="4597" y="413500"/>
                </a:lnTo>
                <a:lnTo>
                  <a:pt x="4597" y="1121"/>
                </a:lnTo>
                <a:lnTo>
                  <a:pt x="0" y="0"/>
                </a:lnTo>
                <a:close/>
              </a:path>
            </a:pathLst>
          </a:custGeom>
          <a:solidFill>
            <a:srgbClr val="BF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9738807" y="883787"/>
            <a:ext cx="4598" cy="413501"/>
          </a:xfrm>
          <a:custGeom>
            <a:avLst/>
            <a:gdLst/>
            <a:ahLst/>
            <a:cxnLst/>
            <a:rect l="l" t="t" r="r" b="b"/>
            <a:pathLst>
              <a:path w="4598" h="413501">
                <a:moveTo>
                  <a:pt x="0" y="412379"/>
                </a:moveTo>
                <a:lnTo>
                  <a:pt x="4598" y="413501"/>
                </a:lnTo>
                <a:lnTo>
                  <a:pt x="4598" y="1122"/>
                </a:lnTo>
                <a:lnTo>
                  <a:pt x="0" y="0"/>
                </a:lnTo>
                <a:close/>
              </a:path>
            </a:pathLst>
          </a:custGeom>
          <a:solidFill>
            <a:srgbClr val="8E7838"/>
          </a:solidFill>
          <a:ln w="3175">
            <a:solidFill>
              <a:srgbClr val="5D4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8897301" y="325152"/>
            <a:ext cx="1686898" cy="706618"/>
          </a:xfrm>
          <a:custGeom>
            <a:avLst/>
            <a:gdLst/>
            <a:ahLst/>
            <a:cxnLst/>
            <a:rect l="l" t="t" r="r" b="b"/>
            <a:pathLst>
              <a:path w="1686898" h="706618">
                <a:moveTo>
                  <a:pt x="0" y="353309"/>
                </a:moveTo>
                <a:lnTo>
                  <a:pt x="1465665" y="706618"/>
                </a:lnTo>
                <a:lnTo>
                  <a:pt x="1501846" y="678348"/>
                </a:lnTo>
                <a:lnTo>
                  <a:pt x="1534977" y="649418"/>
                </a:lnTo>
                <a:lnTo>
                  <a:pt x="1564989" y="619887"/>
                </a:lnTo>
                <a:lnTo>
                  <a:pt x="1591822" y="589814"/>
                </a:lnTo>
                <a:lnTo>
                  <a:pt x="1615421" y="559261"/>
                </a:lnTo>
                <a:lnTo>
                  <a:pt x="1635739" y="528289"/>
                </a:lnTo>
                <a:lnTo>
                  <a:pt x="1652734" y="496962"/>
                </a:lnTo>
                <a:lnTo>
                  <a:pt x="1666372" y="465342"/>
                </a:lnTo>
                <a:lnTo>
                  <a:pt x="1676624" y="433496"/>
                </a:lnTo>
                <a:lnTo>
                  <a:pt x="1683471" y="401486"/>
                </a:lnTo>
                <a:lnTo>
                  <a:pt x="1686898" y="369379"/>
                </a:lnTo>
                <a:lnTo>
                  <a:pt x="1686898" y="337239"/>
                </a:lnTo>
                <a:lnTo>
                  <a:pt x="1683471" y="305131"/>
                </a:lnTo>
                <a:lnTo>
                  <a:pt x="1676624" y="273122"/>
                </a:lnTo>
                <a:lnTo>
                  <a:pt x="1666372" y="241275"/>
                </a:lnTo>
                <a:lnTo>
                  <a:pt x="1652734" y="209656"/>
                </a:lnTo>
                <a:lnTo>
                  <a:pt x="1635739" y="178329"/>
                </a:lnTo>
                <a:lnTo>
                  <a:pt x="1615421" y="147357"/>
                </a:lnTo>
                <a:lnTo>
                  <a:pt x="1591822" y="116804"/>
                </a:lnTo>
                <a:lnTo>
                  <a:pt x="1564989" y="86731"/>
                </a:lnTo>
                <a:lnTo>
                  <a:pt x="1534977" y="57199"/>
                </a:lnTo>
                <a:lnTo>
                  <a:pt x="1501846" y="28270"/>
                </a:lnTo>
                <a:lnTo>
                  <a:pt x="1465665" y="0"/>
                </a:lnTo>
                <a:lnTo>
                  <a:pt x="0" y="353309"/>
                </a:lnTo>
                <a:close/>
              </a:path>
            </a:pathLst>
          </a:custGeom>
          <a:solidFill>
            <a:srgbClr val="B08C4C"/>
          </a:solidFill>
          <a:ln w="6350">
            <a:solidFill>
              <a:srgbClr val="89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10351240" y="325152"/>
            <a:ext cx="232959" cy="706618"/>
          </a:xfrm>
          <a:custGeom>
            <a:avLst/>
            <a:gdLst/>
            <a:ahLst/>
            <a:cxnLst/>
            <a:rect l="l" t="t" r="r" b="b"/>
            <a:pathLst>
              <a:path w="232959" h="706618">
                <a:moveTo>
                  <a:pt x="11726" y="706618"/>
                </a:moveTo>
                <a:lnTo>
                  <a:pt x="47907" y="678348"/>
                </a:lnTo>
                <a:lnTo>
                  <a:pt x="81038" y="649418"/>
                </a:lnTo>
                <a:lnTo>
                  <a:pt x="111050" y="619887"/>
                </a:lnTo>
                <a:lnTo>
                  <a:pt x="137883" y="589814"/>
                </a:lnTo>
                <a:lnTo>
                  <a:pt x="161482" y="559261"/>
                </a:lnTo>
                <a:lnTo>
                  <a:pt x="181800" y="528289"/>
                </a:lnTo>
                <a:lnTo>
                  <a:pt x="198795" y="496962"/>
                </a:lnTo>
                <a:lnTo>
                  <a:pt x="212433" y="465342"/>
                </a:lnTo>
                <a:lnTo>
                  <a:pt x="222685" y="433496"/>
                </a:lnTo>
                <a:lnTo>
                  <a:pt x="229532" y="401486"/>
                </a:lnTo>
                <a:lnTo>
                  <a:pt x="232959" y="369379"/>
                </a:lnTo>
                <a:lnTo>
                  <a:pt x="232959" y="337239"/>
                </a:lnTo>
                <a:lnTo>
                  <a:pt x="229532" y="305131"/>
                </a:lnTo>
                <a:lnTo>
                  <a:pt x="222685" y="273122"/>
                </a:lnTo>
                <a:lnTo>
                  <a:pt x="212433" y="241275"/>
                </a:lnTo>
                <a:lnTo>
                  <a:pt x="198795" y="209656"/>
                </a:lnTo>
                <a:lnTo>
                  <a:pt x="181800" y="178329"/>
                </a:lnTo>
                <a:lnTo>
                  <a:pt x="161482" y="147357"/>
                </a:lnTo>
                <a:lnTo>
                  <a:pt x="137883" y="116804"/>
                </a:lnTo>
                <a:lnTo>
                  <a:pt x="111050" y="86731"/>
                </a:lnTo>
                <a:lnTo>
                  <a:pt x="81038" y="57199"/>
                </a:lnTo>
                <a:lnTo>
                  <a:pt x="47907" y="28270"/>
                </a:lnTo>
                <a:lnTo>
                  <a:pt x="11726" y="0"/>
                </a:lnTo>
                <a:lnTo>
                  <a:pt x="0" y="2826"/>
                </a:lnTo>
                <a:lnTo>
                  <a:pt x="35892" y="30870"/>
                </a:lnTo>
                <a:lnTo>
                  <a:pt x="68758" y="59568"/>
                </a:lnTo>
                <a:lnTo>
                  <a:pt x="98530" y="88864"/>
                </a:lnTo>
                <a:lnTo>
                  <a:pt x="125148" y="118696"/>
                </a:lnTo>
                <a:lnTo>
                  <a:pt x="148559" y="149005"/>
                </a:lnTo>
                <a:lnTo>
                  <a:pt x="168714" y="179729"/>
                </a:lnTo>
                <a:lnTo>
                  <a:pt x="185573" y="210805"/>
                </a:lnTo>
                <a:lnTo>
                  <a:pt x="199102" y="242172"/>
                </a:lnTo>
                <a:lnTo>
                  <a:pt x="209272" y="273763"/>
                </a:lnTo>
                <a:lnTo>
                  <a:pt x="216064" y="305517"/>
                </a:lnTo>
                <a:lnTo>
                  <a:pt x="219464" y="337367"/>
                </a:lnTo>
                <a:lnTo>
                  <a:pt x="219464" y="369250"/>
                </a:lnTo>
                <a:lnTo>
                  <a:pt x="216064" y="401101"/>
                </a:lnTo>
                <a:lnTo>
                  <a:pt x="209272" y="432854"/>
                </a:lnTo>
                <a:lnTo>
                  <a:pt x="199102" y="464446"/>
                </a:lnTo>
                <a:lnTo>
                  <a:pt x="185573" y="495812"/>
                </a:lnTo>
                <a:lnTo>
                  <a:pt x="168714" y="526889"/>
                </a:lnTo>
                <a:lnTo>
                  <a:pt x="148559" y="557613"/>
                </a:lnTo>
                <a:lnTo>
                  <a:pt x="125148" y="587922"/>
                </a:lnTo>
                <a:lnTo>
                  <a:pt x="98530" y="617754"/>
                </a:lnTo>
                <a:lnTo>
                  <a:pt x="68758" y="647049"/>
                </a:lnTo>
                <a:lnTo>
                  <a:pt x="35892" y="675748"/>
                </a:lnTo>
                <a:lnTo>
                  <a:pt x="0" y="703791"/>
                </a:lnTo>
                <a:close/>
              </a:path>
            </a:pathLst>
          </a:custGeom>
          <a:solidFill>
            <a:srgbClr val="907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8897301" y="459193"/>
            <a:ext cx="898644" cy="438536"/>
          </a:xfrm>
          <a:custGeom>
            <a:avLst/>
            <a:gdLst/>
            <a:ahLst/>
            <a:cxnLst/>
            <a:rect l="l" t="t" r="r" b="b"/>
            <a:pathLst>
              <a:path w="898644" h="438536">
                <a:moveTo>
                  <a:pt x="0" y="219268"/>
                </a:moveTo>
                <a:lnTo>
                  <a:pt x="898644" y="438536"/>
                </a:lnTo>
                <a:lnTo>
                  <a:pt x="898644" y="0"/>
                </a:lnTo>
                <a:lnTo>
                  <a:pt x="0" y="219268"/>
                </a:lnTo>
                <a:close/>
              </a:path>
            </a:pathLst>
          </a:custGeom>
          <a:solidFill>
            <a:srgbClr val="9B463E"/>
          </a:solidFill>
          <a:ln w="7620">
            <a:solidFill>
              <a:srgbClr val="5D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8897301" y="507432"/>
            <a:ext cx="700942" cy="342058"/>
          </a:xfrm>
          <a:custGeom>
            <a:avLst/>
            <a:gdLst/>
            <a:ahLst/>
            <a:cxnLst/>
            <a:rect l="l" t="t" r="r" b="b"/>
            <a:pathLst>
              <a:path w="700942" h="342058">
                <a:moveTo>
                  <a:pt x="0" y="171029"/>
                </a:moveTo>
                <a:lnTo>
                  <a:pt x="700942" y="342058"/>
                </a:lnTo>
                <a:lnTo>
                  <a:pt x="700942" y="0"/>
                </a:lnTo>
                <a:lnTo>
                  <a:pt x="0" y="171029"/>
                </a:lnTo>
                <a:close/>
              </a:path>
            </a:pathLst>
          </a:custGeom>
          <a:solidFill>
            <a:srgbClr val="A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8897301" y="568827"/>
            <a:ext cx="449322" cy="219268"/>
          </a:xfrm>
          <a:custGeom>
            <a:avLst/>
            <a:gdLst/>
            <a:ahLst/>
            <a:cxnLst/>
            <a:rect l="l" t="t" r="r" b="b"/>
            <a:pathLst>
              <a:path w="449322" h="219268">
                <a:moveTo>
                  <a:pt x="0" y="109634"/>
                </a:moveTo>
                <a:lnTo>
                  <a:pt x="449322" y="219268"/>
                </a:lnTo>
                <a:lnTo>
                  <a:pt x="449322" y="0"/>
                </a:lnTo>
                <a:lnTo>
                  <a:pt x="0" y="109634"/>
                </a:lnTo>
                <a:close/>
              </a:path>
            </a:pathLst>
          </a:custGeom>
          <a:solidFill>
            <a:srgbClr val="B25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8897301" y="613032"/>
            <a:ext cx="268152" cy="130858"/>
          </a:xfrm>
          <a:custGeom>
            <a:avLst/>
            <a:gdLst/>
            <a:ahLst/>
            <a:cxnLst/>
            <a:rect l="l" t="t" r="r" b="b"/>
            <a:pathLst>
              <a:path w="268152" h="130858">
                <a:moveTo>
                  <a:pt x="0" y="65429"/>
                </a:moveTo>
                <a:lnTo>
                  <a:pt x="268152" y="130858"/>
                </a:lnTo>
                <a:lnTo>
                  <a:pt x="268152" y="0"/>
                </a:lnTo>
                <a:lnTo>
                  <a:pt x="0" y="65429"/>
                </a:lnTo>
                <a:close/>
              </a:path>
            </a:pathLst>
          </a:custGeom>
          <a:solidFill>
            <a:srgbClr val="E2D2D8"/>
          </a:solidFill>
          <a:ln w="6350">
            <a:solidFill>
              <a:srgbClr val="AA9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9192142" y="704869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9192142" y="669342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9192142" y="633815"/>
            <a:ext cx="43079" cy="18238"/>
          </a:xfrm>
          <a:custGeom>
            <a:avLst/>
            <a:gdLst/>
            <a:ahLst/>
            <a:cxnLst/>
            <a:rect l="l" t="t" r="r" b="b"/>
            <a:pathLst>
              <a:path w="43079" h="18238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3"/>
                </a:lnTo>
                <a:lnTo>
                  <a:pt x="40781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9264943" y="72263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9264943" y="68710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9264943" y="65157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9264943" y="61605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9337745" y="740396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8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9337745" y="704869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9337745" y="669342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9337745" y="633815"/>
            <a:ext cx="43079" cy="18238"/>
          </a:xfrm>
          <a:custGeom>
            <a:avLst/>
            <a:gdLst/>
            <a:ahLst/>
            <a:cxnLst/>
            <a:rect l="l" t="t" r="r" b="b"/>
            <a:pathLst>
              <a:path w="43079" h="18238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3"/>
                </a:lnTo>
                <a:lnTo>
                  <a:pt x="40781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9337745" y="598288"/>
            <a:ext cx="43079" cy="18238"/>
          </a:xfrm>
          <a:custGeom>
            <a:avLst/>
            <a:gdLst/>
            <a:ahLst/>
            <a:cxnLst/>
            <a:rect l="l" t="t" r="r" b="b"/>
            <a:pathLst>
              <a:path w="43079" h="18238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3"/>
                </a:lnTo>
                <a:lnTo>
                  <a:pt x="40781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9410546" y="758160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9410546" y="72263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9410546" y="68710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9410546" y="65157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9410546" y="61605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9410546" y="580525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9483348" y="775923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8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0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9483348" y="740396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8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0" y="5019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9483348" y="704869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0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9483348" y="669342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0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9483348" y="633815"/>
            <a:ext cx="43079" cy="18238"/>
          </a:xfrm>
          <a:custGeom>
            <a:avLst/>
            <a:gdLst/>
            <a:ahLst/>
            <a:cxnLst/>
            <a:rect l="l" t="t" r="r" b="b"/>
            <a:pathLst>
              <a:path w="43079" h="18238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3"/>
                </a:lnTo>
                <a:lnTo>
                  <a:pt x="40780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9483348" y="598288"/>
            <a:ext cx="43079" cy="18238"/>
          </a:xfrm>
          <a:custGeom>
            <a:avLst/>
            <a:gdLst/>
            <a:ahLst/>
            <a:cxnLst/>
            <a:rect l="l" t="t" r="r" b="b"/>
            <a:pathLst>
              <a:path w="43079" h="18238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3"/>
                </a:lnTo>
                <a:lnTo>
                  <a:pt x="40780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9483348" y="562762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8"/>
                </a:lnTo>
                <a:lnTo>
                  <a:pt x="1157" y="12242"/>
                </a:lnTo>
                <a:lnTo>
                  <a:pt x="3409" y="14137"/>
                </a:lnTo>
                <a:lnTo>
                  <a:pt x="6635" y="15762"/>
                </a:lnTo>
                <a:lnTo>
                  <a:pt x="10660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19" y="18113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89"/>
                </a:lnTo>
                <a:lnTo>
                  <a:pt x="40780" y="13217"/>
                </a:lnTo>
                <a:lnTo>
                  <a:pt x="42497" y="11225"/>
                </a:lnTo>
                <a:lnTo>
                  <a:pt x="43079" y="9118"/>
                </a:lnTo>
                <a:lnTo>
                  <a:pt x="42497" y="7012"/>
                </a:lnTo>
                <a:lnTo>
                  <a:pt x="40780" y="5019"/>
                </a:lnTo>
                <a:lnTo>
                  <a:pt x="38023" y="3247"/>
                </a:lnTo>
                <a:lnTo>
                  <a:pt x="34373" y="1791"/>
                </a:lnTo>
                <a:lnTo>
                  <a:pt x="30027" y="731"/>
                </a:lnTo>
                <a:lnTo>
                  <a:pt x="25219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9556149" y="793687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89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9556149" y="758160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9556149" y="72263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9556149" y="68710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9556149" y="65157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9556149" y="61605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9556149" y="580525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9556149" y="544998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9628951" y="811450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0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9628951" y="775923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8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0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9628951" y="740396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8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0" y="5019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9628951" y="704869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0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9628951" y="669342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2"/>
                </a:lnTo>
                <a:lnTo>
                  <a:pt x="40780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9628951" y="633815"/>
            <a:ext cx="43079" cy="18238"/>
          </a:xfrm>
          <a:custGeom>
            <a:avLst/>
            <a:gdLst/>
            <a:ahLst/>
            <a:cxnLst/>
            <a:rect l="l" t="t" r="r" b="b"/>
            <a:pathLst>
              <a:path w="43079" h="18238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3"/>
                </a:lnTo>
                <a:lnTo>
                  <a:pt x="40780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9628951" y="598288"/>
            <a:ext cx="43079" cy="18238"/>
          </a:xfrm>
          <a:custGeom>
            <a:avLst/>
            <a:gdLst/>
            <a:ahLst/>
            <a:cxnLst/>
            <a:rect l="l" t="t" r="r" b="b"/>
            <a:pathLst>
              <a:path w="43079" h="18238">
                <a:moveTo>
                  <a:pt x="10660" y="1209"/>
                </a:moveTo>
                <a:lnTo>
                  <a:pt x="6635" y="2475"/>
                </a:lnTo>
                <a:lnTo>
                  <a:pt x="3409" y="4100"/>
                </a:lnTo>
                <a:lnTo>
                  <a:pt x="1157" y="5995"/>
                </a:lnTo>
                <a:lnTo>
                  <a:pt x="0" y="8059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19" y="18114"/>
                </a:lnTo>
                <a:lnTo>
                  <a:pt x="30027" y="17506"/>
                </a:lnTo>
                <a:lnTo>
                  <a:pt x="34373" y="16446"/>
                </a:lnTo>
                <a:lnTo>
                  <a:pt x="38023" y="14990"/>
                </a:lnTo>
                <a:lnTo>
                  <a:pt x="40780" y="13218"/>
                </a:lnTo>
                <a:lnTo>
                  <a:pt x="42497" y="11225"/>
                </a:lnTo>
                <a:lnTo>
                  <a:pt x="43079" y="9119"/>
                </a:lnTo>
                <a:lnTo>
                  <a:pt x="42497" y="7013"/>
                </a:lnTo>
                <a:lnTo>
                  <a:pt x="40780" y="5020"/>
                </a:lnTo>
                <a:lnTo>
                  <a:pt x="38023" y="3248"/>
                </a:lnTo>
                <a:lnTo>
                  <a:pt x="34373" y="1792"/>
                </a:lnTo>
                <a:lnTo>
                  <a:pt x="30027" y="732"/>
                </a:lnTo>
                <a:lnTo>
                  <a:pt x="25219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0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9628951" y="562762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8"/>
                </a:lnTo>
                <a:lnTo>
                  <a:pt x="1157" y="12242"/>
                </a:lnTo>
                <a:lnTo>
                  <a:pt x="3409" y="14137"/>
                </a:lnTo>
                <a:lnTo>
                  <a:pt x="6635" y="15762"/>
                </a:lnTo>
                <a:lnTo>
                  <a:pt x="10660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19" y="18113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89"/>
                </a:lnTo>
                <a:lnTo>
                  <a:pt x="40780" y="13217"/>
                </a:lnTo>
                <a:lnTo>
                  <a:pt x="42497" y="11225"/>
                </a:lnTo>
                <a:lnTo>
                  <a:pt x="43079" y="9118"/>
                </a:lnTo>
                <a:lnTo>
                  <a:pt x="42497" y="7012"/>
                </a:lnTo>
                <a:lnTo>
                  <a:pt x="40780" y="5019"/>
                </a:lnTo>
                <a:lnTo>
                  <a:pt x="38023" y="3247"/>
                </a:lnTo>
                <a:lnTo>
                  <a:pt x="34373" y="1791"/>
                </a:lnTo>
                <a:lnTo>
                  <a:pt x="30027" y="731"/>
                </a:lnTo>
                <a:lnTo>
                  <a:pt x="25219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9628951" y="527235"/>
            <a:ext cx="43079" cy="18237"/>
          </a:xfrm>
          <a:custGeom>
            <a:avLst/>
            <a:gdLst/>
            <a:ahLst/>
            <a:cxnLst/>
            <a:rect l="l" t="t" r="r" b="b"/>
            <a:pathLst>
              <a:path w="43079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7"/>
                </a:lnTo>
                <a:lnTo>
                  <a:pt x="6635" y="15762"/>
                </a:lnTo>
                <a:lnTo>
                  <a:pt x="10660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19" y="18113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89"/>
                </a:lnTo>
                <a:lnTo>
                  <a:pt x="40780" y="13217"/>
                </a:lnTo>
                <a:lnTo>
                  <a:pt x="42497" y="11225"/>
                </a:lnTo>
                <a:lnTo>
                  <a:pt x="43079" y="9118"/>
                </a:lnTo>
                <a:lnTo>
                  <a:pt x="42497" y="7012"/>
                </a:lnTo>
                <a:lnTo>
                  <a:pt x="40780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19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9701752" y="829214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0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89"/>
                </a:lnTo>
                <a:lnTo>
                  <a:pt x="40781" y="13217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9701752" y="793687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89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9701752" y="758160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9701752" y="72263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9701752" y="68710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9701752" y="65157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9701752" y="61605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9701752" y="580525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9701752" y="544998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9701752" y="509471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9216409" y="72263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9216409" y="68710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9216409" y="65157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9216409" y="61605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9289210" y="74039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4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8" y="11225"/>
                </a:lnTo>
                <a:lnTo>
                  <a:pt x="43080" y="9119"/>
                </a:lnTo>
                <a:lnTo>
                  <a:pt x="42498" y="7012"/>
                </a:lnTo>
                <a:lnTo>
                  <a:pt x="40781" y="5019"/>
                </a:lnTo>
                <a:lnTo>
                  <a:pt x="38024" y="3248"/>
                </a:lnTo>
                <a:lnTo>
                  <a:pt x="34374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9289210" y="70486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4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8" y="11225"/>
                </a:lnTo>
                <a:lnTo>
                  <a:pt x="43080" y="9119"/>
                </a:lnTo>
                <a:lnTo>
                  <a:pt x="42498" y="7012"/>
                </a:lnTo>
                <a:lnTo>
                  <a:pt x="40781" y="5020"/>
                </a:lnTo>
                <a:lnTo>
                  <a:pt x="38024" y="3248"/>
                </a:lnTo>
                <a:lnTo>
                  <a:pt x="34374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9289210" y="66934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4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8" y="11225"/>
                </a:lnTo>
                <a:lnTo>
                  <a:pt x="43080" y="9119"/>
                </a:lnTo>
                <a:lnTo>
                  <a:pt x="42498" y="7012"/>
                </a:lnTo>
                <a:lnTo>
                  <a:pt x="40781" y="5020"/>
                </a:lnTo>
                <a:lnTo>
                  <a:pt x="38024" y="3248"/>
                </a:lnTo>
                <a:lnTo>
                  <a:pt x="34374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9289210" y="633815"/>
            <a:ext cx="43080" cy="18238"/>
          </a:xfrm>
          <a:custGeom>
            <a:avLst/>
            <a:gdLst/>
            <a:ahLst/>
            <a:cxnLst/>
            <a:rect l="l" t="t" r="r" b="b"/>
            <a:pathLst>
              <a:path w="43080" h="18238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4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8" y="11225"/>
                </a:lnTo>
                <a:lnTo>
                  <a:pt x="43080" y="9119"/>
                </a:lnTo>
                <a:lnTo>
                  <a:pt x="42498" y="7013"/>
                </a:lnTo>
                <a:lnTo>
                  <a:pt x="40781" y="5020"/>
                </a:lnTo>
                <a:lnTo>
                  <a:pt x="38024" y="3248"/>
                </a:lnTo>
                <a:lnTo>
                  <a:pt x="34374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9289210" y="598288"/>
            <a:ext cx="43080" cy="18238"/>
          </a:xfrm>
          <a:custGeom>
            <a:avLst/>
            <a:gdLst/>
            <a:ahLst/>
            <a:cxnLst/>
            <a:rect l="l" t="t" r="r" b="b"/>
            <a:pathLst>
              <a:path w="43080" h="18238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4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8" y="11225"/>
                </a:lnTo>
                <a:lnTo>
                  <a:pt x="43080" y="9119"/>
                </a:lnTo>
                <a:lnTo>
                  <a:pt x="42498" y="7013"/>
                </a:lnTo>
                <a:lnTo>
                  <a:pt x="40781" y="5020"/>
                </a:lnTo>
                <a:lnTo>
                  <a:pt x="38024" y="3248"/>
                </a:lnTo>
                <a:lnTo>
                  <a:pt x="34374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9362012" y="758160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9362012" y="72263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9362012" y="68710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9362012" y="65157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9362012" y="61605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9362012" y="580525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9434813" y="77592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9434813" y="74039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9434813" y="70486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9434813" y="66934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9434813" y="633815"/>
            <a:ext cx="43080" cy="18238"/>
          </a:xfrm>
          <a:custGeom>
            <a:avLst/>
            <a:gdLst/>
            <a:ahLst/>
            <a:cxnLst/>
            <a:rect l="l" t="t" r="r" b="b"/>
            <a:pathLst>
              <a:path w="43080" h="18238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3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9434813" y="598288"/>
            <a:ext cx="43080" cy="18238"/>
          </a:xfrm>
          <a:custGeom>
            <a:avLst/>
            <a:gdLst/>
            <a:ahLst/>
            <a:cxnLst/>
            <a:rect l="l" t="t" r="r" b="b"/>
            <a:pathLst>
              <a:path w="43080" h="18238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3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9434813" y="56276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8" y="5994"/>
                </a:lnTo>
                <a:lnTo>
                  <a:pt x="0" y="8058"/>
                </a:lnTo>
                <a:lnTo>
                  <a:pt x="0" y="10178"/>
                </a:lnTo>
                <a:lnTo>
                  <a:pt x="1158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1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8" y="17505"/>
                </a:lnTo>
                <a:lnTo>
                  <a:pt x="34373" y="16445"/>
                </a:lnTo>
                <a:lnTo>
                  <a:pt x="38024" y="14989"/>
                </a:lnTo>
                <a:lnTo>
                  <a:pt x="40781" y="13217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1"/>
                </a:lnTo>
                <a:lnTo>
                  <a:pt x="30028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9507615" y="793687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89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9507615" y="758160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9507615" y="72263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9507615" y="68710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9507615" y="65157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9507615" y="61605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9507615" y="580525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9507615" y="544998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9580416" y="811450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9580416" y="77592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9580416" y="74039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9580416" y="70486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9580416" y="66934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9580416" y="633815"/>
            <a:ext cx="43080" cy="18238"/>
          </a:xfrm>
          <a:custGeom>
            <a:avLst/>
            <a:gdLst/>
            <a:ahLst/>
            <a:cxnLst/>
            <a:rect l="l" t="t" r="r" b="b"/>
            <a:pathLst>
              <a:path w="43080" h="18238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3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9580416" y="598288"/>
            <a:ext cx="43080" cy="18238"/>
          </a:xfrm>
          <a:custGeom>
            <a:avLst/>
            <a:gdLst/>
            <a:ahLst/>
            <a:cxnLst/>
            <a:rect l="l" t="t" r="r" b="b"/>
            <a:pathLst>
              <a:path w="43080" h="18238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3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9580416" y="56276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8" y="5994"/>
                </a:lnTo>
                <a:lnTo>
                  <a:pt x="0" y="8058"/>
                </a:lnTo>
                <a:lnTo>
                  <a:pt x="0" y="10178"/>
                </a:lnTo>
                <a:lnTo>
                  <a:pt x="1158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1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8" y="17505"/>
                </a:lnTo>
                <a:lnTo>
                  <a:pt x="34373" y="16445"/>
                </a:lnTo>
                <a:lnTo>
                  <a:pt x="38024" y="14989"/>
                </a:lnTo>
                <a:lnTo>
                  <a:pt x="40781" y="13217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1"/>
                </a:lnTo>
                <a:lnTo>
                  <a:pt x="30028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9580416" y="527235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8" y="5994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1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8" y="17505"/>
                </a:lnTo>
                <a:lnTo>
                  <a:pt x="34373" y="16445"/>
                </a:lnTo>
                <a:lnTo>
                  <a:pt x="38024" y="14989"/>
                </a:lnTo>
                <a:lnTo>
                  <a:pt x="40781" y="13217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2"/>
                </a:lnTo>
                <a:lnTo>
                  <a:pt x="30028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9653218" y="829214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7"/>
                </a:lnTo>
                <a:lnTo>
                  <a:pt x="6635" y="15762"/>
                </a:lnTo>
                <a:lnTo>
                  <a:pt x="10660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89"/>
                </a:lnTo>
                <a:lnTo>
                  <a:pt x="40781" y="13217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9653218" y="793687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89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9653218" y="758160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7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9653218" y="72263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4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9653218" y="68710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9653218" y="65157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2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9653218" y="61605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4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5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9653218" y="580525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9653218" y="544998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2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9653218" y="509471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0" y="1208"/>
                </a:moveTo>
                <a:lnTo>
                  <a:pt x="6635" y="2475"/>
                </a:lnTo>
                <a:lnTo>
                  <a:pt x="3409" y="4099"/>
                </a:lnTo>
                <a:lnTo>
                  <a:pt x="1157" y="5995"/>
                </a:lnTo>
                <a:lnTo>
                  <a:pt x="0" y="8058"/>
                </a:lnTo>
                <a:lnTo>
                  <a:pt x="0" y="10179"/>
                </a:lnTo>
                <a:lnTo>
                  <a:pt x="1157" y="12243"/>
                </a:lnTo>
                <a:lnTo>
                  <a:pt x="3409" y="14138"/>
                </a:lnTo>
                <a:lnTo>
                  <a:pt x="6635" y="15763"/>
                </a:lnTo>
                <a:lnTo>
                  <a:pt x="10660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7" y="17506"/>
                </a:lnTo>
                <a:lnTo>
                  <a:pt x="34373" y="16445"/>
                </a:lnTo>
                <a:lnTo>
                  <a:pt x="38023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3" y="3247"/>
                </a:lnTo>
                <a:lnTo>
                  <a:pt x="34373" y="1792"/>
                </a:lnTo>
                <a:lnTo>
                  <a:pt x="30027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0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9726019" y="846977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2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9726019" y="811450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099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9726019" y="775923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9726019" y="740396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9726019" y="704869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5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9726019" y="66934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7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2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9726019" y="633815"/>
            <a:ext cx="43080" cy="18238"/>
          </a:xfrm>
          <a:custGeom>
            <a:avLst/>
            <a:gdLst/>
            <a:ahLst/>
            <a:cxnLst/>
            <a:rect l="l" t="t" r="r" b="b"/>
            <a:pathLst>
              <a:path w="43080" h="18238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3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9726019" y="598288"/>
            <a:ext cx="43080" cy="18238"/>
          </a:xfrm>
          <a:custGeom>
            <a:avLst/>
            <a:gdLst/>
            <a:ahLst/>
            <a:cxnLst/>
            <a:rect l="l" t="t" r="r" b="b"/>
            <a:pathLst>
              <a:path w="43080" h="18238">
                <a:moveTo>
                  <a:pt x="10661" y="1209"/>
                </a:moveTo>
                <a:lnTo>
                  <a:pt x="6635" y="2475"/>
                </a:lnTo>
                <a:lnTo>
                  <a:pt x="3410" y="4100"/>
                </a:lnTo>
                <a:lnTo>
                  <a:pt x="1158" y="5995"/>
                </a:lnTo>
                <a:lnTo>
                  <a:pt x="0" y="8059"/>
                </a:lnTo>
                <a:lnTo>
                  <a:pt x="0" y="10179"/>
                </a:lnTo>
                <a:lnTo>
                  <a:pt x="1158" y="12243"/>
                </a:lnTo>
                <a:lnTo>
                  <a:pt x="3410" y="14138"/>
                </a:lnTo>
                <a:lnTo>
                  <a:pt x="6635" y="15763"/>
                </a:lnTo>
                <a:lnTo>
                  <a:pt x="10661" y="17029"/>
                </a:lnTo>
                <a:lnTo>
                  <a:pt x="15268" y="17869"/>
                </a:lnTo>
                <a:lnTo>
                  <a:pt x="20210" y="18238"/>
                </a:lnTo>
                <a:lnTo>
                  <a:pt x="25220" y="18114"/>
                </a:lnTo>
                <a:lnTo>
                  <a:pt x="30028" y="17506"/>
                </a:lnTo>
                <a:lnTo>
                  <a:pt x="34373" y="16446"/>
                </a:lnTo>
                <a:lnTo>
                  <a:pt x="38024" y="14990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9"/>
                </a:lnTo>
                <a:lnTo>
                  <a:pt x="42497" y="7013"/>
                </a:lnTo>
                <a:lnTo>
                  <a:pt x="40781" y="5020"/>
                </a:lnTo>
                <a:lnTo>
                  <a:pt x="38024" y="3248"/>
                </a:lnTo>
                <a:lnTo>
                  <a:pt x="34373" y="1792"/>
                </a:lnTo>
                <a:lnTo>
                  <a:pt x="30028" y="732"/>
                </a:lnTo>
                <a:lnTo>
                  <a:pt x="25220" y="124"/>
                </a:lnTo>
                <a:lnTo>
                  <a:pt x="20210" y="0"/>
                </a:lnTo>
                <a:lnTo>
                  <a:pt x="15268" y="369"/>
                </a:lnTo>
                <a:lnTo>
                  <a:pt x="10661" y="1209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9726019" y="562762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8" y="5994"/>
                </a:lnTo>
                <a:lnTo>
                  <a:pt x="0" y="8058"/>
                </a:lnTo>
                <a:lnTo>
                  <a:pt x="0" y="10178"/>
                </a:lnTo>
                <a:lnTo>
                  <a:pt x="1158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1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8" y="17505"/>
                </a:lnTo>
                <a:lnTo>
                  <a:pt x="34373" y="16445"/>
                </a:lnTo>
                <a:lnTo>
                  <a:pt x="38024" y="14989"/>
                </a:lnTo>
                <a:lnTo>
                  <a:pt x="40781" y="13217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1"/>
                </a:lnTo>
                <a:lnTo>
                  <a:pt x="30028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9726019" y="527235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8" y="5994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1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8" y="17505"/>
                </a:lnTo>
                <a:lnTo>
                  <a:pt x="34373" y="16445"/>
                </a:lnTo>
                <a:lnTo>
                  <a:pt x="38024" y="14989"/>
                </a:lnTo>
                <a:lnTo>
                  <a:pt x="40781" y="13217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2"/>
                </a:lnTo>
                <a:lnTo>
                  <a:pt x="30028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9726019" y="491708"/>
            <a:ext cx="43080" cy="18237"/>
          </a:xfrm>
          <a:custGeom>
            <a:avLst/>
            <a:gdLst/>
            <a:ahLst/>
            <a:cxnLst/>
            <a:rect l="l" t="t" r="r" b="b"/>
            <a:pathLst>
              <a:path w="43080" h="18237">
                <a:moveTo>
                  <a:pt x="10661" y="1208"/>
                </a:moveTo>
                <a:lnTo>
                  <a:pt x="6635" y="2474"/>
                </a:lnTo>
                <a:lnTo>
                  <a:pt x="3410" y="4099"/>
                </a:lnTo>
                <a:lnTo>
                  <a:pt x="1158" y="5994"/>
                </a:lnTo>
                <a:lnTo>
                  <a:pt x="0" y="8058"/>
                </a:lnTo>
                <a:lnTo>
                  <a:pt x="0" y="10179"/>
                </a:lnTo>
                <a:lnTo>
                  <a:pt x="1158" y="12242"/>
                </a:lnTo>
                <a:lnTo>
                  <a:pt x="3410" y="14137"/>
                </a:lnTo>
                <a:lnTo>
                  <a:pt x="6635" y="15762"/>
                </a:lnTo>
                <a:lnTo>
                  <a:pt x="10661" y="17028"/>
                </a:lnTo>
                <a:lnTo>
                  <a:pt x="15268" y="17868"/>
                </a:lnTo>
                <a:lnTo>
                  <a:pt x="20210" y="18237"/>
                </a:lnTo>
                <a:lnTo>
                  <a:pt x="25220" y="18113"/>
                </a:lnTo>
                <a:lnTo>
                  <a:pt x="30028" y="17505"/>
                </a:lnTo>
                <a:lnTo>
                  <a:pt x="34373" y="16445"/>
                </a:lnTo>
                <a:lnTo>
                  <a:pt x="38024" y="14989"/>
                </a:lnTo>
                <a:lnTo>
                  <a:pt x="40781" y="13218"/>
                </a:lnTo>
                <a:lnTo>
                  <a:pt x="42497" y="11225"/>
                </a:lnTo>
                <a:lnTo>
                  <a:pt x="43080" y="9118"/>
                </a:lnTo>
                <a:lnTo>
                  <a:pt x="42497" y="7012"/>
                </a:lnTo>
                <a:lnTo>
                  <a:pt x="40781" y="5019"/>
                </a:lnTo>
                <a:lnTo>
                  <a:pt x="38024" y="3247"/>
                </a:lnTo>
                <a:lnTo>
                  <a:pt x="34373" y="1792"/>
                </a:lnTo>
                <a:lnTo>
                  <a:pt x="30028" y="731"/>
                </a:lnTo>
                <a:lnTo>
                  <a:pt x="25220" y="123"/>
                </a:lnTo>
                <a:lnTo>
                  <a:pt x="20210" y="0"/>
                </a:lnTo>
                <a:lnTo>
                  <a:pt x="15268" y="368"/>
                </a:lnTo>
                <a:lnTo>
                  <a:pt x="10661" y="1208"/>
                </a:lnTo>
                <a:close/>
              </a:path>
            </a:pathLst>
          </a:custGeom>
          <a:solidFill>
            <a:srgbClr val="56181E"/>
          </a:solidFill>
          <a:ln w="3175">
            <a:solidFill>
              <a:srgbClr val="6A1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9165615" y="721673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9165615" y="686146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9165615" y="650619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9165615" y="615092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9238416" y="739436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9238416" y="703909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9238416" y="668382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8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9238416" y="632856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0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9238416" y="597329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0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9311218" y="757200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9311218" y="721673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9311218" y="686146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9311218" y="650619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9311218" y="615092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9311218" y="579565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9384019" y="774963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89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9384019" y="739436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9384019" y="703909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9384019" y="668382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8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9384019" y="632856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0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9384019" y="597329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0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9384019" y="561802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9456821" y="792727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7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9456821" y="757200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9456821" y="721673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9456821" y="686146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9456821" y="650619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9456821" y="615092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9456821" y="579565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9456821" y="544038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9529622" y="810490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5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0"/>
                </a:lnTo>
                <a:lnTo>
                  <a:pt x="45074" y="5548"/>
                </a:lnTo>
                <a:lnTo>
                  <a:pt x="42026" y="3589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9529622" y="774963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89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9529622" y="739436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9529622" y="703909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9529622" y="668382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8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9529622" y="632856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0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9529622" y="597329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0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9529622" y="561802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9529622" y="526275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5"/>
                </a:moveTo>
                <a:lnTo>
                  <a:pt x="7334" y="2735"/>
                </a:lnTo>
                <a:lnTo>
                  <a:pt x="3769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9602424" y="828254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7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9602424" y="792727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7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9602424" y="757200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9602424" y="721673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6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9602424" y="686146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9602424" y="650619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9602424" y="615092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9602424" y="579565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9602424" y="544038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9602424" y="508511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9"/>
                </a:lnTo>
                <a:lnTo>
                  <a:pt x="37991" y="18176"/>
                </a:lnTo>
                <a:lnTo>
                  <a:pt x="42026" y="16568"/>
                </a:lnTo>
                <a:lnTo>
                  <a:pt x="45073" y="14610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0"/>
                </a:lnTo>
                <a:lnTo>
                  <a:pt x="45073" y="5548"/>
                </a:lnTo>
                <a:lnTo>
                  <a:pt x="42026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7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9675225" y="846017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5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8"/>
                </a:lnTo>
                <a:lnTo>
                  <a:pt x="45074" y="14609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0"/>
                </a:lnTo>
                <a:lnTo>
                  <a:pt x="45074" y="5548"/>
                </a:lnTo>
                <a:lnTo>
                  <a:pt x="42026" y="3589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9675225" y="810490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5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0"/>
                </a:lnTo>
                <a:lnTo>
                  <a:pt x="45074" y="5548"/>
                </a:lnTo>
                <a:lnTo>
                  <a:pt x="42026" y="3589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9675225" y="774963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89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9675225" y="739436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9675225" y="703909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9675225" y="668382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6"/>
                </a:moveTo>
                <a:lnTo>
                  <a:pt x="7334" y="2736"/>
                </a:lnTo>
                <a:lnTo>
                  <a:pt x="3769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9" y="15626"/>
                </a:lnTo>
                <a:lnTo>
                  <a:pt x="7334" y="17422"/>
                </a:lnTo>
                <a:lnTo>
                  <a:pt x="11783" y="18822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1"/>
                </a:lnTo>
                <a:lnTo>
                  <a:pt x="33188" y="19349"/>
                </a:lnTo>
                <a:lnTo>
                  <a:pt x="37992" y="18177"/>
                </a:lnTo>
                <a:lnTo>
                  <a:pt x="42026" y="16568"/>
                </a:lnTo>
                <a:lnTo>
                  <a:pt x="45074" y="14610"/>
                </a:lnTo>
                <a:lnTo>
                  <a:pt x="46971" y="12407"/>
                </a:lnTo>
                <a:lnTo>
                  <a:pt x="47615" y="10079"/>
                </a:lnTo>
                <a:lnTo>
                  <a:pt x="46971" y="7751"/>
                </a:lnTo>
                <a:lnTo>
                  <a:pt x="45074" y="5548"/>
                </a:lnTo>
                <a:lnTo>
                  <a:pt x="42026" y="3590"/>
                </a:lnTo>
                <a:lnTo>
                  <a:pt x="37992" y="1981"/>
                </a:lnTo>
                <a:lnTo>
                  <a:pt x="33188" y="809"/>
                </a:lnTo>
                <a:lnTo>
                  <a:pt x="27875" y="137"/>
                </a:lnTo>
                <a:lnTo>
                  <a:pt x="22338" y="0"/>
                </a:lnTo>
                <a:lnTo>
                  <a:pt x="16876" y="408"/>
                </a:lnTo>
                <a:lnTo>
                  <a:pt x="11783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9675225" y="632856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0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9675225" y="597329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0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9675225" y="561802"/>
            <a:ext cx="47615" cy="20156"/>
          </a:xfrm>
          <a:custGeom>
            <a:avLst/>
            <a:gdLst/>
            <a:ahLst/>
            <a:cxnLst/>
            <a:rect l="l" t="t" r="r" b="b"/>
            <a:pathLst>
              <a:path w="47615" h="20156">
                <a:moveTo>
                  <a:pt x="11783" y="1335"/>
                </a:moveTo>
                <a:lnTo>
                  <a:pt x="7334" y="2735"/>
                </a:lnTo>
                <a:lnTo>
                  <a:pt x="3769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49"/>
                </a:lnTo>
                <a:lnTo>
                  <a:pt x="22338" y="20156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9675225" y="526275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5"/>
                </a:moveTo>
                <a:lnTo>
                  <a:pt x="7334" y="2735"/>
                </a:lnTo>
                <a:lnTo>
                  <a:pt x="3769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9675225" y="490748"/>
            <a:ext cx="47615" cy="20157"/>
          </a:xfrm>
          <a:custGeom>
            <a:avLst/>
            <a:gdLst/>
            <a:ahLst/>
            <a:cxnLst/>
            <a:rect l="l" t="t" r="r" b="b"/>
            <a:pathLst>
              <a:path w="47615" h="20157">
                <a:moveTo>
                  <a:pt x="11783" y="1335"/>
                </a:moveTo>
                <a:lnTo>
                  <a:pt x="7334" y="2735"/>
                </a:lnTo>
                <a:lnTo>
                  <a:pt x="3769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9" y="15626"/>
                </a:lnTo>
                <a:lnTo>
                  <a:pt x="7334" y="17421"/>
                </a:lnTo>
                <a:lnTo>
                  <a:pt x="11783" y="18821"/>
                </a:lnTo>
                <a:lnTo>
                  <a:pt x="16876" y="19750"/>
                </a:lnTo>
                <a:lnTo>
                  <a:pt x="22338" y="20157"/>
                </a:lnTo>
                <a:lnTo>
                  <a:pt x="27875" y="20020"/>
                </a:lnTo>
                <a:lnTo>
                  <a:pt x="33188" y="19348"/>
                </a:lnTo>
                <a:lnTo>
                  <a:pt x="37992" y="18176"/>
                </a:lnTo>
                <a:lnTo>
                  <a:pt x="42026" y="16567"/>
                </a:lnTo>
                <a:lnTo>
                  <a:pt x="45074" y="14609"/>
                </a:lnTo>
                <a:lnTo>
                  <a:pt x="46971" y="12406"/>
                </a:lnTo>
                <a:lnTo>
                  <a:pt x="47615" y="10078"/>
                </a:lnTo>
                <a:lnTo>
                  <a:pt x="46971" y="7750"/>
                </a:lnTo>
                <a:lnTo>
                  <a:pt x="45074" y="5547"/>
                </a:lnTo>
                <a:lnTo>
                  <a:pt x="42026" y="3589"/>
                </a:lnTo>
                <a:lnTo>
                  <a:pt x="37992" y="1980"/>
                </a:lnTo>
                <a:lnTo>
                  <a:pt x="33188" y="808"/>
                </a:lnTo>
                <a:lnTo>
                  <a:pt x="27875" y="136"/>
                </a:lnTo>
                <a:lnTo>
                  <a:pt x="22338" y="0"/>
                </a:lnTo>
                <a:lnTo>
                  <a:pt x="16876" y="407"/>
                </a:lnTo>
                <a:lnTo>
                  <a:pt x="11783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9748027" y="863781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49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7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5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9748027" y="828254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7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5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9748027" y="792727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7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5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9748027" y="757200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1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8"/>
                </a:lnTo>
                <a:lnTo>
                  <a:pt x="45073" y="14609"/>
                </a:lnTo>
                <a:lnTo>
                  <a:pt x="46970" y="12406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5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9748027" y="721673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5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0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7"/>
                </a:lnTo>
                <a:lnTo>
                  <a:pt x="42025" y="3589"/>
                </a:lnTo>
                <a:lnTo>
                  <a:pt x="37991" y="1980"/>
                </a:lnTo>
                <a:lnTo>
                  <a:pt x="33188" y="808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9748027" y="686146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5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9748027" y="650619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5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0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5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5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9748027" y="615092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6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1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8"/>
                </a:lnTo>
                <a:lnTo>
                  <a:pt x="46970" y="7750"/>
                </a:lnTo>
                <a:lnTo>
                  <a:pt x="45073" y="5548"/>
                </a:lnTo>
                <a:lnTo>
                  <a:pt x="42025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9748027" y="579565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0"/>
                </a:lnTo>
                <a:lnTo>
                  <a:pt x="45073" y="5548"/>
                </a:lnTo>
                <a:lnTo>
                  <a:pt x="42025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9748027" y="544038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1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8"/>
                </a:lnTo>
                <a:lnTo>
                  <a:pt x="37991" y="18176"/>
                </a:lnTo>
                <a:lnTo>
                  <a:pt x="42025" y="16568"/>
                </a:lnTo>
                <a:lnTo>
                  <a:pt x="45073" y="14609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0"/>
                </a:lnTo>
                <a:lnTo>
                  <a:pt x="45073" y="5548"/>
                </a:lnTo>
                <a:lnTo>
                  <a:pt x="42025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6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9748027" y="508511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5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9"/>
                </a:lnTo>
                <a:lnTo>
                  <a:pt x="37991" y="18176"/>
                </a:lnTo>
                <a:lnTo>
                  <a:pt x="42025" y="16568"/>
                </a:lnTo>
                <a:lnTo>
                  <a:pt x="45073" y="14610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0"/>
                </a:lnTo>
                <a:lnTo>
                  <a:pt x="45073" y="5548"/>
                </a:lnTo>
                <a:lnTo>
                  <a:pt x="42025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7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9748027" y="472984"/>
            <a:ext cx="47614" cy="20157"/>
          </a:xfrm>
          <a:custGeom>
            <a:avLst/>
            <a:gdLst/>
            <a:ahLst/>
            <a:cxnLst/>
            <a:rect l="l" t="t" r="r" b="b"/>
            <a:pathLst>
              <a:path w="47614" h="20157">
                <a:moveTo>
                  <a:pt x="11782" y="1336"/>
                </a:moveTo>
                <a:lnTo>
                  <a:pt x="7333" y="2736"/>
                </a:lnTo>
                <a:lnTo>
                  <a:pt x="3768" y="4531"/>
                </a:lnTo>
                <a:lnTo>
                  <a:pt x="1279" y="6626"/>
                </a:lnTo>
                <a:lnTo>
                  <a:pt x="0" y="8907"/>
                </a:lnTo>
                <a:lnTo>
                  <a:pt x="0" y="11251"/>
                </a:lnTo>
                <a:lnTo>
                  <a:pt x="1279" y="13532"/>
                </a:lnTo>
                <a:lnTo>
                  <a:pt x="3768" y="15626"/>
                </a:lnTo>
                <a:lnTo>
                  <a:pt x="7333" y="17422"/>
                </a:lnTo>
                <a:lnTo>
                  <a:pt x="11782" y="18822"/>
                </a:lnTo>
                <a:lnTo>
                  <a:pt x="16875" y="19750"/>
                </a:lnTo>
                <a:lnTo>
                  <a:pt x="22337" y="20157"/>
                </a:lnTo>
                <a:lnTo>
                  <a:pt x="27874" y="20021"/>
                </a:lnTo>
                <a:lnTo>
                  <a:pt x="33188" y="19349"/>
                </a:lnTo>
                <a:lnTo>
                  <a:pt x="37991" y="18177"/>
                </a:lnTo>
                <a:lnTo>
                  <a:pt x="42025" y="16568"/>
                </a:lnTo>
                <a:lnTo>
                  <a:pt x="45073" y="14610"/>
                </a:lnTo>
                <a:lnTo>
                  <a:pt x="46970" y="12407"/>
                </a:lnTo>
                <a:lnTo>
                  <a:pt x="47614" y="10079"/>
                </a:lnTo>
                <a:lnTo>
                  <a:pt x="46970" y="7751"/>
                </a:lnTo>
                <a:lnTo>
                  <a:pt x="45073" y="5548"/>
                </a:lnTo>
                <a:lnTo>
                  <a:pt x="42025" y="3589"/>
                </a:lnTo>
                <a:lnTo>
                  <a:pt x="37991" y="1981"/>
                </a:lnTo>
                <a:lnTo>
                  <a:pt x="33188" y="809"/>
                </a:lnTo>
                <a:lnTo>
                  <a:pt x="27874" y="137"/>
                </a:lnTo>
                <a:lnTo>
                  <a:pt x="22337" y="0"/>
                </a:lnTo>
                <a:lnTo>
                  <a:pt x="16875" y="407"/>
                </a:lnTo>
                <a:lnTo>
                  <a:pt x="11782" y="1336"/>
                </a:lnTo>
                <a:close/>
              </a:path>
            </a:pathLst>
          </a:custGeom>
          <a:solidFill>
            <a:srgbClr val="ECC65C"/>
          </a:solidFill>
          <a:ln w="3175">
            <a:solidFill>
              <a:srgbClr val="8A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9808120" y="516937"/>
            <a:ext cx="764207" cy="322942"/>
          </a:xfrm>
          <a:custGeom>
            <a:avLst/>
            <a:gdLst/>
            <a:ahLst/>
            <a:cxnLst/>
            <a:rect l="l" t="t" r="r" b="b"/>
            <a:pathLst>
              <a:path w="764207" h="322942">
                <a:moveTo>
                  <a:pt x="191062" y="21637"/>
                </a:moveTo>
                <a:lnTo>
                  <a:pt x="162556" y="29322"/>
                </a:lnTo>
                <a:lnTo>
                  <a:pt x="135768" y="38042"/>
                </a:lnTo>
                <a:lnTo>
                  <a:pt x="110909" y="47728"/>
                </a:lnTo>
                <a:lnTo>
                  <a:pt x="88173" y="58305"/>
                </a:lnTo>
                <a:lnTo>
                  <a:pt x="67738" y="69690"/>
                </a:lnTo>
                <a:lnTo>
                  <a:pt x="49764" y="81794"/>
                </a:lnTo>
                <a:lnTo>
                  <a:pt x="34391" y="94521"/>
                </a:lnTo>
                <a:lnTo>
                  <a:pt x="21740" y="107773"/>
                </a:lnTo>
                <a:lnTo>
                  <a:pt x="11910" y="121446"/>
                </a:lnTo>
                <a:lnTo>
                  <a:pt x="4977" y="135432"/>
                </a:lnTo>
                <a:lnTo>
                  <a:pt x="997" y="149623"/>
                </a:lnTo>
                <a:lnTo>
                  <a:pt x="0" y="163906"/>
                </a:lnTo>
                <a:lnTo>
                  <a:pt x="1993" y="178171"/>
                </a:lnTo>
                <a:lnTo>
                  <a:pt x="6962" y="192306"/>
                </a:lnTo>
                <a:lnTo>
                  <a:pt x="14868" y="206200"/>
                </a:lnTo>
                <a:lnTo>
                  <a:pt x="25648" y="219744"/>
                </a:lnTo>
                <a:lnTo>
                  <a:pt x="39218" y="232832"/>
                </a:lnTo>
                <a:lnTo>
                  <a:pt x="55473" y="245363"/>
                </a:lnTo>
                <a:lnTo>
                  <a:pt x="74284" y="257237"/>
                </a:lnTo>
                <a:lnTo>
                  <a:pt x="95505" y="268362"/>
                </a:lnTo>
                <a:lnTo>
                  <a:pt x="118969" y="278651"/>
                </a:lnTo>
                <a:lnTo>
                  <a:pt x="144493" y="288023"/>
                </a:lnTo>
                <a:lnTo>
                  <a:pt x="171878" y="296406"/>
                </a:lnTo>
                <a:lnTo>
                  <a:pt x="200908" y="303732"/>
                </a:lnTo>
                <a:lnTo>
                  <a:pt x="231356" y="309946"/>
                </a:lnTo>
                <a:lnTo>
                  <a:pt x="262985" y="314998"/>
                </a:lnTo>
                <a:lnTo>
                  <a:pt x="295547" y="318849"/>
                </a:lnTo>
                <a:lnTo>
                  <a:pt x="328787" y="321469"/>
                </a:lnTo>
                <a:lnTo>
                  <a:pt x="362444" y="322837"/>
                </a:lnTo>
                <a:lnTo>
                  <a:pt x="396256" y="322942"/>
                </a:lnTo>
                <a:lnTo>
                  <a:pt x="429957" y="321784"/>
                </a:lnTo>
                <a:lnTo>
                  <a:pt x="463285" y="319372"/>
                </a:lnTo>
                <a:lnTo>
                  <a:pt x="495977" y="315724"/>
                </a:lnTo>
                <a:lnTo>
                  <a:pt x="527779" y="310870"/>
                </a:lnTo>
                <a:lnTo>
                  <a:pt x="558441" y="304847"/>
                </a:lnTo>
                <a:lnTo>
                  <a:pt x="587724" y="297702"/>
                </a:lnTo>
                <a:lnTo>
                  <a:pt x="615398" y="289491"/>
                </a:lnTo>
                <a:lnTo>
                  <a:pt x="641246" y="280279"/>
                </a:lnTo>
                <a:lnTo>
                  <a:pt x="665067" y="270137"/>
                </a:lnTo>
                <a:lnTo>
                  <a:pt x="686674" y="259146"/>
                </a:lnTo>
                <a:lnTo>
                  <a:pt x="705898" y="247390"/>
                </a:lnTo>
                <a:lnTo>
                  <a:pt x="722587" y="234962"/>
                </a:lnTo>
                <a:lnTo>
                  <a:pt x="736613" y="221960"/>
                </a:lnTo>
                <a:lnTo>
                  <a:pt x="747865" y="208484"/>
                </a:lnTo>
                <a:lnTo>
                  <a:pt x="756254" y="194641"/>
                </a:lnTo>
                <a:lnTo>
                  <a:pt x="761716" y="180539"/>
                </a:lnTo>
                <a:lnTo>
                  <a:pt x="764207" y="166288"/>
                </a:lnTo>
                <a:lnTo>
                  <a:pt x="763709" y="152000"/>
                </a:lnTo>
                <a:lnTo>
                  <a:pt x="760224" y="137786"/>
                </a:lnTo>
                <a:lnTo>
                  <a:pt x="753780" y="123758"/>
                </a:lnTo>
                <a:lnTo>
                  <a:pt x="744428" y="110026"/>
                </a:lnTo>
                <a:lnTo>
                  <a:pt x="732241" y="96696"/>
                </a:lnTo>
                <a:lnTo>
                  <a:pt x="717314" y="83874"/>
                </a:lnTo>
                <a:lnTo>
                  <a:pt x="699764" y="71660"/>
                </a:lnTo>
                <a:lnTo>
                  <a:pt x="679729" y="60149"/>
                </a:lnTo>
                <a:lnTo>
                  <a:pt x="657364" y="49431"/>
                </a:lnTo>
                <a:lnTo>
                  <a:pt x="632846" y="39591"/>
                </a:lnTo>
                <a:lnTo>
                  <a:pt x="606366" y="30705"/>
                </a:lnTo>
                <a:lnTo>
                  <a:pt x="578131" y="22843"/>
                </a:lnTo>
                <a:lnTo>
                  <a:pt x="548362" y="16066"/>
                </a:lnTo>
                <a:lnTo>
                  <a:pt x="517293" y="10428"/>
                </a:lnTo>
                <a:lnTo>
                  <a:pt x="485166" y="5972"/>
                </a:lnTo>
                <a:lnTo>
                  <a:pt x="452233" y="2733"/>
                </a:lnTo>
                <a:lnTo>
                  <a:pt x="418752" y="738"/>
                </a:lnTo>
                <a:lnTo>
                  <a:pt x="384985" y="0"/>
                </a:lnTo>
                <a:lnTo>
                  <a:pt x="351195" y="527"/>
                </a:lnTo>
                <a:lnTo>
                  <a:pt x="317648" y="2314"/>
                </a:lnTo>
                <a:lnTo>
                  <a:pt x="284605" y="5347"/>
                </a:lnTo>
                <a:lnTo>
                  <a:pt x="252326" y="9602"/>
                </a:lnTo>
                <a:lnTo>
                  <a:pt x="221064" y="15046"/>
                </a:lnTo>
                <a:lnTo>
                  <a:pt x="191062" y="21637"/>
                </a:lnTo>
                <a:close/>
              </a:path>
            </a:pathLst>
          </a:custGeom>
          <a:solidFill>
            <a:srgbClr val="EBCA6D"/>
          </a:solidFill>
          <a:ln w="6350">
            <a:solidFill>
              <a:srgbClr val="92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10339347" y="538574"/>
            <a:ext cx="233009" cy="279774"/>
          </a:xfrm>
          <a:custGeom>
            <a:avLst/>
            <a:gdLst/>
            <a:ahLst/>
            <a:cxnLst/>
            <a:rect l="l" t="t" r="r" b="b"/>
            <a:pathLst>
              <a:path w="233009" h="279774">
                <a:moveTo>
                  <a:pt x="42043" y="279774"/>
                </a:moveTo>
                <a:lnTo>
                  <a:pt x="59534" y="275237"/>
                </a:lnTo>
                <a:lnTo>
                  <a:pt x="76424" y="270310"/>
                </a:lnTo>
                <a:lnTo>
                  <a:pt x="92664" y="265007"/>
                </a:lnTo>
                <a:lnTo>
                  <a:pt x="108207" y="259343"/>
                </a:lnTo>
                <a:lnTo>
                  <a:pt x="123009" y="253335"/>
                </a:lnTo>
                <a:lnTo>
                  <a:pt x="137026" y="247000"/>
                </a:lnTo>
                <a:lnTo>
                  <a:pt x="150217" y="240356"/>
                </a:lnTo>
                <a:lnTo>
                  <a:pt x="162547" y="233422"/>
                </a:lnTo>
                <a:lnTo>
                  <a:pt x="173977" y="226218"/>
                </a:lnTo>
                <a:lnTo>
                  <a:pt x="184476" y="218766"/>
                </a:lnTo>
                <a:lnTo>
                  <a:pt x="194014" y="211086"/>
                </a:lnTo>
                <a:lnTo>
                  <a:pt x="202562" y="203200"/>
                </a:lnTo>
                <a:lnTo>
                  <a:pt x="210097" y="195133"/>
                </a:lnTo>
                <a:lnTo>
                  <a:pt x="216596" y="186906"/>
                </a:lnTo>
                <a:lnTo>
                  <a:pt x="222040" y="178543"/>
                </a:lnTo>
                <a:lnTo>
                  <a:pt x="226415" y="170069"/>
                </a:lnTo>
                <a:lnTo>
                  <a:pt x="229707" y="161508"/>
                </a:lnTo>
                <a:lnTo>
                  <a:pt x="231907" y="152885"/>
                </a:lnTo>
                <a:lnTo>
                  <a:pt x="233009" y="144224"/>
                </a:lnTo>
                <a:lnTo>
                  <a:pt x="233009" y="135550"/>
                </a:lnTo>
                <a:lnTo>
                  <a:pt x="231907" y="126889"/>
                </a:lnTo>
                <a:lnTo>
                  <a:pt x="229707" y="118266"/>
                </a:lnTo>
                <a:lnTo>
                  <a:pt x="226415" y="109705"/>
                </a:lnTo>
                <a:lnTo>
                  <a:pt x="222040" y="101231"/>
                </a:lnTo>
                <a:lnTo>
                  <a:pt x="216596" y="92868"/>
                </a:lnTo>
                <a:lnTo>
                  <a:pt x="210097" y="84641"/>
                </a:lnTo>
                <a:lnTo>
                  <a:pt x="202562" y="76573"/>
                </a:lnTo>
                <a:lnTo>
                  <a:pt x="194014" y="68688"/>
                </a:lnTo>
                <a:lnTo>
                  <a:pt x="184476" y="61008"/>
                </a:lnTo>
                <a:lnTo>
                  <a:pt x="173977" y="53556"/>
                </a:lnTo>
                <a:lnTo>
                  <a:pt x="162547" y="46352"/>
                </a:lnTo>
                <a:lnTo>
                  <a:pt x="150217" y="39418"/>
                </a:lnTo>
                <a:lnTo>
                  <a:pt x="137026" y="32774"/>
                </a:lnTo>
                <a:lnTo>
                  <a:pt x="123009" y="26439"/>
                </a:lnTo>
                <a:lnTo>
                  <a:pt x="108207" y="20430"/>
                </a:lnTo>
                <a:lnTo>
                  <a:pt x="92664" y="14767"/>
                </a:lnTo>
                <a:lnTo>
                  <a:pt x="76424" y="9463"/>
                </a:lnTo>
                <a:lnTo>
                  <a:pt x="59534" y="4536"/>
                </a:lnTo>
                <a:lnTo>
                  <a:pt x="42043" y="0"/>
                </a:lnTo>
                <a:lnTo>
                  <a:pt x="0" y="30775"/>
                </a:lnTo>
                <a:lnTo>
                  <a:pt x="13643" y="34313"/>
                </a:lnTo>
                <a:lnTo>
                  <a:pt x="26818" y="38157"/>
                </a:lnTo>
                <a:lnTo>
                  <a:pt x="39485" y="42293"/>
                </a:lnTo>
                <a:lnTo>
                  <a:pt x="51608" y="46711"/>
                </a:lnTo>
                <a:lnTo>
                  <a:pt x="63153" y="51397"/>
                </a:lnTo>
                <a:lnTo>
                  <a:pt x="74086" y="56339"/>
                </a:lnTo>
                <a:lnTo>
                  <a:pt x="84376" y="61521"/>
                </a:lnTo>
                <a:lnTo>
                  <a:pt x="93993" y="66930"/>
                </a:lnTo>
                <a:lnTo>
                  <a:pt x="102909" y="72549"/>
                </a:lnTo>
                <a:lnTo>
                  <a:pt x="111098" y="78362"/>
                </a:lnTo>
                <a:lnTo>
                  <a:pt x="118537" y="84352"/>
                </a:lnTo>
                <a:lnTo>
                  <a:pt x="125205" y="90502"/>
                </a:lnTo>
                <a:lnTo>
                  <a:pt x="131082" y="96795"/>
                </a:lnTo>
                <a:lnTo>
                  <a:pt x="136151" y="103212"/>
                </a:lnTo>
                <a:lnTo>
                  <a:pt x="140398" y="109735"/>
                </a:lnTo>
                <a:lnTo>
                  <a:pt x="143810" y="116345"/>
                </a:lnTo>
                <a:lnTo>
                  <a:pt x="146378" y="123023"/>
                </a:lnTo>
                <a:lnTo>
                  <a:pt x="148094" y="129749"/>
                </a:lnTo>
                <a:lnTo>
                  <a:pt x="148954" y="136504"/>
                </a:lnTo>
                <a:lnTo>
                  <a:pt x="148954" y="143270"/>
                </a:lnTo>
                <a:lnTo>
                  <a:pt x="148094" y="150025"/>
                </a:lnTo>
                <a:lnTo>
                  <a:pt x="146378" y="156751"/>
                </a:lnTo>
                <a:lnTo>
                  <a:pt x="143810" y="163429"/>
                </a:lnTo>
                <a:lnTo>
                  <a:pt x="140398" y="170039"/>
                </a:lnTo>
                <a:lnTo>
                  <a:pt x="136151" y="176562"/>
                </a:lnTo>
                <a:lnTo>
                  <a:pt x="131082" y="182979"/>
                </a:lnTo>
                <a:lnTo>
                  <a:pt x="125205" y="189271"/>
                </a:lnTo>
                <a:lnTo>
                  <a:pt x="118537" y="195422"/>
                </a:lnTo>
                <a:lnTo>
                  <a:pt x="111098" y="201412"/>
                </a:lnTo>
                <a:lnTo>
                  <a:pt x="102909" y="207225"/>
                </a:lnTo>
                <a:lnTo>
                  <a:pt x="93993" y="212844"/>
                </a:lnTo>
                <a:lnTo>
                  <a:pt x="84376" y="218252"/>
                </a:lnTo>
                <a:lnTo>
                  <a:pt x="74086" y="223435"/>
                </a:lnTo>
                <a:lnTo>
                  <a:pt x="63153" y="228377"/>
                </a:lnTo>
                <a:lnTo>
                  <a:pt x="51608" y="233063"/>
                </a:lnTo>
                <a:lnTo>
                  <a:pt x="39485" y="237481"/>
                </a:lnTo>
                <a:lnTo>
                  <a:pt x="26818" y="241617"/>
                </a:lnTo>
                <a:lnTo>
                  <a:pt x="13643" y="245460"/>
                </a:lnTo>
                <a:lnTo>
                  <a:pt x="0" y="248999"/>
                </a:lnTo>
                <a:close/>
              </a:path>
            </a:pathLst>
          </a:custGeom>
          <a:solidFill>
            <a:srgbClr val="2C705E"/>
          </a:solidFill>
          <a:ln w="5080">
            <a:solidFill>
              <a:srgbClr val="1C6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