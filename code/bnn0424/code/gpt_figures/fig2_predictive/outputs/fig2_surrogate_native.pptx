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6149562" cy="7447245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149562" cy="744724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74795" y="893881"/>
            <a:ext cx="2768592" cy="27685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804447" y="1019726"/>
            <a:ext cx="2061181" cy="2516902"/>
          </a:xfrm>
          <a:custGeom>
            <a:avLst/>
            <a:gdLst/>
            <a:ahLst/>
            <a:cxnLst/>
            <a:rect l="l" t="t" r="r" b="b"/>
            <a:pathLst>
              <a:path w="2061181" h="2516902">
                <a:moveTo>
                  <a:pt x="0" y="2090630"/>
                </a:moveTo>
                <a:lnTo>
                  <a:pt x="0" y="2462630"/>
                </a:lnTo>
                <a:close/>
                <a:lnTo>
                  <a:pt x="8643" y="2385264"/>
                </a:lnTo>
                <a:close/>
                <a:lnTo>
                  <a:pt x="21434" y="2455740"/>
                </a:lnTo>
                <a:close/>
                <a:lnTo>
                  <a:pt x="39988" y="2435103"/>
                </a:lnTo>
                <a:close/>
                <a:lnTo>
                  <a:pt x="59118" y="2516902"/>
                </a:lnTo>
                <a:close/>
                <a:lnTo>
                  <a:pt x="59694" y="2489801"/>
                </a:lnTo>
                <a:close/>
                <a:lnTo>
                  <a:pt x="82512" y="2359000"/>
                </a:lnTo>
                <a:close/>
                <a:lnTo>
                  <a:pt x="107288" y="2374994"/>
                </a:lnTo>
                <a:close/>
                <a:lnTo>
                  <a:pt x="123422" y="2343641"/>
                </a:lnTo>
                <a:close/>
                <a:lnTo>
                  <a:pt x="125842" y="2280154"/>
                </a:lnTo>
                <a:close/>
                <a:lnTo>
                  <a:pt x="147737" y="2333725"/>
                </a:lnTo>
                <a:close/>
                <a:lnTo>
                  <a:pt x="152116" y="2317969"/>
                </a:lnTo>
                <a:close/>
                <a:lnTo>
                  <a:pt x="153154" y="2353571"/>
                </a:lnTo>
                <a:close/>
                <a:lnTo>
                  <a:pt x="155228" y="2295354"/>
                </a:lnTo>
                <a:close/>
                <a:lnTo>
                  <a:pt x="167904" y="2294750"/>
                </a:lnTo>
                <a:close/>
                <a:lnTo>
                  <a:pt x="175510" y="2303676"/>
                </a:lnTo>
                <a:close/>
                <a:lnTo>
                  <a:pt x="178967" y="2313435"/>
                </a:lnTo>
                <a:close/>
                <a:lnTo>
                  <a:pt x="178967" y="2220798"/>
                </a:lnTo>
                <a:close/>
                <a:lnTo>
                  <a:pt x="188417" y="2270032"/>
                </a:lnTo>
                <a:close/>
                <a:lnTo>
                  <a:pt x="191298" y="2360599"/>
                </a:lnTo>
                <a:close/>
                <a:lnTo>
                  <a:pt x="192566" y="2272509"/>
                </a:lnTo>
                <a:close/>
                <a:lnTo>
                  <a:pt x="202361" y="2321446"/>
                </a:lnTo>
                <a:close/>
                <a:lnTo>
                  <a:pt x="215498" y="2291389"/>
                </a:lnTo>
                <a:close/>
                <a:lnTo>
                  <a:pt x="220223" y="2263155"/>
                </a:lnTo>
                <a:close/>
                <a:lnTo>
                  <a:pt x="225524" y="2187434"/>
                </a:lnTo>
                <a:close/>
                <a:lnTo>
                  <a:pt x="226446" y="2256914"/>
                </a:lnTo>
                <a:close/>
                <a:lnTo>
                  <a:pt x="240390" y="2160484"/>
                </a:lnTo>
                <a:close/>
                <a:lnTo>
                  <a:pt x="243963" y="2158625"/>
                </a:lnTo>
                <a:close/>
                <a:lnTo>
                  <a:pt x="248457" y="2225192"/>
                </a:lnTo>
                <a:close/>
                <a:lnTo>
                  <a:pt x="252721" y="2146737"/>
                </a:lnTo>
                <a:close/>
                <a:lnTo>
                  <a:pt x="262862" y="2144185"/>
                </a:lnTo>
                <a:close/>
                <a:lnTo>
                  <a:pt x="268624" y="2451634"/>
                </a:lnTo>
                <a:close/>
                <a:lnTo>
                  <a:pt x="272196" y="2104421"/>
                </a:lnTo>
                <a:close/>
                <a:lnTo>
                  <a:pt x="273118" y="2138782"/>
                </a:lnTo>
                <a:close/>
                <a:lnTo>
                  <a:pt x="282568" y="2136281"/>
                </a:lnTo>
                <a:close/>
                <a:lnTo>
                  <a:pt x="283720" y="2166942"/>
                </a:lnTo>
                <a:close/>
                <a:lnTo>
                  <a:pt x="284873" y="2201432"/>
                </a:lnTo>
                <a:close/>
                <a:lnTo>
                  <a:pt x="285564" y="2033199"/>
                </a:lnTo>
                <a:close/>
                <a:lnTo>
                  <a:pt x="286601" y="2371678"/>
                </a:lnTo>
                <a:close/>
                <a:lnTo>
                  <a:pt x="287293" y="2230701"/>
                </a:lnTo>
                <a:close/>
                <a:lnTo>
                  <a:pt x="291902" y="2132146"/>
                </a:lnTo>
                <a:close/>
                <a:lnTo>
                  <a:pt x="292594" y="2123715"/>
                </a:lnTo>
                <a:close/>
                <a:lnTo>
                  <a:pt x="293746" y="2254631"/>
                </a:lnTo>
                <a:close/>
                <a:lnTo>
                  <a:pt x="294899" y="2221490"/>
                </a:lnTo>
                <a:close/>
                <a:lnTo>
                  <a:pt x="297434" y="2145825"/>
                </a:lnTo>
                <a:close/>
                <a:lnTo>
                  <a:pt x="300200" y="2173828"/>
                </a:lnTo>
                <a:close/>
                <a:lnTo>
                  <a:pt x="300891" y="2172979"/>
                </a:lnTo>
                <a:close/>
                <a:lnTo>
                  <a:pt x="301006" y="2248628"/>
                </a:lnTo>
                <a:close/>
                <a:lnTo>
                  <a:pt x="302504" y="2161100"/>
                </a:lnTo>
                <a:close/>
                <a:lnTo>
                  <a:pt x="302735" y="2207092"/>
                </a:lnTo>
                <a:close/>
                <a:lnTo>
                  <a:pt x="307575" y="2107894"/>
                </a:lnTo>
                <a:close/>
                <a:lnTo>
                  <a:pt x="307690" y="2184037"/>
                </a:lnTo>
                <a:close/>
                <a:lnTo>
                  <a:pt x="312876" y="2148350"/>
                </a:lnTo>
                <a:close/>
                <a:lnTo>
                  <a:pt x="317486" y="2370304"/>
                </a:lnTo>
                <a:close/>
                <a:lnTo>
                  <a:pt x="318523" y="2123073"/>
                </a:lnTo>
                <a:close/>
                <a:lnTo>
                  <a:pt x="326359" y="2123286"/>
                </a:lnTo>
                <a:close/>
                <a:lnTo>
                  <a:pt x="331430" y="2156643"/>
                </a:lnTo>
                <a:close/>
                <a:lnTo>
                  <a:pt x="334772" y="2145825"/>
                </a:lnTo>
                <a:close/>
                <a:lnTo>
                  <a:pt x="339381" y="2236510"/>
                </a:lnTo>
                <a:close/>
                <a:lnTo>
                  <a:pt x="342838" y="2180224"/>
                </a:lnTo>
                <a:close/>
                <a:lnTo>
                  <a:pt x="343184" y="2222172"/>
                </a:lnTo>
                <a:close/>
                <a:lnTo>
                  <a:pt x="349983" y="2216472"/>
                </a:lnTo>
                <a:close/>
                <a:lnTo>
                  <a:pt x="353671" y="2360571"/>
                </a:lnTo>
                <a:close/>
                <a:lnTo>
                  <a:pt x="354247" y="2147937"/>
                </a:lnTo>
                <a:close/>
                <a:lnTo>
                  <a:pt x="355400" y="2092655"/>
                </a:lnTo>
                <a:close/>
                <a:lnTo>
                  <a:pt x="361162" y="2168590"/>
                </a:lnTo>
                <a:close/>
                <a:lnTo>
                  <a:pt x="363236" y="2093593"/>
                </a:lnTo>
                <a:close/>
                <a:lnTo>
                  <a:pt x="364504" y="2067884"/>
                </a:lnTo>
                <a:close/>
                <a:lnTo>
                  <a:pt x="367154" y="2166387"/>
                </a:lnTo>
                <a:close/>
                <a:lnTo>
                  <a:pt x="375221" y="2069045"/>
                </a:lnTo>
                <a:close/>
                <a:lnTo>
                  <a:pt x="381213" y="2127075"/>
                </a:lnTo>
                <a:close/>
                <a:lnTo>
                  <a:pt x="381905" y="2076711"/>
                </a:lnTo>
                <a:close/>
                <a:lnTo>
                  <a:pt x="384094" y="1937288"/>
                </a:lnTo>
                <a:close/>
                <a:lnTo>
                  <a:pt x="385016" y="2143178"/>
                </a:lnTo>
                <a:close/>
                <a:lnTo>
                  <a:pt x="385016" y="2107153"/>
                </a:lnTo>
                <a:close/>
                <a:lnTo>
                  <a:pt x="389626" y="2009090"/>
                </a:lnTo>
                <a:close/>
                <a:lnTo>
                  <a:pt x="390893" y="2092082"/>
                </a:lnTo>
                <a:close/>
                <a:lnTo>
                  <a:pt x="394351" y="2027964"/>
                </a:lnTo>
                <a:close/>
                <a:lnTo>
                  <a:pt x="396886" y="2139146"/>
                </a:lnTo>
                <a:close/>
                <a:lnTo>
                  <a:pt x="403109" y="2096935"/>
                </a:lnTo>
                <a:close/>
                <a:lnTo>
                  <a:pt x="403224" y="1916152"/>
                </a:lnTo>
                <a:close/>
                <a:lnTo>
                  <a:pt x="403455" y="1997547"/>
                </a:lnTo>
                <a:close/>
                <a:lnTo>
                  <a:pt x="404953" y="2133477"/>
                </a:lnTo>
                <a:close/>
                <a:lnTo>
                  <a:pt x="405875" y="2127119"/>
                </a:lnTo>
                <a:close/>
                <a:lnTo>
                  <a:pt x="406220" y="2031831"/>
                </a:lnTo>
                <a:close/>
                <a:lnTo>
                  <a:pt x="406336" y="2070143"/>
                </a:lnTo>
                <a:close/>
                <a:lnTo>
                  <a:pt x="412789" y="2087304"/>
                </a:lnTo>
                <a:close/>
                <a:lnTo>
                  <a:pt x="417399" y="2037917"/>
                </a:lnTo>
                <a:close/>
                <a:lnTo>
                  <a:pt x="418205" y="2003456"/>
                </a:lnTo>
                <a:close/>
                <a:lnTo>
                  <a:pt x="419012" y="2102934"/>
                </a:lnTo>
                <a:close/>
                <a:lnTo>
                  <a:pt x="420971" y="2154672"/>
                </a:lnTo>
                <a:close/>
                <a:lnTo>
                  <a:pt x="429960" y="2091324"/>
                </a:lnTo>
                <a:close/>
                <a:lnTo>
                  <a:pt x="430306" y="2091961"/>
                </a:lnTo>
                <a:close/>
                <a:lnTo>
                  <a:pt x="430767" y="2110208"/>
                </a:lnTo>
                <a:close/>
                <a:lnTo>
                  <a:pt x="432956" y="2044065"/>
                </a:lnTo>
                <a:close/>
                <a:lnTo>
                  <a:pt x="433417" y="2036520"/>
                </a:lnTo>
                <a:close/>
                <a:lnTo>
                  <a:pt x="434915" y="2138470"/>
                </a:lnTo>
                <a:close/>
                <a:lnTo>
                  <a:pt x="435491" y="1974482"/>
                </a:lnTo>
                <a:close/>
                <a:lnTo>
                  <a:pt x="437220" y="2072961"/>
                </a:lnTo>
                <a:close/>
                <a:lnTo>
                  <a:pt x="439525" y="2011281"/>
                </a:lnTo>
                <a:close/>
                <a:lnTo>
                  <a:pt x="439870" y="2037917"/>
                </a:lnTo>
                <a:close/>
                <a:lnTo>
                  <a:pt x="444365" y="1959202"/>
                </a:lnTo>
                <a:close/>
                <a:lnTo>
                  <a:pt x="444711" y="1969241"/>
                </a:lnTo>
                <a:close/>
                <a:lnTo>
                  <a:pt x="451049" y="2058131"/>
                </a:lnTo>
                <a:close/>
                <a:lnTo>
                  <a:pt x="452086" y="1983305"/>
                </a:lnTo>
                <a:close/>
                <a:lnTo>
                  <a:pt x="457156" y="2051104"/>
                </a:lnTo>
                <a:close/>
                <a:lnTo>
                  <a:pt x="457387" y="2091421"/>
                </a:lnTo>
                <a:close/>
                <a:lnTo>
                  <a:pt x="460037" y="2113232"/>
                </a:lnTo>
                <a:close/>
                <a:lnTo>
                  <a:pt x="462457" y="1982883"/>
                </a:lnTo>
                <a:close/>
                <a:lnTo>
                  <a:pt x="465569" y="2037837"/>
                </a:lnTo>
                <a:close/>
                <a:lnTo>
                  <a:pt x="466721" y="2060279"/>
                </a:lnTo>
                <a:close/>
                <a:lnTo>
                  <a:pt x="468680" y="2054362"/>
                </a:lnTo>
                <a:close/>
                <a:lnTo>
                  <a:pt x="468911" y="2056122"/>
                </a:lnTo>
                <a:close/>
                <a:lnTo>
                  <a:pt x="473175" y="2014752"/>
                </a:lnTo>
                <a:close/>
                <a:lnTo>
                  <a:pt x="475019" y="1912873"/>
                </a:lnTo>
                <a:close/>
                <a:lnTo>
                  <a:pt x="475825" y="1923768"/>
                </a:lnTo>
                <a:close/>
                <a:lnTo>
                  <a:pt x="476747" y="2154317"/>
                </a:lnTo>
                <a:close/>
                <a:lnTo>
                  <a:pt x="477554" y="1998376"/>
                </a:lnTo>
                <a:close/>
                <a:lnTo>
                  <a:pt x="478476" y="1937871"/>
                </a:lnTo>
                <a:close/>
                <a:lnTo>
                  <a:pt x="482509" y="2000064"/>
                </a:lnTo>
                <a:close/>
                <a:lnTo>
                  <a:pt x="483316" y="1979829"/>
                </a:lnTo>
                <a:close/>
                <a:lnTo>
                  <a:pt x="490576" y="1950851"/>
                </a:lnTo>
                <a:close/>
                <a:lnTo>
                  <a:pt x="498643" y="1886860"/>
                </a:lnTo>
                <a:close/>
                <a:lnTo>
                  <a:pt x="500832" y="1912933"/>
                </a:lnTo>
                <a:close/>
                <a:lnTo>
                  <a:pt x="501639" y="1920314"/>
                </a:lnTo>
                <a:close/>
                <a:lnTo>
                  <a:pt x="504174" y="1925332"/>
                </a:lnTo>
                <a:close/>
                <a:lnTo>
                  <a:pt x="504635" y="2027861"/>
                </a:lnTo>
                <a:close/>
                <a:lnTo>
                  <a:pt x="505096" y="1997051"/>
                </a:lnTo>
                <a:close/>
                <a:lnTo>
                  <a:pt x="506249" y="2071224"/>
                </a:lnTo>
                <a:close/>
                <a:lnTo>
                  <a:pt x="506825" y="2029581"/>
                </a:lnTo>
                <a:close/>
                <a:lnTo>
                  <a:pt x="510167" y="1923115"/>
                </a:lnTo>
                <a:close/>
                <a:lnTo>
                  <a:pt x="510743" y="1970290"/>
                </a:lnTo>
                <a:close/>
                <a:lnTo>
                  <a:pt x="511434" y="1952493"/>
                </a:lnTo>
                <a:close/>
                <a:lnTo>
                  <a:pt x="513163" y="1910712"/>
                </a:lnTo>
                <a:close/>
                <a:lnTo>
                  <a:pt x="516275" y="1945463"/>
                </a:lnTo>
                <a:close/>
                <a:lnTo>
                  <a:pt x="516620" y="2106872"/>
                </a:lnTo>
                <a:close/>
                <a:lnTo>
                  <a:pt x="517888" y="1997820"/>
                </a:lnTo>
                <a:close/>
                <a:lnTo>
                  <a:pt x="520999" y="1891256"/>
                </a:lnTo>
                <a:close/>
                <a:lnTo>
                  <a:pt x="526646" y="1930534"/>
                </a:lnTo>
                <a:close/>
                <a:lnTo>
                  <a:pt x="527107" y="1949717"/>
                </a:lnTo>
                <a:close/>
                <a:lnTo>
                  <a:pt x="527568" y="1949019"/>
                </a:lnTo>
                <a:close/>
                <a:lnTo>
                  <a:pt x="529412" y="1903055"/>
                </a:lnTo>
                <a:close/>
                <a:lnTo>
                  <a:pt x="530219" y="1935971"/>
                </a:lnTo>
                <a:close/>
                <a:lnTo>
                  <a:pt x="533906" y="2039110"/>
                </a:lnTo>
                <a:close/>
                <a:lnTo>
                  <a:pt x="534828" y="2031849"/>
                </a:lnTo>
                <a:close/>
                <a:lnTo>
                  <a:pt x="535404" y="1903180"/>
                </a:lnTo>
                <a:close/>
                <a:lnTo>
                  <a:pt x="539207" y="1965160"/>
                </a:lnTo>
                <a:close/>
                <a:lnTo>
                  <a:pt x="540129" y="2000235"/>
                </a:lnTo>
                <a:close/>
                <a:lnTo>
                  <a:pt x="541743" y="1993160"/>
                </a:lnTo>
                <a:close/>
                <a:lnTo>
                  <a:pt x="544969" y="1987148"/>
                </a:lnTo>
                <a:close/>
                <a:lnTo>
                  <a:pt x="546122" y="1945493"/>
                </a:lnTo>
                <a:close/>
                <a:lnTo>
                  <a:pt x="547850" y="1863871"/>
                </a:lnTo>
                <a:close/>
                <a:lnTo>
                  <a:pt x="547850" y="1930630"/>
                </a:lnTo>
                <a:close/>
                <a:lnTo>
                  <a:pt x="548542" y="1754353"/>
                </a:lnTo>
                <a:close/>
                <a:lnTo>
                  <a:pt x="550155" y="2055047"/>
                </a:lnTo>
                <a:close/>
                <a:lnTo>
                  <a:pt x="551768" y="2119656"/>
                </a:lnTo>
                <a:close/>
                <a:lnTo>
                  <a:pt x="551884" y="1913801"/>
                </a:lnTo>
                <a:close/>
                <a:lnTo>
                  <a:pt x="553958" y="1942690"/>
                </a:lnTo>
                <a:close/>
                <a:lnTo>
                  <a:pt x="557185" y="1925875"/>
                </a:lnTo>
                <a:close/>
                <a:lnTo>
                  <a:pt x="559259" y="1946536"/>
                </a:lnTo>
                <a:close/>
                <a:lnTo>
                  <a:pt x="562716" y="1857799"/>
                </a:lnTo>
                <a:close/>
                <a:lnTo>
                  <a:pt x="564099" y="1860527"/>
                </a:lnTo>
                <a:close/>
                <a:lnTo>
                  <a:pt x="565021" y="2012205"/>
                </a:lnTo>
                <a:close/>
                <a:lnTo>
                  <a:pt x="565367" y="1842839"/>
                </a:lnTo>
                <a:close/>
                <a:lnTo>
                  <a:pt x="571935" y="2019782"/>
                </a:lnTo>
                <a:close/>
                <a:lnTo>
                  <a:pt x="577121" y="1963940"/>
                </a:lnTo>
                <a:close/>
                <a:lnTo>
                  <a:pt x="577236" y="2001874"/>
                </a:lnTo>
                <a:close/>
                <a:lnTo>
                  <a:pt x="579080" y="2054434"/>
                </a:lnTo>
                <a:close/>
                <a:lnTo>
                  <a:pt x="585764" y="1850090"/>
                </a:lnTo>
                <a:close/>
                <a:lnTo>
                  <a:pt x="589452" y="1856913"/>
                </a:lnTo>
                <a:close/>
                <a:lnTo>
                  <a:pt x="594177" y="1865042"/>
                </a:lnTo>
                <a:close/>
                <a:lnTo>
                  <a:pt x="594753" y="1939094"/>
                </a:lnTo>
                <a:close/>
                <a:lnTo>
                  <a:pt x="595905" y="2037037"/>
                </a:lnTo>
                <a:close/>
                <a:lnTo>
                  <a:pt x="596942" y="1883397"/>
                </a:lnTo>
                <a:close/>
                <a:lnTo>
                  <a:pt x="601783" y="2051700"/>
                </a:lnTo>
                <a:close/>
                <a:lnTo>
                  <a:pt x="603742" y="1928029"/>
                </a:lnTo>
                <a:close/>
                <a:lnTo>
                  <a:pt x="610886" y="1899171"/>
                </a:lnTo>
                <a:close/>
                <a:lnTo>
                  <a:pt x="613537" y="1971890"/>
                </a:lnTo>
                <a:close/>
                <a:lnTo>
                  <a:pt x="616188" y="1812173"/>
                </a:lnTo>
                <a:close/>
                <a:lnTo>
                  <a:pt x="620912" y="1905230"/>
                </a:lnTo>
                <a:close/>
                <a:lnTo>
                  <a:pt x="621373" y="1929082"/>
                </a:lnTo>
                <a:close/>
                <a:lnTo>
                  <a:pt x="623102" y="1981038"/>
                </a:lnTo>
                <a:close/>
                <a:lnTo>
                  <a:pt x="624254" y="1878724"/>
                </a:lnTo>
                <a:close/>
                <a:lnTo>
                  <a:pt x="624370" y="1826398"/>
                </a:lnTo>
                <a:close/>
                <a:lnTo>
                  <a:pt x="624715" y="1981156"/>
                </a:lnTo>
                <a:close/>
                <a:lnTo>
                  <a:pt x="625752" y="1903900"/>
                </a:lnTo>
                <a:close/>
                <a:lnTo>
                  <a:pt x="625983" y="2081792"/>
                </a:lnTo>
                <a:close/>
                <a:lnTo>
                  <a:pt x="625983" y="1857624"/>
                </a:lnTo>
                <a:close/>
                <a:lnTo>
                  <a:pt x="626213" y="1863839"/>
                </a:lnTo>
                <a:close/>
                <a:lnTo>
                  <a:pt x="626559" y="1846166"/>
                </a:lnTo>
                <a:close/>
                <a:lnTo>
                  <a:pt x="626674" y="1978592"/>
                </a:lnTo>
                <a:close/>
                <a:lnTo>
                  <a:pt x="627251" y="1848758"/>
                </a:lnTo>
                <a:close/>
                <a:lnTo>
                  <a:pt x="629555" y="1906889"/>
                </a:lnTo>
                <a:close/>
                <a:lnTo>
                  <a:pt x="630708" y="1879724"/>
                </a:lnTo>
                <a:close/>
                <a:lnTo>
                  <a:pt x="633128" y="1894466"/>
                </a:lnTo>
                <a:close/>
                <a:lnTo>
                  <a:pt x="640849" y="1950988"/>
                </a:lnTo>
                <a:close/>
                <a:lnTo>
                  <a:pt x="644421" y="2083831"/>
                </a:lnTo>
                <a:close/>
                <a:lnTo>
                  <a:pt x="646380" y="1839885"/>
                </a:lnTo>
                <a:close/>
                <a:lnTo>
                  <a:pt x="648916" y="2010267"/>
                </a:lnTo>
                <a:close/>
                <a:lnTo>
                  <a:pt x="649377" y="1829142"/>
                </a:lnTo>
                <a:close/>
                <a:lnTo>
                  <a:pt x="652258" y="1837331"/>
                </a:lnTo>
                <a:close/>
                <a:lnTo>
                  <a:pt x="653525" y="1803738"/>
                </a:lnTo>
                <a:close/>
                <a:lnTo>
                  <a:pt x="656176" y="1962410"/>
                </a:lnTo>
                <a:close/>
                <a:lnTo>
                  <a:pt x="657559" y="1863504"/>
                </a:lnTo>
                <a:close/>
                <a:lnTo>
                  <a:pt x="659287" y="1861855"/>
                </a:lnTo>
                <a:close/>
                <a:lnTo>
                  <a:pt x="659287" y="1981671"/>
                </a:lnTo>
                <a:close/>
                <a:lnTo>
                  <a:pt x="665049" y="1800044"/>
                </a:lnTo>
                <a:close/>
                <a:lnTo>
                  <a:pt x="665164" y="1921068"/>
                </a:lnTo>
                <a:close/>
                <a:lnTo>
                  <a:pt x="665625" y="1845668"/>
                </a:lnTo>
                <a:close/>
                <a:lnTo>
                  <a:pt x="665971" y="1948279"/>
                </a:lnTo>
                <a:close/>
                <a:lnTo>
                  <a:pt x="669774" y="1780001"/>
                </a:lnTo>
                <a:close/>
                <a:lnTo>
                  <a:pt x="670466" y="1745211"/>
                </a:lnTo>
                <a:close/>
                <a:lnTo>
                  <a:pt x="672655" y="1936657"/>
                </a:lnTo>
                <a:close/>
                <a:lnTo>
                  <a:pt x="673347" y="1798588"/>
                </a:lnTo>
                <a:close/>
                <a:lnTo>
                  <a:pt x="674384" y="1763467"/>
                </a:lnTo>
                <a:close/>
                <a:lnTo>
                  <a:pt x="675536" y="1906484"/>
                </a:lnTo>
                <a:close/>
                <a:lnTo>
                  <a:pt x="677265" y="1758227"/>
                </a:lnTo>
                <a:close/>
                <a:lnTo>
                  <a:pt x="680607" y="1794729"/>
                </a:lnTo>
                <a:close/>
                <a:lnTo>
                  <a:pt x="683372" y="1893906"/>
                </a:lnTo>
                <a:close/>
                <a:lnTo>
                  <a:pt x="684179" y="1731618"/>
                </a:lnTo>
                <a:close/>
                <a:lnTo>
                  <a:pt x="687060" y="1797533"/>
                </a:lnTo>
                <a:close/>
                <a:lnTo>
                  <a:pt x="689365" y="1995754"/>
                </a:lnTo>
                <a:close/>
                <a:lnTo>
                  <a:pt x="689480" y="1777630"/>
                </a:lnTo>
                <a:close/>
                <a:lnTo>
                  <a:pt x="692131" y="1991272"/>
                </a:lnTo>
                <a:close/>
                <a:lnTo>
                  <a:pt x="692822" y="1812602"/>
                </a:lnTo>
                <a:close/>
                <a:lnTo>
                  <a:pt x="697662" y="2001862"/>
                </a:lnTo>
                <a:close/>
                <a:lnTo>
                  <a:pt x="698469" y="1945493"/>
                </a:lnTo>
                <a:close/>
                <a:lnTo>
                  <a:pt x="698469" y="1810559"/>
                </a:lnTo>
                <a:close/>
                <a:lnTo>
                  <a:pt x="698930" y="1866474"/>
                </a:lnTo>
                <a:close/>
                <a:lnTo>
                  <a:pt x="701926" y="1860765"/>
                </a:lnTo>
                <a:close/>
                <a:lnTo>
                  <a:pt x="703885" y="1878019"/>
                </a:lnTo>
                <a:close/>
                <a:lnTo>
                  <a:pt x="707803" y="1785522"/>
                </a:lnTo>
                <a:close/>
                <a:lnTo>
                  <a:pt x="714257" y="1865508"/>
                </a:lnTo>
                <a:close/>
                <a:lnTo>
                  <a:pt x="716446" y="1764968"/>
                </a:lnTo>
                <a:close/>
                <a:lnTo>
                  <a:pt x="717368" y="1744674"/>
                </a:lnTo>
                <a:close/>
                <a:lnTo>
                  <a:pt x="718982" y="1702102"/>
                </a:lnTo>
                <a:close/>
                <a:lnTo>
                  <a:pt x="728777" y="1701033"/>
                </a:lnTo>
                <a:close/>
                <a:lnTo>
                  <a:pt x="729353" y="1788265"/>
                </a:lnTo>
                <a:close/>
                <a:lnTo>
                  <a:pt x="732465" y="1777462"/>
                </a:lnTo>
                <a:close/>
                <a:lnTo>
                  <a:pt x="733847" y="1826695"/>
                </a:lnTo>
                <a:close/>
                <a:lnTo>
                  <a:pt x="737650" y="1725688"/>
                </a:lnTo>
                <a:close/>
                <a:lnTo>
                  <a:pt x="739149" y="1770816"/>
                </a:lnTo>
                <a:close/>
                <a:lnTo>
                  <a:pt x="740647" y="1727779"/>
                </a:lnTo>
                <a:close/>
                <a:lnTo>
                  <a:pt x="741569" y="1704161"/>
                </a:lnTo>
                <a:close/>
                <a:lnTo>
                  <a:pt x="743067" y="1773446"/>
                </a:lnTo>
                <a:close/>
                <a:lnTo>
                  <a:pt x="743643" y="1791292"/>
                </a:lnTo>
                <a:close/>
                <a:lnTo>
                  <a:pt x="744910" y="1833407"/>
                </a:lnTo>
                <a:close/>
                <a:lnTo>
                  <a:pt x="745256" y="1741869"/>
                </a:lnTo>
                <a:close/>
                <a:lnTo>
                  <a:pt x="745717" y="1815285"/>
                </a:lnTo>
                <a:close/>
                <a:lnTo>
                  <a:pt x="746985" y="1866804"/>
                </a:lnTo>
                <a:close/>
                <a:lnTo>
                  <a:pt x="747215" y="1690827"/>
                </a:lnTo>
                <a:close/>
                <a:lnTo>
                  <a:pt x="748483" y="1670956"/>
                </a:lnTo>
                <a:close/>
                <a:lnTo>
                  <a:pt x="752171" y="1863799"/>
                </a:lnTo>
                <a:close/>
                <a:lnTo>
                  <a:pt x="756780" y="1847230"/>
                </a:lnTo>
                <a:close/>
                <a:lnTo>
                  <a:pt x="760122" y="1728617"/>
                </a:lnTo>
                <a:close/>
                <a:lnTo>
                  <a:pt x="766921" y="1831383"/>
                </a:lnTo>
                <a:close/>
                <a:lnTo>
                  <a:pt x="767152" y="1741112"/>
                </a:lnTo>
                <a:close/>
                <a:lnTo>
                  <a:pt x="767152" y="1614006"/>
                </a:lnTo>
                <a:close/>
                <a:lnTo>
                  <a:pt x="767958" y="1754347"/>
                </a:lnTo>
                <a:close/>
                <a:lnTo>
                  <a:pt x="769918" y="1564967"/>
                </a:lnTo>
                <a:close/>
                <a:lnTo>
                  <a:pt x="770263" y="1666175"/>
                </a:lnTo>
                <a:close/>
                <a:lnTo>
                  <a:pt x="770724" y="1652286"/>
                </a:lnTo>
                <a:close/>
                <a:lnTo>
                  <a:pt x="770839" y="1733005"/>
                </a:lnTo>
                <a:close/>
                <a:lnTo>
                  <a:pt x="773029" y="1706231"/>
                </a:lnTo>
                <a:close/>
                <a:lnTo>
                  <a:pt x="777408" y="1758227"/>
                </a:lnTo>
                <a:close/>
                <a:lnTo>
                  <a:pt x="779252" y="1811454"/>
                </a:lnTo>
                <a:close/>
                <a:lnTo>
                  <a:pt x="780865" y="1740652"/>
                </a:lnTo>
                <a:close/>
                <a:lnTo>
                  <a:pt x="783862" y="1783774"/>
                </a:lnTo>
                <a:close/>
                <a:lnTo>
                  <a:pt x="789393" y="1797523"/>
                </a:lnTo>
                <a:close/>
                <a:lnTo>
                  <a:pt x="790661" y="1693299"/>
                </a:lnTo>
                <a:close/>
                <a:lnTo>
                  <a:pt x="791583" y="1746795"/>
                </a:lnTo>
                <a:close/>
                <a:lnTo>
                  <a:pt x="793657" y="1693975"/>
                </a:lnTo>
                <a:close/>
                <a:lnTo>
                  <a:pt x="794925" y="1874387"/>
                </a:lnTo>
                <a:close/>
                <a:lnTo>
                  <a:pt x="795731" y="1629896"/>
                </a:lnTo>
                <a:close/>
                <a:lnTo>
                  <a:pt x="796768" y="1667087"/>
                </a:lnTo>
                <a:close/>
                <a:lnTo>
                  <a:pt x="799304" y="1740030"/>
                </a:lnTo>
                <a:close/>
                <a:lnTo>
                  <a:pt x="801839" y="1627353"/>
                </a:lnTo>
                <a:close/>
                <a:lnTo>
                  <a:pt x="804144" y="1803598"/>
                </a:lnTo>
                <a:close/>
                <a:lnTo>
                  <a:pt x="804720" y="1704056"/>
                </a:lnTo>
                <a:close/>
                <a:lnTo>
                  <a:pt x="804950" y="1608889"/>
                </a:lnTo>
                <a:close/>
                <a:lnTo>
                  <a:pt x="807831" y="1693299"/>
                </a:lnTo>
                <a:close/>
                <a:lnTo>
                  <a:pt x="808638" y="1709145"/>
                </a:lnTo>
                <a:close/>
                <a:lnTo>
                  <a:pt x="809214" y="1635706"/>
                </a:lnTo>
                <a:close/>
                <a:lnTo>
                  <a:pt x="811980" y="1655511"/>
                </a:lnTo>
                <a:close/>
                <a:lnTo>
                  <a:pt x="817742" y="1686474"/>
                </a:lnTo>
                <a:close/>
                <a:lnTo>
                  <a:pt x="818203" y="1675079"/>
                </a:lnTo>
                <a:close/>
                <a:lnTo>
                  <a:pt x="819240" y="1666131"/>
                </a:lnTo>
                <a:close/>
                <a:lnTo>
                  <a:pt x="820969" y="1671928"/>
                </a:lnTo>
                <a:close/>
                <a:lnTo>
                  <a:pt x="821199" y="1672320"/>
                </a:lnTo>
                <a:close/>
                <a:lnTo>
                  <a:pt x="821430" y="1679893"/>
                </a:lnTo>
                <a:close/>
                <a:lnTo>
                  <a:pt x="824196" y="1739720"/>
                </a:lnTo>
                <a:close/>
                <a:lnTo>
                  <a:pt x="824887" y="1730437"/>
                </a:lnTo>
                <a:close/>
                <a:lnTo>
                  <a:pt x="827307" y="1778889"/>
                </a:lnTo>
                <a:close/>
                <a:lnTo>
                  <a:pt x="827307" y="1684390"/>
                </a:lnTo>
                <a:close/>
                <a:lnTo>
                  <a:pt x="831225" y="1763141"/>
                </a:lnTo>
                <a:close/>
                <a:lnTo>
                  <a:pt x="831571" y="1624106"/>
                </a:lnTo>
                <a:close/>
                <a:lnTo>
                  <a:pt x="832378" y="1658489"/>
                </a:lnTo>
                <a:close/>
                <a:lnTo>
                  <a:pt x="833415" y="1694815"/>
                </a:lnTo>
                <a:close/>
                <a:lnTo>
                  <a:pt x="834337" y="1613527"/>
                </a:lnTo>
                <a:close/>
                <a:lnTo>
                  <a:pt x="835374" y="1693142"/>
                </a:lnTo>
                <a:close/>
                <a:lnTo>
                  <a:pt x="838024" y="1707402"/>
                </a:lnTo>
                <a:close/>
                <a:lnTo>
                  <a:pt x="838024" y="1573133"/>
                </a:lnTo>
                <a:close/>
                <a:lnTo>
                  <a:pt x="842288" y="1625338"/>
                </a:lnTo>
                <a:close/>
                <a:lnTo>
                  <a:pt x="842288" y="1665848"/>
                </a:lnTo>
                <a:close/>
                <a:lnTo>
                  <a:pt x="842403" y="1563643"/>
                </a:lnTo>
                <a:close/>
                <a:lnTo>
                  <a:pt x="844593" y="1662654"/>
                </a:lnTo>
                <a:close/>
                <a:lnTo>
                  <a:pt x="845284" y="1668242"/>
                </a:lnTo>
                <a:close/>
                <a:lnTo>
                  <a:pt x="845515" y="1731907"/>
                </a:lnTo>
                <a:close/>
                <a:lnTo>
                  <a:pt x="846667" y="1651143"/>
                </a:lnTo>
                <a:close/>
                <a:lnTo>
                  <a:pt x="846783" y="1610397"/>
                </a:lnTo>
                <a:close/>
                <a:lnTo>
                  <a:pt x="848511" y="1718384"/>
                </a:lnTo>
                <a:close/>
                <a:lnTo>
                  <a:pt x="848742" y="1824880"/>
                </a:lnTo>
                <a:close/>
                <a:lnTo>
                  <a:pt x="851738" y="1833496"/>
                </a:lnTo>
                <a:close/>
                <a:lnTo>
                  <a:pt x="853006" y="1604310"/>
                </a:lnTo>
                <a:close/>
                <a:lnTo>
                  <a:pt x="854965" y="1877838"/>
                </a:lnTo>
                <a:close/>
                <a:lnTo>
                  <a:pt x="855195" y="1816183"/>
                </a:lnTo>
                <a:close/>
                <a:lnTo>
                  <a:pt x="862916" y="1761148"/>
                </a:lnTo>
                <a:close/>
                <a:lnTo>
                  <a:pt x="867871" y="1696516"/>
                </a:lnTo>
                <a:close/>
                <a:lnTo>
                  <a:pt x="868448" y="1653158"/>
                </a:lnTo>
                <a:close/>
                <a:lnTo>
                  <a:pt x="868563" y="1631118"/>
                </a:lnTo>
                <a:close/>
                <a:lnTo>
                  <a:pt x="879511" y="1679410"/>
                </a:lnTo>
                <a:close/>
                <a:lnTo>
                  <a:pt x="881585" y="1665032"/>
                </a:lnTo>
                <a:close/>
                <a:lnTo>
                  <a:pt x="887808" y="1690635"/>
                </a:lnTo>
                <a:close/>
                <a:lnTo>
                  <a:pt x="888960" y="1724618"/>
                </a:lnTo>
                <a:close/>
                <a:lnTo>
                  <a:pt x="889537" y="1697218"/>
                </a:lnTo>
                <a:close/>
                <a:lnTo>
                  <a:pt x="900600" y="1644870"/>
                </a:lnTo>
                <a:close/>
                <a:lnTo>
                  <a:pt x="902443" y="1768897"/>
                </a:lnTo>
                <a:close/>
                <a:lnTo>
                  <a:pt x="903826" y="1639666"/>
                </a:lnTo>
                <a:close/>
                <a:lnTo>
                  <a:pt x="904057" y="1732244"/>
                </a:lnTo>
                <a:close/>
                <a:lnTo>
                  <a:pt x="908090" y="1514648"/>
                </a:lnTo>
                <a:close/>
                <a:lnTo>
                  <a:pt x="910395" y="1503366"/>
                </a:lnTo>
                <a:close/>
                <a:lnTo>
                  <a:pt x="911778" y="1713103"/>
                </a:lnTo>
                <a:close/>
                <a:lnTo>
                  <a:pt x="913622" y="1577053"/>
                </a:lnTo>
                <a:close/>
                <a:lnTo>
                  <a:pt x="914313" y="1684472"/>
                </a:lnTo>
                <a:close/>
                <a:lnTo>
                  <a:pt x="916272" y="1837747"/>
                </a:lnTo>
                <a:close/>
                <a:lnTo>
                  <a:pt x="916503" y="1729285"/>
                </a:lnTo>
                <a:close/>
                <a:lnTo>
                  <a:pt x="920997" y="1767592"/>
                </a:lnTo>
                <a:close/>
                <a:lnTo>
                  <a:pt x="923878" y="1639604"/>
                </a:lnTo>
                <a:close/>
                <a:lnTo>
                  <a:pt x="924800" y="1473279"/>
                </a:lnTo>
                <a:close/>
                <a:lnTo>
                  <a:pt x="925491" y="1745233"/>
                </a:lnTo>
                <a:close/>
                <a:lnTo>
                  <a:pt x="926183" y="1592810"/>
                </a:lnTo>
                <a:close/>
                <a:lnTo>
                  <a:pt x="926759" y="1676425"/>
                </a:lnTo>
                <a:close/>
                <a:lnTo>
                  <a:pt x="931830" y="1686061"/>
                </a:lnTo>
                <a:close/>
                <a:lnTo>
                  <a:pt x="937246" y="1643190"/>
                </a:lnTo>
                <a:close/>
                <a:lnTo>
                  <a:pt x="937476" y="1747400"/>
                </a:lnTo>
                <a:close/>
                <a:lnTo>
                  <a:pt x="939205" y="1600464"/>
                </a:lnTo>
                <a:close/>
                <a:lnTo>
                  <a:pt x="941625" y="1622464"/>
                </a:lnTo>
                <a:close/>
                <a:lnTo>
                  <a:pt x="943238" y="1501644"/>
                </a:lnTo>
                <a:close/>
                <a:lnTo>
                  <a:pt x="951536" y="1578679"/>
                </a:lnTo>
                <a:close/>
                <a:lnTo>
                  <a:pt x="951651" y="1728419"/>
                </a:lnTo>
                <a:close/>
                <a:lnTo>
                  <a:pt x="958450" y="1531062"/>
                </a:lnTo>
                <a:close/>
                <a:lnTo>
                  <a:pt x="959141" y="1556299"/>
                </a:lnTo>
                <a:close/>
                <a:lnTo>
                  <a:pt x="961677" y="1628902"/>
                </a:lnTo>
                <a:close/>
                <a:lnTo>
                  <a:pt x="963521" y="1708368"/>
                </a:lnTo>
                <a:close/>
                <a:lnTo>
                  <a:pt x="963866" y="1594149"/>
                </a:lnTo>
                <a:close/>
                <a:lnTo>
                  <a:pt x="965595" y="1574804"/>
                </a:lnTo>
                <a:close/>
                <a:lnTo>
                  <a:pt x="966402" y="1727976"/>
                </a:lnTo>
                <a:close/>
                <a:lnTo>
                  <a:pt x="968245" y="1608546"/>
                </a:lnTo>
                <a:close/>
                <a:lnTo>
                  <a:pt x="970320" y="1619146"/>
                </a:lnTo>
                <a:close/>
                <a:lnTo>
                  <a:pt x="973431" y="1507770"/>
                </a:lnTo>
                <a:close/>
                <a:lnTo>
                  <a:pt x="973892" y="1611891"/>
                </a:lnTo>
                <a:close/>
                <a:lnTo>
                  <a:pt x="977465" y="1602292"/>
                </a:lnTo>
                <a:close/>
                <a:lnTo>
                  <a:pt x="980461" y="1648291"/>
                </a:lnTo>
                <a:close/>
                <a:lnTo>
                  <a:pt x="980691" y="1575062"/>
                </a:lnTo>
                <a:close/>
                <a:lnTo>
                  <a:pt x="982535" y="1676225"/>
                </a:lnTo>
                <a:close/>
                <a:lnTo>
                  <a:pt x="994635" y="1414178"/>
                </a:lnTo>
                <a:close/>
                <a:lnTo>
                  <a:pt x="1001204" y="1716507"/>
                </a:lnTo>
                <a:close/>
                <a:lnTo>
                  <a:pt x="1016531" y="1546966"/>
                </a:lnTo>
                <a:close/>
                <a:lnTo>
                  <a:pt x="1019988" y="1515501"/>
                </a:lnTo>
                <a:close/>
                <a:lnTo>
                  <a:pt x="1029092" y="1602892"/>
                </a:lnTo>
                <a:close/>
                <a:lnTo>
                  <a:pt x="1029438" y="1499825"/>
                </a:lnTo>
                <a:close/>
                <a:lnTo>
                  <a:pt x="1030590" y="1448213"/>
                </a:lnTo>
                <a:close/>
                <a:lnTo>
                  <a:pt x="1034163" y="1556701"/>
                </a:lnTo>
                <a:close/>
                <a:lnTo>
                  <a:pt x="1038772" y="1623215"/>
                </a:lnTo>
                <a:close/>
                <a:lnTo>
                  <a:pt x="1045571" y="1598153"/>
                </a:lnTo>
                <a:close/>
                <a:lnTo>
                  <a:pt x="1050181" y="1593203"/>
                </a:lnTo>
                <a:close/>
                <a:lnTo>
                  <a:pt x="1054214" y="1581352"/>
                </a:lnTo>
                <a:close/>
                <a:lnTo>
                  <a:pt x="1057556" y="1415763"/>
                </a:lnTo>
                <a:close/>
                <a:lnTo>
                  <a:pt x="1058478" y="1575697"/>
                </a:lnTo>
                <a:close/>
                <a:lnTo>
                  <a:pt x="1059631" y="1490004"/>
                </a:lnTo>
                <a:close/>
                <a:lnTo>
                  <a:pt x="1059861" y="1559485"/>
                </a:lnTo>
                <a:close/>
                <a:lnTo>
                  <a:pt x="1060898" y="1553452"/>
                </a:lnTo>
                <a:close/>
                <a:lnTo>
                  <a:pt x="1061820" y="1521097"/>
                </a:lnTo>
                <a:close/>
                <a:lnTo>
                  <a:pt x="1063895" y="1515586"/>
                </a:lnTo>
                <a:close/>
                <a:lnTo>
                  <a:pt x="1065854" y="1482841"/>
                </a:lnTo>
                <a:close/>
                <a:lnTo>
                  <a:pt x="1069657" y="1414979"/>
                </a:lnTo>
                <a:close/>
                <a:lnTo>
                  <a:pt x="1070694" y="1481731"/>
                </a:lnTo>
                <a:close/>
                <a:lnTo>
                  <a:pt x="1070924" y="1544327"/>
                </a:lnTo>
                <a:close/>
                <a:lnTo>
                  <a:pt x="1071731" y="1860659"/>
                </a:lnTo>
                <a:close/>
                <a:lnTo>
                  <a:pt x="1073344" y="1555605"/>
                </a:lnTo>
                <a:close/>
                <a:lnTo>
                  <a:pt x="1075073" y="1618176"/>
                </a:lnTo>
                <a:close/>
                <a:lnTo>
                  <a:pt x="1076571" y="1547952"/>
                </a:lnTo>
                <a:close/>
                <a:lnTo>
                  <a:pt x="1082563" y="1491370"/>
                </a:lnTo>
                <a:close/>
                <a:lnTo>
                  <a:pt x="1082563" y="1495315"/>
                </a:lnTo>
                <a:close/>
                <a:lnTo>
                  <a:pt x="1084407" y="1523004"/>
                </a:lnTo>
                <a:close/>
                <a:lnTo>
                  <a:pt x="1085214" y="1469367"/>
                </a:lnTo>
                <a:close/>
                <a:lnTo>
                  <a:pt x="1085675" y="1515306"/>
                </a:lnTo>
                <a:close/>
                <a:lnTo>
                  <a:pt x="1086251" y="1506571"/>
                </a:lnTo>
                <a:close/>
                <a:lnTo>
                  <a:pt x="1087058" y="1469933"/>
                </a:lnTo>
                <a:close/>
                <a:lnTo>
                  <a:pt x="1088441" y="1576855"/>
                </a:lnTo>
                <a:close/>
                <a:lnTo>
                  <a:pt x="1088902" y="1460971"/>
                </a:lnTo>
                <a:close/>
                <a:lnTo>
                  <a:pt x="1097429" y="1471741"/>
                </a:lnTo>
                <a:close/>
                <a:lnTo>
                  <a:pt x="1098351" y="1413472"/>
                </a:lnTo>
                <a:close/>
                <a:lnTo>
                  <a:pt x="1099965" y="1530851"/>
                </a:lnTo>
                <a:close/>
                <a:lnTo>
                  <a:pt x="1100195" y="1378392"/>
                </a:lnTo>
                <a:close/>
                <a:lnTo>
                  <a:pt x="1103191" y="1445331"/>
                </a:lnTo>
                <a:close/>
                <a:lnTo>
                  <a:pt x="1103422" y="1508410"/>
                </a:lnTo>
                <a:close/>
                <a:lnTo>
                  <a:pt x="1103422" y="1445825"/>
                </a:lnTo>
                <a:close/>
                <a:lnTo>
                  <a:pt x="1112987" y="1400622"/>
                </a:lnTo>
                <a:close/>
                <a:lnTo>
                  <a:pt x="1116559" y="1526747"/>
                </a:lnTo>
                <a:close/>
                <a:lnTo>
                  <a:pt x="1117020" y="1469730"/>
                </a:lnTo>
                <a:close/>
                <a:lnTo>
                  <a:pt x="1119094" y="1486278"/>
                </a:lnTo>
                <a:close/>
                <a:lnTo>
                  <a:pt x="1120132" y="1553445"/>
                </a:lnTo>
                <a:close/>
                <a:lnTo>
                  <a:pt x="1121054" y="1437361"/>
                </a:lnTo>
                <a:close/>
                <a:lnTo>
                  <a:pt x="1121169" y="1491848"/>
                </a:lnTo>
                <a:close/>
                <a:lnTo>
                  <a:pt x="1121630" y="1476840"/>
                </a:lnTo>
                <a:close/>
                <a:lnTo>
                  <a:pt x="1123704" y="1304700"/>
                </a:lnTo>
                <a:close/>
                <a:lnTo>
                  <a:pt x="1133730" y="1408407"/>
                </a:lnTo>
                <a:close/>
                <a:lnTo>
                  <a:pt x="1135113" y="1422350"/>
                </a:lnTo>
                <a:close/>
                <a:lnTo>
                  <a:pt x="1140760" y="1654566"/>
                </a:lnTo>
                <a:close/>
                <a:lnTo>
                  <a:pt x="1141566" y="1401325"/>
                </a:lnTo>
                <a:close/>
                <a:lnTo>
                  <a:pt x="1144102" y="1426866"/>
                </a:lnTo>
                <a:close/>
                <a:lnTo>
                  <a:pt x="1148711" y="1395893"/>
                </a:lnTo>
                <a:close/>
                <a:lnTo>
                  <a:pt x="1150901" y="1435454"/>
                </a:lnTo>
                <a:close/>
                <a:lnTo>
                  <a:pt x="1152975" y="1444941"/>
                </a:lnTo>
                <a:close/>
                <a:lnTo>
                  <a:pt x="1155049" y="1359585"/>
                </a:lnTo>
                <a:close/>
                <a:lnTo>
                  <a:pt x="1158737" y="1453120"/>
                </a:lnTo>
                <a:close/>
                <a:lnTo>
                  <a:pt x="1170376" y="1395526"/>
                </a:lnTo>
                <a:close/>
                <a:lnTo>
                  <a:pt x="1178213" y="1342238"/>
                </a:lnTo>
                <a:close/>
                <a:lnTo>
                  <a:pt x="1180402" y="1423420"/>
                </a:lnTo>
                <a:close/>
                <a:lnTo>
                  <a:pt x="1184666" y="1433472"/>
                </a:lnTo>
                <a:close/>
                <a:lnTo>
                  <a:pt x="1194577" y="1521602"/>
                </a:lnTo>
                <a:close/>
                <a:lnTo>
                  <a:pt x="1195729" y="1597056"/>
                </a:lnTo>
                <a:close/>
                <a:lnTo>
                  <a:pt x="1196190" y="1455416"/>
                </a:lnTo>
                <a:close/>
                <a:lnTo>
                  <a:pt x="1196881" y="1376985"/>
                </a:lnTo>
                <a:close/>
                <a:lnTo>
                  <a:pt x="1198840" y="1622790"/>
                </a:lnTo>
                <a:close/>
                <a:lnTo>
                  <a:pt x="1201952" y="1280807"/>
                </a:lnTo>
                <a:close/>
                <a:lnTo>
                  <a:pt x="1202528" y="1274570"/>
                </a:lnTo>
                <a:close/>
                <a:lnTo>
                  <a:pt x="1204142" y="1301661"/>
                </a:lnTo>
                <a:close/>
                <a:lnTo>
                  <a:pt x="1205985" y="1504037"/>
                </a:lnTo>
                <a:close/>
                <a:lnTo>
                  <a:pt x="1206331" y="1513811"/>
                </a:lnTo>
                <a:close/>
                <a:lnTo>
                  <a:pt x="1211978" y="1496223"/>
                </a:lnTo>
                <a:close/>
                <a:lnTo>
                  <a:pt x="1212324" y="1675301"/>
                </a:lnTo>
                <a:close/>
                <a:lnTo>
                  <a:pt x="1213361" y="1432715"/>
                </a:lnTo>
                <a:close/>
                <a:lnTo>
                  <a:pt x="1217509" y="1339016"/>
                </a:lnTo>
                <a:close/>
                <a:lnTo>
                  <a:pt x="1221773" y="1416970"/>
                </a:lnTo>
                <a:close/>
                <a:lnTo>
                  <a:pt x="1224654" y="1389795"/>
                </a:lnTo>
                <a:close/>
                <a:lnTo>
                  <a:pt x="1229725" y="1397512"/>
                </a:lnTo>
                <a:close/>
                <a:lnTo>
                  <a:pt x="1231223" y="1310483"/>
                </a:lnTo>
                <a:close/>
                <a:lnTo>
                  <a:pt x="1231453" y="1417408"/>
                </a:lnTo>
                <a:close/>
                <a:lnTo>
                  <a:pt x="1237676" y="1550576"/>
                </a:lnTo>
                <a:close/>
                <a:lnTo>
                  <a:pt x="1244360" y="1339543"/>
                </a:lnTo>
                <a:close/>
                <a:lnTo>
                  <a:pt x="1245052" y="1442081"/>
                </a:lnTo>
                <a:close/>
                <a:lnTo>
                  <a:pt x="1248048" y="1297663"/>
                </a:lnTo>
                <a:close/>
                <a:lnTo>
                  <a:pt x="1254847" y="1376059"/>
                </a:lnTo>
                <a:close/>
                <a:lnTo>
                  <a:pt x="1255884" y="1495728"/>
                </a:lnTo>
                <a:close/>
                <a:lnTo>
                  <a:pt x="1255884" y="1320779"/>
                </a:lnTo>
                <a:close/>
                <a:lnTo>
                  <a:pt x="1257959" y="1312221"/>
                </a:lnTo>
                <a:close/>
                <a:lnTo>
                  <a:pt x="1265910" y="1472555"/>
                </a:lnTo>
                <a:close/>
                <a:lnTo>
                  <a:pt x="1266025" y="1347082"/>
                </a:lnTo>
                <a:close/>
                <a:lnTo>
                  <a:pt x="1266717" y="1371822"/>
                </a:lnTo>
                <a:close/>
                <a:lnTo>
                  <a:pt x="1266832" y="1353403"/>
                </a:lnTo>
                <a:close/>
                <a:lnTo>
                  <a:pt x="1271326" y="1281027"/>
                </a:lnTo>
                <a:close/>
                <a:lnTo>
                  <a:pt x="1275360" y="1363354"/>
                </a:lnTo>
                <a:close/>
                <a:lnTo>
                  <a:pt x="1277319" y="1457122"/>
                </a:lnTo>
                <a:close/>
                <a:lnTo>
                  <a:pt x="1278702" y="1307069"/>
                </a:lnTo>
                <a:close/>
                <a:lnTo>
                  <a:pt x="1282159" y="1349698"/>
                </a:lnTo>
                <a:close/>
                <a:lnTo>
                  <a:pt x="1282389" y="1289454"/>
                </a:lnTo>
                <a:close/>
                <a:lnTo>
                  <a:pt x="1288612" y="1275015"/>
                </a:lnTo>
                <a:close/>
                <a:lnTo>
                  <a:pt x="1291263" y="1390727"/>
                </a:lnTo>
                <a:close/>
                <a:lnTo>
                  <a:pt x="1301865" y="1422475"/>
                </a:lnTo>
                <a:close/>
                <a:lnTo>
                  <a:pt x="1302556" y="1292003"/>
                </a:lnTo>
                <a:close/>
                <a:lnTo>
                  <a:pt x="1304746" y="1458001"/>
                </a:lnTo>
                <a:close/>
                <a:lnTo>
                  <a:pt x="1309240" y="1292667"/>
                </a:lnTo>
                <a:close/>
                <a:lnTo>
                  <a:pt x="1310738" y="1270514"/>
                </a:lnTo>
                <a:close/>
                <a:lnTo>
                  <a:pt x="1334363" y="1393477"/>
                </a:lnTo>
                <a:close/>
                <a:lnTo>
                  <a:pt x="1341507" y="1437625"/>
                </a:lnTo>
                <a:close/>
                <a:lnTo>
                  <a:pt x="1343582" y="1227825"/>
                </a:lnTo>
                <a:close/>
                <a:lnTo>
                  <a:pt x="1350266" y="1272550"/>
                </a:lnTo>
                <a:close/>
                <a:lnTo>
                  <a:pt x="1362712" y="1164493"/>
                </a:lnTo>
                <a:close/>
                <a:lnTo>
                  <a:pt x="1384953" y="1304700"/>
                </a:lnTo>
                <a:close/>
                <a:lnTo>
                  <a:pt x="1393711" y="1307397"/>
                </a:lnTo>
                <a:close/>
                <a:lnTo>
                  <a:pt x="1418718" y="1085239"/>
                </a:lnTo>
                <a:close/>
                <a:lnTo>
                  <a:pt x="1418949" y="1303553"/>
                </a:lnTo>
                <a:close/>
                <a:lnTo>
                  <a:pt x="1422291" y="1440971"/>
                </a:lnTo>
                <a:close/>
                <a:lnTo>
                  <a:pt x="1445223" y="1239851"/>
                </a:lnTo>
                <a:close/>
                <a:lnTo>
                  <a:pt x="1477491" y="1091166"/>
                </a:lnTo>
                <a:close/>
                <a:lnTo>
                  <a:pt x="1485096" y="1209999"/>
                </a:lnTo>
                <a:close/>
                <a:lnTo>
                  <a:pt x="1549285" y="1192085"/>
                </a:lnTo>
                <a:close/>
                <a:lnTo>
                  <a:pt x="1565764" y="1202541"/>
                </a:lnTo>
                <a:close/>
                <a:lnTo>
                  <a:pt x="1568876" y="1414833"/>
                </a:lnTo>
                <a:close/>
                <a:lnTo>
                  <a:pt x="1590771" y="1207876"/>
                </a:lnTo>
                <a:close/>
                <a:lnTo>
                  <a:pt x="1619812" y="1155291"/>
                </a:lnTo>
                <a:close/>
                <a:lnTo>
                  <a:pt x="1628570" y="1406033"/>
                </a:lnTo>
                <a:close/>
                <a:lnTo>
                  <a:pt x="1661298" y="1087564"/>
                </a:lnTo>
                <a:close/>
                <a:lnTo>
                  <a:pt x="1666138" y="1169277"/>
                </a:lnTo>
                <a:close/>
                <a:lnTo>
                  <a:pt x="1672707" y="1236134"/>
                </a:lnTo>
                <a:close/>
                <a:lnTo>
                  <a:pt x="1827244" y="1071984"/>
                </a:lnTo>
                <a:close/>
                <a:lnTo>
                  <a:pt x="1838076" y="938949"/>
                </a:lnTo>
                <a:close/>
                <a:lnTo>
                  <a:pt x="1910216" y="859369"/>
                </a:lnTo>
                <a:close/>
                <a:lnTo>
                  <a:pt x="2061181" y="1280020"/>
                </a:lnTo>
                <a:close/>
                <a:lnTo>
                  <a:pt x="2061181" y="505803"/>
                </a:lnTo>
                <a:close/>
                <a:lnTo>
                  <a:pt x="2061181" y="505803"/>
                </a:lnTo>
                <a:close/>
                <a:lnTo>
                  <a:pt x="1910216" y="0"/>
                </a:lnTo>
                <a:close/>
                <a:lnTo>
                  <a:pt x="1838076" y="172058"/>
                </a:lnTo>
                <a:close/>
                <a:lnTo>
                  <a:pt x="1827244" y="280040"/>
                </a:lnTo>
                <a:close/>
                <a:lnTo>
                  <a:pt x="1672707" y="585968"/>
                </a:lnTo>
                <a:close/>
                <a:lnTo>
                  <a:pt x="1666138" y="249231"/>
                </a:lnTo>
                <a:close/>
                <a:lnTo>
                  <a:pt x="1661298" y="499855"/>
                </a:lnTo>
                <a:close/>
                <a:lnTo>
                  <a:pt x="1628570" y="163054"/>
                </a:lnTo>
                <a:close/>
                <a:lnTo>
                  <a:pt x="1619812" y="433530"/>
                </a:lnTo>
                <a:close/>
                <a:lnTo>
                  <a:pt x="1590771" y="499114"/>
                </a:lnTo>
                <a:close/>
                <a:lnTo>
                  <a:pt x="1568876" y="930417"/>
                </a:lnTo>
                <a:close/>
                <a:lnTo>
                  <a:pt x="1565764" y="564369"/>
                </a:lnTo>
                <a:close/>
                <a:lnTo>
                  <a:pt x="1549285" y="570807"/>
                </a:lnTo>
                <a:close/>
                <a:lnTo>
                  <a:pt x="1485096" y="561085"/>
                </a:lnTo>
                <a:close/>
                <a:lnTo>
                  <a:pt x="1477491" y="521483"/>
                </a:lnTo>
                <a:close/>
                <a:lnTo>
                  <a:pt x="1445223" y="666334"/>
                </a:lnTo>
                <a:close/>
                <a:lnTo>
                  <a:pt x="1422291" y="810845"/>
                </a:lnTo>
                <a:close/>
                <a:lnTo>
                  <a:pt x="1418949" y="690955"/>
                </a:lnTo>
                <a:close/>
                <a:lnTo>
                  <a:pt x="1418718" y="506819"/>
                </a:lnTo>
                <a:close/>
                <a:lnTo>
                  <a:pt x="1393711" y="820945"/>
                </a:lnTo>
                <a:close/>
                <a:lnTo>
                  <a:pt x="1384953" y="747509"/>
                </a:lnTo>
                <a:close/>
                <a:lnTo>
                  <a:pt x="1362712" y="648245"/>
                </a:lnTo>
                <a:close/>
                <a:lnTo>
                  <a:pt x="1350266" y="470511"/>
                </a:lnTo>
                <a:close/>
                <a:lnTo>
                  <a:pt x="1343582" y="648206"/>
                </a:lnTo>
                <a:close/>
                <a:lnTo>
                  <a:pt x="1341507" y="732413"/>
                </a:lnTo>
                <a:close/>
                <a:lnTo>
                  <a:pt x="1334363" y="897722"/>
                </a:lnTo>
                <a:close/>
                <a:lnTo>
                  <a:pt x="1310738" y="709673"/>
                </a:lnTo>
                <a:close/>
                <a:lnTo>
                  <a:pt x="1309240" y="742632"/>
                </a:lnTo>
                <a:close/>
                <a:lnTo>
                  <a:pt x="1304746" y="1007592"/>
                </a:lnTo>
                <a:close/>
                <a:lnTo>
                  <a:pt x="1302556" y="649862"/>
                </a:lnTo>
                <a:close/>
                <a:lnTo>
                  <a:pt x="1301865" y="929079"/>
                </a:lnTo>
                <a:close/>
                <a:lnTo>
                  <a:pt x="1291263" y="869967"/>
                </a:lnTo>
                <a:close/>
                <a:lnTo>
                  <a:pt x="1288612" y="776800"/>
                </a:lnTo>
                <a:close/>
                <a:lnTo>
                  <a:pt x="1282389" y="817732"/>
                </a:lnTo>
                <a:close/>
                <a:lnTo>
                  <a:pt x="1282159" y="756915"/>
                </a:lnTo>
                <a:close/>
                <a:lnTo>
                  <a:pt x="1278702" y="689180"/>
                </a:lnTo>
                <a:close/>
                <a:lnTo>
                  <a:pt x="1277319" y="1002397"/>
                </a:lnTo>
                <a:close/>
                <a:lnTo>
                  <a:pt x="1275360" y="888409"/>
                </a:lnTo>
                <a:close/>
                <a:lnTo>
                  <a:pt x="1271326" y="668362"/>
                </a:lnTo>
                <a:close/>
                <a:lnTo>
                  <a:pt x="1266832" y="780538"/>
                </a:lnTo>
                <a:close/>
                <a:lnTo>
                  <a:pt x="1266717" y="927830"/>
                </a:lnTo>
                <a:close/>
                <a:lnTo>
                  <a:pt x="1266025" y="867159"/>
                </a:lnTo>
                <a:close/>
                <a:lnTo>
                  <a:pt x="1265910" y="708432"/>
                </a:lnTo>
                <a:close/>
                <a:lnTo>
                  <a:pt x="1257959" y="884522"/>
                </a:lnTo>
                <a:close/>
                <a:lnTo>
                  <a:pt x="1255884" y="749829"/>
                </a:lnTo>
                <a:close/>
                <a:lnTo>
                  <a:pt x="1255884" y="847762"/>
                </a:lnTo>
                <a:close/>
                <a:lnTo>
                  <a:pt x="1254847" y="785687"/>
                </a:lnTo>
                <a:close/>
                <a:lnTo>
                  <a:pt x="1248048" y="664257"/>
                </a:lnTo>
                <a:close/>
                <a:lnTo>
                  <a:pt x="1245052" y="820522"/>
                </a:lnTo>
                <a:close/>
                <a:lnTo>
                  <a:pt x="1244360" y="669075"/>
                </a:lnTo>
                <a:close/>
                <a:lnTo>
                  <a:pt x="1237676" y="1004278"/>
                </a:lnTo>
                <a:close/>
                <a:lnTo>
                  <a:pt x="1231453" y="915264"/>
                </a:lnTo>
                <a:close/>
                <a:lnTo>
                  <a:pt x="1231223" y="680478"/>
                </a:lnTo>
                <a:close/>
                <a:lnTo>
                  <a:pt x="1229725" y="855210"/>
                </a:lnTo>
                <a:close/>
                <a:lnTo>
                  <a:pt x="1224654" y="770591"/>
                </a:lnTo>
                <a:close/>
                <a:lnTo>
                  <a:pt x="1221773" y="992727"/>
                </a:lnTo>
                <a:close/>
                <a:lnTo>
                  <a:pt x="1217509" y="793554"/>
                </a:lnTo>
                <a:close/>
                <a:lnTo>
                  <a:pt x="1213361" y="1016842"/>
                </a:lnTo>
                <a:close/>
                <a:lnTo>
                  <a:pt x="1212324" y="697446"/>
                </a:lnTo>
                <a:close/>
                <a:lnTo>
                  <a:pt x="1211978" y="1049731"/>
                </a:lnTo>
                <a:close/>
                <a:lnTo>
                  <a:pt x="1206331" y="703012"/>
                </a:lnTo>
                <a:close/>
                <a:lnTo>
                  <a:pt x="1205985" y="951689"/>
                </a:lnTo>
                <a:close/>
                <a:lnTo>
                  <a:pt x="1204142" y="851178"/>
                </a:lnTo>
                <a:close/>
                <a:lnTo>
                  <a:pt x="1202528" y="801557"/>
                </a:lnTo>
                <a:close/>
                <a:lnTo>
                  <a:pt x="1201952" y="792913"/>
                </a:lnTo>
                <a:close/>
                <a:lnTo>
                  <a:pt x="1198840" y="1192125"/>
                </a:lnTo>
                <a:close/>
                <a:lnTo>
                  <a:pt x="1196881" y="845737"/>
                </a:lnTo>
                <a:close/>
                <a:lnTo>
                  <a:pt x="1196190" y="778723"/>
                </a:lnTo>
                <a:close/>
                <a:lnTo>
                  <a:pt x="1195729" y="674936"/>
                </a:lnTo>
                <a:close/>
                <a:lnTo>
                  <a:pt x="1194577" y="1088065"/>
                </a:lnTo>
                <a:close/>
                <a:lnTo>
                  <a:pt x="1184666" y="850177"/>
                </a:lnTo>
                <a:close/>
                <a:lnTo>
                  <a:pt x="1180402" y="968176"/>
                </a:lnTo>
                <a:close/>
                <a:lnTo>
                  <a:pt x="1178213" y="800586"/>
                </a:lnTo>
                <a:close/>
                <a:lnTo>
                  <a:pt x="1170376" y="844897"/>
                </a:lnTo>
                <a:close/>
                <a:lnTo>
                  <a:pt x="1158737" y="966262"/>
                </a:lnTo>
                <a:close/>
                <a:lnTo>
                  <a:pt x="1155049" y="914536"/>
                </a:lnTo>
                <a:close/>
                <a:lnTo>
                  <a:pt x="1152975" y="999449"/>
                </a:lnTo>
                <a:close/>
                <a:lnTo>
                  <a:pt x="1150901" y="914437"/>
                </a:lnTo>
                <a:close/>
                <a:lnTo>
                  <a:pt x="1148711" y="845308"/>
                </a:lnTo>
                <a:close/>
                <a:lnTo>
                  <a:pt x="1144102" y="1006367"/>
                </a:lnTo>
                <a:close/>
                <a:lnTo>
                  <a:pt x="1141566" y="900248"/>
                </a:lnTo>
                <a:close/>
                <a:lnTo>
                  <a:pt x="1140760" y="1060081"/>
                </a:lnTo>
                <a:close/>
                <a:lnTo>
                  <a:pt x="1135113" y="946000"/>
                </a:lnTo>
                <a:close/>
                <a:lnTo>
                  <a:pt x="1133730" y="988732"/>
                </a:lnTo>
                <a:close/>
                <a:lnTo>
                  <a:pt x="1123704" y="747509"/>
                </a:lnTo>
                <a:close/>
                <a:lnTo>
                  <a:pt x="1121630" y="993658"/>
                </a:lnTo>
                <a:close/>
                <a:lnTo>
                  <a:pt x="1121169" y="1052600"/>
                </a:lnTo>
                <a:close/>
                <a:lnTo>
                  <a:pt x="1121054" y="941690"/>
                </a:lnTo>
                <a:close/>
                <a:lnTo>
                  <a:pt x="1120132" y="1050555"/>
                </a:lnTo>
                <a:close/>
                <a:lnTo>
                  <a:pt x="1119094" y="1027485"/>
                </a:lnTo>
                <a:close/>
                <a:lnTo>
                  <a:pt x="1117020" y="1097635"/>
                </a:lnTo>
                <a:close/>
                <a:lnTo>
                  <a:pt x="1116559" y="1095325"/>
                </a:lnTo>
                <a:close/>
                <a:lnTo>
                  <a:pt x="1112987" y="862660"/>
                </a:lnTo>
                <a:close/>
                <a:lnTo>
                  <a:pt x="1103422" y="975297"/>
                </a:lnTo>
                <a:close/>
                <a:lnTo>
                  <a:pt x="1103422" y="1016838"/>
                </a:lnTo>
                <a:close/>
                <a:lnTo>
                  <a:pt x="1103191" y="989276"/>
                </a:lnTo>
                <a:close/>
                <a:lnTo>
                  <a:pt x="1100195" y="911085"/>
                </a:lnTo>
                <a:close/>
                <a:lnTo>
                  <a:pt x="1099965" y="1075983"/>
                </a:lnTo>
                <a:close/>
                <a:lnTo>
                  <a:pt x="1098351" y="993283"/>
                </a:lnTo>
                <a:close/>
                <a:lnTo>
                  <a:pt x="1097429" y="921578"/>
                </a:lnTo>
                <a:close/>
                <a:lnTo>
                  <a:pt x="1088902" y="1004643"/>
                </a:lnTo>
                <a:close/>
                <a:lnTo>
                  <a:pt x="1088441" y="1207687"/>
                </a:lnTo>
                <a:close/>
                <a:lnTo>
                  <a:pt x="1087058" y="1031969"/>
                </a:lnTo>
                <a:close/>
                <a:lnTo>
                  <a:pt x="1086251" y="1014737"/>
                </a:lnTo>
                <a:close/>
                <a:lnTo>
                  <a:pt x="1085675" y="1044481"/>
                </a:lnTo>
                <a:close/>
                <a:lnTo>
                  <a:pt x="1085214" y="981187"/>
                </a:lnTo>
                <a:close/>
                <a:lnTo>
                  <a:pt x="1084407" y="1098436"/>
                </a:lnTo>
                <a:close/>
                <a:lnTo>
                  <a:pt x="1082563" y="1095991"/>
                </a:lnTo>
                <a:close/>
                <a:lnTo>
                  <a:pt x="1082563" y="1012711"/>
                </a:lnTo>
                <a:close/>
                <a:lnTo>
                  <a:pt x="1076571" y="993331"/>
                </a:lnTo>
                <a:close/>
                <a:lnTo>
                  <a:pt x="1075073" y="1228657"/>
                </a:lnTo>
                <a:close/>
                <a:lnTo>
                  <a:pt x="1073344" y="1175557"/>
                </a:lnTo>
                <a:close/>
                <a:lnTo>
                  <a:pt x="1071731" y="681028"/>
                </a:lnTo>
                <a:close/>
                <a:lnTo>
                  <a:pt x="1070924" y="1122858"/>
                </a:lnTo>
                <a:close/>
                <a:lnTo>
                  <a:pt x="1070694" y="1071661"/>
                </a:lnTo>
                <a:close/>
                <a:lnTo>
                  <a:pt x="1069657" y="956736"/>
                </a:lnTo>
                <a:close/>
                <a:lnTo>
                  <a:pt x="1065854" y="974544"/>
                </a:lnTo>
                <a:close/>
                <a:lnTo>
                  <a:pt x="1063895" y="1103709"/>
                </a:lnTo>
                <a:close/>
                <a:lnTo>
                  <a:pt x="1061820" y="938504"/>
                </a:lnTo>
                <a:close/>
                <a:lnTo>
                  <a:pt x="1060898" y="938216"/>
                </a:lnTo>
                <a:close/>
                <a:lnTo>
                  <a:pt x="1059861" y="991880"/>
                </a:lnTo>
                <a:close/>
                <a:lnTo>
                  <a:pt x="1059631" y="1083886"/>
                </a:lnTo>
                <a:close/>
                <a:lnTo>
                  <a:pt x="1058478" y="1089181"/>
                </a:lnTo>
                <a:close/>
                <a:lnTo>
                  <a:pt x="1057556" y="1009272"/>
                </a:lnTo>
                <a:close/>
                <a:lnTo>
                  <a:pt x="1054214" y="1140771"/>
                </a:lnTo>
                <a:close/>
                <a:lnTo>
                  <a:pt x="1050181" y="1033485"/>
                </a:lnTo>
                <a:close/>
                <a:lnTo>
                  <a:pt x="1045571" y="1038882"/>
                </a:lnTo>
                <a:close/>
                <a:lnTo>
                  <a:pt x="1038772" y="1217995"/>
                </a:lnTo>
                <a:close/>
                <a:lnTo>
                  <a:pt x="1034163" y="1121849"/>
                </a:lnTo>
                <a:close/>
                <a:lnTo>
                  <a:pt x="1030590" y="1061116"/>
                </a:lnTo>
                <a:close/>
                <a:lnTo>
                  <a:pt x="1029438" y="1098714"/>
                </a:lnTo>
                <a:close/>
                <a:lnTo>
                  <a:pt x="1029092" y="1046248"/>
                </a:lnTo>
                <a:close/>
                <a:lnTo>
                  <a:pt x="1019988" y="1074934"/>
                </a:lnTo>
                <a:close/>
                <a:lnTo>
                  <a:pt x="1016531" y="1109155"/>
                </a:lnTo>
                <a:close/>
                <a:lnTo>
                  <a:pt x="1001204" y="1307285"/>
                </a:lnTo>
                <a:close/>
                <a:lnTo>
                  <a:pt x="994635" y="985517"/>
                </a:lnTo>
                <a:close/>
                <a:lnTo>
                  <a:pt x="982535" y="1280684"/>
                </a:lnTo>
                <a:close/>
                <a:lnTo>
                  <a:pt x="980691" y="1103805"/>
                </a:lnTo>
                <a:close/>
                <a:lnTo>
                  <a:pt x="980461" y="1161081"/>
                </a:lnTo>
                <a:close/>
                <a:lnTo>
                  <a:pt x="977465" y="1174143"/>
                </a:lnTo>
                <a:close/>
                <a:lnTo>
                  <a:pt x="973892" y="1188491"/>
                </a:lnTo>
                <a:close/>
                <a:lnTo>
                  <a:pt x="973431" y="1003786"/>
                </a:lnTo>
                <a:close/>
                <a:lnTo>
                  <a:pt x="970320" y="1111984"/>
                </a:lnTo>
                <a:close/>
                <a:lnTo>
                  <a:pt x="968245" y="971821"/>
                </a:lnTo>
                <a:close/>
                <a:lnTo>
                  <a:pt x="966402" y="1352781"/>
                </a:lnTo>
                <a:close/>
                <a:lnTo>
                  <a:pt x="965595" y="1140235"/>
                </a:lnTo>
                <a:close/>
                <a:lnTo>
                  <a:pt x="963866" y="1093886"/>
                </a:lnTo>
                <a:close/>
                <a:lnTo>
                  <a:pt x="963521" y="1319278"/>
                </a:lnTo>
                <a:close/>
                <a:lnTo>
                  <a:pt x="961677" y="1082359"/>
                </a:lnTo>
                <a:close/>
                <a:lnTo>
                  <a:pt x="959141" y="1079112"/>
                </a:lnTo>
                <a:close/>
                <a:lnTo>
                  <a:pt x="958450" y="1112806"/>
                </a:lnTo>
                <a:close/>
                <a:lnTo>
                  <a:pt x="951651" y="1207170"/>
                </a:lnTo>
                <a:close/>
                <a:lnTo>
                  <a:pt x="951536" y="1190062"/>
                </a:lnTo>
                <a:close/>
                <a:lnTo>
                  <a:pt x="943238" y="956712"/>
                </a:lnTo>
                <a:close/>
                <a:lnTo>
                  <a:pt x="941625" y="1211463"/>
                </a:lnTo>
                <a:close/>
                <a:lnTo>
                  <a:pt x="939205" y="1176684"/>
                </a:lnTo>
                <a:close/>
                <a:lnTo>
                  <a:pt x="937476" y="1225891"/>
                </a:lnTo>
                <a:close/>
                <a:lnTo>
                  <a:pt x="937246" y="1191889"/>
                </a:lnTo>
                <a:close/>
                <a:lnTo>
                  <a:pt x="931830" y="1081471"/>
                </a:lnTo>
                <a:close/>
                <a:lnTo>
                  <a:pt x="926759" y="1229754"/>
                </a:lnTo>
                <a:close/>
                <a:lnTo>
                  <a:pt x="926183" y="1191901"/>
                </a:lnTo>
                <a:close/>
                <a:lnTo>
                  <a:pt x="925491" y="1275121"/>
                </a:lnTo>
                <a:close/>
                <a:lnTo>
                  <a:pt x="924800" y="1073350"/>
                </a:lnTo>
                <a:close/>
                <a:lnTo>
                  <a:pt x="923878" y="1097824"/>
                </a:lnTo>
                <a:close/>
                <a:lnTo>
                  <a:pt x="920997" y="1397377"/>
                </a:lnTo>
                <a:close/>
                <a:lnTo>
                  <a:pt x="916503" y="1284425"/>
                </a:lnTo>
                <a:close/>
                <a:lnTo>
                  <a:pt x="916272" y="1448432"/>
                </a:lnTo>
                <a:close/>
                <a:lnTo>
                  <a:pt x="914313" y="1222918"/>
                </a:lnTo>
                <a:close/>
                <a:lnTo>
                  <a:pt x="913622" y="1126223"/>
                </a:lnTo>
                <a:close/>
                <a:lnTo>
                  <a:pt x="911778" y="1300758"/>
                </a:lnTo>
                <a:close/>
                <a:lnTo>
                  <a:pt x="910395" y="1115481"/>
                </a:lnTo>
                <a:close/>
                <a:lnTo>
                  <a:pt x="908090" y="1113280"/>
                </a:lnTo>
                <a:close/>
                <a:lnTo>
                  <a:pt x="904057" y="1335525"/>
                </a:lnTo>
                <a:close/>
                <a:lnTo>
                  <a:pt x="903826" y="1253104"/>
                </a:lnTo>
                <a:close/>
                <a:lnTo>
                  <a:pt x="902443" y="1273852"/>
                </a:lnTo>
                <a:close/>
                <a:lnTo>
                  <a:pt x="900600" y="1169177"/>
                </a:lnTo>
                <a:close/>
                <a:lnTo>
                  <a:pt x="889537" y="1195004"/>
                </a:lnTo>
                <a:close/>
                <a:lnTo>
                  <a:pt x="888960" y="1339435"/>
                </a:lnTo>
                <a:close/>
                <a:lnTo>
                  <a:pt x="887808" y="1244599"/>
                </a:lnTo>
                <a:close/>
                <a:lnTo>
                  <a:pt x="881585" y="1262272"/>
                </a:lnTo>
                <a:close/>
                <a:lnTo>
                  <a:pt x="879511" y="1327773"/>
                </a:lnTo>
                <a:close/>
                <a:lnTo>
                  <a:pt x="868563" y="1239848"/>
                </a:lnTo>
                <a:close/>
                <a:lnTo>
                  <a:pt x="868448" y="1264685"/>
                </a:lnTo>
                <a:close/>
                <a:lnTo>
                  <a:pt x="867871" y="1256093"/>
                </a:lnTo>
                <a:close/>
                <a:lnTo>
                  <a:pt x="862916" y="1375088"/>
                </a:lnTo>
                <a:close/>
                <a:lnTo>
                  <a:pt x="855195" y="1289062"/>
                </a:lnTo>
                <a:close/>
                <a:lnTo>
                  <a:pt x="854965" y="1382680"/>
                </a:lnTo>
                <a:close/>
                <a:lnTo>
                  <a:pt x="853006" y="1232826"/>
                </a:lnTo>
                <a:close/>
                <a:lnTo>
                  <a:pt x="851738" y="1410528"/>
                </a:lnTo>
                <a:close/>
                <a:lnTo>
                  <a:pt x="848742" y="1424884"/>
                </a:lnTo>
                <a:close/>
                <a:lnTo>
                  <a:pt x="848511" y="1377434"/>
                </a:lnTo>
                <a:close/>
                <a:lnTo>
                  <a:pt x="846783" y="1169062"/>
                </a:lnTo>
                <a:close/>
                <a:lnTo>
                  <a:pt x="846667" y="1264785"/>
                </a:lnTo>
                <a:close/>
                <a:lnTo>
                  <a:pt x="845515" y="1300318"/>
                </a:lnTo>
                <a:close/>
                <a:lnTo>
                  <a:pt x="845284" y="1293716"/>
                </a:lnTo>
                <a:close/>
                <a:lnTo>
                  <a:pt x="844593" y="1252335"/>
                </a:lnTo>
                <a:close/>
                <a:lnTo>
                  <a:pt x="842403" y="1150052"/>
                </a:lnTo>
                <a:close/>
                <a:lnTo>
                  <a:pt x="842288" y="1185393"/>
                </a:lnTo>
                <a:close/>
                <a:lnTo>
                  <a:pt x="842288" y="1230484"/>
                </a:lnTo>
                <a:close/>
                <a:lnTo>
                  <a:pt x="838024" y="1127608"/>
                </a:lnTo>
                <a:close/>
                <a:lnTo>
                  <a:pt x="838024" y="1295099"/>
                </a:lnTo>
                <a:close/>
                <a:lnTo>
                  <a:pt x="835374" y="1281767"/>
                </a:lnTo>
                <a:close/>
                <a:lnTo>
                  <a:pt x="834337" y="1251747"/>
                </a:lnTo>
                <a:close/>
                <a:lnTo>
                  <a:pt x="833415" y="1334146"/>
                </a:lnTo>
                <a:close/>
                <a:lnTo>
                  <a:pt x="832378" y="1175159"/>
                </a:lnTo>
                <a:close/>
                <a:lnTo>
                  <a:pt x="831571" y="1256314"/>
                </a:lnTo>
                <a:close/>
                <a:lnTo>
                  <a:pt x="831225" y="1396235"/>
                </a:lnTo>
                <a:close/>
                <a:lnTo>
                  <a:pt x="827307" y="1262662"/>
                </a:lnTo>
                <a:close/>
                <a:lnTo>
                  <a:pt x="827307" y="1342134"/>
                </a:lnTo>
                <a:close/>
                <a:lnTo>
                  <a:pt x="824887" y="1378391"/>
                </a:lnTo>
                <a:close/>
                <a:lnTo>
                  <a:pt x="824196" y="1154651"/>
                </a:lnTo>
                <a:close/>
                <a:lnTo>
                  <a:pt x="821430" y="1243145"/>
                </a:lnTo>
                <a:close/>
                <a:lnTo>
                  <a:pt x="821199" y="1287481"/>
                </a:lnTo>
                <a:close/>
                <a:lnTo>
                  <a:pt x="820969" y="1288968"/>
                </a:lnTo>
                <a:close/>
                <a:lnTo>
                  <a:pt x="819240" y="1310466"/>
                </a:lnTo>
                <a:close/>
                <a:lnTo>
                  <a:pt x="818203" y="1293468"/>
                </a:lnTo>
                <a:close/>
                <a:lnTo>
                  <a:pt x="817742" y="1314143"/>
                </a:lnTo>
                <a:close/>
                <a:lnTo>
                  <a:pt x="811980" y="1255193"/>
                </a:lnTo>
                <a:close/>
                <a:lnTo>
                  <a:pt x="809214" y="1234269"/>
                </a:lnTo>
                <a:close/>
                <a:lnTo>
                  <a:pt x="808638" y="1298474"/>
                </a:lnTo>
                <a:close/>
                <a:lnTo>
                  <a:pt x="807831" y="1212944"/>
                </a:lnTo>
                <a:close/>
                <a:lnTo>
                  <a:pt x="804950" y="1225153"/>
                </a:lnTo>
                <a:close/>
                <a:lnTo>
                  <a:pt x="804720" y="1329889"/>
                </a:lnTo>
                <a:close/>
                <a:lnTo>
                  <a:pt x="804144" y="1399983"/>
                </a:lnTo>
                <a:close/>
                <a:lnTo>
                  <a:pt x="801839" y="1173299"/>
                </a:lnTo>
                <a:close/>
                <a:lnTo>
                  <a:pt x="799304" y="1265147"/>
                </a:lnTo>
                <a:close/>
                <a:lnTo>
                  <a:pt x="796768" y="1245951"/>
                </a:lnTo>
                <a:close/>
                <a:lnTo>
                  <a:pt x="795731" y="1251820"/>
                </a:lnTo>
                <a:close/>
                <a:lnTo>
                  <a:pt x="794925" y="1233481"/>
                </a:lnTo>
                <a:close/>
                <a:lnTo>
                  <a:pt x="793657" y="1324994"/>
                </a:lnTo>
                <a:close/>
                <a:lnTo>
                  <a:pt x="791583" y="1266443"/>
                </a:lnTo>
                <a:close/>
                <a:lnTo>
                  <a:pt x="790661" y="1212944"/>
                </a:lnTo>
                <a:close/>
                <a:lnTo>
                  <a:pt x="789393" y="1293259"/>
                </a:lnTo>
                <a:close/>
                <a:lnTo>
                  <a:pt x="783862" y="1341721"/>
                </a:lnTo>
                <a:close/>
                <a:lnTo>
                  <a:pt x="780865" y="1353445"/>
                </a:lnTo>
                <a:close/>
                <a:lnTo>
                  <a:pt x="779252" y="1448199"/>
                </a:lnTo>
                <a:close/>
                <a:lnTo>
                  <a:pt x="777408" y="1281534"/>
                </a:lnTo>
                <a:close/>
                <a:lnTo>
                  <a:pt x="773029" y="1256577"/>
                </a:lnTo>
                <a:close/>
                <a:lnTo>
                  <a:pt x="770839" y="1385723"/>
                </a:lnTo>
                <a:close/>
                <a:lnTo>
                  <a:pt x="770724" y="1268807"/>
                </a:lnTo>
                <a:close/>
                <a:lnTo>
                  <a:pt x="770263" y="1286304"/>
                </a:lnTo>
                <a:close/>
                <a:lnTo>
                  <a:pt x="769918" y="1165401"/>
                </a:lnTo>
                <a:close/>
                <a:lnTo>
                  <a:pt x="767958" y="1337717"/>
                </a:lnTo>
                <a:close/>
                <a:lnTo>
                  <a:pt x="767152" y="1184165"/>
                </a:lnTo>
                <a:close/>
                <a:lnTo>
                  <a:pt x="767152" y="1231795"/>
                </a:lnTo>
                <a:close/>
                <a:lnTo>
                  <a:pt x="766921" y="1420036"/>
                </a:lnTo>
                <a:close/>
                <a:lnTo>
                  <a:pt x="760122" y="1275373"/>
                </a:lnTo>
                <a:close/>
                <a:lnTo>
                  <a:pt x="756780" y="1371288"/>
                </a:lnTo>
                <a:close/>
                <a:lnTo>
                  <a:pt x="752171" y="1470810"/>
                </a:lnTo>
                <a:close/>
                <a:lnTo>
                  <a:pt x="748483" y="1262807"/>
                </a:lnTo>
                <a:close/>
                <a:lnTo>
                  <a:pt x="747215" y="1294275"/>
                </a:lnTo>
                <a:close/>
                <a:lnTo>
                  <a:pt x="746985" y="1488567"/>
                </a:lnTo>
                <a:close/>
                <a:lnTo>
                  <a:pt x="745717" y="1426596"/>
                </a:lnTo>
                <a:close/>
                <a:lnTo>
                  <a:pt x="745256" y="1353218"/>
                </a:lnTo>
                <a:close/>
                <a:lnTo>
                  <a:pt x="744910" y="1427988"/>
                </a:lnTo>
                <a:close/>
                <a:lnTo>
                  <a:pt x="743643" y="1355609"/>
                </a:lnTo>
                <a:close/>
                <a:lnTo>
                  <a:pt x="743067" y="1399407"/>
                </a:lnTo>
                <a:close/>
                <a:lnTo>
                  <a:pt x="741569" y="1330002"/>
                </a:lnTo>
                <a:close/>
                <a:lnTo>
                  <a:pt x="740647" y="1378537"/>
                </a:lnTo>
                <a:close/>
                <a:lnTo>
                  <a:pt x="739149" y="1398791"/>
                </a:lnTo>
                <a:close/>
                <a:lnTo>
                  <a:pt x="737650" y="1300645"/>
                </a:lnTo>
                <a:close/>
                <a:lnTo>
                  <a:pt x="733847" y="1454813"/>
                </a:lnTo>
                <a:close/>
                <a:lnTo>
                  <a:pt x="732465" y="1363459"/>
                </a:lnTo>
                <a:close/>
                <a:lnTo>
                  <a:pt x="729353" y="1341675"/>
                </a:lnTo>
                <a:close/>
                <a:lnTo>
                  <a:pt x="728777" y="1362182"/>
                </a:lnTo>
                <a:close/>
                <a:lnTo>
                  <a:pt x="718982" y="1317685"/>
                </a:lnTo>
                <a:close/>
                <a:lnTo>
                  <a:pt x="717368" y="1317723"/>
                </a:lnTo>
                <a:close/>
                <a:lnTo>
                  <a:pt x="716446" y="1394985"/>
                </a:lnTo>
                <a:close/>
                <a:lnTo>
                  <a:pt x="714257" y="1445686"/>
                </a:lnTo>
                <a:close/>
                <a:lnTo>
                  <a:pt x="707803" y="1351339"/>
                </a:lnTo>
                <a:close/>
                <a:lnTo>
                  <a:pt x="703885" y="1488579"/>
                </a:lnTo>
                <a:close/>
                <a:lnTo>
                  <a:pt x="701926" y="1434089"/>
                </a:lnTo>
                <a:close/>
                <a:lnTo>
                  <a:pt x="698930" y="1521737"/>
                </a:lnTo>
                <a:close/>
                <a:lnTo>
                  <a:pt x="698469" y="1391751"/>
                </a:lnTo>
                <a:close/>
                <a:lnTo>
                  <a:pt x="698469" y="1539550"/>
                </a:lnTo>
                <a:close/>
                <a:lnTo>
                  <a:pt x="697662" y="1042588"/>
                </a:lnTo>
                <a:close/>
                <a:lnTo>
                  <a:pt x="692822" y="1271461"/>
                </a:lnTo>
                <a:close/>
                <a:lnTo>
                  <a:pt x="692131" y="1467645"/>
                </a:lnTo>
                <a:close/>
                <a:lnTo>
                  <a:pt x="689480" y="1404863"/>
                </a:lnTo>
                <a:close/>
                <a:lnTo>
                  <a:pt x="689365" y="1195338"/>
                </a:lnTo>
                <a:close/>
                <a:lnTo>
                  <a:pt x="687060" y="1447290"/>
                </a:lnTo>
                <a:close/>
                <a:lnTo>
                  <a:pt x="684179" y="1347019"/>
                </a:lnTo>
                <a:close/>
                <a:lnTo>
                  <a:pt x="683372" y="1427678"/>
                </a:lnTo>
                <a:close/>
                <a:lnTo>
                  <a:pt x="680607" y="1402736"/>
                </a:lnTo>
                <a:close/>
                <a:lnTo>
                  <a:pt x="677265" y="1281534"/>
                </a:lnTo>
                <a:close/>
                <a:lnTo>
                  <a:pt x="675536" y="1452941"/>
                </a:lnTo>
                <a:close/>
                <a:lnTo>
                  <a:pt x="674384" y="1341541"/>
                </a:lnTo>
                <a:close/>
                <a:lnTo>
                  <a:pt x="673347" y="1412599"/>
                </a:lnTo>
                <a:close/>
                <a:lnTo>
                  <a:pt x="672655" y="1411608"/>
                </a:lnTo>
                <a:close/>
                <a:lnTo>
                  <a:pt x="670466" y="1369181"/>
                </a:lnTo>
                <a:close/>
                <a:lnTo>
                  <a:pt x="669774" y="1387319"/>
                </a:lnTo>
                <a:close/>
                <a:lnTo>
                  <a:pt x="665971" y="1413116"/>
                </a:lnTo>
                <a:close/>
                <a:lnTo>
                  <a:pt x="665625" y="1489406"/>
                </a:lnTo>
                <a:close/>
                <a:lnTo>
                  <a:pt x="665164" y="1427896"/>
                </a:lnTo>
                <a:close/>
                <a:lnTo>
                  <a:pt x="665049" y="1444624"/>
                </a:lnTo>
                <a:close/>
                <a:lnTo>
                  <a:pt x="659287" y="1456240"/>
                </a:lnTo>
                <a:close/>
                <a:lnTo>
                  <a:pt x="659287" y="1454548"/>
                </a:lnTo>
                <a:close/>
                <a:lnTo>
                  <a:pt x="657559" y="1447944"/>
                </a:lnTo>
                <a:close/>
                <a:lnTo>
                  <a:pt x="656176" y="1533008"/>
                </a:lnTo>
                <a:close/>
                <a:lnTo>
                  <a:pt x="653525" y="1448562"/>
                </a:lnTo>
                <a:close/>
                <a:lnTo>
                  <a:pt x="652258" y="1444047"/>
                </a:lnTo>
                <a:close/>
                <a:lnTo>
                  <a:pt x="649377" y="1411545"/>
                </a:lnTo>
                <a:close/>
                <a:lnTo>
                  <a:pt x="648916" y="1591825"/>
                </a:lnTo>
                <a:close/>
                <a:lnTo>
                  <a:pt x="646380" y="1362601"/>
                </a:lnTo>
                <a:close/>
                <a:lnTo>
                  <a:pt x="644421" y="1563295"/>
                </a:lnTo>
                <a:close/>
                <a:lnTo>
                  <a:pt x="640849" y="1293489"/>
                </a:lnTo>
                <a:close/>
                <a:lnTo>
                  <a:pt x="633128" y="1505365"/>
                </a:lnTo>
                <a:close/>
                <a:lnTo>
                  <a:pt x="630708" y="1513306"/>
                </a:lnTo>
                <a:close/>
                <a:lnTo>
                  <a:pt x="629555" y="1471817"/>
                </a:lnTo>
                <a:close/>
                <a:lnTo>
                  <a:pt x="627251" y="1454643"/>
                </a:lnTo>
                <a:close/>
                <a:lnTo>
                  <a:pt x="626674" y="1531663"/>
                </a:lnTo>
                <a:close/>
                <a:lnTo>
                  <a:pt x="626559" y="1430427"/>
                </a:lnTo>
                <a:close/>
                <a:lnTo>
                  <a:pt x="626213" y="1500749"/>
                </a:lnTo>
                <a:close/>
                <a:lnTo>
                  <a:pt x="625983" y="1463607"/>
                </a:lnTo>
                <a:close/>
                <a:lnTo>
                  <a:pt x="625983" y="1612438"/>
                </a:lnTo>
                <a:close/>
                <a:lnTo>
                  <a:pt x="625752" y="1389143"/>
                </a:lnTo>
                <a:close/>
                <a:lnTo>
                  <a:pt x="624715" y="1526184"/>
                </a:lnTo>
                <a:close/>
                <a:lnTo>
                  <a:pt x="624370" y="1456444"/>
                </a:lnTo>
                <a:close/>
                <a:lnTo>
                  <a:pt x="624254" y="1535282"/>
                </a:lnTo>
                <a:close/>
                <a:lnTo>
                  <a:pt x="623102" y="1538367"/>
                </a:lnTo>
                <a:close/>
                <a:lnTo>
                  <a:pt x="621373" y="1378466"/>
                </a:lnTo>
                <a:close/>
                <a:lnTo>
                  <a:pt x="620912" y="1495029"/>
                </a:lnTo>
                <a:close/>
                <a:lnTo>
                  <a:pt x="616188" y="1403498"/>
                </a:lnTo>
                <a:close/>
                <a:lnTo>
                  <a:pt x="613537" y="1519110"/>
                </a:lnTo>
                <a:close/>
                <a:lnTo>
                  <a:pt x="610886" y="1434438"/>
                </a:lnTo>
                <a:close/>
                <a:lnTo>
                  <a:pt x="603742" y="1571669"/>
                </a:lnTo>
                <a:close/>
                <a:lnTo>
                  <a:pt x="601783" y="1616728"/>
                </a:lnTo>
                <a:close/>
                <a:lnTo>
                  <a:pt x="596942" y="1538149"/>
                </a:lnTo>
                <a:close/>
                <a:lnTo>
                  <a:pt x="595905" y="1644989"/>
                </a:lnTo>
                <a:close/>
                <a:lnTo>
                  <a:pt x="594753" y="1541364"/>
                </a:lnTo>
                <a:close/>
                <a:lnTo>
                  <a:pt x="594177" y="1454543"/>
                </a:lnTo>
                <a:close/>
                <a:lnTo>
                  <a:pt x="589452" y="1413826"/>
                </a:lnTo>
                <a:close/>
                <a:lnTo>
                  <a:pt x="585764" y="1461322"/>
                </a:lnTo>
                <a:close/>
                <a:lnTo>
                  <a:pt x="579080" y="1590207"/>
                </a:lnTo>
                <a:close/>
                <a:lnTo>
                  <a:pt x="577236" y="1494928"/>
                </a:lnTo>
                <a:close/>
                <a:lnTo>
                  <a:pt x="577121" y="1503725"/>
                </a:lnTo>
                <a:close/>
                <a:lnTo>
                  <a:pt x="571935" y="1582080"/>
                </a:lnTo>
                <a:close/>
                <a:lnTo>
                  <a:pt x="565367" y="1480960"/>
                </a:lnTo>
                <a:close/>
                <a:lnTo>
                  <a:pt x="565021" y="1410036"/>
                </a:lnTo>
                <a:close/>
                <a:lnTo>
                  <a:pt x="564099" y="1369841"/>
                </a:lnTo>
                <a:close/>
                <a:lnTo>
                  <a:pt x="562716" y="1519070"/>
                </a:lnTo>
                <a:close/>
                <a:lnTo>
                  <a:pt x="559259" y="1586182"/>
                </a:lnTo>
                <a:close/>
                <a:lnTo>
                  <a:pt x="557185" y="1572075"/>
                </a:lnTo>
                <a:close/>
                <a:lnTo>
                  <a:pt x="553958" y="1602824"/>
                </a:lnTo>
                <a:close/>
                <a:lnTo>
                  <a:pt x="551884" y="1518109"/>
                </a:lnTo>
                <a:close/>
                <a:lnTo>
                  <a:pt x="551768" y="1332950"/>
                </a:lnTo>
                <a:close/>
                <a:lnTo>
                  <a:pt x="550155" y="1417997"/>
                </a:lnTo>
                <a:close/>
                <a:lnTo>
                  <a:pt x="548542" y="1371577"/>
                </a:lnTo>
                <a:close/>
                <a:lnTo>
                  <a:pt x="547850" y="1610143"/>
                </a:lnTo>
                <a:close/>
                <a:lnTo>
                  <a:pt x="547850" y="1518214"/>
                </a:lnTo>
                <a:close/>
                <a:lnTo>
                  <a:pt x="546122" y="1539550"/>
                </a:lnTo>
                <a:close/>
                <a:lnTo>
                  <a:pt x="544969" y="1534007"/>
                </a:lnTo>
                <a:close/>
                <a:lnTo>
                  <a:pt x="541743" y="1476830"/>
                </a:lnTo>
                <a:close/>
                <a:lnTo>
                  <a:pt x="540129" y="1657185"/>
                </a:lnTo>
                <a:close/>
                <a:lnTo>
                  <a:pt x="539207" y="1610859"/>
                </a:lnTo>
                <a:close/>
                <a:lnTo>
                  <a:pt x="535404" y="1481673"/>
                </a:lnTo>
                <a:close/>
                <a:lnTo>
                  <a:pt x="534828" y="1653660"/>
                </a:lnTo>
                <a:close/>
                <a:lnTo>
                  <a:pt x="533906" y="1541974"/>
                </a:lnTo>
                <a:close/>
                <a:lnTo>
                  <a:pt x="530219" y="1535543"/>
                </a:lnTo>
                <a:close/>
                <a:lnTo>
                  <a:pt x="529412" y="1557242"/>
                </a:lnTo>
                <a:close/>
                <a:lnTo>
                  <a:pt x="527568" y="1484740"/>
                </a:lnTo>
                <a:close/>
                <a:lnTo>
                  <a:pt x="527107" y="1559643"/>
                </a:lnTo>
                <a:close/>
                <a:lnTo>
                  <a:pt x="526646" y="1524964"/>
                </a:lnTo>
                <a:close/>
                <a:lnTo>
                  <a:pt x="520999" y="1495281"/>
                </a:lnTo>
                <a:close/>
                <a:lnTo>
                  <a:pt x="517888" y="1639553"/>
                </a:lnTo>
                <a:close/>
                <a:lnTo>
                  <a:pt x="516620" y="1688004"/>
                </a:lnTo>
                <a:close/>
                <a:lnTo>
                  <a:pt x="516275" y="1587153"/>
                </a:lnTo>
                <a:close/>
                <a:lnTo>
                  <a:pt x="513163" y="1524281"/>
                </a:lnTo>
                <a:close/>
                <a:lnTo>
                  <a:pt x="511434" y="1589313"/>
                </a:lnTo>
                <a:close/>
                <a:lnTo>
                  <a:pt x="510743" y="1615290"/>
                </a:lnTo>
                <a:close/>
                <a:lnTo>
                  <a:pt x="510167" y="1610008"/>
                </a:lnTo>
                <a:close/>
                <a:lnTo>
                  <a:pt x="506825" y="1445219"/>
                </a:lnTo>
                <a:close/>
                <a:lnTo>
                  <a:pt x="506249" y="1694191"/>
                </a:lnTo>
                <a:close/>
                <a:lnTo>
                  <a:pt x="505096" y="1592843"/>
                </a:lnTo>
                <a:close/>
                <a:lnTo>
                  <a:pt x="504635" y="1639433"/>
                </a:lnTo>
                <a:close/>
                <a:lnTo>
                  <a:pt x="504174" y="1597011"/>
                </a:lnTo>
                <a:close/>
                <a:lnTo>
                  <a:pt x="501639" y="1502080"/>
                </a:lnTo>
                <a:close/>
                <a:lnTo>
                  <a:pt x="500832" y="1558587"/>
                </a:lnTo>
                <a:close/>
                <a:lnTo>
                  <a:pt x="498643" y="1501869"/>
                </a:lnTo>
                <a:close/>
                <a:lnTo>
                  <a:pt x="490576" y="1632826"/>
                </a:lnTo>
                <a:close/>
                <a:lnTo>
                  <a:pt x="483316" y="1565595"/>
                </a:lnTo>
                <a:close/>
                <a:lnTo>
                  <a:pt x="482509" y="1650287"/>
                </a:lnTo>
                <a:close/>
                <a:lnTo>
                  <a:pt x="478476" y="1576889"/>
                </a:lnTo>
                <a:close/>
                <a:lnTo>
                  <a:pt x="477554" y="1579505"/>
                </a:lnTo>
                <a:close/>
                <a:lnTo>
                  <a:pt x="476747" y="1813094"/>
                </a:lnTo>
                <a:close/>
                <a:lnTo>
                  <a:pt x="475825" y="1557723"/>
                </a:lnTo>
                <a:close/>
                <a:lnTo>
                  <a:pt x="475019" y="1491916"/>
                </a:lnTo>
                <a:close/>
                <a:lnTo>
                  <a:pt x="473175" y="1590972"/>
                </a:lnTo>
                <a:close/>
                <a:lnTo>
                  <a:pt x="468911" y="1632342"/>
                </a:lnTo>
                <a:close/>
                <a:lnTo>
                  <a:pt x="468680" y="1566231"/>
                </a:lnTo>
                <a:close/>
                <a:lnTo>
                  <a:pt x="466721" y="1711623"/>
                </a:lnTo>
                <a:close/>
                <a:lnTo>
                  <a:pt x="465569" y="1704941"/>
                </a:lnTo>
                <a:close/>
                <a:lnTo>
                  <a:pt x="462457" y="1643712"/>
                </a:lnTo>
                <a:close/>
                <a:lnTo>
                  <a:pt x="460037" y="1628682"/>
                </a:lnTo>
                <a:close/>
                <a:lnTo>
                  <a:pt x="457387" y="1753089"/>
                </a:lnTo>
                <a:close/>
                <a:lnTo>
                  <a:pt x="457156" y="1597826"/>
                </a:lnTo>
                <a:close/>
                <a:lnTo>
                  <a:pt x="452086" y="1655003"/>
                </a:lnTo>
                <a:close/>
                <a:lnTo>
                  <a:pt x="451049" y="1686877"/>
                </a:lnTo>
                <a:close/>
                <a:lnTo>
                  <a:pt x="444711" y="1604082"/>
                </a:lnTo>
                <a:close/>
                <a:lnTo>
                  <a:pt x="444365" y="1611404"/>
                </a:lnTo>
                <a:close/>
                <a:lnTo>
                  <a:pt x="439870" y="1658655"/>
                </a:lnTo>
                <a:close/>
                <a:lnTo>
                  <a:pt x="439525" y="1665582"/>
                </a:lnTo>
                <a:close/>
                <a:lnTo>
                  <a:pt x="437220" y="1732494"/>
                </a:lnTo>
                <a:close/>
                <a:lnTo>
                  <a:pt x="435491" y="1639464"/>
                </a:lnTo>
                <a:close/>
                <a:lnTo>
                  <a:pt x="434915" y="1675892"/>
                </a:lnTo>
                <a:close/>
                <a:lnTo>
                  <a:pt x="433417" y="1667756"/>
                </a:lnTo>
                <a:close/>
                <a:lnTo>
                  <a:pt x="432956" y="1656422"/>
                </a:lnTo>
                <a:close/>
                <a:lnTo>
                  <a:pt x="430767" y="1643393"/>
                </a:lnTo>
                <a:close/>
                <a:lnTo>
                  <a:pt x="430306" y="1727564"/>
                </a:lnTo>
                <a:close/>
                <a:lnTo>
                  <a:pt x="429960" y="1598550"/>
                </a:lnTo>
                <a:close/>
                <a:lnTo>
                  <a:pt x="420971" y="1720537"/>
                </a:lnTo>
                <a:close/>
                <a:lnTo>
                  <a:pt x="419012" y="1613910"/>
                </a:lnTo>
                <a:close/>
                <a:lnTo>
                  <a:pt x="418205" y="1628519"/>
                </a:lnTo>
                <a:close/>
                <a:lnTo>
                  <a:pt x="417399" y="1658655"/>
                </a:lnTo>
                <a:close/>
                <a:lnTo>
                  <a:pt x="412789" y="1716626"/>
                </a:lnTo>
                <a:close/>
                <a:lnTo>
                  <a:pt x="406336" y="1604559"/>
                </a:lnTo>
                <a:close/>
                <a:lnTo>
                  <a:pt x="406220" y="1643688"/>
                </a:lnTo>
                <a:close/>
                <a:lnTo>
                  <a:pt x="405875" y="1767527"/>
                </a:lnTo>
                <a:close/>
                <a:lnTo>
                  <a:pt x="404953" y="1765610"/>
                </a:lnTo>
                <a:close/>
                <a:lnTo>
                  <a:pt x="403455" y="1653461"/>
                </a:lnTo>
                <a:close/>
                <a:lnTo>
                  <a:pt x="403224" y="1545667"/>
                </a:lnTo>
                <a:close/>
                <a:lnTo>
                  <a:pt x="403109" y="1763562"/>
                </a:lnTo>
                <a:close/>
                <a:lnTo>
                  <a:pt x="396886" y="1775432"/>
                </a:lnTo>
                <a:close/>
                <a:lnTo>
                  <a:pt x="394351" y="1694251"/>
                </a:lnTo>
                <a:close/>
                <a:lnTo>
                  <a:pt x="390893" y="1747797"/>
                </a:lnTo>
                <a:close/>
                <a:lnTo>
                  <a:pt x="389626" y="1620801"/>
                </a:lnTo>
                <a:close/>
                <a:lnTo>
                  <a:pt x="385016" y="1719078"/>
                </a:lnTo>
                <a:close/>
                <a:lnTo>
                  <a:pt x="385016" y="1776973"/>
                </a:lnTo>
                <a:close/>
                <a:lnTo>
                  <a:pt x="384094" y="1563547"/>
                </a:lnTo>
                <a:close/>
                <a:lnTo>
                  <a:pt x="381905" y="1666166"/>
                </a:lnTo>
                <a:close/>
                <a:lnTo>
                  <a:pt x="381213" y="1746290"/>
                </a:lnTo>
                <a:close/>
                <a:lnTo>
                  <a:pt x="375221" y="1684232"/>
                </a:lnTo>
                <a:close/>
                <a:lnTo>
                  <a:pt x="367154" y="1846690"/>
                </a:lnTo>
                <a:close/>
                <a:lnTo>
                  <a:pt x="364504" y="1528262"/>
                </a:lnTo>
                <a:close/>
                <a:lnTo>
                  <a:pt x="363236" y="1664367"/>
                </a:lnTo>
                <a:close/>
                <a:lnTo>
                  <a:pt x="361162" y="1734988"/>
                </a:lnTo>
                <a:close/>
                <a:lnTo>
                  <a:pt x="355400" y="1703188"/>
                </a:lnTo>
                <a:close/>
                <a:lnTo>
                  <a:pt x="354247" y="1740314"/>
                </a:lnTo>
                <a:close/>
                <a:lnTo>
                  <a:pt x="353671" y="1621535"/>
                </a:lnTo>
                <a:close/>
                <a:lnTo>
                  <a:pt x="349983" y="1859266"/>
                </a:lnTo>
                <a:close/>
                <a:lnTo>
                  <a:pt x="343184" y="1859204"/>
                </a:lnTo>
                <a:close/>
                <a:lnTo>
                  <a:pt x="342838" y="1766576"/>
                </a:lnTo>
                <a:close/>
                <a:lnTo>
                  <a:pt x="339381" y="1783584"/>
                </a:lnTo>
                <a:close/>
                <a:lnTo>
                  <a:pt x="334772" y="1788092"/>
                </a:lnTo>
                <a:close/>
                <a:lnTo>
                  <a:pt x="331430" y="1810335"/>
                </a:lnTo>
                <a:close/>
                <a:lnTo>
                  <a:pt x="326359" y="1731704"/>
                </a:lnTo>
                <a:close/>
                <a:lnTo>
                  <a:pt x="318523" y="1780871"/>
                </a:lnTo>
                <a:close/>
                <a:lnTo>
                  <a:pt x="317486" y="1709048"/>
                </a:lnTo>
                <a:close/>
                <a:lnTo>
                  <a:pt x="312876" y="1768392"/>
                </a:lnTo>
                <a:close/>
                <a:lnTo>
                  <a:pt x="307690" y="1844656"/>
                </a:lnTo>
                <a:close/>
                <a:lnTo>
                  <a:pt x="307575" y="1694628"/>
                </a:lnTo>
                <a:close/>
                <a:lnTo>
                  <a:pt x="302735" y="1773656"/>
                </a:lnTo>
                <a:close/>
                <a:lnTo>
                  <a:pt x="302504" y="1778267"/>
                </a:lnTo>
                <a:close/>
                <a:lnTo>
                  <a:pt x="301006" y="1919155"/>
                </a:lnTo>
                <a:close/>
                <a:lnTo>
                  <a:pt x="300891" y="1832149"/>
                </a:lnTo>
                <a:close/>
                <a:lnTo>
                  <a:pt x="300200" y="1683045"/>
                </a:lnTo>
                <a:close/>
                <a:lnTo>
                  <a:pt x="297434" y="1788092"/>
                </a:lnTo>
                <a:close/>
                <a:lnTo>
                  <a:pt x="294899" y="1880919"/>
                </a:lnTo>
                <a:close/>
                <a:lnTo>
                  <a:pt x="293746" y="1858190"/>
                </a:lnTo>
                <a:close/>
                <a:lnTo>
                  <a:pt x="292594" y="1774842"/>
                </a:lnTo>
                <a:close/>
                <a:lnTo>
                  <a:pt x="291902" y="1719833"/>
                </a:lnTo>
                <a:close/>
                <a:lnTo>
                  <a:pt x="287293" y="1596810"/>
                </a:lnTo>
                <a:close/>
                <a:lnTo>
                  <a:pt x="286601" y="1897034"/>
                </a:lnTo>
                <a:close/>
                <a:lnTo>
                  <a:pt x="285564" y="1678519"/>
                </a:lnTo>
                <a:close/>
                <a:lnTo>
                  <a:pt x="284873" y="1727276"/>
                </a:lnTo>
                <a:close/>
                <a:lnTo>
                  <a:pt x="283720" y="1808594"/>
                </a:lnTo>
                <a:close/>
                <a:lnTo>
                  <a:pt x="282568" y="1739548"/>
                </a:lnTo>
                <a:close/>
                <a:lnTo>
                  <a:pt x="273118" y="1787401"/>
                </a:lnTo>
                <a:close/>
                <a:lnTo>
                  <a:pt x="272196" y="1765431"/>
                </a:lnTo>
                <a:close/>
                <a:lnTo>
                  <a:pt x="268624" y="1835847"/>
                </a:lnTo>
                <a:close/>
                <a:lnTo>
                  <a:pt x="262862" y="1836149"/>
                </a:lnTo>
                <a:close/>
                <a:lnTo>
                  <a:pt x="252721" y="1812673"/>
                </a:lnTo>
                <a:close/>
                <a:lnTo>
                  <a:pt x="248457" y="1850973"/>
                </a:lnTo>
                <a:close/>
                <a:lnTo>
                  <a:pt x="243963" y="1815604"/>
                </a:lnTo>
                <a:close/>
                <a:lnTo>
                  <a:pt x="240390" y="1798985"/>
                </a:lnTo>
                <a:close/>
                <a:lnTo>
                  <a:pt x="226446" y="1678758"/>
                </a:lnTo>
                <a:close/>
                <a:lnTo>
                  <a:pt x="225524" y="1830175"/>
                </a:lnTo>
                <a:close/>
                <a:lnTo>
                  <a:pt x="220223" y="1846789"/>
                </a:lnTo>
                <a:close/>
                <a:lnTo>
                  <a:pt x="215498" y="1927130"/>
                </a:lnTo>
                <a:close/>
                <a:lnTo>
                  <a:pt x="202361" y="1909300"/>
                </a:lnTo>
                <a:close/>
                <a:lnTo>
                  <a:pt x="192566" y="1942851"/>
                </a:lnTo>
                <a:close/>
                <a:lnTo>
                  <a:pt x="191298" y="1827517"/>
                </a:lnTo>
                <a:close/>
                <a:lnTo>
                  <a:pt x="188417" y="1835686"/>
                </a:lnTo>
                <a:close/>
                <a:lnTo>
                  <a:pt x="178967" y="1852787"/>
                </a:lnTo>
                <a:close/>
                <a:lnTo>
                  <a:pt x="178967" y="1925881"/>
                </a:lnTo>
                <a:close/>
                <a:lnTo>
                  <a:pt x="175510" y="1922071"/>
                </a:lnTo>
                <a:close/>
                <a:lnTo>
                  <a:pt x="167904" y="1879119"/>
                </a:lnTo>
                <a:close/>
                <a:lnTo>
                  <a:pt x="155228" y="1926064"/>
                </a:lnTo>
                <a:close/>
                <a:lnTo>
                  <a:pt x="153154" y="1902427"/>
                </a:lnTo>
                <a:close/>
                <a:lnTo>
                  <a:pt x="152116" y="1759716"/>
                </a:lnTo>
                <a:close/>
                <a:lnTo>
                  <a:pt x="147737" y="1939938"/>
                </a:lnTo>
                <a:close/>
                <a:lnTo>
                  <a:pt x="125842" y="1951492"/>
                </a:lnTo>
                <a:close/>
                <a:lnTo>
                  <a:pt x="123422" y="1975482"/>
                </a:lnTo>
                <a:close/>
                <a:lnTo>
                  <a:pt x="107288" y="1801349"/>
                </a:lnTo>
                <a:close/>
                <a:lnTo>
                  <a:pt x="82512" y="2019986"/>
                </a:lnTo>
                <a:close/>
                <a:lnTo>
                  <a:pt x="59694" y="1984467"/>
                </a:lnTo>
                <a:close/>
                <a:lnTo>
                  <a:pt x="59118" y="1964112"/>
                </a:lnTo>
                <a:close/>
                <a:lnTo>
                  <a:pt x="39988" y="2013769"/>
                </a:lnTo>
                <a:close/>
                <a:lnTo>
                  <a:pt x="21434" y="1948404"/>
                </a:lnTo>
                <a:close/>
                <a:lnTo>
                  <a:pt x="8643" y="2037353"/>
                </a:lnTo>
                <a:close/>
                <a:lnTo>
                  <a:pt x="0" y="2090630"/>
                </a:lnTo>
                <a:close/>
                <a:lnTo>
                  <a:pt x="0" y="2090630"/>
                </a:lnTo>
                <a:close/>
              </a:path>
            </a:pathLst>
          </a:custGeom>
          <a:solidFill>
            <a:srgbClr val="C5DAE9">
              <a:alpha val="30000"/>
            </a:srgbClr>
          </a:solidFill>
          <a:ln w="12700">
            <a:solidFill>
              <a:srgbClr val="C5DAE9">
                <a:alpha val="3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841093" y="3662473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solidFill>
            <a:srgbClr val="4A4A4A"/>
          </a:solidFill>
          <a:ln w="10160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093" y="3688006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4A4A4A"/>
                </a:solidFill>
                <a:latin typeface="Arial"/>
              </a:rPr>
              <a:t>100</a:t>
            </a:r>
          </a:p>
        </p:txBody>
      </p:sp>
      <p:sp>
        <p:nvSpPr>
          <p:cNvPr id="7" name="Freeform 6"/>
          <p:cNvSpPr/>
          <p:nvPr/>
        </p:nvSpPr>
        <p:spPr>
          <a:xfrm>
            <a:off x="1417293" y="3662473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solidFill>
            <a:srgbClr val="4A4A4A"/>
          </a:solidFill>
          <a:ln w="10160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17293" y="3688006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4A4A4A"/>
                </a:solidFill>
                <a:latin typeface="Arial"/>
              </a:rPr>
              <a:t>150</a:t>
            </a:r>
          </a:p>
        </p:txBody>
      </p:sp>
      <p:sp>
        <p:nvSpPr>
          <p:cNvPr id="9" name="Freeform 8"/>
          <p:cNvSpPr/>
          <p:nvPr/>
        </p:nvSpPr>
        <p:spPr>
          <a:xfrm>
            <a:off x="1993492" y="3662473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solidFill>
            <a:srgbClr val="4A4A4A"/>
          </a:solidFill>
          <a:ln w="10160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993492" y="3688006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4A4A4A"/>
                </a:solidFill>
                <a:latin typeface="Arial"/>
              </a:rPr>
              <a:t>200</a:t>
            </a:r>
          </a:p>
        </p:txBody>
      </p:sp>
      <p:sp>
        <p:nvSpPr>
          <p:cNvPr id="11" name="Freeform 10"/>
          <p:cNvSpPr/>
          <p:nvPr/>
        </p:nvSpPr>
        <p:spPr>
          <a:xfrm>
            <a:off x="2569692" y="3662473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solidFill>
            <a:srgbClr val="4A4A4A"/>
          </a:solidFill>
          <a:ln w="10160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9692" y="3688006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4A4A4A"/>
                </a:solidFill>
                <a:latin typeface="Arial"/>
              </a:rPr>
              <a:t>250</a:t>
            </a:r>
          </a:p>
        </p:txBody>
      </p:sp>
      <p:sp>
        <p:nvSpPr>
          <p:cNvPr id="13" name="Freeform 12"/>
          <p:cNvSpPr/>
          <p:nvPr/>
        </p:nvSpPr>
        <p:spPr>
          <a:xfrm>
            <a:off x="3145891" y="3662473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solidFill>
            <a:srgbClr val="4A4A4A"/>
          </a:solidFill>
          <a:ln w="10160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145891" y="3688006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4A4A4A"/>
                </a:solidFill>
                <a:latin typeface="Arial"/>
              </a:rPr>
              <a:t>300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59091" y="3830436"/>
            <a:ext cx="24130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1A1A1A"/>
                </a:solidFill>
                <a:latin typeface="Arial"/>
              </a:rPr>
              <a:t>High-fidelity simulation (MPa)</a:t>
            </a:r>
          </a:p>
        </p:txBody>
      </p:sp>
      <p:sp>
        <p:nvSpPr>
          <p:cNvPr id="16" name="Freeform 15"/>
          <p:cNvSpPr/>
          <p:nvPr/>
        </p:nvSpPr>
        <p:spPr>
          <a:xfrm>
            <a:off x="430345" y="3296175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solidFill>
            <a:srgbClr val="4A4A4A"/>
          </a:solidFill>
          <a:ln w="10160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85895" y="3200992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4A4A4A"/>
                </a:solidFill>
                <a:latin typeface="Arial"/>
              </a:rPr>
              <a:t>100</a:t>
            </a:r>
          </a:p>
        </p:txBody>
      </p:sp>
      <p:sp>
        <p:nvSpPr>
          <p:cNvPr id="18" name="Freeform 17"/>
          <p:cNvSpPr/>
          <p:nvPr/>
        </p:nvSpPr>
        <p:spPr>
          <a:xfrm>
            <a:off x="430345" y="2719976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solidFill>
            <a:srgbClr val="4A4A4A"/>
          </a:solidFill>
          <a:ln w="10160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85895" y="2624792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4A4A4A"/>
                </a:solidFill>
                <a:latin typeface="Arial"/>
              </a:rPr>
              <a:t>150</a:t>
            </a:r>
          </a:p>
        </p:txBody>
      </p:sp>
      <p:sp>
        <p:nvSpPr>
          <p:cNvPr id="20" name="Freeform 19"/>
          <p:cNvSpPr/>
          <p:nvPr/>
        </p:nvSpPr>
        <p:spPr>
          <a:xfrm>
            <a:off x="430345" y="2143776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solidFill>
            <a:srgbClr val="4A4A4A"/>
          </a:solidFill>
          <a:ln w="10160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85895" y="2048593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4A4A4A"/>
                </a:solidFill>
                <a:latin typeface="Arial"/>
              </a:rPr>
              <a:t>200</a:t>
            </a:r>
          </a:p>
        </p:txBody>
      </p:sp>
      <p:sp>
        <p:nvSpPr>
          <p:cNvPr id="22" name="Freeform 21"/>
          <p:cNvSpPr/>
          <p:nvPr/>
        </p:nvSpPr>
        <p:spPr>
          <a:xfrm>
            <a:off x="430345" y="1567577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solidFill>
            <a:srgbClr val="4A4A4A"/>
          </a:solidFill>
          <a:ln w="10160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85895" y="1472393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4A4A4A"/>
                </a:solidFill>
                <a:latin typeface="Arial"/>
              </a:rPr>
              <a:t>250</a:t>
            </a:r>
          </a:p>
        </p:txBody>
      </p:sp>
      <p:sp>
        <p:nvSpPr>
          <p:cNvPr id="24" name="Freeform 23"/>
          <p:cNvSpPr/>
          <p:nvPr/>
        </p:nvSpPr>
        <p:spPr>
          <a:xfrm>
            <a:off x="430345" y="991377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solidFill>
            <a:srgbClr val="4A4A4A"/>
          </a:solidFill>
          <a:ln w="10160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85895" y="896194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4A4A4A"/>
                </a:solidFill>
                <a:latin typeface="Arial"/>
              </a:rPr>
              <a:t>300</a:t>
            </a:r>
          </a:p>
        </p:txBody>
      </p:sp>
      <p:sp>
        <p:nvSpPr>
          <p:cNvPr id="26" name="TextBox 25"/>
          <p:cNvSpPr txBox="1"/>
          <p:nvPr/>
        </p:nvSpPr>
        <p:spPr>
          <a:xfrm rot="16200000">
            <a:off x="2182927" y="-1308402"/>
            <a:ext cx="20320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1A1A1A"/>
                </a:solidFill>
                <a:latin typeface="Arial"/>
              </a:rPr>
              <a:t>BNN predictive mean (MPa)</a:t>
            </a:r>
          </a:p>
        </p:txBody>
      </p:sp>
      <p:sp>
        <p:nvSpPr>
          <p:cNvPr id="27" name="Freeform 26"/>
          <p:cNvSpPr/>
          <p:nvPr/>
        </p:nvSpPr>
        <p:spPr>
          <a:xfrm>
            <a:off x="770094" y="3260142"/>
            <a:ext cx="68706" cy="72429"/>
          </a:xfrm>
          <a:custGeom>
            <a:avLst/>
            <a:gdLst/>
            <a:ahLst/>
            <a:cxnLst/>
            <a:rect l="l" t="t" r="r" b="b"/>
            <a:pathLst>
              <a:path w="68706" h="72429">
                <a:moveTo>
                  <a:pt x="68706" y="54322"/>
                </a:moveTo>
                <a:lnTo>
                  <a:pt x="68706" y="18107"/>
                </a:lnTo>
                <a:close/>
                <a:lnTo>
                  <a:pt x="34353" y="0"/>
                </a:lnTo>
                <a:close/>
                <a:lnTo>
                  <a:pt x="0" y="18107"/>
                </a:lnTo>
                <a:close/>
                <a:lnTo>
                  <a:pt x="0" y="54322"/>
                </a:lnTo>
                <a:close/>
                <a:lnTo>
                  <a:pt x="34353" y="72429"/>
                </a:lnTo>
                <a:close/>
                <a:lnTo>
                  <a:pt x="68706" y="54322"/>
                </a:lnTo>
                <a:close/>
              </a:path>
            </a:pathLst>
          </a:custGeom>
          <a:noFill/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838800" y="3151498"/>
            <a:ext cx="68706" cy="72429"/>
          </a:xfrm>
          <a:custGeom>
            <a:avLst/>
            <a:gdLst/>
            <a:ahLst/>
            <a:cxnLst/>
            <a:rect l="l" t="t" r="r" b="b"/>
            <a:pathLst>
              <a:path w="68706" h="72429">
                <a:moveTo>
                  <a:pt x="68706" y="54322"/>
                </a:moveTo>
                <a:lnTo>
                  <a:pt x="68706" y="18107"/>
                </a:lnTo>
                <a:close/>
                <a:lnTo>
                  <a:pt x="34353" y="0"/>
                </a:lnTo>
                <a:close/>
                <a:lnTo>
                  <a:pt x="0" y="18107"/>
                </a:lnTo>
                <a:close/>
                <a:lnTo>
                  <a:pt x="0" y="54322"/>
                </a:lnTo>
                <a:close/>
                <a:lnTo>
                  <a:pt x="34353" y="72429"/>
                </a:lnTo>
                <a:close/>
                <a:lnTo>
                  <a:pt x="68706" y="54322"/>
                </a:lnTo>
                <a:close/>
              </a:path>
            </a:pathLst>
          </a:custGeom>
          <a:noFill/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Freeform 28"/>
          <p:cNvSpPr/>
          <p:nvPr/>
        </p:nvSpPr>
        <p:spPr>
          <a:xfrm>
            <a:off x="907506" y="3151498"/>
            <a:ext cx="68706" cy="72429"/>
          </a:xfrm>
          <a:custGeom>
            <a:avLst/>
            <a:gdLst/>
            <a:ahLst/>
            <a:cxnLst/>
            <a:rect l="l" t="t" r="r" b="b"/>
            <a:pathLst>
              <a:path w="68706" h="72429">
                <a:moveTo>
                  <a:pt x="68706" y="54322"/>
                </a:moveTo>
                <a:lnTo>
                  <a:pt x="68706" y="18107"/>
                </a:lnTo>
                <a:close/>
                <a:lnTo>
                  <a:pt x="34353" y="0"/>
                </a:lnTo>
                <a:close/>
                <a:lnTo>
                  <a:pt x="0" y="18107"/>
                </a:lnTo>
                <a:close/>
                <a:lnTo>
                  <a:pt x="0" y="54322"/>
                </a:lnTo>
                <a:close/>
                <a:lnTo>
                  <a:pt x="34353" y="72429"/>
                </a:lnTo>
                <a:close/>
                <a:lnTo>
                  <a:pt x="68706" y="54322"/>
                </a:lnTo>
                <a:close/>
              </a:path>
            </a:pathLst>
          </a:custGeom>
          <a:noFill/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Freeform 29"/>
          <p:cNvSpPr/>
          <p:nvPr/>
        </p:nvSpPr>
        <p:spPr>
          <a:xfrm>
            <a:off x="907506" y="3042854"/>
            <a:ext cx="68706" cy="72429"/>
          </a:xfrm>
          <a:custGeom>
            <a:avLst/>
            <a:gdLst/>
            <a:ahLst/>
            <a:cxnLst/>
            <a:rect l="l" t="t" r="r" b="b"/>
            <a:pathLst>
              <a:path w="68706" h="72429">
                <a:moveTo>
                  <a:pt x="68706" y="54322"/>
                </a:moveTo>
                <a:lnTo>
                  <a:pt x="68706" y="18107"/>
                </a:lnTo>
                <a:close/>
                <a:lnTo>
                  <a:pt x="34353" y="0"/>
                </a:lnTo>
                <a:close/>
                <a:lnTo>
                  <a:pt x="0" y="18107"/>
                </a:lnTo>
                <a:close/>
                <a:lnTo>
                  <a:pt x="0" y="54322"/>
                </a:lnTo>
                <a:close/>
                <a:lnTo>
                  <a:pt x="34353" y="72429"/>
                </a:lnTo>
                <a:close/>
                <a:lnTo>
                  <a:pt x="68706" y="54322"/>
                </a:lnTo>
                <a:close/>
              </a:path>
            </a:pathLst>
          </a:custGeom>
          <a:noFill/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Freeform 30"/>
          <p:cNvSpPr/>
          <p:nvPr/>
        </p:nvSpPr>
        <p:spPr>
          <a:xfrm>
            <a:off x="976212" y="3042854"/>
            <a:ext cx="68706" cy="72429"/>
          </a:xfrm>
          <a:custGeom>
            <a:avLst/>
            <a:gdLst/>
            <a:ahLst/>
            <a:cxnLst/>
            <a:rect l="l" t="t" r="r" b="b"/>
            <a:pathLst>
              <a:path w="68706" h="72429">
                <a:moveTo>
                  <a:pt x="68706" y="54322"/>
                </a:moveTo>
                <a:lnTo>
                  <a:pt x="68706" y="18107"/>
                </a:lnTo>
                <a:close/>
                <a:lnTo>
                  <a:pt x="34353" y="0"/>
                </a:lnTo>
                <a:close/>
                <a:lnTo>
                  <a:pt x="0" y="18107"/>
                </a:lnTo>
                <a:close/>
                <a:lnTo>
                  <a:pt x="0" y="54322"/>
                </a:lnTo>
                <a:close/>
                <a:lnTo>
                  <a:pt x="34353" y="72429"/>
                </a:lnTo>
                <a:close/>
                <a:lnTo>
                  <a:pt x="68706" y="54322"/>
                </a:lnTo>
                <a:close/>
              </a:path>
            </a:pathLst>
          </a:custGeom>
          <a:solidFill>
            <a:srgbClr val="CFD5DC">
              <a:alpha val="5294"/>
            </a:srgbClr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Freeform 31"/>
          <p:cNvSpPr/>
          <p:nvPr/>
        </p:nvSpPr>
        <p:spPr>
          <a:xfrm>
            <a:off x="976212" y="2934210"/>
            <a:ext cx="68706" cy="72429"/>
          </a:xfrm>
          <a:custGeom>
            <a:avLst/>
            <a:gdLst/>
            <a:ahLst/>
            <a:cxnLst/>
            <a:rect l="l" t="t" r="r" b="b"/>
            <a:pathLst>
              <a:path w="68706" h="72429">
                <a:moveTo>
                  <a:pt x="68706" y="54322"/>
                </a:moveTo>
                <a:lnTo>
                  <a:pt x="68706" y="18107"/>
                </a:lnTo>
                <a:close/>
                <a:lnTo>
                  <a:pt x="34353" y="0"/>
                </a:lnTo>
                <a:close/>
                <a:lnTo>
                  <a:pt x="0" y="18107"/>
                </a:lnTo>
                <a:close/>
                <a:lnTo>
                  <a:pt x="0" y="54322"/>
                </a:lnTo>
                <a:close/>
                <a:lnTo>
                  <a:pt x="34353" y="72429"/>
                </a:lnTo>
                <a:close/>
                <a:lnTo>
                  <a:pt x="68706" y="54322"/>
                </a:lnTo>
                <a:close/>
              </a:path>
            </a:pathLst>
          </a:custGeom>
          <a:noFill/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Freeform 32"/>
          <p:cNvSpPr/>
          <p:nvPr/>
        </p:nvSpPr>
        <p:spPr>
          <a:xfrm>
            <a:off x="1044918" y="3151498"/>
            <a:ext cx="68706" cy="72429"/>
          </a:xfrm>
          <a:custGeom>
            <a:avLst/>
            <a:gdLst/>
            <a:ahLst/>
            <a:cxnLst/>
            <a:rect l="l" t="t" r="r" b="b"/>
            <a:pathLst>
              <a:path w="68706" h="72429">
                <a:moveTo>
                  <a:pt x="68706" y="54322"/>
                </a:moveTo>
                <a:lnTo>
                  <a:pt x="68706" y="18107"/>
                </a:lnTo>
                <a:close/>
                <a:lnTo>
                  <a:pt x="34353" y="0"/>
                </a:lnTo>
                <a:close/>
                <a:lnTo>
                  <a:pt x="0" y="18107"/>
                </a:lnTo>
                <a:close/>
                <a:lnTo>
                  <a:pt x="0" y="54322"/>
                </a:lnTo>
                <a:close/>
                <a:lnTo>
                  <a:pt x="34353" y="72429"/>
                </a:lnTo>
                <a:close/>
                <a:lnTo>
                  <a:pt x="68706" y="54322"/>
                </a:lnTo>
                <a:close/>
              </a:path>
            </a:pathLst>
          </a:custGeom>
          <a:noFill/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Freeform 33"/>
          <p:cNvSpPr/>
          <p:nvPr/>
        </p:nvSpPr>
        <p:spPr>
          <a:xfrm>
            <a:off x="1044918" y="3042854"/>
            <a:ext cx="68706" cy="72429"/>
          </a:xfrm>
          <a:custGeom>
            <a:avLst/>
            <a:gdLst/>
            <a:ahLst/>
            <a:cxnLst/>
            <a:rect l="l" t="t" r="r" b="b"/>
            <a:pathLst>
              <a:path w="68706" h="72429">
                <a:moveTo>
                  <a:pt x="68706" y="54322"/>
                </a:moveTo>
                <a:lnTo>
                  <a:pt x="68706" y="18107"/>
                </a:lnTo>
                <a:close/>
                <a:lnTo>
                  <a:pt x="34353" y="0"/>
                </a:lnTo>
                <a:close/>
                <a:lnTo>
                  <a:pt x="0" y="18107"/>
                </a:lnTo>
                <a:close/>
                <a:lnTo>
                  <a:pt x="0" y="54322"/>
                </a:lnTo>
                <a:close/>
                <a:lnTo>
                  <a:pt x="34353" y="72429"/>
                </a:lnTo>
                <a:close/>
                <a:lnTo>
                  <a:pt x="68706" y="54322"/>
                </a:lnTo>
                <a:close/>
              </a:path>
            </a:pathLst>
          </a:custGeom>
          <a:solidFill>
            <a:srgbClr val="9EACBA">
              <a:alpha val="10588"/>
            </a:srgbClr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Freeform 34"/>
          <p:cNvSpPr/>
          <p:nvPr/>
        </p:nvSpPr>
        <p:spPr>
          <a:xfrm>
            <a:off x="1044918" y="2934210"/>
            <a:ext cx="68706" cy="72429"/>
          </a:xfrm>
          <a:custGeom>
            <a:avLst/>
            <a:gdLst/>
            <a:ahLst/>
            <a:cxnLst/>
            <a:rect l="l" t="t" r="r" b="b"/>
            <a:pathLst>
              <a:path w="68706" h="72429">
                <a:moveTo>
                  <a:pt x="68706" y="54322"/>
                </a:moveTo>
                <a:lnTo>
                  <a:pt x="68706" y="18107"/>
                </a:lnTo>
                <a:close/>
                <a:lnTo>
                  <a:pt x="34353" y="0"/>
                </a:lnTo>
                <a:close/>
                <a:lnTo>
                  <a:pt x="0" y="18107"/>
                </a:lnTo>
                <a:close/>
                <a:lnTo>
                  <a:pt x="0" y="54322"/>
                </a:lnTo>
                <a:close/>
                <a:lnTo>
                  <a:pt x="34353" y="72429"/>
                </a:lnTo>
                <a:close/>
                <a:lnTo>
                  <a:pt x="68706" y="54322"/>
                </a:lnTo>
                <a:close/>
              </a:path>
            </a:pathLst>
          </a:custGeom>
          <a:solidFill>
            <a:srgbClr val="1B3A5C">
              <a:alpha val="50117"/>
            </a:srgbClr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Freeform 35"/>
          <p:cNvSpPr/>
          <p:nvPr/>
        </p:nvSpPr>
        <p:spPr>
          <a:xfrm>
            <a:off x="1044918" y="2825566"/>
            <a:ext cx="68706" cy="72429"/>
          </a:xfrm>
          <a:custGeom>
            <a:avLst/>
            <a:gdLst/>
            <a:ahLst/>
            <a:cxnLst/>
            <a:rect l="l" t="t" r="r" b="b"/>
            <a:pathLst>
              <a:path w="68706" h="72429">
                <a:moveTo>
                  <a:pt x="68706" y="54322"/>
                </a:moveTo>
                <a:lnTo>
                  <a:pt x="68706" y="18107"/>
                </a:lnTo>
                <a:close/>
                <a:lnTo>
                  <a:pt x="34353" y="0"/>
                </a:lnTo>
                <a:close/>
                <a:lnTo>
                  <a:pt x="0" y="18107"/>
                </a:lnTo>
                <a:close/>
                <a:lnTo>
                  <a:pt x="0" y="54322"/>
                </a:lnTo>
                <a:close/>
                <a:lnTo>
                  <a:pt x="34353" y="72429"/>
                </a:lnTo>
                <a:close/>
                <a:lnTo>
                  <a:pt x="68706" y="54322"/>
                </a:lnTo>
                <a:close/>
              </a:path>
            </a:pathLst>
          </a:custGeom>
          <a:noFill/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Freeform 36"/>
          <p:cNvSpPr/>
          <p:nvPr/>
        </p:nvSpPr>
        <p:spPr>
          <a:xfrm>
            <a:off x="1113624" y="3042854"/>
            <a:ext cx="68706" cy="72429"/>
          </a:xfrm>
          <a:custGeom>
            <a:avLst/>
            <a:gdLst/>
            <a:ahLst/>
            <a:cxnLst/>
            <a:rect l="l" t="t" r="r" b="b"/>
            <a:pathLst>
              <a:path w="68706" h="72429">
                <a:moveTo>
                  <a:pt x="68706" y="54322"/>
                </a:moveTo>
                <a:lnTo>
                  <a:pt x="68706" y="18107"/>
                </a:lnTo>
                <a:close/>
                <a:lnTo>
                  <a:pt x="34353" y="0"/>
                </a:lnTo>
                <a:close/>
                <a:lnTo>
                  <a:pt x="0" y="18107"/>
                </a:lnTo>
                <a:close/>
                <a:lnTo>
                  <a:pt x="0" y="54322"/>
                </a:lnTo>
                <a:close/>
                <a:lnTo>
                  <a:pt x="34353" y="72429"/>
                </a:lnTo>
                <a:close/>
                <a:lnTo>
                  <a:pt x="68706" y="54322"/>
                </a:lnTo>
                <a:close/>
              </a:path>
            </a:pathLst>
          </a:custGeom>
          <a:solidFill>
            <a:srgbClr val="9EACBA">
              <a:alpha val="10588"/>
            </a:srgbClr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Freeform 37"/>
          <p:cNvSpPr/>
          <p:nvPr/>
        </p:nvSpPr>
        <p:spPr>
          <a:xfrm>
            <a:off x="1113624" y="2934210"/>
            <a:ext cx="68706" cy="72429"/>
          </a:xfrm>
          <a:custGeom>
            <a:avLst/>
            <a:gdLst/>
            <a:ahLst/>
            <a:cxnLst/>
            <a:rect l="l" t="t" r="r" b="b"/>
            <a:pathLst>
              <a:path w="68706" h="72429">
                <a:moveTo>
                  <a:pt x="68706" y="54322"/>
                </a:moveTo>
                <a:lnTo>
                  <a:pt x="68706" y="18107"/>
                </a:lnTo>
                <a:close/>
                <a:lnTo>
                  <a:pt x="34353" y="0"/>
                </a:lnTo>
                <a:close/>
                <a:lnTo>
                  <a:pt x="0" y="18107"/>
                </a:lnTo>
                <a:close/>
                <a:lnTo>
                  <a:pt x="0" y="54322"/>
                </a:lnTo>
                <a:close/>
                <a:lnTo>
                  <a:pt x="34353" y="72429"/>
                </a:lnTo>
                <a:close/>
                <a:lnTo>
                  <a:pt x="68706" y="54322"/>
                </a:lnTo>
                <a:close/>
              </a:path>
            </a:pathLst>
          </a:custGeom>
          <a:solidFill>
            <a:srgbClr val="1B3A5C">
              <a:alpha val="34882"/>
            </a:srgbClr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Freeform 38"/>
          <p:cNvSpPr/>
          <p:nvPr/>
        </p:nvSpPr>
        <p:spPr>
          <a:xfrm>
            <a:off x="1182330" y="2934210"/>
            <a:ext cx="68706" cy="72429"/>
          </a:xfrm>
          <a:custGeom>
            <a:avLst/>
            <a:gdLst/>
            <a:ahLst/>
            <a:cxnLst/>
            <a:rect l="l" t="t" r="r" b="b"/>
            <a:pathLst>
              <a:path w="68706" h="72429">
                <a:moveTo>
                  <a:pt x="68706" y="54322"/>
                </a:moveTo>
                <a:lnTo>
                  <a:pt x="68706" y="18107"/>
                </a:lnTo>
                <a:close/>
                <a:lnTo>
                  <a:pt x="34353" y="0"/>
                </a:lnTo>
                <a:close/>
                <a:lnTo>
                  <a:pt x="0" y="18107"/>
                </a:lnTo>
                <a:close/>
                <a:lnTo>
                  <a:pt x="0" y="54322"/>
                </a:lnTo>
                <a:close/>
                <a:lnTo>
                  <a:pt x="34353" y="72429"/>
                </a:lnTo>
                <a:close/>
                <a:lnTo>
                  <a:pt x="68706" y="54322"/>
                </a:lnTo>
                <a:close/>
              </a:path>
            </a:pathLst>
          </a:custGeom>
          <a:solidFill>
            <a:srgbClr val="1B3A5C">
              <a:alpha val="34882"/>
            </a:srgbClr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Freeform 39"/>
          <p:cNvSpPr/>
          <p:nvPr/>
        </p:nvSpPr>
        <p:spPr>
          <a:xfrm>
            <a:off x="1182330" y="2825566"/>
            <a:ext cx="68706" cy="72429"/>
          </a:xfrm>
          <a:custGeom>
            <a:avLst/>
            <a:gdLst/>
            <a:ahLst/>
            <a:cxnLst/>
            <a:rect l="l" t="t" r="r" b="b"/>
            <a:pathLst>
              <a:path w="68706" h="72429">
                <a:moveTo>
                  <a:pt x="68706" y="54322"/>
                </a:moveTo>
                <a:lnTo>
                  <a:pt x="68706" y="18107"/>
                </a:lnTo>
                <a:close/>
                <a:lnTo>
                  <a:pt x="34353" y="0"/>
                </a:lnTo>
                <a:close/>
                <a:lnTo>
                  <a:pt x="0" y="18107"/>
                </a:lnTo>
                <a:close/>
                <a:lnTo>
                  <a:pt x="0" y="54322"/>
                </a:lnTo>
                <a:close/>
                <a:lnTo>
                  <a:pt x="34353" y="72429"/>
                </a:lnTo>
                <a:close/>
                <a:lnTo>
                  <a:pt x="68706" y="54322"/>
                </a:lnTo>
                <a:close/>
              </a:path>
            </a:pathLst>
          </a:custGeom>
          <a:solidFill>
            <a:srgbClr val="1B3A5C">
              <a:alpha val="74588"/>
            </a:srgbClr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Freeform 40"/>
          <p:cNvSpPr/>
          <p:nvPr/>
        </p:nvSpPr>
        <p:spPr>
          <a:xfrm>
            <a:off x="1182330" y="2716922"/>
            <a:ext cx="68706" cy="72430"/>
          </a:xfrm>
          <a:custGeom>
            <a:avLst/>
            <a:gdLst/>
            <a:ahLst/>
            <a:cxnLst/>
            <a:rect l="l" t="t" r="r" b="b"/>
            <a:pathLst>
              <a:path w="68706" h="72430">
                <a:moveTo>
                  <a:pt x="68706" y="54322"/>
                </a:moveTo>
                <a:lnTo>
                  <a:pt x="68706" y="18108"/>
                </a:lnTo>
                <a:close/>
                <a:lnTo>
                  <a:pt x="34353" y="0"/>
                </a:lnTo>
                <a:close/>
                <a:lnTo>
                  <a:pt x="0" y="18108"/>
                </a:lnTo>
                <a:close/>
                <a:lnTo>
                  <a:pt x="0" y="54322"/>
                </a:lnTo>
                <a:close/>
                <a:lnTo>
                  <a:pt x="34353" y="72430"/>
                </a:lnTo>
                <a:close/>
                <a:lnTo>
                  <a:pt x="68706" y="54322"/>
                </a:lnTo>
                <a:close/>
              </a:path>
            </a:pathLst>
          </a:custGeom>
          <a:solidFill>
            <a:srgbClr val="CFD5DC">
              <a:alpha val="5294"/>
            </a:srgbClr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Freeform 41"/>
          <p:cNvSpPr/>
          <p:nvPr/>
        </p:nvSpPr>
        <p:spPr>
          <a:xfrm>
            <a:off x="1251036" y="2934210"/>
            <a:ext cx="68706" cy="72429"/>
          </a:xfrm>
          <a:custGeom>
            <a:avLst/>
            <a:gdLst/>
            <a:ahLst/>
            <a:cxnLst/>
            <a:rect l="l" t="t" r="r" b="b"/>
            <a:pathLst>
              <a:path w="68706" h="72429">
                <a:moveTo>
                  <a:pt x="68706" y="54322"/>
                </a:moveTo>
                <a:lnTo>
                  <a:pt x="68706" y="18107"/>
                </a:lnTo>
                <a:close/>
                <a:lnTo>
                  <a:pt x="34353" y="0"/>
                </a:lnTo>
                <a:close/>
                <a:lnTo>
                  <a:pt x="0" y="18107"/>
                </a:lnTo>
                <a:close/>
                <a:lnTo>
                  <a:pt x="0" y="54322"/>
                </a:lnTo>
                <a:close/>
                <a:lnTo>
                  <a:pt x="34353" y="72429"/>
                </a:lnTo>
                <a:close/>
                <a:lnTo>
                  <a:pt x="68706" y="54322"/>
                </a:lnTo>
                <a:close/>
              </a:path>
            </a:pathLst>
          </a:custGeom>
          <a:noFill/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Freeform 42"/>
          <p:cNvSpPr/>
          <p:nvPr/>
        </p:nvSpPr>
        <p:spPr>
          <a:xfrm>
            <a:off x="1251036" y="2825566"/>
            <a:ext cx="68706" cy="72429"/>
          </a:xfrm>
          <a:custGeom>
            <a:avLst/>
            <a:gdLst/>
            <a:ahLst/>
            <a:cxnLst/>
            <a:rect l="l" t="t" r="r" b="b"/>
            <a:pathLst>
              <a:path w="68706" h="72429">
                <a:moveTo>
                  <a:pt x="68706" y="54322"/>
                </a:moveTo>
                <a:lnTo>
                  <a:pt x="68706" y="18107"/>
                </a:lnTo>
                <a:close/>
                <a:lnTo>
                  <a:pt x="34353" y="0"/>
                </a:lnTo>
                <a:close/>
                <a:lnTo>
                  <a:pt x="0" y="18107"/>
                </a:lnTo>
                <a:close/>
                <a:lnTo>
                  <a:pt x="0" y="54322"/>
                </a:lnTo>
                <a:close/>
                <a:lnTo>
                  <a:pt x="34353" y="72429"/>
                </a:lnTo>
                <a:close/>
                <a:lnTo>
                  <a:pt x="68706" y="54322"/>
                </a:lnTo>
                <a:close/>
              </a:path>
            </a:pathLst>
          </a:custGeom>
          <a:solidFill>
            <a:srgbClr val="6E8297">
              <a:alpha val="15882"/>
            </a:srgbClr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Freeform 43"/>
          <p:cNvSpPr/>
          <p:nvPr/>
        </p:nvSpPr>
        <p:spPr>
          <a:xfrm>
            <a:off x="1251036" y="2716922"/>
            <a:ext cx="68706" cy="72430"/>
          </a:xfrm>
          <a:custGeom>
            <a:avLst/>
            <a:gdLst/>
            <a:ahLst/>
            <a:cxnLst/>
            <a:rect l="l" t="t" r="r" b="b"/>
            <a:pathLst>
              <a:path w="68706" h="72430">
                <a:moveTo>
                  <a:pt x="68706" y="54322"/>
                </a:moveTo>
                <a:lnTo>
                  <a:pt x="68706" y="18108"/>
                </a:lnTo>
                <a:close/>
                <a:lnTo>
                  <a:pt x="34353" y="0"/>
                </a:lnTo>
                <a:close/>
                <a:lnTo>
                  <a:pt x="0" y="18108"/>
                </a:lnTo>
                <a:close/>
                <a:lnTo>
                  <a:pt x="0" y="54322"/>
                </a:lnTo>
                <a:close/>
                <a:lnTo>
                  <a:pt x="34353" y="72430"/>
                </a:lnTo>
                <a:close/>
                <a:lnTo>
                  <a:pt x="68706" y="54322"/>
                </a:lnTo>
                <a:close/>
              </a:path>
            </a:pathLst>
          </a:custGeom>
          <a:solidFill>
            <a:srgbClr val="1B3A5C">
              <a:alpha val="34882"/>
            </a:srgbClr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Freeform 44"/>
          <p:cNvSpPr/>
          <p:nvPr/>
        </p:nvSpPr>
        <p:spPr>
          <a:xfrm>
            <a:off x="1319742" y="2825566"/>
            <a:ext cx="68706" cy="72429"/>
          </a:xfrm>
          <a:custGeom>
            <a:avLst/>
            <a:gdLst/>
            <a:ahLst/>
            <a:cxnLst/>
            <a:rect l="l" t="t" r="r" b="b"/>
            <a:pathLst>
              <a:path w="68706" h="72429">
                <a:moveTo>
                  <a:pt x="68706" y="54322"/>
                </a:moveTo>
                <a:lnTo>
                  <a:pt x="68706" y="18107"/>
                </a:lnTo>
                <a:close/>
                <a:lnTo>
                  <a:pt x="34353" y="0"/>
                </a:lnTo>
                <a:close/>
                <a:lnTo>
                  <a:pt x="0" y="18107"/>
                </a:lnTo>
                <a:close/>
                <a:lnTo>
                  <a:pt x="0" y="54322"/>
                </a:lnTo>
                <a:close/>
                <a:lnTo>
                  <a:pt x="34353" y="72429"/>
                </a:lnTo>
                <a:close/>
                <a:lnTo>
                  <a:pt x="68706" y="54322"/>
                </a:lnTo>
                <a:close/>
              </a:path>
            </a:pathLst>
          </a:custGeom>
          <a:solidFill>
            <a:srgbClr val="9EACBA">
              <a:alpha val="10588"/>
            </a:srgbClr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Freeform 45"/>
          <p:cNvSpPr/>
          <p:nvPr/>
        </p:nvSpPr>
        <p:spPr>
          <a:xfrm>
            <a:off x="1319742" y="2716922"/>
            <a:ext cx="68706" cy="72430"/>
          </a:xfrm>
          <a:custGeom>
            <a:avLst/>
            <a:gdLst/>
            <a:ahLst/>
            <a:cxnLst/>
            <a:rect l="l" t="t" r="r" b="b"/>
            <a:pathLst>
              <a:path w="68706" h="72430">
                <a:moveTo>
                  <a:pt x="68706" y="54322"/>
                </a:moveTo>
                <a:lnTo>
                  <a:pt x="68706" y="18108"/>
                </a:lnTo>
                <a:close/>
                <a:lnTo>
                  <a:pt x="34353" y="0"/>
                </a:lnTo>
                <a:close/>
                <a:lnTo>
                  <a:pt x="0" y="18108"/>
                </a:lnTo>
                <a:close/>
                <a:lnTo>
                  <a:pt x="0" y="54322"/>
                </a:lnTo>
                <a:close/>
                <a:lnTo>
                  <a:pt x="34353" y="72430"/>
                </a:lnTo>
                <a:close/>
                <a:lnTo>
                  <a:pt x="68706" y="54322"/>
                </a:lnTo>
                <a:close/>
              </a:path>
            </a:pathLst>
          </a:custGeom>
          <a:solidFill>
            <a:srgbClr val="1B3A5C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Freeform 46"/>
          <p:cNvSpPr/>
          <p:nvPr/>
        </p:nvSpPr>
        <p:spPr>
          <a:xfrm>
            <a:off x="1319742" y="2608278"/>
            <a:ext cx="68706" cy="72430"/>
          </a:xfrm>
          <a:custGeom>
            <a:avLst/>
            <a:gdLst/>
            <a:ahLst/>
            <a:cxnLst/>
            <a:rect l="l" t="t" r="r" b="b"/>
            <a:pathLst>
              <a:path w="68706" h="72430">
                <a:moveTo>
                  <a:pt x="68706" y="54322"/>
                </a:moveTo>
                <a:lnTo>
                  <a:pt x="68706" y="18108"/>
                </a:lnTo>
                <a:close/>
                <a:lnTo>
                  <a:pt x="34353" y="0"/>
                </a:lnTo>
                <a:close/>
                <a:lnTo>
                  <a:pt x="0" y="18108"/>
                </a:lnTo>
                <a:close/>
                <a:lnTo>
                  <a:pt x="0" y="54322"/>
                </a:lnTo>
                <a:close/>
                <a:lnTo>
                  <a:pt x="34353" y="72430"/>
                </a:lnTo>
                <a:close/>
                <a:lnTo>
                  <a:pt x="68706" y="54322"/>
                </a:lnTo>
                <a:close/>
              </a:path>
            </a:pathLst>
          </a:custGeom>
          <a:noFill/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Freeform 47"/>
          <p:cNvSpPr/>
          <p:nvPr/>
        </p:nvSpPr>
        <p:spPr>
          <a:xfrm>
            <a:off x="1388448" y="2825566"/>
            <a:ext cx="68706" cy="72429"/>
          </a:xfrm>
          <a:custGeom>
            <a:avLst/>
            <a:gdLst/>
            <a:ahLst/>
            <a:cxnLst/>
            <a:rect l="l" t="t" r="r" b="b"/>
            <a:pathLst>
              <a:path w="68706" h="72429">
                <a:moveTo>
                  <a:pt x="68706" y="54322"/>
                </a:moveTo>
                <a:lnTo>
                  <a:pt x="68706" y="18107"/>
                </a:lnTo>
                <a:close/>
                <a:lnTo>
                  <a:pt x="34353" y="0"/>
                </a:lnTo>
                <a:close/>
                <a:lnTo>
                  <a:pt x="0" y="18107"/>
                </a:lnTo>
                <a:close/>
                <a:lnTo>
                  <a:pt x="0" y="54322"/>
                </a:lnTo>
                <a:close/>
                <a:lnTo>
                  <a:pt x="34353" y="72429"/>
                </a:lnTo>
                <a:close/>
                <a:lnTo>
                  <a:pt x="68706" y="54322"/>
                </a:lnTo>
                <a:close/>
              </a:path>
            </a:pathLst>
          </a:custGeom>
          <a:solidFill>
            <a:srgbClr val="6E8297">
              <a:alpha val="15882"/>
            </a:srgbClr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Freeform 48"/>
          <p:cNvSpPr/>
          <p:nvPr/>
        </p:nvSpPr>
        <p:spPr>
          <a:xfrm>
            <a:off x="1388448" y="2716922"/>
            <a:ext cx="68706" cy="72430"/>
          </a:xfrm>
          <a:custGeom>
            <a:avLst/>
            <a:gdLst/>
            <a:ahLst/>
            <a:cxnLst/>
            <a:rect l="l" t="t" r="r" b="b"/>
            <a:pathLst>
              <a:path w="68706" h="72430">
                <a:moveTo>
                  <a:pt x="68706" y="54322"/>
                </a:moveTo>
                <a:lnTo>
                  <a:pt x="68706" y="18108"/>
                </a:lnTo>
                <a:close/>
                <a:lnTo>
                  <a:pt x="34353" y="0"/>
                </a:lnTo>
                <a:close/>
                <a:lnTo>
                  <a:pt x="0" y="18108"/>
                </a:lnTo>
                <a:close/>
                <a:lnTo>
                  <a:pt x="0" y="54322"/>
                </a:lnTo>
                <a:close/>
                <a:lnTo>
                  <a:pt x="34353" y="72430"/>
                </a:lnTo>
                <a:close/>
                <a:lnTo>
                  <a:pt x="68706" y="54322"/>
                </a:lnTo>
                <a:close/>
              </a:path>
            </a:pathLst>
          </a:custGeom>
          <a:solidFill>
            <a:srgbClr val="1B3A5C">
              <a:alpha val="50117"/>
            </a:srgbClr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Freeform 49"/>
          <p:cNvSpPr/>
          <p:nvPr/>
        </p:nvSpPr>
        <p:spPr>
          <a:xfrm>
            <a:off x="1388448" y="2608278"/>
            <a:ext cx="68706" cy="72430"/>
          </a:xfrm>
          <a:custGeom>
            <a:avLst/>
            <a:gdLst/>
            <a:ahLst/>
            <a:cxnLst/>
            <a:rect l="l" t="t" r="r" b="b"/>
            <a:pathLst>
              <a:path w="68706" h="72430">
                <a:moveTo>
                  <a:pt x="68706" y="54322"/>
                </a:moveTo>
                <a:lnTo>
                  <a:pt x="68706" y="18108"/>
                </a:lnTo>
                <a:close/>
                <a:lnTo>
                  <a:pt x="34353" y="0"/>
                </a:lnTo>
                <a:close/>
                <a:lnTo>
                  <a:pt x="0" y="18108"/>
                </a:lnTo>
                <a:close/>
                <a:lnTo>
                  <a:pt x="0" y="54322"/>
                </a:lnTo>
                <a:close/>
                <a:lnTo>
                  <a:pt x="34353" y="72430"/>
                </a:lnTo>
                <a:close/>
                <a:lnTo>
                  <a:pt x="68706" y="54322"/>
                </a:lnTo>
                <a:close/>
              </a:path>
            </a:pathLst>
          </a:custGeom>
          <a:solidFill>
            <a:srgbClr val="1B3A5C">
              <a:alpha val="57529"/>
            </a:srgbClr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Freeform 50"/>
          <p:cNvSpPr/>
          <p:nvPr/>
        </p:nvSpPr>
        <p:spPr>
          <a:xfrm>
            <a:off x="1457154" y="2716922"/>
            <a:ext cx="68706" cy="72430"/>
          </a:xfrm>
          <a:custGeom>
            <a:avLst/>
            <a:gdLst/>
            <a:ahLst/>
            <a:cxnLst/>
            <a:rect l="l" t="t" r="r" b="b"/>
            <a:pathLst>
              <a:path w="68706" h="72430">
                <a:moveTo>
                  <a:pt x="68706" y="54322"/>
                </a:moveTo>
                <a:lnTo>
                  <a:pt x="68706" y="18108"/>
                </a:lnTo>
                <a:close/>
                <a:lnTo>
                  <a:pt x="34353" y="0"/>
                </a:lnTo>
                <a:close/>
                <a:lnTo>
                  <a:pt x="0" y="18108"/>
                </a:lnTo>
                <a:close/>
                <a:lnTo>
                  <a:pt x="0" y="54322"/>
                </a:lnTo>
                <a:close/>
                <a:lnTo>
                  <a:pt x="34353" y="72430"/>
                </a:lnTo>
                <a:close/>
                <a:lnTo>
                  <a:pt x="68706" y="54322"/>
                </a:lnTo>
                <a:close/>
              </a:path>
            </a:pathLst>
          </a:custGeom>
          <a:solidFill>
            <a:srgbClr val="6E8297">
              <a:alpha val="15882"/>
            </a:srgbClr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Freeform 51"/>
          <p:cNvSpPr/>
          <p:nvPr/>
        </p:nvSpPr>
        <p:spPr>
          <a:xfrm>
            <a:off x="1457154" y="2608278"/>
            <a:ext cx="68706" cy="72430"/>
          </a:xfrm>
          <a:custGeom>
            <a:avLst/>
            <a:gdLst/>
            <a:ahLst/>
            <a:cxnLst/>
            <a:rect l="l" t="t" r="r" b="b"/>
            <a:pathLst>
              <a:path w="68706" h="72430">
                <a:moveTo>
                  <a:pt x="68706" y="54322"/>
                </a:moveTo>
                <a:lnTo>
                  <a:pt x="68706" y="18108"/>
                </a:lnTo>
                <a:close/>
                <a:lnTo>
                  <a:pt x="34353" y="0"/>
                </a:lnTo>
                <a:close/>
                <a:lnTo>
                  <a:pt x="0" y="18108"/>
                </a:lnTo>
                <a:close/>
                <a:lnTo>
                  <a:pt x="0" y="54322"/>
                </a:lnTo>
                <a:close/>
                <a:lnTo>
                  <a:pt x="34353" y="72430"/>
                </a:lnTo>
                <a:close/>
                <a:lnTo>
                  <a:pt x="68706" y="54322"/>
                </a:lnTo>
                <a:close/>
              </a:path>
            </a:pathLst>
          </a:custGeom>
          <a:solidFill>
            <a:srgbClr val="1B3A5C">
              <a:alpha val="50117"/>
            </a:srgbClr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Freeform 52"/>
          <p:cNvSpPr/>
          <p:nvPr/>
        </p:nvSpPr>
        <p:spPr>
          <a:xfrm>
            <a:off x="1457154" y="2499635"/>
            <a:ext cx="68706" cy="72429"/>
          </a:xfrm>
          <a:custGeom>
            <a:avLst/>
            <a:gdLst/>
            <a:ahLst/>
            <a:cxnLst/>
            <a:rect l="l" t="t" r="r" b="b"/>
            <a:pathLst>
              <a:path w="68706" h="72429">
                <a:moveTo>
                  <a:pt x="68706" y="54322"/>
                </a:moveTo>
                <a:lnTo>
                  <a:pt x="68706" y="18107"/>
                </a:lnTo>
                <a:close/>
                <a:lnTo>
                  <a:pt x="34353" y="0"/>
                </a:lnTo>
                <a:close/>
                <a:lnTo>
                  <a:pt x="0" y="18107"/>
                </a:lnTo>
                <a:close/>
                <a:lnTo>
                  <a:pt x="0" y="54322"/>
                </a:lnTo>
                <a:close/>
                <a:lnTo>
                  <a:pt x="34353" y="72429"/>
                </a:lnTo>
                <a:close/>
                <a:lnTo>
                  <a:pt x="68706" y="54322"/>
                </a:lnTo>
                <a:close/>
              </a:path>
            </a:pathLst>
          </a:custGeom>
          <a:solidFill>
            <a:srgbClr val="1B3A5C">
              <a:alpha val="27470"/>
            </a:srgbClr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Freeform 53"/>
          <p:cNvSpPr/>
          <p:nvPr/>
        </p:nvSpPr>
        <p:spPr>
          <a:xfrm>
            <a:off x="1525860" y="2608278"/>
            <a:ext cx="68706" cy="72430"/>
          </a:xfrm>
          <a:custGeom>
            <a:avLst/>
            <a:gdLst/>
            <a:ahLst/>
            <a:cxnLst/>
            <a:rect l="l" t="t" r="r" b="b"/>
            <a:pathLst>
              <a:path w="68706" h="72430">
                <a:moveTo>
                  <a:pt x="68706" y="54322"/>
                </a:moveTo>
                <a:lnTo>
                  <a:pt x="68706" y="18108"/>
                </a:lnTo>
                <a:close/>
                <a:lnTo>
                  <a:pt x="34353" y="0"/>
                </a:lnTo>
                <a:close/>
                <a:lnTo>
                  <a:pt x="0" y="18108"/>
                </a:lnTo>
                <a:close/>
                <a:lnTo>
                  <a:pt x="0" y="54322"/>
                </a:lnTo>
                <a:close/>
                <a:lnTo>
                  <a:pt x="34353" y="72430"/>
                </a:lnTo>
                <a:close/>
                <a:lnTo>
                  <a:pt x="68706" y="54322"/>
                </a:lnTo>
                <a:close/>
              </a:path>
            </a:pathLst>
          </a:custGeom>
          <a:solidFill>
            <a:srgbClr val="1B3A5C">
              <a:alpha val="27470"/>
            </a:srgbClr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Freeform 54"/>
          <p:cNvSpPr/>
          <p:nvPr/>
        </p:nvSpPr>
        <p:spPr>
          <a:xfrm>
            <a:off x="1525860" y="2499635"/>
            <a:ext cx="68706" cy="72429"/>
          </a:xfrm>
          <a:custGeom>
            <a:avLst/>
            <a:gdLst/>
            <a:ahLst/>
            <a:cxnLst/>
            <a:rect l="l" t="t" r="r" b="b"/>
            <a:pathLst>
              <a:path w="68706" h="72429">
                <a:moveTo>
                  <a:pt x="68706" y="54322"/>
                </a:moveTo>
                <a:lnTo>
                  <a:pt x="68706" y="18107"/>
                </a:lnTo>
                <a:close/>
                <a:lnTo>
                  <a:pt x="34353" y="0"/>
                </a:lnTo>
                <a:close/>
                <a:lnTo>
                  <a:pt x="0" y="18107"/>
                </a:lnTo>
                <a:close/>
                <a:lnTo>
                  <a:pt x="0" y="54322"/>
                </a:lnTo>
                <a:close/>
                <a:lnTo>
                  <a:pt x="34353" y="72429"/>
                </a:lnTo>
                <a:close/>
                <a:lnTo>
                  <a:pt x="68706" y="54322"/>
                </a:lnTo>
                <a:close/>
              </a:path>
            </a:pathLst>
          </a:custGeom>
          <a:solidFill>
            <a:srgbClr val="1B3A5C">
              <a:alpha val="34882"/>
            </a:srgbClr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Freeform 55"/>
          <p:cNvSpPr/>
          <p:nvPr/>
        </p:nvSpPr>
        <p:spPr>
          <a:xfrm>
            <a:off x="1525860" y="2390991"/>
            <a:ext cx="68706" cy="72429"/>
          </a:xfrm>
          <a:custGeom>
            <a:avLst/>
            <a:gdLst/>
            <a:ahLst/>
            <a:cxnLst/>
            <a:rect l="l" t="t" r="r" b="b"/>
            <a:pathLst>
              <a:path w="68706" h="72429">
                <a:moveTo>
                  <a:pt x="68706" y="54322"/>
                </a:moveTo>
                <a:lnTo>
                  <a:pt x="68706" y="18107"/>
                </a:lnTo>
                <a:close/>
                <a:lnTo>
                  <a:pt x="34353" y="0"/>
                </a:lnTo>
                <a:close/>
                <a:lnTo>
                  <a:pt x="0" y="18107"/>
                </a:lnTo>
                <a:close/>
                <a:lnTo>
                  <a:pt x="0" y="54322"/>
                </a:lnTo>
                <a:close/>
                <a:lnTo>
                  <a:pt x="34353" y="72429"/>
                </a:lnTo>
                <a:close/>
                <a:lnTo>
                  <a:pt x="68706" y="54322"/>
                </a:lnTo>
                <a:close/>
              </a:path>
            </a:pathLst>
          </a:custGeom>
          <a:noFill/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Freeform 56"/>
          <p:cNvSpPr/>
          <p:nvPr/>
        </p:nvSpPr>
        <p:spPr>
          <a:xfrm>
            <a:off x="1594566" y="2608278"/>
            <a:ext cx="68706" cy="72430"/>
          </a:xfrm>
          <a:custGeom>
            <a:avLst/>
            <a:gdLst/>
            <a:ahLst/>
            <a:cxnLst/>
            <a:rect l="l" t="t" r="r" b="b"/>
            <a:pathLst>
              <a:path w="68706" h="72430">
                <a:moveTo>
                  <a:pt x="68706" y="54322"/>
                </a:moveTo>
                <a:lnTo>
                  <a:pt x="68706" y="18108"/>
                </a:lnTo>
                <a:close/>
                <a:lnTo>
                  <a:pt x="34353" y="0"/>
                </a:lnTo>
                <a:close/>
                <a:lnTo>
                  <a:pt x="0" y="18108"/>
                </a:lnTo>
                <a:close/>
                <a:lnTo>
                  <a:pt x="0" y="54322"/>
                </a:lnTo>
                <a:close/>
                <a:lnTo>
                  <a:pt x="34353" y="72430"/>
                </a:lnTo>
                <a:close/>
                <a:lnTo>
                  <a:pt x="68706" y="54322"/>
                </a:lnTo>
                <a:close/>
              </a:path>
            </a:pathLst>
          </a:custGeom>
          <a:solidFill>
            <a:srgbClr val="6E8297">
              <a:alpha val="15882"/>
            </a:srgbClr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Freeform 57"/>
          <p:cNvSpPr/>
          <p:nvPr/>
        </p:nvSpPr>
        <p:spPr>
          <a:xfrm>
            <a:off x="1594566" y="2499635"/>
            <a:ext cx="68706" cy="72429"/>
          </a:xfrm>
          <a:custGeom>
            <a:avLst/>
            <a:gdLst/>
            <a:ahLst/>
            <a:cxnLst/>
            <a:rect l="l" t="t" r="r" b="b"/>
            <a:pathLst>
              <a:path w="68706" h="72429">
                <a:moveTo>
                  <a:pt x="68706" y="54322"/>
                </a:moveTo>
                <a:lnTo>
                  <a:pt x="68706" y="18107"/>
                </a:lnTo>
                <a:close/>
                <a:lnTo>
                  <a:pt x="34353" y="0"/>
                </a:lnTo>
                <a:close/>
                <a:lnTo>
                  <a:pt x="0" y="18107"/>
                </a:lnTo>
                <a:close/>
                <a:lnTo>
                  <a:pt x="0" y="54322"/>
                </a:lnTo>
                <a:close/>
                <a:lnTo>
                  <a:pt x="34353" y="72429"/>
                </a:lnTo>
                <a:close/>
                <a:lnTo>
                  <a:pt x="68706" y="54322"/>
                </a:lnTo>
                <a:close/>
              </a:path>
            </a:pathLst>
          </a:custGeom>
          <a:solidFill>
            <a:srgbClr val="1B3A5C">
              <a:alpha val="74588"/>
            </a:srgbClr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Freeform 58"/>
          <p:cNvSpPr/>
          <p:nvPr/>
        </p:nvSpPr>
        <p:spPr>
          <a:xfrm>
            <a:off x="1594566" y="2390991"/>
            <a:ext cx="68706" cy="72429"/>
          </a:xfrm>
          <a:custGeom>
            <a:avLst/>
            <a:gdLst/>
            <a:ahLst/>
            <a:cxnLst/>
            <a:rect l="l" t="t" r="r" b="b"/>
            <a:pathLst>
              <a:path w="68706" h="72429">
                <a:moveTo>
                  <a:pt x="68706" y="54322"/>
                </a:moveTo>
                <a:lnTo>
                  <a:pt x="68706" y="18107"/>
                </a:lnTo>
                <a:close/>
                <a:lnTo>
                  <a:pt x="34353" y="0"/>
                </a:lnTo>
                <a:close/>
                <a:lnTo>
                  <a:pt x="0" y="18107"/>
                </a:lnTo>
                <a:close/>
                <a:lnTo>
                  <a:pt x="0" y="54322"/>
                </a:lnTo>
                <a:close/>
                <a:lnTo>
                  <a:pt x="34353" y="72429"/>
                </a:lnTo>
                <a:close/>
                <a:lnTo>
                  <a:pt x="68706" y="54322"/>
                </a:lnTo>
                <a:close/>
              </a:path>
            </a:pathLst>
          </a:custGeom>
          <a:solidFill>
            <a:srgbClr val="1B3A5C">
              <a:alpha val="50117"/>
            </a:srgbClr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Freeform 59"/>
          <p:cNvSpPr/>
          <p:nvPr/>
        </p:nvSpPr>
        <p:spPr>
          <a:xfrm>
            <a:off x="1663272" y="2608278"/>
            <a:ext cx="68706" cy="72430"/>
          </a:xfrm>
          <a:custGeom>
            <a:avLst/>
            <a:gdLst/>
            <a:ahLst/>
            <a:cxnLst/>
            <a:rect l="l" t="t" r="r" b="b"/>
            <a:pathLst>
              <a:path w="68706" h="72430">
                <a:moveTo>
                  <a:pt x="68706" y="54322"/>
                </a:moveTo>
                <a:lnTo>
                  <a:pt x="68706" y="18108"/>
                </a:lnTo>
                <a:close/>
                <a:lnTo>
                  <a:pt x="34353" y="0"/>
                </a:lnTo>
                <a:close/>
                <a:lnTo>
                  <a:pt x="0" y="18108"/>
                </a:lnTo>
                <a:close/>
                <a:lnTo>
                  <a:pt x="0" y="54322"/>
                </a:lnTo>
                <a:close/>
                <a:lnTo>
                  <a:pt x="34353" y="72430"/>
                </a:lnTo>
                <a:close/>
                <a:lnTo>
                  <a:pt x="68706" y="54322"/>
                </a:lnTo>
                <a:close/>
              </a:path>
            </a:pathLst>
          </a:custGeom>
          <a:noFill/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Freeform 60"/>
          <p:cNvSpPr/>
          <p:nvPr/>
        </p:nvSpPr>
        <p:spPr>
          <a:xfrm>
            <a:off x="1663272" y="2499635"/>
            <a:ext cx="68706" cy="72429"/>
          </a:xfrm>
          <a:custGeom>
            <a:avLst/>
            <a:gdLst/>
            <a:ahLst/>
            <a:cxnLst/>
            <a:rect l="l" t="t" r="r" b="b"/>
            <a:pathLst>
              <a:path w="68706" h="72429">
                <a:moveTo>
                  <a:pt x="68706" y="54322"/>
                </a:moveTo>
                <a:lnTo>
                  <a:pt x="68706" y="18107"/>
                </a:lnTo>
                <a:close/>
                <a:lnTo>
                  <a:pt x="34353" y="0"/>
                </a:lnTo>
                <a:close/>
                <a:lnTo>
                  <a:pt x="0" y="18107"/>
                </a:lnTo>
                <a:close/>
                <a:lnTo>
                  <a:pt x="0" y="54322"/>
                </a:lnTo>
                <a:close/>
                <a:lnTo>
                  <a:pt x="34353" y="72429"/>
                </a:lnTo>
                <a:close/>
                <a:lnTo>
                  <a:pt x="68706" y="54322"/>
                </a:lnTo>
                <a:close/>
              </a:path>
            </a:pathLst>
          </a:custGeom>
          <a:solidFill>
            <a:srgbClr val="1B3A5C">
              <a:alpha val="34882"/>
            </a:srgbClr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Freeform 61"/>
          <p:cNvSpPr/>
          <p:nvPr/>
        </p:nvSpPr>
        <p:spPr>
          <a:xfrm>
            <a:off x="1663272" y="2390991"/>
            <a:ext cx="68706" cy="72429"/>
          </a:xfrm>
          <a:custGeom>
            <a:avLst/>
            <a:gdLst/>
            <a:ahLst/>
            <a:cxnLst/>
            <a:rect l="l" t="t" r="r" b="b"/>
            <a:pathLst>
              <a:path w="68706" h="72429">
                <a:moveTo>
                  <a:pt x="68706" y="54322"/>
                </a:moveTo>
                <a:lnTo>
                  <a:pt x="68706" y="18107"/>
                </a:lnTo>
                <a:close/>
                <a:lnTo>
                  <a:pt x="34353" y="0"/>
                </a:lnTo>
                <a:close/>
                <a:lnTo>
                  <a:pt x="0" y="18107"/>
                </a:lnTo>
                <a:close/>
                <a:lnTo>
                  <a:pt x="0" y="54322"/>
                </a:lnTo>
                <a:close/>
                <a:lnTo>
                  <a:pt x="34353" y="72429"/>
                </a:lnTo>
                <a:close/>
                <a:lnTo>
                  <a:pt x="68706" y="54322"/>
                </a:lnTo>
                <a:close/>
              </a:path>
            </a:pathLst>
          </a:custGeom>
          <a:solidFill>
            <a:srgbClr val="CFD5DC">
              <a:alpha val="5294"/>
            </a:srgbClr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Freeform 62"/>
          <p:cNvSpPr/>
          <p:nvPr/>
        </p:nvSpPr>
        <p:spPr>
          <a:xfrm>
            <a:off x="1663272" y="2282347"/>
            <a:ext cx="68706" cy="72429"/>
          </a:xfrm>
          <a:custGeom>
            <a:avLst/>
            <a:gdLst/>
            <a:ahLst/>
            <a:cxnLst/>
            <a:rect l="l" t="t" r="r" b="b"/>
            <a:pathLst>
              <a:path w="68706" h="72429">
                <a:moveTo>
                  <a:pt x="68706" y="54322"/>
                </a:moveTo>
                <a:lnTo>
                  <a:pt x="68706" y="18107"/>
                </a:lnTo>
                <a:close/>
                <a:lnTo>
                  <a:pt x="34353" y="0"/>
                </a:lnTo>
                <a:close/>
                <a:lnTo>
                  <a:pt x="0" y="18107"/>
                </a:lnTo>
                <a:close/>
                <a:lnTo>
                  <a:pt x="0" y="54322"/>
                </a:lnTo>
                <a:close/>
                <a:lnTo>
                  <a:pt x="34353" y="72429"/>
                </a:lnTo>
                <a:close/>
                <a:lnTo>
                  <a:pt x="68706" y="54322"/>
                </a:lnTo>
                <a:close/>
              </a:path>
            </a:pathLst>
          </a:custGeom>
          <a:solidFill>
            <a:srgbClr val="CFD5DC">
              <a:alpha val="5294"/>
            </a:srgbClr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Freeform 63"/>
          <p:cNvSpPr/>
          <p:nvPr/>
        </p:nvSpPr>
        <p:spPr>
          <a:xfrm>
            <a:off x="1731978" y="2499635"/>
            <a:ext cx="68706" cy="72429"/>
          </a:xfrm>
          <a:custGeom>
            <a:avLst/>
            <a:gdLst/>
            <a:ahLst/>
            <a:cxnLst/>
            <a:rect l="l" t="t" r="r" b="b"/>
            <a:pathLst>
              <a:path w="68706" h="72429">
                <a:moveTo>
                  <a:pt x="68706" y="54322"/>
                </a:moveTo>
                <a:lnTo>
                  <a:pt x="68706" y="18107"/>
                </a:lnTo>
                <a:close/>
                <a:lnTo>
                  <a:pt x="34353" y="0"/>
                </a:lnTo>
                <a:close/>
                <a:lnTo>
                  <a:pt x="0" y="18107"/>
                </a:lnTo>
                <a:close/>
                <a:lnTo>
                  <a:pt x="0" y="54322"/>
                </a:lnTo>
                <a:close/>
                <a:lnTo>
                  <a:pt x="34353" y="72429"/>
                </a:lnTo>
                <a:close/>
                <a:lnTo>
                  <a:pt x="68706" y="54322"/>
                </a:lnTo>
                <a:close/>
              </a:path>
            </a:pathLst>
          </a:custGeom>
          <a:solidFill>
            <a:srgbClr val="CFD5DC">
              <a:alpha val="5294"/>
            </a:srgbClr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Freeform 64"/>
          <p:cNvSpPr/>
          <p:nvPr/>
        </p:nvSpPr>
        <p:spPr>
          <a:xfrm>
            <a:off x="1731978" y="2390991"/>
            <a:ext cx="68706" cy="72429"/>
          </a:xfrm>
          <a:custGeom>
            <a:avLst/>
            <a:gdLst/>
            <a:ahLst/>
            <a:cxnLst/>
            <a:rect l="l" t="t" r="r" b="b"/>
            <a:pathLst>
              <a:path w="68706" h="72429">
                <a:moveTo>
                  <a:pt x="68706" y="54322"/>
                </a:moveTo>
                <a:lnTo>
                  <a:pt x="68706" y="18107"/>
                </a:lnTo>
                <a:close/>
                <a:lnTo>
                  <a:pt x="34353" y="0"/>
                </a:lnTo>
                <a:close/>
                <a:lnTo>
                  <a:pt x="0" y="18107"/>
                </a:lnTo>
                <a:close/>
                <a:lnTo>
                  <a:pt x="0" y="54322"/>
                </a:lnTo>
                <a:close/>
                <a:lnTo>
                  <a:pt x="34353" y="72429"/>
                </a:lnTo>
                <a:close/>
                <a:lnTo>
                  <a:pt x="68706" y="54322"/>
                </a:lnTo>
                <a:close/>
              </a:path>
            </a:pathLst>
          </a:custGeom>
          <a:solidFill>
            <a:srgbClr val="1B3A5C">
              <a:alpha val="34882"/>
            </a:srgbClr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Freeform 65"/>
          <p:cNvSpPr/>
          <p:nvPr/>
        </p:nvSpPr>
        <p:spPr>
          <a:xfrm>
            <a:off x="1731978" y="2282347"/>
            <a:ext cx="68706" cy="72429"/>
          </a:xfrm>
          <a:custGeom>
            <a:avLst/>
            <a:gdLst/>
            <a:ahLst/>
            <a:cxnLst/>
            <a:rect l="l" t="t" r="r" b="b"/>
            <a:pathLst>
              <a:path w="68706" h="72429">
                <a:moveTo>
                  <a:pt x="68706" y="54322"/>
                </a:moveTo>
                <a:lnTo>
                  <a:pt x="68706" y="18107"/>
                </a:lnTo>
                <a:close/>
                <a:lnTo>
                  <a:pt x="34353" y="0"/>
                </a:lnTo>
                <a:close/>
                <a:lnTo>
                  <a:pt x="0" y="18107"/>
                </a:lnTo>
                <a:close/>
                <a:lnTo>
                  <a:pt x="0" y="54322"/>
                </a:lnTo>
                <a:close/>
                <a:lnTo>
                  <a:pt x="34353" y="72429"/>
                </a:lnTo>
                <a:close/>
                <a:lnTo>
                  <a:pt x="68706" y="54322"/>
                </a:lnTo>
                <a:close/>
              </a:path>
            </a:pathLst>
          </a:custGeom>
          <a:solidFill>
            <a:srgbClr val="9EACBA">
              <a:alpha val="10588"/>
            </a:srgbClr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Freeform 66"/>
          <p:cNvSpPr/>
          <p:nvPr/>
        </p:nvSpPr>
        <p:spPr>
          <a:xfrm>
            <a:off x="1731978" y="2173703"/>
            <a:ext cx="68706" cy="72429"/>
          </a:xfrm>
          <a:custGeom>
            <a:avLst/>
            <a:gdLst/>
            <a:ahLst/>
            <a:cxnLst/>
            <a:rect l="l" t="t" r="r" b="b"/>
            <a:pathLst>
              <a:path w="68706" h="72429">
                <a:moveTo>
                  <a:pt x="68706" y="54322"/>
                </a:moveTo>
                <a:lnTo>
                  <a:pt x="68706" y="18107"/>
                </a:lnTo>
                <a:close/>
                <a:lnTo>
                  <a:pt x="34353" y="0"/>
                </a:lnTo>
                <a:close/>
                <a:lnTo>
                  <a:pt x="0" y="18107"/>
                </a:lnTo>
                <a:close/>
                <a:lnTo>
                  <a:pt x="0" y="54322"/>
                </a:lnTo>
                <a:close/>
                <a:lnTo>
                  <a:pt x="34353" y="72429"/>
                </a:lnTo>
                <a:close/>
                <a:lnTo>
                  <a:pt x="68706" y="54322"/>
                </a:lnTo>
                <a:close/>
              </a:path>
            </a:pathLst>
          </a:custGeom>
          <a:noFill/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Freeform 67"/>
          <p:cNvSpPr/>
          <p:nvPr/>
        </p:nvSpPr>
        <p:spPr>
          <a:xfrm>
            <a:off x="1800684" y="2499635"/>
            <a:ext cx="68706" cy="72429"/>
          </a:xfrm>
          <a:custGeom>
            <a:avLst/>
            <a:gdLst/>
            <a:ahLst/>
            <a:cxnLst/>
            <a:rect l="l" t="t" r="r" b="b"/>
            <a:pathLst>
              <a:path w="68706" h="72429">
                <a:moveTo>
                  <a:pt x="68706" y="54322"/>
                </a:moveTo>
                <a:lnTo>
                  <a:pt x="68706" y="18107"/>
                </a:lnTo>
                <a:close/>
                <a:lnTo>
                  <a:pt x="34353" y="0"/>
                </a:lnTo>
                <a:close/>
                <a:lnTo>
                  <a:pt x="0" y="18107"/>
                </a:lnTo>
                <a:close/>
                <a:lnTo>
                  <a:pt x="0" y="54322"/>
                </a:lnTo>
                <a:close/>
                <a:lnTo>
                  <a:pt x="34353" y="72429"/>
                </a:lnTo>
                <a:close/>
                <a:lnTo>
                  <a:pt x="68706" y="54322"/>
                </a:lnTo>
                <a:close/>
              </a:path>
            </a:pathLst>
          </a:custGeom>
          <a:noFill/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Freeform 68"/>
          <p:cNvSpPr/>
          <p:nvPr/>
        </p:nvSpPr>
        <p:spPr>
          <a:xfrm>
            <a:off x="1800684" y="2390991"/>
            <a:ext cx="68706" cy="72429"/>
          </a:xfrm>
          <a:custGeom>
            <a:avLst/>
            <a:gdLst/>
            <a:ahLst/>
            <a:cxnLst/>
            <a:rect l="l" t="t" r="r" b="b"/>
            <a:pathLst>
              <a:path w="68706" h="72429">
                <a:moveTo>
                  <a:pt x="68706" y="54322"/>
                </a:moveTo>
                <a:lnTo>
                  <a:pt x="68706" y="18107"/>
                </a:lnTo>
                <a:close/>
                <a:lnTo>
                  <a:pt x="34353" y="0"/>
                </a:lnTo>
                <a:close/>
                <a:lnTo>
                  <a:pt x="0" y="18107"/>
                </a:lnTo>
                <a:close/>
                <a:lnTo>
                  <a:pt x="0" y="54322"/>
                </a:lnTo>
                <a:close/>
                <a:lnTo>
                  <a:pt x="34353" y="72429"/>
                </a:lnTo>
                <a:close/>
                <a:lnTo>
                  <a:pt x="68706" y="54322"/>
                </a:lnTo>
                <a:close/>
              </a:path>
            </a:pathLst>
          </a:custGeom>
          <a:noFill/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Freeform 69"/>
          <p:cNvSpPr/>
          <p:nvPr/>
        </p:nvSpPr>
        <p:spPr>
          <a:xfrm>
            <a:off x="1800684" y="2282347"/>
            <a:ext cx="68706" cy="72429"/>
          </a:xfrm>
          <a:custGeom>
            <a:avLst/>
            <a:gdLst/>
            <a:ahLst/>
            <a:cxnLst/>
            <a:rect l="l" t="t" r="r" b="b"/>
            <a:pathLst>
              <a:path w="68706" h="72429">
                <a:moveTo>
                  <a:pt x="68706" y="54322"/>
                </a:moveTo>
                <a:lnTo>
                  <a:pt x="68706" y="18107"/>
                </a:lnTo>
                <a:close/>
                <a:lnTo>
                  <a:pt x="34353" y="0"/>
                </a:lnTo>
                <a:close/>
                <a:lnTo>
                  <a:pt x="0" y="18107"/>
                </a:lnTo>
                <a:close/>
                <a:lnTo>
                  <a:pt x="0" y="54322"/>
                </a:lnTo>
                <a:close/>
                <a:lnTo>
                  <a:pt x="34353" y="72429"/>
                </a:lnTo>
                <a:close/>
                <a:lnTo>
                  <a:pt x="68706" y="54322"/>
                </a:lnTo>
                <a:close/>
              </a:path>
            </a:pathLst>
          </a:custGeom>
          <a:solidFill>
            <a:srgbClr val="1B3A5C">
              <a:alpha val="34882"/>
            </a:srgbClr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Freeform 70"/>
          <p:cNvSpPr/>
          <p:nvPr/>
        </p:nvSpPr>
        <p:spPr>
          <a:xfrm>
            <a:off x="1869390" y="2390991"/>
            <a:ext cx="68706" cy="72429"/>
          </a:xfrm>
          <a:custGeom>
            <a:avLst/>
            <a:gdLst/>
            <a:ahLst/>
            <a:cxnLst/>
            <a:rect l="l" t="t" r="r" b="b"/>
            <a:pathLst>
              <a:path w="68706" h="72429">
                <a:moveTo>
                  <a:pt x="68706" y="54322"/>
                </a:moveTo>
                <a:lnTo>
                  <a:pt x="68706" y="18107"/>
                </a:lnTo>
                <a:close/>
                <a:lnTo>
                  <a:pt x="34353" y="0"/>
                </a:lnTo>
                <a:close/>
                <a:lnTo>
                  <a:pt x="0" y="18107"/>
                </a:lnTo>
                <a:close/>
                <a:lnTo>
                  <a:pt x="0" y="54322"/>
                </a:lnTo>
                <a:close/>
                <a:lnTo>
                  <a:pt x="34353" y="72429"/>
                </a:lnTo>
                <a:close/>
                <a:lnTo>
                  <a:pt x="68706" y="54322"/>
                </a:lnTo>
                <a:close/>
              </a:path>
            </a:pathLst>
          </a:custGeom>
          <a:solidFill>
            <a:srgbClr val="CFD5DC">
              <a:alpha val="5294"/>
            </a:srgbClr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Freeform 71"/>
          <p:cNvSpPr/>
          <p:nvPr/>
        </p:nvSpPr>
        <p:spPr>
          <a:xfrm>
            <a:off x="1869390" y="2282347"/>
            <a:ext cx="68706" cy="72429"/>
          </a:xfrm>
          <a:custGeom>
            <a:avLst/>
            <a:gdLst/>
            <a:ahLst/>
            <a:cxnLst/>
            <a:rect l="l" t="t" r="r" b="b"/>
            <a:pathLst>
              <a:path w="68706" h="72429">
                <a:moveTo>
                  <a:pt x="68706" y="54322"/>
                </a:moveTo>
                <a:lnTo>
                  <a:pt x="68706" y="18107"/>
                </a:lnTo>
                <a:close/>
                <a:lnTo>
                  <a:pt x="34353" y="0"/>
                </a:lnTo>
                <a:close/>
                <a:lnTo>
                  <a:pt x="0" y="18107"/>
                </a:lnTo>
                <a:close/>
                <a:lnTo>
                  <a:pt x="0" y="54322"/>
                </a:lnTo>
                <a:close/>
                <a:lnTo>
                  <a:pt x="34353" y="72429"/>
                </a:lnTo>
                <a:close/>
                <a:lnTo>
                  <a:pt x="68706" y="54322"/>
                </a:lnTo>
                <a:close/>
              </a:path>
            </a:pathLst>
          </a:custGeom>
          <a:solidFill>
            <a:srgbClr val="1B3A5C">
              <a:alpha val="34882"/>
            </a:srgbClr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Freeform 72"/>
          <p:cNvSpPr/>
          <p:nvPr/>
        </p:nvSpPr>
        <p:spPr>
          <a:xfrm>
            <a:off x="1869390" y="2173703"/>
            <a:ext cx="68706" cy="72429"/>
          </a:xfrm>
          <a:custGeom>
            <a:avLst/>
            <a:gdLst/>
            <a:ahLst/>
            <a:cxnLst/>
            <a:rect l="l" t="t" r="r" b="b"/>
            <a:pathLst>
              <a:path w="68706" h="72429">
                <a:moveTo>
                  <a:pt x="68706" y="54322"/>
                </a:moveTo>
                <a:lnTo>
                  <a:pt x="68706" y="18107"/>
                </a:lnTo>
                <a:close/>
                <a:lnTo>
                  <a:pt x="34353" y="0"/>
                </a:lnTo>
                <a:close/>
                <a:lnTo>
                  <a:pt x="0" y="18107"/>
                </a:lnTo>
                <a:close/>
                <a:lnTo>
                  <a:pt x="0" y="54322"/>
                </a:lnTo>
                <a:close/>
                <a:lnTo>
                  <a:pt x="34353" y="72429"/>
                </a:lnTo>
                <a:close/>
                <a:lnTo>
                  <a:pt x="68706" y="54322"/>
                </a:lnTo>
                <a:close/>
              </a:path>
            </a:pathLst>
          </a:custGeom>
          <a:solidFill>
            <a:srgbClr val="1B3A5C">
              <a:alpha val="27470"/>
            </a:srgbClr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Freeform 73"/>
          <p:cNvSpPr/>
          <p:nvPr/>
        </p:nvSpPr>
        <p:spPr>
          <a:xfrm>
            <a:off x="1938096" y="2390991"/>
            <a:ext cx="68706" cy="72429"/>
          </a:xfrm>
          <a:custGeom>
            <a:avLst/>
            <a:gdLst/>
            <a:ahLst/>
            <a:cxnLst/>
            <a:rect l="l" t="t" r="r" b="b"/>
            <a:pathLst>
              <a:path w="68706" h="72429">
                <a:moveTo>
                  <a:pt x="68706" y="54322"/>
                </a:moveTo>
                <a:lnTo>
                  <a:pt x="68706" y="18107"/>
                </a:lnTo>
                <a:close/>
                <a:lnTo>
                  <a:pt x="34353" y="0"/>
                </a:lnTo>
                <a:close/>
                <a:lnTo>
                  <a:pt x="0" y="18107"/>
                </a:lnTo>
                <a:close/>
                <a:lnTo>
                  <a:pt x="0" y="54322"/>
                </a:lnTo>
                <a:close/>
                <a:lnTo>
                  <a:pt x="34353" y="72429"/>
                </a:lnTo>
                <a:close/>
                <a:lnTo>
                  <a:pt x="68706" y="54322"/>
                </a:lnTo>
                <a:close/>
              </a:path>
            </a:pathLst>
          </a:custGeom>
          <a:noFill/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Freeform 74"/>
          <p:cNvSpPr/>
          <p:nvPr/>
        </p:nvSpPr>
        <p:spPr>
          <a:xfrm>
            <a:off x="1938096" y="2282347"/>
            <a:ext cx="68706" cy="72429"/>
          </a:xfrm>
          <a:custGeom>
            <a:avLst/>
            <a:gdLst/>
            <a:ahLst/>
            <a:cxnLst/>
            <a:rect l="l" t="t" r="r" b="b"/>
            <a:pathLst>
              <a:path w="68706" h="72429">
                <a:moveTo>
                  <a:pt x="68706" y="54322"/>
                </a:moveTo>
                <a:lnTo>
                  <a:pt x="68706" y="18107"/>
                </a:lnTo>
                <a:close/>
                <a:lnTo>
                  <a:pt x="34353" y="0"/>
                </a:lnTo>
                <a:close/>
                <a:lnTo>
                  <a:pt x="0" y="18107"/>
                </a:lnTo>
                <a:close/>
                <a:lnTo>
                  <a:pt x="0" y="54322"/>
                </a:lnTo>
                <a:close/>
                <a:lnTo>
                  <a:pt x="34353" y="72429"/>
                </a:lnTo>
                <a:close/>
                <a:lnTo>
                  <a:pt x="68706" y="54322"/>
                </a:lnTo>
                <a:close/>
              </a:path>
            </a:pathLst>
          </a:custGeom>
          <a:noFill/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Freeform 75"/>
          <p:cNvSpPr/>
          <p:nvPr/>
        </p:nvSpPr>
        <p:spPr>
          <a:xfrm>
            <a:off x="1938096" y="2173703"/>
            <a:ext cx="68706" cy="72429"/>
          </a:xfrm>
          <a:custGeom>
            <a:avLst/>
            <a:gdLst/>
            <a:ahLst/>
            <a:cxnLst/>
            <a:rect l="l" t="t" r="r" b="b"/>
            <a:pathLst>
              <a:path w="68706" h="72429">
                <a:moveTo>
                  <a:pt x="68706" y="54322"/>
                </a:moveTo>
                <a:lnTo>
                  <a:pt x="68706" y="18107"/>
                </a:lnTo>
                <a:close/>
                <a:lnTo>
                  <a:pt x="34353" y="0"/>
                </a:lnTo>
                <a:close/>
                <a:lnTo>
                  <a:pt x="0" y="18107"/>
                </a:lnTo>
                <a:close/>
                <a:lnTo>
                  <a:pt x="0" y="54322"/>
                </a:lnTo>
                <a:close/>
                <a:lnTo>
                  <a:pt x="34353" y="72429"/>
                </a:lnTo>
                <a:close/>
                <a:lnTo>
                  <a:pt x="68706" y="54322"/>
                </a:lnTo>
                <a:close/>
              </a:path>
            </a:pathLst>
          </a:custGeom>
          <a:solidFill>
            <a:srgbClr val="3B5673">
              <a:alpha val="21470"/>
            </a:srgbClr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Freeform 76"/>
          <p:cNvSpPr/>
          <p:nvPr/>
        </p:nvSpPr>
        <p:spPr>
          <a:xfrm>
            <a:off x="1938096" y="2065059"/>
            <a:ext cx="68706" cy="72429"/>
          </a:xfrm>
          <a:custGeom>
            <a:avLst/>
            <a:gdLst/>
            <a:ahLst/>
            <a:cxnLst/>
            <a:rect l="l" t="t" r="r" b="b"/>
            <a:pathLst>
              <a:path w="68706" h="72429">
                <a:moveTo>
                  <a:pt x="68706" y="54322"/>
                </a:moveTo>
                <a:lnTo>
                  <a:pt x="68706" y="18107"/>
                </a:lnTo>
                <a:close/>
                <a:lnTo>
                  <a:pt x="34353" y="0"/>
                </a:lnTo>
                <a:close/>
                <a:lnTo>
                  <a:pt x="0" y="18107"/>
                </a:lnTo>
                <a:close/>
                <a:lnTo>
                  <a:pt x="0" y="54322"/>
                </a:lnTo>
                <a:close/>
                <a:lnTo>
                  <a:pt x="34353" y="72429"/>
                </a:lnTo>
                <a:close/>
                <a:lnTo>
                  <a:pt x="68706" y="54322"/>
                </a:lnTo>
                <a:close/>
              </a:path>
            </a:pathLst>
          </a:custGeom>
          <a:noFill/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Freeform 77"/>
          <p:cNvSpPr/>
          <p:nvPr/>
        </p:nvSpPr>
        <p:spPr>
          <a:xfrm>
            <a:off x="2006802" y="2282347"/>
            <a:ext cx="68706" cy="72429"/>
          </a:xfrm>
          <a:custGeom>
            <a:avLst/>
            <a:gdLst/>
            <a:ahLst/>
            <a:cxnLst/>
            <a:rect l="l" t="t" r="r" b="b"/>
            <a:pathLst>
              <a:path w="68706" h="72429">
                <a:moveTo>
                  <a:pt x="68706" y="54322"/>
                </a:moveTo>
                <a:lnTo>
                  <a:pt x="68706" y="18107"/>
                </a:lnTo>
                <a:close/>
                <a:lnTo>
                  <a:pt x="34353" y="0"/>
                </a:lnTo>
                <a:close/>
                <a:lnTo>
                  <a:pt x="0" y="18107"/>
                </a:lnTo>
                <a:close/>
                <a:lnTo>
                  <a:pt x="0" y="54322"/>
                </a:lnTo>
                <a:close/>
                <a:lnTo>
                  <a:pt x="34353" y="72429"/>
                </a:lnTo>
                <a:close/>
                <a:lnTo>
                  <a:pt x="68706" y="54322"/>
                </a:lnTo>
                <a:close/>
              </a:path>
            </a:pathLst>
          </a:custGeom>
          <a:noFill/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Freeform 78"/>
          <p:cNvSpPr/>
          <p:nvPr/>
        </p:nvSpPr>
        <p:spPr>
          <a:xfrm>
            <a:off x="2006802" y="2173703"/>
            <a:ext cx="68706" cy="72429"/>
          </a:xfrm>
          <a:custGeom>
            <a:avLst/>
            <a:gdLst/>
            <a:ahLst/>
            <a:cxnLst/>
            <a:rect l="l" t="t" r="r" b="b"/>
            <a:pathLst>
              <a:path w="68706" h="72429">
                <a:moveTo>
                  <a:pt x="68706" y="54322"/>
                </a:moveTo>
                <a:lnTo>
                  <a:pt x="68706" y="18107"/>
                </a:lnTo>
                <a:close/>
                <a:lnTo>
                  <a:pt x="34353" y="0"/>
                </a:lnTo>
                <a:close/>
                <a:lnTo>
                  <a:pt x="0" y="18107"/>
                </a:lnTo>
                <a:close/>
                <a:lnTo>
                  <a:pt x="0" y="54322"/>
                </a:lnTo>
                <a:close/>
                <a:lnTo>
                  <a:pt x="34353" y="72429"/>
                </a:lnTo>
                <a:close/>
                <a:lnTo>
                  <a:pt x="68706" y="54322"/>
                </a:lnTo>
                <a:close/>
              </a:path>
            </a:pathLst>
          </a:custGeom>
          <a:solidFill>
            <a:srgbClr val="6E8297">
              <a:alpha val="15882"/>
            </a:srgbClr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Freeform 79"/>
          <p:cNvSpPr/>
          <p:nvPr/>
        </p:nvSpPr>
        <p:spPr>
          <a:xfrm>
            <a:off x="2006802" y="2065059"/>
            <a:ext cx="68706" cy="72429"/>
          </a:xfrm>
          <a:custGeom>
            <a:avLst/>
            <a:gdLst/>
            <a:ahLst/>
            <a:cxnLst/>
            <a:rect l="l" t="t" r="r" b="b"/>
            <a:pathLst>
              <a:path w="68706" h="72429">
                <a:moveTo>
                  <a:pt x="68706" y="54322"/>
                </a:moveTo>
                <a:lnTo>
                  <a:pt x="68706" y="18107"/>
                </a:lnTo>
                <a:close/>
                <a:lnTo>
                  <a:pt x="34353" y="0"/>
                </a:lnTo>
                <a:close/>
                <a:lnTo>
                  <a:pt x="0" y="18107"/>
                </a:lnTo>
                <a:close/>
                <a:lnTo>
                  <a:pt x="0" y="54322"/>
                </a:lnTo>
                <a:close/>
                <a:lnTo>
                  <a:pt x="34353" y="72429"/>
                </a:lnTo>
                <a:close/>
                <a:lnTo>
                  <a:pt x="68706" y="54322"/>
                </a:lnTo>
                <a:close/>
              </a:path>
            </a:pathLst>
          </a:custGeom>
          <a:solidFill>
            <a:srgbClr val="1B3A5C">
              <a:alpha val="34882"/>
            </a:srgbClr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Freeform 80"/>
          <p:cNvSpPr/>
          <p:nvPr/>
        </p:nvSpPr>
        <p:spPr>
          <a:xfrm>
            <a:off x="2006802" y="1956415"/>
            <a:ext cx="68706" cy="72430"/>
          </a:xfrm>
          <a:custGeom>
            <a:avLst/>
            <a:gdLst/>
            <a:ahLst/>
            <a:cxnLst/>
            <a:rect l="l" t="t" r="r" b="b"/>
            <a:pathLst>
              <a:path w="68706" h="72430">
                <a:moveTo>
                  <a:pt x="68706" y="54322"/>
                </a:moveTo>
                <a:lnTo>
                  <a:pt x="68706" y="18108"/>
                </a:lnTo>
                <a:close/>
                <a:lnTo>
                  <a:pt x="34353" y="0"/>
                </a:lnTo>
                <a:close/>
                <a:lnTo>
                  <a:pt x="0" y="18108"/>
                </a:lnTo>
                <a:close/>
                <a:lnTo>
                  <a:pt x="0" y="54322"/>
                </a:lnTo>
                <a:close/>
                <a:lnTo>
                  <a:pt x="34353" y="72430"/>
                </a:lnTo>
                <a:close/>
                <a:lnTo>
                  <a:pt x="68706" y="54322"/>
                </a:lnTo>
                <a:close/>
              </a:path>
            </a:pathLst>
          </a:custGeom>
          <a:solidFill>
            <a:srgbClr val="9EACBA">
              <a:alpha val="10588"/>
            </a:srgbClr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Freeform 81"/>
          <p:cNvSpPr/>
          <p:nvPr/>
        </p:nvSpPr>
        <p:spPr>
          <a:xfrm>
            <a:off x="2075508" y="2173703"/>
            <a:ext cx="68706" cy="72429"/>
          </a:xfrm>
          <a:custGeom>
            <a:avLst/>
            <a:gdLst/>
            <a:ahLst/>
            <a:cxnLst/>
            <a:rect l="l" t="t" r="r" b="b"/>
            <a:pathLst>
              <a:path w="68706" h="72429">
                <a:moveTo>
                  <a:pt x="68706" y="54322"/>
                </a:moveTo>
                <a:lnTo>
                  <a:pt x="68706" y="18107"/>
                </a:lnTo>
                <a:close/>
                <a:lnTo>
                  <a:pt x="34353" y="0"/>
                </a:lnTo>
                <a:close/>
                <a:lnTo>
                  <a:pt x="0" y="18107"/>
                </a:lnTo>
                <a:close/>
                <a:lnTo>
                  <a:pt x="0" y="54322"/>
                </a:lnTo>
                <a:close/>
                <a:lnTo>
                  <a:pt x="34353" y="72429"/>
                </a:lnTo>
                <a:close/>
                <a:lnTo>
                  <a:pt x="68706" y="54322"/>
                </a:lnTo>
                <a:close/>
              </a:path>
            </a:pathLst>
          </a:custGeom>
          <a:noFill/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Freeform 82"/>
          <p:cNvSpPr/>
          <p:nvPr/>
        </p:nvSpPr>
        <p:spPr>
          <a:xfrm>
            <a:off x="2075508" y="1956415"/>
            <a:ext cx="68706" cy="72430"/>
          </a:xfrm>
          <a:custGeom>
            <a:avLst/>
            <a:gdLst/>
            <a:ahLst/>
            <a:cxnLst/>
            <a:rect l="l" t="t" r="r" b="b"/>
            <a:pathLst>
              <a:path w="68706" h="72430">
                <a:moveTo>
                  <a:pt x="68706" y="54322"/>
                </a:moveTo>
                <a:lnTo>
                  <a:pt x="68706" y="18108"/>
                </a:lnTo>
                <a:close/>
                <a:lnTo>
                  <a:pt x="34353" y="0"/>
                </a:lnTo>
                <a:close/>
                <a:lnTo>
                  <a:pt x="0" y="18108"/>
                </a:lnTo>
                <a:close/>
                <a:lnTo>
                  <a:pt x="0" y="54322"/>
                </a:lnTo>
                <a:close/>
                <a:lnTo>
                  <a:pt x="34353" y="72430"/>
                </a:lnTo>
                <a:close/>
                <a:lnTo>
                  <a:pt x="68706" y="54322"/>
                </a:lnTo>
                <a:close/>
              </a:path>
            </a:pathLst>
          </a:custGeom>
          <a:solidFill>
            <a:srgbClr val="9EACBA">
              <a:alpha val="10588"/>
            </a:srgbClr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Freeform 83"/>
          <p:cNvSpPr/>
          <p:nvPr/>
        </p:nvSpPr>
        <p:spPr>
          <a:xfrm>
            <a:off x="2144214" y="2065059"/>
            <a:ext cx="68706" cy="72429"/>
          </a:xfrm>
          <a:custGeom>
            <a:avLst/>
            <a:gdLst/>
            <a:ahLst/>
            <a:cxnLst/>
            <a:rect l="l" t="t" r="r" b="b"/>
            <a:pathLst>
              <a:path w="68706" h="72429">
                <a:moveTo>
                  <a:pt x="68706" y="54322"/>
                </a:moveTo>
                <a:lnTo>
                  <a:pt x="68706" y="18107"/>
                </a:lnTo>
                <a:close/>
                <a:lnTo>
                  <a:pt x="34353" y="0"/>
                </a:lnTo>
                <a:close/>
                <a:lnTo>
                  <a:pt x="0" y="18107"/>
                </a:lnTo>
                <a:close/>
                <a:lnTo>
                  <a:pt x="0" y="54322"/>
                </a:lnTo>
                <a:close/>
                <a:lnTo>
                  <a:pt x="34353" y="72429"/>
                </a:lnTo>
                <a:close/>
                <a:lnTo>
                  <a:pt x="68706" y="54322"/>
                </a:lnTo>
                <a:close/>
              </a:path>
            </a:pathLst>
          </a:custGeom>
          <a:solidFill>
            <a:srgbClr val="CFD5DC">
              <a:alpha val="5294"/>
            </a:srgbClr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Freeform 84"/>
          <p:cNvSpPr/>
          <p:nvPr/>
        </p:nvSpPr>
        <p:spPr>
          <a:xfrm>
            <a:off x="2144214" y="1847771"/>
            <a:ext cx="68706" cy="72430"/>
          </a:xfrm>
          <a:custGeom>
            <a:avLst/>
            <a:gdLst/>
            <a:ahLst/>
            <a:cxnLst/>
            <a:rect l="l" t="t" r="r" b="b"/>
            <a:pathLst>
              <a:path w="68706" h="72430">
                <a:moveTo>
                  <a:pt x="68706" y="54322"/>
                </a:moveTo>
                <a:lnTo>
                  <a:pt x="68706" y="18108"/>
                </a:lnTo>
                <a:close/>
                <a:lnTo>
                  <a:pt x="34353" y="0"/>
                </a:lnTo>
                <a:close/>
                <a:lnTo>
                  <a:pt x="0" y="18108"/>
                </a:lnTo>
                <a:close/>
                <a:lnTo>
                  <a:pt x="0" y="54322"/>
                </a:lnTo>
                <a:close/>
                <a:lnTo>
                  <a:pt x="34353" y="72430"/>
                </a:lnTo>
                <a:close/>
                <a:lnTo>
                  <a:pt x="68706" y="54322"/>
                </a:lnTo>
                <a:close/>
              </a:path>
            </a:pathLst>
          </a:custGeom>
          <a:noFill/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Freeform 85"/>
          <p:cNvSpPr/>
          <p:nvPr/>
        </p:nvSpPr>
        <p:spPr>
          <a:xfrm>
            <a:off x="2212920" y="1956415"/>
            <a:ext cx="68706" cy="72430"/>
          </a:xfrm>
          <a:custGeom>
            <a:avLst/>
            <a:gdLst/>
            <a:ahLst/>
            <a:cxnLst/>
            <a:rect l="l" t="t" r="r" b="b"/>
            <a:pathLst>
              <a:path w="68706" h="72430">
                <a:moveTo>
                  <a:pt x="68706" y="54322"/>
                </a:moveTo>
                <a:lnTo>
                  <a:pt x="68706" y="18108"/>
                </a:lnTo>
                <a:close/>
                <a:lnTo>
                  <a:pt x="34353" y="0"/>
                </a:lnTo>
                <a:close/>
                <a:lnTo>
                  <a:pt x="0" y="18108"/>
                </a:lnTo>
                <a:close/>
                <a:lnTo>
                  <a:pt x="0" y="54322"/>
                </a:lnTo>
                <a:close/>
                <a:lnTo>
                  <a:pt x="34353" y="72430"/>
                </a:lnTo>
                <a:close/>
                <a:lnTo>
                  <a:pt x="68706" y="54322"/>
                </a:lnTo>
                <a:close/>
              </a:path>
            </a:pathLst>
          </a:custGeom>
          <a:noFill/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Freeform 86"/>
          <p:cNvSpPr/>
          <p:nvPr/>
        </p:nvSpPr>
        <p:spPr>
          <a:xfrm>
            <a:off x="2281626" y="1847771"/>
            <a:ext cx="68706" cy="72430"/>
          </a:xfrm>
          <a:custGeom>
            <a:avLst/>
            <a:gdLst/>
            <a:ahLst/>
            <a:cxnLst/>
            <a:rect l="l" t="t" r="r" b="b"/>
            <a:pathLst>
              <a:path w="68706" h="72430">
                <a:moveTo>
                  <a:pt x="68706" y="54322"/>
                </a:moveTo>
                <a:lnTo>
                  <a:pt x="68706" y="18108"/>
                </a:lnTo>
                <a:close/>
                <a:lnTo>
                  <a:pt x="34353" y="0"/>
                </a:lnTo>
                <a:close/>
                <a:lnTo>
                  <a:pt x="0" y="18108"/>
                </a:lnTo>
                <a:close/>
                <a:lnTo>
                  <a:pt x="0" y="54322"/>
                </a:lnTo>
                <a:close/>
                <a:lnTo>
                  <a:pt x="34353" y="72430"/>
                </a:lnTo>
                <a:close/>
                <a:lnTo>
                  <a:pt x="68706" y="54322"/>
                </a:lnTo>
                <a:close/>
              </a:path>
            </a:pathLst>
          </a:custGeom>
          <a:noFill/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Freeform 87"/>
          <p:cNvSpPr/>
          <p:nvPr/>
        </p:nvSpPr>
        <p:spPr>
          <a:xfrm>
            <a:off x="2350332" y="2173703"/>
            <a:ext cx="68707" cy="72429"/>
          </a:xfrm>
          <a:custGeom>
            <a:avLst/>
            <a:gdLst/>
            <a:ahLst/>
            <a:cxnLst/>
            <a:rect l="l" t="t" r="r" b="b"/>
            <a:pathLst>
              <a:path w="68707" h="72429">
                <a:moveTo>
                  <a:pt x="68707" y="54322"/>
                </a:moveTo>
                <a:lnTo>
                  <a:pt x="68707" y="18107"/>
                </a:lnTo>
                <a:close/>
                <a:lnTo>
                  <a:pt x="34353" y="0"/>
                </a:lnTo>
                <a:close/>
                <a:lnTo>
                  <a:pt x="0" y="18107"/>
                </a:lnTo>
                <a:close/>
                <a:lnTo>
                  <a:pt x="0" y="54322"/>
                </a:lnTo>
                <a:close/>
                <a:lnTo>
                  <a:pt x="34353" y="72429"/>
                </a:lnTo>
                <a:close/>
                <a:lnTo>
                  <a:pt x="68707" y="54322"/>
                </a:lnTo>
                <a:close/>
              </a:path>
            </a:pathLst>
          </a:custGeom>
          <a:noFill/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Freeform 88"/>
          <p:cNvSpPr/>
          <p:nvPr/>
        </p:nvSpPr>
        <p:spPr>
          <a:xfrm>
            <a:off x="2350332" y="1847771"/>
            <a:ext cx="68707" cy="72430"/>
          </a:xfrm>
          <a:custGeom>
            <a:avLst/>
            <a:gdLst/>
            <a:ahLst/>
            <a:cxnLst/>
            <a:rect l="l" t="t" r="r" b="b"/>
            <a:pathLst>
              <a:path w="68707" h="72430">
                <a:moveTo>
                  <a:pt x="68707" y="54322"/>
                </a:moveTo>
                <a:lnTo>
                  <a:pt x="68707" y="18108"/>
                </a:lnTo>
                <a:close/>
                <a:lnTo>
                  <a:pt x="34353" y="0"/>
                </a:lnTo>
                <a:close/>
                <a:lnTo>
                  <a:pt x="0" y="18108"/>
                </a:lnTo>
                <a:close/>
                <a:lnTo>
                  <a:pt x="0" y="54322"/>
                </a:lnTo>
                <a:close/>
                <a:lnTo>
                  <a:pt x="34353" y="72430"/>
                </a:lnTo>
                <a:close/>
                <a:lnTo>
                  <a:pt x="68707" y="54322"/>
                </a:lnTo>
                <a:close/>
              </a:path>
            </a:pathLst>
          </a:custGeom>
          <a:solidFill>
            <a:srgbClr val="9EACBA">
              <a:alpha val="10588"/>
            </a:srgbClr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Freeform 89"/>
          <p:cNvSpPr/>
          <p:nvPr/>
        </p:nvSpPr>
        <p:spPr>
          <a:xfrm>
            <a:off x="2625157" y="1521840"/>
            <a:ext cx="68706" cy="72429"/>
          </a:xfrm>
          <a:custGeom>
            <a:avLst/>
            <a:gdLst/>
            <a:ahLst/>
            <a:cxnLst/>
            <a:rect l="l" t="t" r="r" b="b"/>
            <a:pathLst>
              <a:path w="68706" h="72429">
                <a:moveTo>
                  <a:pt x="68706" y="54322"/>
                </a:moveTo>
                <a:lnTo>
                  <a:pt x="68706" y="18107"/>
                </a:lnTo>
                <a:close/>
                <a:lnTo>
                  <a:pt x="34353" y="0"/>
                </a:lnTo>
                <a:close/>
                <a:lnTo>
                  <a:pt x="0" y="18107"/>
                </a:lnTo>
                <a:close/>
                <a:lnTo>
                  <a:pt x="0" y="54322"/>
                </a:lnTo>
                <a:close/>
                <a:lnTo>
                  <a:pt x="34353" y="72429"/>
                </a:lnTo>
                <a:close/>
                <a:lnTo>
                  <a:pt x="68706" y="54322"/>
                </a:lnTo>
                <a:close/>
              </a:path>
            </a:pathLst>
          </a:custGeom>
          <a:noFill/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Freeform 90"/>
          <p:cNvSpPr/>
          <p:nvPr/>
        </p:nvSpPr>
        <p:spPr>
          <a:xfrm>
            <a:off x="2693863" y="1413196"/>
            <a:ext cx="68706" cy="72429"/>
          </a:xfrm>
          <a:custGeom>
            <a:avLst/>
            <a:gdLst/>
            <a:ahLst/>
            <a:cxnLst/>
            <a:rect l="l" t="t" r="r" b="b"/>
            <a:pathLst>
              <a:path w="68706" h="72429">
                <a:moveTo>
                  <a:pt x="68706" y="54322"/>
                </a:moveTo>
                <a:lnTo>
                  <a:pt x="68706" y="18107"/>
                </a:lnTo>
                <a:close/>
                <a:lnTo>
                  <a:pt x="34353" y="0"/>
                </a:lnTo>
                <a:close/>
                <a:lnTo>
                  <a:pt x="0" y="18107"/>
                </a:lnTo>
                <a:close/>
                <a:lnTo>
                  <a:pt x="0" y="54322"/>
                </a:lnTo>
                <a:close/>
                <a:lnTo>
                  <a:pt x="34353" y="72429"/>
                </a:lnTo>
                <a:close/>
                <a:lnTo>
                  <a:pt x="68706" y="54322"/>
                </a:lnTo>
                <a:close/>
              </a:path>
            </a:pathLst>
          </a:custGeom>
          <a:noFill/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Freeform 91"/>
          <p:cNvSpPr/>
          <p:nvPr/>
        </p:nvSpPr>
        <p:spPr>
          <a:xfrm>
            <a:off x="2831275" y="1847771"/>
            <a:ext cx="68706" cy="72430"/>
          </a:xfrm>
          <a:custGeom>
            <a:avLst/>
            <a:gdLst/>
            <a:ahLst/>
            <a:cxnLst/>
            <a:rect l="l" t="t" r="r" b="b"/>
            <a:pathLst>
              <a:path w="68706" h="72430">
                <a:moveTo>
                  <a:pt x="68706" y="54322"/>
                </a:moveTo>
                <a:lnTo>
                  <a:pt x="68706" y="18108"/>
                </a:lnTo>
                <a:close/>
                <a:lnTo>
                  <a:pt x="34353" y="0"/>
                </a:lnTo>
                <a:close/>
                <a:lnTo>
                  <a:pt x="0" y="18108"/>
                </a:lnTo>
                <a:close/>
                <a:lnTo>
                  <a:pt x="0" y="54322"/>
                </a:lnTo>
                <a:close/>
                <a:lnTo>
                  <a:pt x="34353" y="72430"/>
                </a:lnTo>
                <a:close/>
                <a:lnTo>
                  <a:pt x="68706" y="54322"/>
                </a:lnTo>
                <a:close/>
              </a:path>
            </a:pathLst>
          </a:custGeom>
          <a:noFill/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Freeform 92"/>
          <p:cNvSpPr/>
          <p:nvPr/>
        </p:nvSpPr>
        <p:spPr>
          <a:xfrm>
            <a:off x="804447" y="3205820"/>
            <a:ext cx="68706" cy="72429"/>
          </a:xfrm>
          <a:custGeom>
            <a:avLst/>
            <a:gdLst/>
            <a:ahLst/>
            <a:cxnLst/>
            <a:rect l="l" t="t" r="r" b="b"/>
            <a:pathLst>
              <a:path w="68706" h="72429">
                <a:moveTo>
                  <a:pt x="68706" y="54322"/>
                </a:moveTo>
                <a:lnTo>
                  <a:pt x="68706" y="18107"/>
                </a:lnTo>
                <a:close/>
                <a:lnTo>
                  <a:pt x="34353" y="0"/>
                </a:lnTo>
                <a:close/>
                <a:lnTo>
                  <a:pt x="0" y="18107"/>
                </a:lnTo>
                <a:close/>
                <a:lnTo>
                  <a:pt x="0" y="54322"/>
                </a:lnTo>
                <a:close/>
                <a:lnTo>
                  <a:pt x="34353" y="72429"/>
                </a:lnTo>
                <a:close/>
                <a:lnTo>
                  <a:pt x="68706" y="54322"/>
                </a:lnTo>
                <a:close/>
              </a:path>
            </a:pathLst>
          </a:custGeom>
          <a:solidFill>
            <a:srgbClr val="3B5673">
              <a:alpha val="21470"/>
            </a:srgbClr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Freeform 93"/>
          <p:cNvSpPr/>
          <p:nvPr/>
        </p:nvSpPr>
        <p:spPr>
          <a:xfrm>
            <a:off x="873153" y="3097176"/>
            <a:ext cx="68706" cy="72429"/>
          </a:xfrm>
          <a:custGeom>
            <a:avLst/>
            <a:gdLst/>
            <a:ahLst/>
            <a:cxnLst/>
            <a:rect l="l" t="t" r="r" b="b"/>
            <a:pathLst>
              <a:path w="68706" h="72429">
                <a:moveTo>
                  <a:pt x="68706" y="54322"/>
                </a:moveTo>
                <a:lnTo>
                  <a:pt x="68706" y="18107"/>
                </a:lnTo>
                <a:close/>
                <a:lnTo>
                  <a:pt x="34353" y="0"/>
                </a:lnTo>
                <a:close/>
                <a:lnTo>
                  <a:pt x="0" y="18107"/>
                </a:lnTo>
                <a:close/>
                <a:lnTo>
                  <a:pt x="0" y="54322"/>
                </a:lnTo>
                <a:close/>
                <a:lnTo>
                  <a:pt x="34353" y="72429"/>
                </a:lnTo>
                <a:close/>
                <a:lnTo>
                  <a:pt x="68706" y="54322"/>
                </a:lnTo>
                <a:close/>
              </a:path>
            </a:pathLst>
          </a:custGeom>
          <a:solidFill>
            <a:srgbClr val="CFD5DC">
              <a:alpha val="5294"/>
            </a:srgbClr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Freeform 94"/>
          <p:cNvSpPr/>
          <p:nvPr/>
        </p:nvSpPr>
        <p:spPr>
          <a:xfrm>
            <a:off x="941859" y="3097176"/>
            <a:ext cx="68706" cy="72429"/>
          </a:xfrm>
          <a:custGeom>
            <a:avLst/>
            <a:gdLst/>
            <a:ahLst/>
            <a:cxnLst/>
            <a:rect l="l" t="t" r="r" b="b"/>
            <a:pathLst>
              <a:path w="68706" h="72429">
                <a:moveTo>
                  <a:pt x="68706" y="54322"/>
                </a:moveTo>
                <a:lnTo>
                  <a:pt x="68706" y="18107"/>
                </a:lnTo>
                <a:close/>
                <a:lnTo>
                  <a:pt x="34353" y="0"/>
                </a:lnTo>
                <a:close/>
                <a:lnTo>
                  <a:pt x="0" y="18107"/>
                </a:lnTo>
                <a:close/>
                <a:lnTo>
                  <a:pt x="0" y="54322"/>
                </a:lnTo>
                <a:close/>
                <a:lnTo>
                  <a:pt x="34353" y="72429"/>
                </a:lnTo>
                <a:close/>
                <a:lnTo>
                  <a:pt x="68706" y="54322"/>
                </a:lnTo>
                <a:close/>
              </a:path>
            </a:pathLst>
          </a:custGeom>
          <a:solidFill>
            <a:srgbClr val="1B3A5C">
              <a:alpha val="50117"/>
            </a:srgbClr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Freeform 95"/>
          <p:cNvSpPr/>
          <p:nvPr/>
        </p:nvSpPr>
        <p:spPr>
          <a:xfrm>
            <a:off x="941859" y="2988532"/>
            <a:ext cx="68706" cy="72429"/>
          </a:xfrm>
          <a:custGeom>
            <a:avLst/>
            <a:gdLst/>
            <a:ahLst/>
            <a:cxnLst/>
            <a:rect l="l" t="t" r="r" b="b"/>
            <a:pathLst>
              <a:path w="68706" h="72429">
                <a:moveTo>
                  <a:pt x="68706" y="54322"/>
                </a:moveTo>
                <a:lnTo>
                  <a:pt x="68706" y="18107"/>
                </a:lnTo>
                <a:close/>
                <a:lnTo>
                  <a:pt x="34353" y="0"/>
                </a:lnTo>
                <a:close/>
                <a:lnTo>
                  <a:pt x="0" y="18107"/>
                </a:lnTo>
                <a:close/>
                <a:lnTo>
                  <a:pt x="0" y="54322"/>
                </a:lnTo>
                <a:close/>
                <a:lnTo>
                  <a:pt x="34353" y="72429"/>
                </a:lnTo>
                <a:close/>
                <a:lnTo>
                  <a:pt x="68706" y="54322"/>
                </a:lnTo>
                <a:close/>
              </a:path>
            </a:pathLst>
          </a:custGeom>
          <a:noFill/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Freeform 96"/>
          <p:cNvSpPr/>
          <p:nvPr/>
        </p:nvSpPr>
        <p:spPr>
          <a:xfrm>
            <a:off x="1010565" y="3097176"/>
            <a:ext cx="68706" cy="72429"/>
          </a:xfrm>
          <a:custGeom>
            <a:avLst/>
            <a:gdLst/>
            <a:ahLst/>
            <a:cxnLst/>
            <a:rect l="l" t="t" r="r" b="b"/>
            <a:pathLst>
              <a:path w="68706" h="72429">
                <a:moveTo>
                  <a:pt x="68706" y="54322"/>
                </a:moveTo>
                <a:lnTo>
                  <a:pt x="68706" y="18107"/>
                </a:lnTo>
                <a:close/>
                <a:lnTo>
                  <a:pt x="34353" y="0"/>
                </a:lnTo>
                <a:close/>
                <a:lnTo>
                  <a:pt x="0" y="18107"/>
                </a:lnTo>
                <a:close/>
                <a:lnTo>
                  <a:pt x="0" y="54322"/>
                </a:lnTo>
                <a:close/>
                <a:lnTo>
                  <a:pt x="34353" y="72429"/>
                </a:lnTo>
                <a:close/>
                <a:lnTo>
                  <a:pt x="68706" y="54322"/>
                </a:lnTo>
                <a:close/>
              </a:path>
            </a:pathLst>
          </a:custGeom>
          <a:noFill/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Freeform 97"/>
          <p:cNvSpPr/>
          <p:nvPr/>
        </p:nvSpPr>
        <p:spPr>
          <a:xfrm>
            <a:off x="1010565" y="2988532"/>
            <a:ext cx="68706" cy="72429"/>
          </a:xfrm>
          <a:custGeom>
            <a:avLst/>
            <a:gdLst/>
            <a:ahLst/>
            <a:cxnLst/>
            <a:rect l="l" t="t" r="r" b="b"/>
            <a:pathLst>
              <a:path w="68706" h="72429">
                <a:moveTo>
                  <a:pt x="68706" y="54322"/>
                </a:moveTo>
                <a:lnTo>
                  <a:pt x="68706" y="18107"/>
                </a:lnTo>
                <a:close/>
                <a:lnTo>
                  <a:pt x="34353" y="0"/>
                </a:lnTo>
                <a:close/>
                <a:lnTo>
                  <a:pt x="0" y="18107"/>
                </a:lnTo>
                <a:close/>
                <a:lnTo>
                  <a:pt x="0" y="54322"/>
                </a:lnTo>
                <a:close/>
                <a:lnTo>
                  <a:pt x="34353" y="72429"/>
                </a:lnTo>
                <a:close/>
                <a:lnTo>
                  <a:pt x="68706" y="54322"/>
                </a:lnTo>
                <a:close/>
              </a:path>
            </a:pathLst>
          </a:custGeom>
          <a:solidFill>
            <a:srgbClr val="3B5673">
              <a:alpha val="21470"/>
            </a:srgbClr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Freeform 98"/>
          <p:cNvSpPr/>
          <p:nvPr/>
        </p:nvSpPr>
        <p:spPr>
          <a:xfrm>
            <a:off x="1079271" y="3097176"/>
            <a:ext cx="68706" cy="72429"/>
          </a:xfrm>
          <a:custGeom>
            <a:avLst/>
            <a:gdLst/>
            <a:ahLst/>
            <a:cxnLst/>
            <a:rect l="l" t="t" r="r" b="b"/>
            <a:pathLst>
              <a:path w="68706" h="72429">
                <a:moveTo>
                  <a:pt x="68706" y="54322"/>
                </a:moveTo>
                <a:lnTo>
                  <a:pt x="68706" y="18107"/>
                </a:lnTo>
                <a:close/>
                <a:lnTo>
                  <a:pt x="34353" y="0"/>
                </a:lnTo>
                <a:close/>
                <a:lnTo>
                  <a:pt x="0" y="18107"/>
                </a:lnTo>
                <a:close/>
                <a:lnTo>
                  <a:pt x="0" y="54322"/>
                </a:lnTo>
                <a:close/>
                <a:lnTo>
                  <a:pt x="34353" y="72429"/>
                </a:lnTo>
                <a:close/>
                <a:lnTo>
                  <a:pt x="68706" y="54322"/>
                </a:lnTo>
                <a:close/>
              </a:path>
            </a:pathLst>
          </a:custGeom>
          <a:solidFill>
            <a:srgbClr val="CFD5DC">
              <a:alpha val="5294"/>
            </a:srgbClr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Freeform 99"/>
          <p:cNvSpPr/>
          <p:nvPr/>
        </p:nvSpPr>
        <p:spPr>
          <a:xfrm>
            <a:off x="1079271" y="2988532"/>
            <a:ext cx="68706" cy="72429"/>
          </a:xfrm>
          <a:custGeom>
            <a:avLst/>
            <a:gdLst/>
            <a:ahLst/>
            <a:cxnLst/>
            <a:rect l="l" t="t" r="r" b="b"/>
            <a:pathLst>
              <a:path w="68706" h="72429">
                <a:moveTo>
                  <a:pt x="68706" y="54322"/>
                </a:moveTo>
                <a:lnTo>
                  <a:pt x="68706" y="18107"/>
                </a:lnTo>
                <a:close/>
                <a:lnTo>
                  <a:pt x="34353" y="0"/>
                </a:lnTo>
                <a:close/>
                <a:lnTo>
                  <a:pt x="0" y="18107"/>
                </a:lnTo>
                <a:close/>
                <a:lnTo>
                  <a:pt x="0" y="54322"/>
                </a:lnTo>
                <a:close/>
                <a:lnTo>
                  <a:pt x="34353" y="72429"/>
                </a:lnTo>
                <a:close/>
                <a:lnTo>
                  <a:pt x="68706" y="54322"/>
                </a:lnTo>
                <a:close/>
              </a:path>
            </a:pathLst>
          </a:custGeom>
          <a:solidFill>
            <a:srgbClr val="1B3A5C">
              <a:alpha val="27470"/>
            </a:srgbClr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Freeform 100"/>
          <p:cNvSpPr/>
          <p:nvPr/>
        </p:nvSpPr>
        <p:spPr>
          <a:xfrm>
            <a:off x="1079271" y="2879888"/>
            <a:ext cx="68706" cy="72429"/>
          </a:xfrm>
          <a:custGeom>
            <a:avLst/>
            <a:gdLst/>
            <a:ahLst/>
            <a:cxnLst/>
            <a:rect l="l" t="t" r="r" b="b"/>
            <a:pathLst>
              <a:path w="68706" h="72429">
                <a:moveTo>
                  <a:pt x="68706" y="54322"/>
                </a:moveTo>
                <a:lnTo>
                  <a:pt x="68706" y="18107"/>
                </a:lnTo>
                <a:close/>
                <a:lnTo>
                  <a:pt x="34353" y="0"/>
                </a:lnTo>
                <a:close/>
                <a:lnTo>
                  <a:pt x="0" y="18107"/>
                </a:lnTo>
                <a:close/>
                <a:lnTo>
                  <a:pt x="0" y="54322"/>
                </a:lnTo>
                <a:close/>
                <a:lnTo>
                  <a:pt x="34353" y="72429"/>
                </a:lnTo>
                <a:close/>
                <a:lnTo>
                  <a:pt x="68706" y="54322"/>
                </a:lnTo>
                <a:close/>
              </a:path>
            </a:pathLst>
          </a:custGeom>
          <a:solidFill>
            <a:srgbClr val="CFD5DC">
              <a:alpha val="5294"/>
            </a:srgbClr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Freeform 101"/>
          <p:cNvSpPr/>
          <p:nvPr/>
        </p:nvSpPr>
        <p:spPr>
          <a:xfrm>
            <a:off x="1147977" y="2988532"/>
            <a:ext cx="68706" cy="72429"/>
          </a:xfrm>
          <a:custGeom>
            <a:avLst/>
            <a:gdLst/>
            <a:ahLst/>
            <a:cxnLst/>
            <a:rect l="l" t="t" r="r" b="b"/>
            <a:pathLst>
              <a:path w="68706" h="72429">
                <a:moveTo>
                  <a:pt x="68706" y="54322"/>
                </a:moveTo>
                <a:lnTo>
                  <a:pt x="68706" y="18107"/>
                </a:lnTo>
                <a:close/>
                <a:lnTo>
                  <a:pt x="34353" y="0"/>
                </a:lnTo>
                <a:close/>
                <a:lnTo>
                  <a:pt x="0" y="18107"/>
                </a:lnTo>
                <a:close/>
                <a:lnTo>
                  <a:pt x="0" y="54322"/>
                </a:lnTo>
                <a:close/>
                <a:lnTo>
                  <a:pt x="34353" y="72429"/>
                </a:lnTo>
                <a:close/>
                <a:lnTo>
                  <a:pt x="68706" y="54322"/>
                </a:lnTo>
                <a:close/>
              </a:path>
            </a:pathLst>
          </a:custGeom>
          <a:solidFill>
            <a:srgbClr val="CFD5DC">
              <a:alpha val="5294"/>
            </a:srgbClr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Freeform 102"/>
          <p:cNvSpPr/>
          <p:nvPr/>
        </p:nvSpPr>
        <p:spPr>
          <a:xfrm>
            <a:off x="1147977" y="2879888"/>
            <a:ext cx="68706" cy="72429"/>
          </a:xfrm>
          <a:custGeom>
            <a:avLst/>
            <a:gdLst/>
            <a:ahLst/>
            <a:cxnLst/>
            <a:rect l="l" t="t" r="r" b="b"/>
            <a:pathLst>
              <a:path w="68706" h="72429">
                <a:moveTo>
                  <a:pt x="68706" y="54322"/>
                </a:moveTo>
                <a:lnTo>
                  <a:pt x="68706" y="18107"/>
                </a:lnTo>
                <a:close/>
                <a:lnTo>
                  <a:pt x="34353" y="0"/>
                </a:lnTo>
                <a:close/>
                <a:lnTo>
                  <a:pt x="0" y="18107"/>
                </a:lnTo>
                <a:close/>
                <a:lnTo>
                  <a:pt x="0" y="54322"/>
                </a:lnTo>
                <a:close/>
                <a:lnTo>
                  <a:pt x="34353" y="72429"/>
                </a:lnTo>
                <a:close/>
                <a:lnTo>
                  <a:pt x="68706" y="54322"/>
                </a:lnTo>
                <a:close/>
              </a:path>
            </a:pathLst>
          </a:custGeom>
          <a:solidFill>
            <a:srgbClr val="1B3A5C">
              <a:alpha val="27470"/>
            </a:srgbClr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Freeform 103"/>
          <p:cNvSpPr/>
          <p:nvPr/>
        </p:nvSpPr>
        <p:spPr>
          <a:xfrm>
            <a:off x="1147977" y="2771244"/>
            <a:ext cx="68706" cy="72429"/>
          </a:xfrm>
          <a:custGeom>
            <a:avLst/>
            <a:gdLst/>
            <a:ahLst/>
            <a:cxnLst/>
            <a:rect l="l" t="t" r="r" b="b"/>
            <a:pathLst>
              <a:path w="68706" h="72429">
                <a:moveTo>
                  <a:pt x="68706" y="54322"/>
                </a:moveTo>
                <a:lnTo>
                  <a:pt x="68706" y="18108"/>
                </a:lnTo>
                <a:close/>
                <a:lnTo>
                  <a:pt x="34353" y="0"/>
                </a:lnTo>
                <a:close/>
                <a:lnTo>
                  <a:pt x="0" y="18108"/>
                </a:lnTo>
                <a:close/>
                <a:lnTo>
                  <a:pt x="0" y="54322"/>
                </a:lnTo>
                <a:close/>
                <a:lnTo>
                  <a:pt x="34353" y="72429"/>
                </a:lnTo>
                <a:close/>
                <a:lnTo>
                  <a:pt x="68706" y="54322"/>
                </a:lnTo>
                <a:close/>
              </a:path>
            </a:pathLst>
          </a:custGeom>
          <a:solidFill>
            <a:srgbClr val="CFD5DC">
              <a:alpha val="5294"/>
            </a:srgbClr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Freeform 104"/>
          <p:cNvSpPr/>
          <p:nvPr/>
        </p:nvSpPr>
        <p:spPr>
          <a:xfrm>
            <a:off x="1216683" y="2879888"/>
            <a:ext cx="68706" cy="72429"/>
          </a:xfrm>
          <a:custGeom>
            <a:avLst/>
            <a:gdLst/>
            <a:ahLst/>
            <a:cxnLst/>
            <a:rect l="l" t="t" r="r" b="b"/>
            <a:pathLst>
              <a:path w="68706" h="72429">
                <a:moveTo>
                  <a:pt x="68706" y="54322"/>
                </a:moveTo>
                <a:lnTo>
                  <a:pt x="68706" y="18107"/>
                </a:lnTo>
                <a:close/>
                <a:lnTo>
                  <a:pt x="34353" y="0"/>
                </a:lnTo>
                <a:close/>
                <a:lnTo>
                  <a:pt x="0" y="18107"/>
                </a:lnTo>
                <a:close/>
                <a:lnTo>
                  <a:pt x="0" y="54322"/>
                </a:lnTo>
                <a:close/>
                <a:lnTo>
                  <a:pt x="34353" y="72429"/>
                </a:lnTo>
                <a:close/>
                <a:lnTo>
                  <a:pt x="68706" y="54322"/>
                </a:lnTo>
                <a:close/>
              </a:path>
            </a:pathLst>
          </a:custGeom>
          <a:solidFill>
            <a:srgbClr val="1B3A5C">
              <a:alpha val="57529"/>
            </a:srgbClr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Freeform 105"/>
          <p:cNvSpPr/>
          <p:nvPr/>
        </p:nvSpPr>
        <p:spPr>
          <a:xfrm>
            <a:off x="1216683" y="2771244"/>
            <a:ext cx="68706" cy="72429"/>
          </a:xfrm>
          <a:custGeom>
            <a:avLst/>
            <a:gdLst/>
            <a:ahLst/>
            <a:cxnLst/>
            <a:rect l="l" t="t" r="r" b="b"/>
            <a:pathLst>
              <a:path w="68706" h="72429">
                <a:moveTo>
                  <a:pt x="68706" y="54322"/>
                </a:moveTo>
                <a:lnTo>
                  <a:pt x="68706" y="18108"/>
                </a:lnTo>
                <a:close/>
                <a:lnTo>
                  <a:pt x="34353" y="0"/>
                </a:lnTo>
                <a:close/>
                <a:lnTo>
                  <a:pt x="0" y="18108"/>
                </a:lnTo>
                <a:close/>
                <a:lnTo>
                  <a:pt x="0" y="54322"/>
                </a:lnTo>
                <a:close/>
                <a:lnTo>
                  <a:pt x="34353" y="72429"/>
                </a:lnTo>
                <a:close/>
                <a:lnTo>
                  <a:pt x="68706" y="54322"/>
                </a:lnTo>
                <a:close/>
              </a:path>
            </a:pathLst>
          </a:custGeom>
          <a:solidFill>
            <a:srgbClr val="1B3A5C">
              <a:alpha val="42705"/>
            </a:srgbClr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Freeform 106"/>
          <p:cNvSpPr/>
          <p:nvPr/>
        </p:nvSpPr>
        <p:spPr>
          <a:xfrm>
            <a:off x="1285389" y="2879888"/>
            <a:ext cx="68706" cy="72429"/>
          </a:xfrm>
          <a:custGeom>
            <a:avLst/>
            <a:gdLst/>
            <a:ahLst/>
            <a:cxnLst/>
            <a:rect l="l" t="t" r="r" b="b"/>
            <a:pathLst>
              <a:path w="68706" h="72429">
                <a:moveTo>
                  <a:pt x="68706" y="54322"/>
                </a:moveTo>
                <a:lnTo>
                  <a:pt x="68706" y="18107"/>
                </a:lnTo>
                <a:close/>
                <a:lnTo>
                  <a:pt x="34353" y="0"/>
                </a:lnTo>
                <a:close/>
                <a:lnTo>
                  <a:pt x="0" y="18107"/>
                </a:lnTo>
                <a:close/>
                <a:lnTo>
                  <a:pt x="0" y="54322"/>
                </a:lnTo>
                <a:close/>
                <a:lnTo>
                  <a:pt x="34353" y="72429"/>
                </a:lnTo>
                <a:close/>
                <a:lnTo>
                  <a:pt x="68706" y="54322"/>
                </a:lnTo>
                <a:close/>
              </a:path>
            </a:pathLst>
          </a:custGeom>
          <a:solidFill>
            <a:srgbClr val="CFD5DC">
              <a:alpha val="5294"/>
            </a:srgbClr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Freeform 107"/>
          <p:cNvSpPr/>
          <p:nvPr/>
        </p:nvSpPr>
        <p:spPr>
          <a:xfrm>
            <a:off x="1285389" y="2771244"/>
            <a:ext cx="68706" cy="72429"/>
          </a:xfrm>
          <a:custGeom>
            <a:avLst/>
            <a:gdLst/>
            <a:ahLst/>
            <a:cxnLst/>
            <a:rect l="l" t="t" r="r" b="b"/>
            <a:pathLst>
              <a:path w="68706" h="72429">
                <a:moveTo>
                  <a:pt x="68706" y="54322"/>
                </a:moveTo>
                <a:lnTo>
                  <a:pt x="68706" y="18108"/>
                </a:lnTo>
                <a:close/>
                <a:lnTo>
                  <a:pt x="34353" y="0"/>
                </a:lnTo>
                <a:close/>
                <a:lnTo>
                  <a:pt x="0" y="18108"/>
                </a:lnTo>
                <a:close/>
                <a:lnTo>
                  <a:pt x="0" y="54322"/>
                </a:lnTo>
                <a:close/>
                <a:lnTo>
                  <a:pt x="34353" y="72429"/>
                </a:lnTo>
                <a:close/>
                <a:lnTo>
                  <a:pt x="68706" y="54322"/>
                </a:lnTo>
                <a:close/>
              </a:path>
            </a:pathLst>
          </a:custGeom>
          <a:solidFill>
            <a:srgbClr val="1B3A5C">
              <a:alpha val="74588"/>
            </a:srgbClr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Freeform 108"/>
          <p:cNvSpPr/>
          <p:nvPr/>
        </p:nvSpPr>
        <p:spPr>
          <a:xfrm>
            <a:off x="1285389" y="2662600"/>
            <a:ext cx="68706" cy="72430"/>
          </a:xfrm>
          <a:custGeom>
            <a:avLst/>
            <a:gdLst/>
            <a:ahLst/>
            <a:cxnLst/>
            <a:rect l="l" t="t" r="r" b="b"/>
            <a:pathLst>
              <a:path w="68706" h="72430">
                <a:moveTo>
                  <a:pt x="68706" y="54322"/>
                </a:moveTo>
                <a:lnTo>
                  <a:pt x="68706" y="18108"/>
                </a:lnTo>
                <a:close/>
                <a:lnTo>
                  <a:pt x="34353" y="0"/>
                </a:lnTo>
                <a:close/>
                <a:lnTo>
                  <a:pt x="0" y="18108"/>
                </a:lnTo>
                <a:close/>
                <a:lnTo>
                  <a:pt x="0" y="54322"/>
                </a:lnTo>
                <a:close/>
                <a:lnTo>
                  <a:pt x="34353" y="72430"/>
                </a:lnTo>
                <a:close/>
                <a:lnTo>
                  <a:pt x="68706" y="54322"/>
                </a:lnTo>
                <a:close/>
              </a:path>
            </a:pathLst>
          </a:custGeom>
          <a:solidFill>
            <a:srgbClr val="6E8297">
              <a:alpha val="15882"/>
            </a:srgbClr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Freeform 109"/>
          <p:cNvSpPr/>
          <p:nvPr/>
        </p:nvSpPr>
        <p:spPr>
          <a:xfrm>
            <a:off x="1285389" y="2553957"/>
            <a:ext cx="68706" cy="72429"/>
          </a:xfrm>
          <a:custGeom>
            <a:avLst/>
            <a:gdLst/>
            <a:ahLst/>
            <a:cxnLst/>
            <a:rect l="l" t="t" r="r" b="b"/>
            <a:pathLst>
              <a:path w="68706" h="72429">
                <a:moveTo>
                  <a:pt x="68706" y="54321"/>
                </a:moveTo>
                <a:lnTo>
                  <a:pt x="68706" y="18107"/>
                </a:lnTo>
                <a:close/>
                <a:lnTo>
                  <a:pt x="34353" y="0"/>
                </a:lnTo>
                <a:close/>
                <a:lnTo>
                  <a:pt x="0" y="18107"/>
                </a:lnTo>
                <a:close/>
                <a:lnTo>
                  <a:pt x="0" y="54321"/>
                </a:lnTo>
                <a:close/>
                <a:lnTo>
                  <a:pt x="34353" y="72429"/>
                </a:lnTo>
                <a:close/>
                <a:lnTo>
                  <a:pt x="68706" y="54321"/>
                </a:lnTo>
                <a:close/>
              </a:path>
            </a:pathLst>
          </a:custGeom>
          <a:noFill/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Freeform 110"/>
          <p:cNvSpPr/>
          <p:nvPr/>
        </p:nvSpPr>
        <p:spPr>
          <a:xfrm>
            <a:off x="1354095" y="2771244"/>
            <a:ext cx="68706" cy="72429"/>
          </a:xfrm>
          <a:custGeom>
            <a:avLst/>
            <a:gdLst/>
            <a:ahLst/>
            <a:cxnLst/>
            <a:rect l="l" t="t" r="r" b="b"/>
            <a:pathLst>
              <a:path w="68706" h="72429">
                <a:moveTo>
                  <a:pt x="68706" y="54322"/>
                </a:moveTo>
                <a:lnTo>
                  <a:pt x="68706" y="18108"/>
                </a:lnTo>
                <a:close/>
                <a:lnTo>
                  <a:pt x="34353" y="0"/>
                </a:lnTo>
                <a:close/>
                <a:lnTo>
                  <a:pt x="0" y="18108"/>
                </a:lnTo>
                <a:close/>
                <a:lnTo>
                  <a:pt x="0" y="54322"/>
                </a:lnTo>
                <a:close/>
                <a:lnTo>
                  <a:pt x="34353" y="72429"/>
                </a:lnTo>
                <a:close/>
                <a:lnTo>
                  <a:pt x="68706" y="54322"/>
                </a:lnTo>
                <a:close/>
              </a:path>
            </a:pathLst>
          </a:custGeom>
          <a:solidFill>
            <a:srgbClr val="9EACBA">
              <a:alpha val="10588"/>
            </a:srgbClr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Freeform 111"/>
          <p:cNvSpPr/>
          <p:nvPr/>
        </p:nvSpPr>
        <p:spPr>
          <a:xfrm>
            <a:off x="1354095" y="2662600"/>
            <a:ext cx="68706" cy="72430"/>
          </a:xfrm>
          <a:custGeom>
            <a:avLst/>
            <a:gdLst/>
            <a:ahLst/>
            <a:cxnLst/>
            <a:rect l="l" t="t" r="r" b="b"/>
            <a:pathLst>
              <a:path w="68706" h="72430">
                <a:moveTo>
                  <a:pt x="68706" y="54322"/>
                </a:moveTo>
                <a:lnTo>
                  <a:pt x="68706" y="18108"/>
                </a:lnTo>
                <a:close/>
                <a:lnTo>
                  <a:pt x="34353" y="0"/>
                </a:lnTo>
                <a:close/>
                <a:lnTo>
                  <a:pt x="0" y="18108"/>
                </a:lnTo>
                <a:close/>
                <a:lnTo>
                  <a:pt x="0" y="54322"/>
                </a:lnTo>
                <a:close/>
                <a:lnTo>
                  <a:pt x="34353" y="72430"/>
                </a:lnTo>
                <a:close/>
                <a:lnTo>
                  <a:pt x="68706" y="54322"/>
                </a:lnTo>
                <a:close/>
              </a:path>
            </a:pathLst>
          </a:custGeom>
          <a:solidFill>
            <a:srgbClr val="3B5673">
              <a:alpha val="21470"/>
            </a:srgbClr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Freeform 112"/>
          <p:cNvSpPr/>
          <p:nvPr/>
        </p:nvSpPr>
        <p:spPr>
          <a:xfrm>
            <a:off x="1422801" y="2771244"/>
            <a:ext cx="68706" cy="72429"/>
          </a:xfrm>
          <a:custGeom>
            <a:avLst/>
            <a:gdLst/>
            <a:ahLst/>
            <a:cxnLst/>
            <a:rect l="l" t="t" r="r" b="b"/>
            <a:pathLst>
              <a:path w="68706" h="72429">
                <a:moveTo>
                  <a:pt x="68706" y="54322"/>
                </a:moveTo>
                <a:lnTo>
                  <a:pt x="68706" y="18108"/>
                </a:lnTo>
                <a:close/>
                <a:lnTo>
                  <a:pt x="34353" y="0"/>
                </a:lnTo>
                <a:close/>
                <a:lnTo>
                  <a:pt x="0" y="18108"/>
                </a:lnTo>
                <a:close/>
                <a:lnTo>
                  <a:pt x="0" y="54322"/>
                </a:lnTo>
                <a:close/>
                <a:lnTo>
                  <a:pt x="34353" y="72429"/>
                </a:lnTo>
                <a:close/>
                <a:lnTo>
                  <a:pt x="68706" y="54322"/>
                </a:lnTo>
                <a:close/>
              </a:path>
            </a:pathLst>
          </a:custGeom>
          <a:noFill/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Freeform 113"/>
          <p:cNvSpPr/>
          <p:nvPr/>
        </p:nvSpPr>
        <p:spPr>
          <a:xfrm>
            <a:off x="1422801" y="2662600"/>
            <a:ext cx="68706" cy="72430"/>
          </a:xfrm>
          <a:custGeom>
            <a:avLst/>
            <a:gdLst/>
            <a:ahLst/>
            <a:cxnLst/>
            <a:rect l="l" t="t" r="r" b="b"/>
            <a:pathLst>
              <a:path w="68706" h="72430">
                <a:moveTo>
                  <a:pt x="68706" y="54322"/>
                </a:moveTo>
                <a:lnTo>
                  <a:pt x="68706" y="18108"/>
                </a:lnTo>
                <a:close/>
                <a:lnTo>
                  <a:pt x="34353" y="0"/>
                </a:lnTo>
                <a:close/>
                <a:lnTo>
                  <a:pt x="0" y="18108"/>
                </a:lnTo>
                <a:close/>
                <a:lnTo>
                  <a:pt x="0" y="54322"/>
                </a:lnTo>
                <a:close/>
                <a:lnTo>
                  <a:pt x="34353" y="72430"/>
                </a:lnTo>
                <a:close/>
                <a:lnTo>
                  <a:pt x="68706" y="54322"/>
                </a:lnTo>
                <a:close/>
              </a:path>
            </a:pathLst>
          </a:custGeom>
          <a:solidFill>
            <a:srgbClr val="1B3A5C">
              <a:alpha val="83058"/>
            </a:srgbClr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Freeform 114"/>
          <p:cNvSpPr/>
          <p:nvPr/>
        </p:nvSpPr>
        <p:spPr>
          <a:xfrm>
            <a:off x="1422801" y="2553957"/>
            <a:ext cx="68706" cy="72429"/>
          </a:xfrm>
          <a:custGeom>
            <a:avLst/>
            <a:gdLst/>
            <a:ahLst/>
            <a:cxnLst/>
            <a:rect l="l" t="t" r="r" b="b"/>
            <a:pathLst>
              <a:path w="68706" h="72429">
                <a:moveTo>
                  <a:pt x="68706" y="54321"/>
                </a:moveTo>
                <a:lnTo>
                  <a:pt x="68706" y="18107"/>
                </a:lnTo>
                <a:close/>
                <a:lnTo>
                  <a:pt x="34353" y="0"/>
                </a:lnTo>
                <a:close/>
                <a:lnTo>
                  <a:pt x="0" y="18107"/>
                </a:lnTo>
                <a:close/>
                <a:lnTo>
                  <a:pt x="0" y="54321"/>
                </a:lnTo>
                <a:close/>
                <a:lnTo>
                  <a:pt x="34353" y="72429"/>
                </a:lnTo>
                <a:close/>
                <a:lnTo>
                  <a:pt x="68706" y="54321"/>
                </a:lnTo>
                <a:close/>
              </a:path>
            </a:pathLst>
          </a:custGeom>
          <a:solidFill>
            <a:srgbClr val="6E8297">
              <a:alpha val="15882"/>
            </a:srgbClr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Freeform 115"/>
          <p:cNvSpPr/>
          <p:nvPr/>
        </p:nvSpPr>
        <p:spPr>
          <a:xfrm>
            <a:off x="1491507" y="2662600"/>
            <a:ext cx="68706" cy="72430"/>
          </a:xfrm>
          <a:custGeom>
            <a:avLst/>
            <a:gdLst/>
            <a:ahLst/>
            <a:cxnLst/>
            <a:rect l="l" t="t" r="r" b="b"/>
            <a:pathLst>
              <a:path w="68706" h="72430">
                <a:moveTo>
                  <a:pt x="68706" y="54322"/>
                </a:moveTo>
                <a:lnTo>
                  <a:pt x="68706" y="18108"/>
                </a:lnTo>
                <a:close/>
                <a:lnTo>
                  <a:pt x="34353" y="0"/>
                </a:lnTo>
                <a:close/>
                <a:lnTo>
                  <a:pt x="0" y="18108"/>
                </a:lnTo>
                <a:close/>
                <a:lnTo>
                  <a:pt x="0" y="54322"/>
                </a:lnTo>
                <a:close/>
                <a:lnTo>
                  <a:pt x="34353" y="72430"/>
                </a:lnTo>
                <a:close/>
                <a:lnTo>
                  <a:pt x="68706" y="54322"/>
                </a:lnTo>
                <a:close/>
              </a:path>
            </a:pathLst>
          </a:custGeom>
          <a:solidFill>
            <a:srgbClr val="3B5673">
              <a:alpha val="21470"/>
            </a:srgbClr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Freeform 116"/>
          <p:cNvSpPr/>
          <p:nvPr/>
        </p:nvSpPr>
        <p:spPr>
          <a:xfrm>
            <a:off x="1491507" y="2553957"/>
            <a:ext cx="68706" cy="72429"/>
          </a:xfrm>
          <a:custGeom>
            <a:avLst/>
            <a:gdLst/>
            <a:ahLst/>
            <a:cxnLst/>
            <a:rect l="l" t="t" r="r" b="b"/>
            <a:pathLst>
              <a:path w="68706" h="72429">
                <a:moveTo>
                  <a:pt x="68706" y="54321"/>
                </a:moveTo>
                <a:lnTo>
                  <a:pt x="68706" y="18107"/>
                </a:lnTo>
                <a:close/>
                <a:lnTo>
                  <a:pt x="34353" y="0"/>
                </a:lnTo>
                <a:close/>
                <a:lnTo>
                  <a:pt x="0" y="18107"/>
                </a:lnTo>
                <a:close/>
                <a:lnTo>
                  <a:pt x="0" y="54321"/>
                </a:lnTo>
                <a:close/>
                <a:lnTo>
                  <a:pt x="34353" y="72429"/>
                </a:lnTo>
                <a:close/>
                <a:lnTo>
                  <a:pt x="68706" y="54321"/>
                </a:lnTo>
                <a:close/>
              </a:path>
            </a:pathLst>
          </a:custGeom>
          <a:solidFill>
            <a:srgbClr val="1B3A5C">
              <a:alpha val="50117"/>
            </a:srgbClr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Freeform 117"/>
          <p:cNvSpPr/>
          <p:nvPr/>
        </p:nvSpPr>
        <p:spPr>
          <a:xfrm>
            <a:off x="1491507" y="2445313"/>
            <a:ext cx="68706" cy="72429"/>
          </a:xfrm>
          <a:custGeom>
            <a:avLst/>
            <a:gdLst/>
            <a:ahLst/>
            <a:cxnLst/>
            <a:rect l="l" t="t" r="r" b="b"/>
            <a:pathLst>
              <a:path w="68706" h="72429">
                <a:moveTo>
                  <a:pt x="68706" y="54322"/>
                </a:moveTo>
                <a:lnTo>
                  <a:pt x="68706" y="18107"/>
                </a:lnTo>
                <a:close/>
                <a:lnTo>
                  <a:pt x="34353" y="0"/>
                </a:lnTo>
                <a:close/>
                <a:lnTo>
                  <a:pt x="0" y="18107"/>
                </a:lnTo>
                <a:close/>
                <a:lnTo>
                  <a:pt x="0" y="54322"/>
                </a:lnTo>
                <a:close/>
                <a:lnTo>
                  <a:pt x="34353" y="72429"/>
                </a:lnTo>
                <a:close/>
                <a:lnTo>
                  <a:pt x="68706" y="54322"/>
                </a:lnTo>
                <a:close/>
              </a:path>
            </a:pathLst>
          </a:custGeom>
          <a:noFill/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Freeform 118"/>
          <p:cNvSpPr/>
          <p:nvPr/>
        </p:nvSpPr>
        <p:spPr>
          <a:xfrm>
            <a:off x="1560213" y="2553957"/>
            <a:ext cx="68706" cy="72429"/>
          </a:xfrm>
          <a:custGeom>
            <a:avLst/>
            <a:gdLst/>
            <a:ahLst/>
            <a:cxnLst/>
            <a:rect l="l" t="t" r="r" b="b"/>
            <a:pathLst>
              <a:path w="68706" h="72429">
                <a:moveTo>
                  <a:pt x="68706" y="54321"/>
                </a:moveTo>
                <a:lnTo>
                  <a:pt x="68706" y="18107"/>
                </a:lnTo>
                <a:close/>
                <a:lnTo>
                  <a:pt x="34353" y="0"/>
                </a:lnTo>
                <a:close/>
                <a:lnTo>
                  <a:pt x="0" y="18107"/>
                </a:lnTo>
                <a:close/>
                <a:lnTo>
                  <a:pt x="0" y="54321"/>
                </a:lnTo>
                <a:close/>
                <a:lnTo>
                  <a:pt x="34353" y="72429"/>
                </a:lnTo>
                <a:close/>
                <a:lnTo>
                  <a:pt x="68706" y="54321"/>
                </a:lnTo>
                <a:close/>
              </a:path>
            </a:pathLst>
          </a:custGeom>
          <a:solidFill>
            <a:srgbClr val="1B3A5C">
              <a:alpha val="27470"/>
            </a:srgbClr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Freeform 119"/>
          <p:cNvSpPr/>
          <p:nvPr/>
        </p:nvSpPr>
        <p:spPr>
          <a:xfrm>
            <a:off x="1560213" y="2445313"/>
            <a:ext cx="68706" cy="72429"/>
          </a:xfrm>
          <a:custGeom>
            <a:avLst/>
            <a:gdLst/>
            <a:ahLst/>
            <a:cxnLst/>
            <a:rect l="l" t="t" r="r" b="b"/>
            <a:pathLst>
              <a:path w="68706" h="72429">
                <a:moveTo>
                  <a:pt x="68706" y="54322"/>
                </a:moveTo>
                <a:lnTo>
                  <a:pt x="68706" y="18107"/>
                </a:lnTo>
                <a:close/>
                <a:lnTo>
                  <a:pt x="34353" y="0"/>
                </a:lnTo>
                <a:close/>
                <a:lnTo>
                  <a:pt x="0" y="18107"/>
                </a:lnTo>
                <a:close/>
                <a:lnTo>
                  <a:pt x="0" y="54322"/>
                </a:lnTo>
                <a:close/>
                <a:lnTo>
                  <a:pt x="34353" y="72429"/>
                </a:lnTo>
                <a:close/>
                <a:lnTo>
                  <a:pt x="68706" y="54322"/>
                </a:lnTo>
                <a:close/>
              </a:path>
            </a:pathLst>
          </a:custGeom>
          <a:solidFill>
            <a:srgbClr val="1B3A5C">
              <a:alpha val="74588"/>
            </a:srgbClr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Freeform 120"/>
          <p:cNvSpPr/>
          <p:nvPr/>
        </p:nvSpPr>
        <p:spPr>
          <a:xfrm>
            <a:off x="1560213" y="2336669"/>
            <a:ext cx="68706" cy="72429"/>
          </a:xfrm>
          <a:custGeom>
            <a:avLst/>
            <a:gdLst/>
            <a:ahLst/>
            <a:cxnLst/>
            <a:rect l="l" t="t" r="r" b="b"/>
            <a:pathLst>
              <a:path w="68706" h="72429">
                <a:moveTo>
                  <a:pt x="68706" y="54322"/>
                </a:moveTo>
                <a:lnTo>
                  <a:pt x="68706" y="18107"/>
                </a:lnTo>
                <a:close/>
                <a:lnTo>
                  <a:pt x="34353" y="0"/>
                </a:lnTo>
                <a:close/>
                <a:lnTo>
                  <a:pt x="0" y="18107"/>
                </a:lnTo>
                <a:close/>
                <a:lnTo>
                  <a:pt x="0" y="54322"/>
                </a:lnTo>
                <a:close/>
                <a:lnTo>
                  <a:pt x="34353" y="72429"/>
                </a:lnTo>
                <a:close/>
                <a:lnTo>
                  <a:pt x="68706" y="54322"/>
                </a:lnTo>
                <a:close/>
              </a:path>
            </a:pathLst>
          </a:custGeom>
          <a:noFill/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Freeform 121"/>
          <p:cNvSpPr/>
          <p:nvPr/>
        </p:nvSpPr>
        <p:spPr>
          <a:xfrm>
            <a:off x="1628919" y="2553957"/>
            <a:ext cx="68706" cy="72429"/>
          </a:xfrm>
          <a:custGeom>
            <a:avLst/>
            <a:gdLst/>
            <a:ahLst/>
            <a:cxnLst/>
            <a:rect l="l" t="t" r="r" b="b"/>
            <a:pathLst>
              <a:path w="68706" h="72429">
                <a:moveTo>
                  <a:pt x="68706" y="54321"/>
                </a:moveTo>
                <a:lnTo>
                  <a:pt x="68706" y="18107"/>
                </a:lnTo>
                <a:close/>
                <a:lnTo>
                  <a:pt x="34353" y="0"/>
                </a:lnTo>
                <a:close/>
                <a:lnTo>
                  <a:pt x="0" y="18107"/>
                </a:lnTo>
                <a:close/>
                <a:lnTo>
                  <a:pt x="0" y="54321"/>
                </a:lnTo>
                <a:close/>
                <a:lnTo>
                  <a:pt x="34353" y="72429"/>
                </a:lnTo>
                <a:close/>
                <a:lnTo>
                  <a:pt x="68706" y="54321"/>
                </a:lnTo>
                <a:close/>
              </a:path>
            </a:pathLst>
          </a:custGeom>
          <a:solidFill>
            <a:srgbClr val="1B3A5C">
              <a:alpha val="27470"/>
            </a:srgbClr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Freeform 122"/>
          <p:cNvSpPr/>
          <p:nvPr/>
        </p:nvSpPr>
        <p:spPr>
          <a:xfrm>
            <a:off x="1628919" y="2445313"/>
            <a:ext cx="68706" cy="72429"/>
          </a:xfrm>
          <a:custGeom>
            <a:avLst/>
            <a:gdLst/>
            <a:ahLst/>
            <a:cxnLst/>
            <a:rect l="l" t="t" r="r" b="b"/>
            <a:pathLst>
              <a:path w="68706" h="72429">
                <a:moveTo>
                  <a:pt x="68706" y="54322"/>
                </a:moveTo>
                <a:lnTo>
                  <a:pt x="68706" y="18107"/>
                </a:lnTo>
                <a:close/>
                <a:lnTo>
                  <a:pt x="34353" y="0"/>
                </a:lnTo>
                <a:close/>
                <a:lnTo>
                  <a:pt x="0" y="18107"/>
                </a:lnTo>
                <a:close/>
                <a:lnTo>
                  <a:pt x="0" y="54322"/>
                </a:lnTo>
                <a:close/>
                <a:lnTo>
                  <a:pt x="34353" y="72429"/>
                </a:lnTo>
                <a:close/>
                <a:lnTo>
                  <a:pt x="68706" y="54322"/>
                </a:lnTo>
                <a:close/>
              </a:path>
            </a:pathLst>
          </a:custGeom>
          <a:solidFill>
            <a:srgbClr val="1B3A5C">
              <a:alpha val="65647"/>
            </a:srgbClr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Freeform 123"/>
          <p:cNvSpPr/>
          <p:nvPr/>
        </p:nvSpPr>
        <p:spPr>
          <a:xfrm>
            <a:off x="1628919" y="2336669"/>
            <a:ext cx="68706" cy="72429"/>
          </a:xfrm>
          <a:custGeom>
            <a:avLst/>
            <a:gdLst/>
            <a:ahLst/>
            <a:cxnLst/>
            <a:rect l="l" t="t" r="r" b="b"/>
            <a:pathLst>
              <a:path w="68706" h="72429">
                <a:moveTo>
                  <a:pt x="68706" y="54322"/>
                </a:moveTo>
                <a:lnTo>
                  <a:pt x="68706" y="18107"/>
                </a:lnTo>
                <a:close/>
                <a:lnTo>
                  <a:pt x="34353" y="0"/>
                </a:lnTo>
                <a:close/>
                <a:lnTo>
                  <a:pt x="0" y="18107"/>
                </a:lnTo>
                <a:close/>
                <a:lnTo>
                  <a:pt x="0" y="54322"/>
                </a:lnTo>
                <a:close/>
                <a:lnTo>
                  <a:pt x="34353" y="72429"/>
                </a:lnTo>
                <a:close/>
                <a:lnTo>
                  <a:pt x="68706" y="54322"/>
                </a:lnTo>
                <a:close/>
              </a:path>
            </a:pathLst>
          </a:custGeom>
          <a:solidFill>
            <a:srgbClr val="CFD5DC">
              <a:alpha val="5294"/>
            </a:srgbClr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Freeform 124"/>
          <p:cNvSpPr/>
          <p:nvPr/>
        </p:nvSpPr>
        <p:spPr>
          <a:xfrm>
            <a:off x="1697625" y="2553957"/>
            <a:ext cx="68706" cy="72429"/>
          </a:xfrm>
          <a:custGeom>
            <a:avLst/>
            <a:gdLst/>
            <a:ahLst/>
            <a:cxnLst/>
            <a:rect l="l" t="t" r="r" b="b"/>
            <a:pathLst>
              <a:path w="68706" h="72429">
                <a:moveTo>
                  <a:pt x="68706" y="54321"/>
                </a:moveTo>
                <a:lnTo>
                  <a:pt x="68706" y="18107"/>
                </a:lnTo>
                <a:close/>
                <a:lnTo>
                  <a:pt x="34353" y="0"/>
                </a:lnTo>
                <a:close/>
                <a:lnTo>
                  <a:pt x="0" y="18107"/>
                </a:lnTo>
                <a:close/>
                <a:lnTo>
                  <a:pt x="0" y="54321"/>
                </a:lnTo>
                <a:close/>
                <a:lnTo>
                  <a:pt x="34353" y="72429"/>
                </a:lnTo>
                <a:close/>
                <a:lnTo>
                  <a:pt x="68706" y="54321"/>
                </a:lnTo>
                <a:close/>
              </a:path>
            </a:pathLst>
          </a:custGeom>
          <a:noFill/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Freeform 125"/>
          <p:cNvSpPr/>
          <p:nvPr/>
        </p:nvSpPr>
        <p:spPr>
          <a:xfrm>
            <a:off x="1697625" y="2445313"/>
            <a:ext cx="68706" cy="72429"/>
          </a:xfrm>
          <a:custGeom>
            <a:avLst/>
            <a:gdLst/>
            <a:ahLst/>
            <a:cxnLst/>
            <a:rect l="l" t="t" r="r" b="b"/>
            <a:pathLst>
              <a:path w="68706" h="72429">
                <a:moveTo>
                  <a:pt x="68706" y="54322"/>
                </a:moveTo>
                <a:lnTo>
                  <a:pt x="68706" y="18107"/>
                </a:lnTo>
                <a:close/>
                <a:lnTo>
                  <a:pt x="34353" y="0"/>
                </a:lnTo>
                <a:close/>
                <a:lnTo>
                  <a:pt x="0" y="18107"/>
                </a:lnTo>
                <a:close/>
                <a:lnTo>
                  <a:pt x="0" y="54322"/>
                </a:lnTo>
                <a:close/>
                <a:lnTo>
                  <a:pt x="34353" y="72429"/>
                </a:lnTo>
                <a:close/>
                <a:lnTo>
                  <a:pt x="68706" y="54322"/>
                </a:lnTo>
                <a:close/>
              </a:path>
            </a:pathLst>
          </a:custGeom>
          <a:solidFill>
            <a:srgbClr val="3B5673">
              <a:alpha val="21470"/>
            </a:srgbClr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Freeform 126"/>
          <p:cNvSpPr/>
          <p:nvPr/>
        </p:nvSpPr>
        <p:spPr>
          <a:xfrm>
            <a:off x="1697625" y="2336669"/>
            <a:ext cx="68706" cy="72429"/>
          </a:xfrm>
          <a:custGeom>
            <a:avLst/>
            <a:gdLst/>
            <a:ahLst/>
            <a:cxnLst/>
            <a:rect l="l" t="t" r="r" b="b"/>
            <a:pathLst>
              <a:path w="68706" h="72429">
                <a:moveTo>
                  <a:pt x="68706" y="54322"/>
                </a:moveTo>
                <a:lnTo>
                  <a:pt x="68706" y="18107"/>
                </a:lnTo>
                <a:close/>
                <a:lnTo>
                  <a:pt x="34353" y="0"/>
                </a:lnTo>
                <a:close/>
                <a:lnTo>
                  <a:pt x="0" y="18107"/>
                </a:lnTo>
                <a:close/>
                <a:lnTo>
                  <a:pt x="0" y="54322"/>
                </a:lnTo>
                <a:close/>
                <a:lnTo>
                  <a:pt x="34353" y="72429"/>
                </a:lnTo>
                <a:close/>
                <a:lnTo>
                  <a:pt x="68706" y="54322"/>
                </a:lnTo>
                <a:close/>
              </a:path>
            </a:pathLst>
          </a:custGeom>
          <a:solidFill>
            <a:srgbClr val="6E8297">
              <a:alpha val="15882"/>
            </a:srgbClr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Freeform 127"/>
          <p:cNvSpPr/>
          <p:nvPr/>
        </p:nvSpPr>
        <p:spPr>
          <a:xfrm>
            <a:off x="1697625" y="2228025"/>
            <a:ext cx="68706" cy="72429"/>
          </a:xfrm>
          <a:custGeom>
            <a:avLst/>
            <a:gdLst/>
            <a:ahLst/>
            <a:cxnLst/>
            <a:rect l="l" t="t" r="r" b="b"/>
            <a:pathLst>
              <a:path w="68706" h="72429">
                <a:moveTo>
                  <a:pt x="68706" y="54322"/>
                </a:moveTo>
                <a:lnTo>
                  <a:pt x="68706" y="18107"/>
                </a:lnTo>
                <a:close/>
                <a:lnTo>
                  <a:pt x="34353" y="0"/>
                </a:lnTo>
                <a:close/>
                <a:lnTo>
                  <a:pt x="0" y="18107"/>
                </a:lnTo>
                <a:close/>
                <a:lnTo>
                  <a:pt x="0" y="54322"/>
                </a:lnTo>
                <a:close/>
                <a:lnTo>
                  <a:pt x="34353" y="72429"/>
                </a:lnTo>
                <a:close/>
                <a:lnTo>
                  <a:pt x="68706" y="54322"/>
                </a:lnTo>
                <a:close/>
              </a:path>
            </a:pathLst>
          </a:custGeom>
          <a:solidFill>
            <a:srgbClr val="CFD5DC">
              <a:alpha val="5294"/>
            </a:srgbClr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Freeform 128"/>
          <p:cNvSpPr/>
          <p:nvPr/>
        </p:nvSpPr>
        <p:spPr>
          <a:xfrm>
            <a:off x="1766331" y="2445313"/>
            <a:ext cx="68706" cy="72429"/>
          </a:xfrm>
          <a:custGeom>
            <a:avLst/>
            <a:gdLst/>
            <a:ahLst/>
            <a:cxnLst/>
            <a:rect l="l" t="t" r="r" b="b"/>
            <a:pathLst>
              <a:path w="68706" h="72429">
                <a:moveTo>
                  <a:pt x="68706" y="54322"/>
                </a:moveTo>
                <a:lnTo>
                  <a:pt x="68706" y="18107"/>
                </a:lnTo>
                <a:close/>
                <a:lnTo>
                  <a:pt x="34353" y="0"/>
                </a:lnTo>
                <a:close/>
                <a:lnTo>
                  <a:pt x="0" y="18107"/>
                </a:lnTo>
                <a:close/>
                <a:lnTo>
                  <a:pt x="0" y="54322"/>
                </a:lnTo>
                <a:close/>
                <a:lnTo>
                  <a:pt x="34353" y="72429"/>
                </a:lnTo>
                <a:close/>
                <a:lnTo>
                  <a:pt x="68706" y="54322"/>
                </a:lnTo>
                <a:close/>
              </a:path>
            </a:pathLst>
          </a:custGeom>
          <a:noFill/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Freeform 129"/>
          <p:cNvSpPr/>
          <p:nvPr/>
        </p:nvSpPr>
        <p:spPr>
          <a:xfrm>
            <a:off x="1766331" y="2336669"/>
            <a:ext cx="68706" cy="72429"/>
          </a:xfrm>
          <a:custGeom>
            <a:avLst/>
            <a:gdLst/>
            <a:ahLst/>
            <a:cxnLst/>
            <a:rect l="l" t="t" r="r" b="b"/>
            <a:pathLst>
              <a:path w="68706" h="72429">
                <a:moveTo>
                  <a:pt x="68706" y="54322"/>
                </a:moveTo>
                <a:lnTo>
                  <a:pt x="68706" y="18107"/>
                </a:lnTo>
                <a:close/>
                <a:lnTo>
                  <a:pt x="34353" y="0"/>
                </a:lnTo>
                <a:close/>
                <a:lnTo>
                  <a:pt x="0" y="18107"/>
                </a:lnTo>
                <a:close/>
                <a:lnTo>
                  <a:pt x="0" y="54322"/>
                </a:lnTo>
                <a:close/>
                <a:lnTo>
                  <a:pt x="34353" y="72429"/>
                </a:lnTo>
                <a:close/>
                <a:lnTo>
                  <a:pt x="68706" y="54322"/>
                </a:lnTo>
                <a:close/>
              </a:path>
            </a:pathLst>
          </a:custGeom>
          <a:solidFill>
            <a:srgbClr val="3B5673">
              <a:alpha val="21470"/>
            </a:srgbClr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Freeform 130"/>
          <p:cNvSpPr/>
          <p:nvPr/>
        </p:nvSpPr>
        <p:spPr>
          <a:xfrm>
            <a:off x="1766331" y="2228025"/>
            <a:ext cx="68706" cy="72429"/>
          </a:xfrm>
          <a:custGeom>
            <a:avLst/>
            <a:gdLst/>
            <a:ahLst/>
            <a:cxnLst/>
            <a:rect l="l" t="t" r="r" b="b"/>
            <a:pathLst>
              <a:path w="68706" h="72429">
                <a:moveTo>
                  <a:pt x="68706" y="54322"/>
                </a:moveTo>
                <a:lnTo>
                  <a:pt x="68706" y="18107"/>
                </a:lnTo>
                <a:close/>
                <a:lnTo>
                  <a:pt x="34353" y="0"/>
                </a:lnTo>
                <a:close/>
                <a:lnTo>
                  <a:pt x="0" y="18107"/>
                </a:lnTo>
                <a:close/>
                <a:lnTo>
                  <a:pt x="0" y="54322"/>
                </a:lnTo>
                <a:close/>
                <a:lnTo>
                  <a:pt x="34353" y="72429"/>
                </a:lnTo>
                <a:close/>
                <a:lnTo>
                  <a:pt x="68706" y="54322"/>
                </a:lnTo>
                <a:close/>
              </a:path>
            </a:pathLst>
          </a:custGeom>
          <a:noFill/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Freeform 131"/>
          <p:cNvSpPr/>
          <p:nvPr/>
        </p:nvSpPr>
        <p:spPr>
          <a:xfrm>
            <a:off x="1835037" y="2336669"/>
            <a:ext cx="68706" cy="72429"/>
          </a:xfrm>
          <a:custGeom>
            <a:avLst/>
            <a:gdLst/>
            <a:ahLst/>
            <a:cxnLst/>
            <a:rect l="l" t="t" r="r" b="b"/>
            <a:pathLst>
              <a:path w="68706" h="72429">
                <a:moveTo>
                  <a:pt x="68706" y="54322"/>
                </a:moveTo>
                <a:lnTo>
                  <a:pt x="68706" y="18107"/>
                </a:lnTo>
                <a:close/>
                <a:lnTo>
                  <a:pt x="34353" y="0"/>
                </a:lnTo>
                <a:close/>
                <a:lnTo>
                  <a:pt x="0" y="18107"/>
                </a:lnTo>
                <a:close/>
                <a:lnTo>
                  <a:pt x="0" y="54322"/>
                </a:lnTo>
                <a:close/>
                <a:lnTo>
                  <a:pt x="34353" y="72429"/>
                </a:lnTo>
                <a:close/>
                <a:lnTo>
                  <a:pt x="68706" y="54322"/>
                </a:lnTo>
                <a:close/>
              </a:path>
            </a:pathLst>
          </a:custGeom>
          <a:solidFill>
            <a:srgbClr val="3B5673">
              <a:alpha val="21470"/>
            </a:srgbClr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Freeform 132"/>
          <p:cNvSpPr/>
          <p:nvPr/>
        </p:nvSpPr>
        <p:spPr>
          <a:xfrm>
            <a:off x="1835037" y="2228025"/>
            <a:ext cx="68706" cy="72429"/>
          </a:xfrm>
          <a:custGeom>
            <a:avLst/>
            <a:gdLst/>
            <a:ahLst/>
            <a:cxnLst/>
            <a:rect l="l" t="t" r="r" b="b"/>
            <a:pathLst>
              <a:path w="68706" h="72429">
                <a:moveTo>
                  <a:pt x="68706" y="54322"/>
                </a:moveTo>
                <a:lnTo>
                  <a:pt x="68706" y="18107"/>
                </a:lnTo>
                <a:close/>
                <a:lnTo>
                  <a:pt x="34353" y="0"/>
                </a:lnTo>
                <a:close/>
                <a:lnTo>
                  <a:pt x="0" y="18107"/>
                </a:lnTo>
                <a:close/>
                <a:lnTo>
                  <a:pt x="0" y="54322"/>
                </a:lnTo>
                <a:close/>
                <a:lnTo>
                  <a:pt x="34353" y="72429"/>
                </a:lnTo>
                <a:close/>
                <a:lnTo>
                  <a:pt x="68706" y="54322"/>
                </a:lnTo>
                <a:close/>
              </a:path>
            </a:pathLst>
          </a:custGeom>
          <a:solidFill>
            <a:srgbClr val="1B3A5C">
              <a:alpha val="91529"/>
            </a:srgbClr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Freeform 133"/>
          <p:cNvSpPr/>
          <p:nvPr/>
        </p:nvSpPr>
        <p:spPr>
          <a:xfrm>
            <a:off x="1903743" y="2336669"/>
            <a:ext cx="68706" cy="72429"/>
          </a:xfrm>
          <a:custGeom>
            <a:avLst/>
            <a:gdLst/>
            <a:ahLst/>
            <a:cxnLst/>
            <a:rect l="l" t="t" r="r" b="b"/>
            <a:pathLst>
              <a:path w="68706" h="72429">
                <a:moveTo>
                  <a:pt x="68706" y="54322"/>
                </a:moveTo>
                <a:lnTo>
                  <a:pt x="68706" y="18107"/>
                </a:lnTo>
                <a:close/>
                <a:lnTo>
                  <a:pt x="34353" y="0"/>
                </a:lnTo>
                <a:close/>
                <a:lnTo>
                  <a:pt x="0" y="18107"/>
                </a:lnTo>
                <a:close/>
                <a:lnTo>
                  <a:pt x="0" y="54322"/>
                </a:lnTo>
                <a:close/>
                <a:lnTo>
                  <a:pt x="34353" y="72429"/>
                </a:lnTo>
                <a:close/>
                <a:lnTo>
                  <a:pt x="68706" y="54322"/>
                </a:lnTo>
                <a:close/>
              </a:path>
            </a:pathLst>
          </a:custGeom>
          <a:noFill/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Freeform 134"/>
          <p:cNvSpPr/>
          <p:nvPr/>
        </p:nvSpPr>
        <p:spPr>
          <a:xfrm>
            <a:off x="1903743" y="2228025"/>
            <a:ext cx="68706" cy="72429"/>
          </a:xfrm>
          <a:custGeom>
            <a:avLst/>
            <a:gdLst/>
            <a:ahLst/>
            <a:cxnLst/>
            <a:rect l="l" t="t" r="r" b="b"/>
            <a:pathLst>
              <a:path w="68706" h="72429">
                <a:moveTo>
                  <a:pt x="68706" y="54322"/>
                </a:moveTo>
                <a:lnTo>
                  <a:pt x="68706" y="18107"/>
                </a:lnTo>
                <a:close/>
                <a:lnTo>
                  <a:pt x="34353" y="0"/>
                </a:lnTo>
                <a:close/>
                <a:lnTo>
                  <a:pt x="0" y="18107"/>
                </a:lnTo>
                <a:close/>
                <a:lnTo>
                  <a:pt x="0" y="54322"/>
                </a:lnTo>
                <a:close/>
                <a:lnTo>
                  <a:pt x="34353" y="72429"/>
                </a:lnTo>
                <a:close/>
                <a:lnTo>
                  <a:pt x="68706" y="54322"/>
                </a:lnTo>
                <a:close/>
              </a:path>
            </a:pathLst>
          </a:custGeom>
          <a:solidFill>
            <a:srgbClr val="1B3A5C">
              <a:alpha val="27470"/>
            </a:srgbClr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Freeform 135"/>
          <p:cNvSpPr/>
          <p:nvPr/>
        </p:nvSpPr>
        <p:spPr>
          <a:xfrm>
            <a:off x="1903743" y="2119381"/>
            <a:ext cx="68706" cy="72429"/>
          </a:xfrm>
          <a:custGeom>
            <a:avLst/>
            <a:gdLst/>
            <a:ahLst/>
            <a:cxnLst/>
            <a:rect l="l" t="t" r="r" b="b"/>
            <a:pathLst>
              <a:path w="68706" h="72429">
                <a:moveTo>
                  <a:pt x="68706" y="54322"/>
                </a:moveTo>
                <a:lnTo>
                  <a:pt x="68706" y="18107"/>
                </a:lnTo>
                <a:close/>
                <a:lnTo>
                  <a:pt x="34353" y="0"/>
                </a:lnTo>
                <a:close/>
                <a:lnTo>
                  <a:pt x="0" y="18107"/>
                </a:lnTo>
                <a:close/>
                <a:lnTo>
                  <a:pt x="0" y="54322"/>
                </a:lnTo>
                <a:close/>
                <a:lnTo>
                  <a:pt x="34353" y="72429"/>
                </a:lnTo>
                <a:close/>
                <a:lnTo>
                  <a:pt x="68706" y="54322"/>
                </a:lnTo>
                <a:close/>
              </a:path>
            </a:pathLst>
          </a:custGeom>
          <a:solidFill>
            <a:srgbClr val="3B5673">
              <a:alpha val="21470"/>
            </a:srgbClr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Freeform 136"/>
          <p:cNvSpPr/>
          <p:nvPr/>
        </p:nvSpPr>
        <p:spPr>
          <a:xfrm>
            <a:off x="1903743" y="2010737"/>
            <a:ext cx="68706" cy="72429"/>
          </a:xfrm>
          <a:custGeom>
            <a:avLst/>
            <a:gdLst/>
            <a:ahLst/>
            <a:cxnLst/>
            <a:rect l="l" t="t" r="r" b="b"/>
            <a:pathLst>
              <a:path w="68706" h="72429">
                <a:moveTo>
                  <a:pt x="68706" y="54322"/>
                </a:moveTo>
                <a:lnTo>
                  <a:pt x="68706" y="18108"/>
                </a:lnTo>
                <a:close/>
                <a:lnTo>
                  <a:pt x="34353" y="0"/>
                </a:lnTo>
                <a:close/>
                <a:lnTo>
                  <a:pt x="0" y="18108"/>
                </a:lnTo>
                <a:close/>
                <a:lnTo>
                  <a:pt x="0" y="54322"/>
                </a:lnTo>
                <a:close/>
                <a:lnTo>
                  <a:pt x="34353" y="72429"/>
                </a:lnTo>
                <a:close/>
                <a:lnTo>
                  <a:pt x="68706" y="54322"/>
                </a:lnTo>
                <a:close/>
              </a:path>
            </a:pathLst>
          </a:custGeom>
          <a:noFill/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Freeform 137"/>
          <p:cNvSpPr/>
          <p:nvPr/>
        </p:nvSpPr>
        <p:spPr>
          <a:xfrm>
            <a:off x="1972449" y="2228025"/>
            <a:ext cx="68706" cy="72429"/>
          </a:xfrm>
          <a:custGeom>
            <a:avLst/>
            <a:gdLst/>
            <a:ahLst/>
            <a:cxnLst/>
            <a:rect l="l" t="t" r="r" b="b"/>
            <a:pathLst>
              <a:path w="68706" h="72429">
                <a:moveTo>
                  <a:pt x="68706" y="54322"/>
                </a:moveTo>
                <a:lnTo>
                  <a:pt x="68706" y="18107"/>
                </a:lnTo>
                <a:close/>
                <a:lnTo>
                  <a:pt x="34353" y="0"/>
                </a:lnTo>
                <a:close/>
                <a:lnTo>
                  <a:pt x="0" y="18107"/>
                </a:lnTo>
                <a:close/>
                <a:lnTo>
                  <a:pt x="0" y="54322"/>
                </a:lnTo>
                <a:close/>
                <a:lnTo>
                  <a:pt x="34353" y="72429"/>
                </a:lnTo>
                <a:close/>
                <a:lnTo>
                  <a:pt x="68706" y="54322"/>
                </a:lnTo>
                <a:close/>
              </a:path>
            </a:pathLst>
          </a:custGeom>
          <a:solidFill>
            <a:srgbClr val="9EACBA">
              <a:alpha val="10588"/>
            </a:srgbClr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Freeform 138"/>
          <p:cNvSpPr/>
          <p:nvPr/>
        </p:nvSpPr>
        <p:spPr>
          <a:xfrm>
            <a:off x="1972449" y="2119381"/>
            <a:ext cx="68706" cy="72429"/>
          </a:xfrm>
          <a:custGeom>
            <a:avLst/>
            <a:gdLst/>
            <a:ahLst/>
            <a:cxnLst/>
            <a:rect l="l" t="t" r="r" b="b"/>
            <a:pathLst>
              <a:path w="68706" h="72429">
                <a:moveTo>
                  <a:pt x="68706" y="54322"/>
                </a:moveTo>
                <a:lnTo>
                  <a:pt x="68706" y="18107"/>
                </a:lnTo>
                <a:close/>
                <a:lnTo>
                  <a:pt x="34353" y="0"/>
                </a:lnTo>
                <a:close/>
                <a:lnTo>
                  <a:pt x="0" y="18107"/>
                </a:lnTo>
                <a:close/>
                <a:lnTo>
                  <a:pt x="0" y="54322"/>
                </a:lnTo>
                <a:close/>
                <a:lnTo>
                  <a:pt x="34353" y="72429"/>
                </a:lnTo>
                <a:close/>
                <a:lnTo>
                  <a:pt x="68706" y="54322"/>
                </a:lnTo>
                <a:close/>
              </a:path>
            </a:pathLst>
          </a:custGeom>
          <a:solidFill>
            <a:srgbClr val="1B3A5C">
              <a:alpha val="34882"/>
            </a:srgbClr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Freeform 139"/>
          <p:cNvSpPr/>
          <p:nvPr/>
        </p:nvSpPr>
        <p:spPr>
          <a:xfrm>
            <a:off x="1972449" y="2010737"/>
            <a:ext cx="68706" cy="72429"/>
          </a:xfrm>
          <a:custGeom>
            <a:avLst/>
            <a:gdLst/>
            <a:ahLst/>
            <a:cxnLst/>
            <a:rect l="l" t="t" r="r" b="b"/>
            <a:pathLst>
              <a:path w="68706" h="72429">
                <a:moveTo>
                  <a:pt x="68706" y="54322"/>
                </a:moveTo>
                <a:lnTo>
                  <a:pt x="68706" y="18108"/>
                </a:lnTo>
                <a:close/>
                <a:lnTo>
                  <a:pt x="34353" y="0"/>
                </a:lnTo>
                <a:close/>
                <a:lnTo>
                  <a:pt x="0" y="18108"/>
                </a:lnTo>
                <a:close/>
                <a:lnTo>
                  <a:pt x="0" y="54322"/>
                </a:lnTo>
                <a:close/>
                <a:lnTo>
                  <a:pt x="34353" y="72429"/>
                </a:lnTo>
                <a:close/>
                <a:lnTo>
                  <a:pt x="68706" y="54322"/>
                </a:lnTo>
                <a:close/>
              </a:path>
            </a:pathLst>
          </a:custGeom>
          <a:solidFill>
            <a:srgbClr val="CFD5DC">
              <a:alpha val="5294"/>
            </a:srgbClr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Freeform 140"/>
          <p:cNvSpPr/>
          <p:nvPr/>
        </p:nvSpPr>
        <p:spPr>
          <a:xfrm>
            <a:off x="2041155" y="2228025"/>
            <a:ext cx="68706" cy="72429"/>
          </a:xfrm>
          <a:custGeom>
            <a:avLst/>
            <a:gdLst/>
            <a:ahLst/>
            <a:cxnLst/>
            <a:rect l="l" t="t" r="r" b="b"/>
            <a:pathLst>
              <a:path w="68706" h="72429">
                <a:moveTo>
                  <a:pt x="68706" y="54322"/>
                </a:moveTo>
                <a:lnTo>
                  <a:pt x="68706" y="18107"/>
                </a:lnTo>
                <a:close/>
                <a:lnTo>
                  <a:pt x="34353" y="0"/>
                </a:lnTo>
                <a:close/>
                <a:lnTo>
                  <a:pt x="0" y="18107"/>
                </a:lnTo>
                <a:close/>
                <a:lnTo>
                  <a:pt x="0" y="54322"/>
                </a:lnTo>
                <a:close/>
                <a:lnTo>
                  <a:pt x="34353" y="72429"/>
                </a:lnTo>
                <a:close/>
                <a:lnTo>
                  <a:pt x="68706" y="54322"/>
                </a:lnTo>
                <a:close/>
              </a:path>
            </a:pathLst>
          </a:custGeom>
          <a:solidFill>
            <a:srgbClr val="CFD5DC">
              <a:alpha val="5294"/>
            </a:srgbClr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Freeform 141"/>
          <p:cNvSpPr/>
          <p:nvPr/>
        </p:nvSpPr>
        <p:spPr>
          <a:xfrm>
            <a:off x="2041155" y="2119381"/>
            <a:ext cx="68706" cy="72429"/>
          </a:xfrm>
          <a:custGeom>
            <a:avLst/>
            <a:gdLst/>
            <a:ahLst/>
            <a:cxnLst/>
            <a:rect l="l" t="t" r="r" b="b"/>
            <a:pathLst>
              <a:path w="68706" h="72429">
                <a:moveTo>
                  <a:pt x="68706" y="54322"/>
                </a:moveTo>
                <a:lnTo>
                  <a:pt x="68706" y="18107"/>
                </a:lnTo>
                <a:close/>
                <a:lnTo>
                  <a:pt x="34353" y="0"/>
                </a:lnTo>
                <a:close/>
                <a:lnTo>
                  <a:pt x="0" y="18107"/>
                </a:lnTo>
                <a:close/>
                <a:lnTo>
                  <a:pt x="0" y="54322"/>
                </a:lnTo>
                <a:close/>
                <a:lnTo>
                  <a:pt x="34353" y="72429"/>
                </a:lnTo>
                <a:close/>
                <a:lnTo>
                  <a:pt x="68706" y="54322"/>
                </a:lnTo>
                <a:close/>
              </a:path>
            </a:pathLst>
          </a:custGeom>
          <a:solidFill>
            <a:srgbClr val="3B5673">
              <a:alpha val="21470"/>
            </a:srgbClr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Freeform 142"/>
          <p:cNvSpPr/>
          <p:nvPr/>
        </p:nvSpPr>
        <p:spPr>
          <a:xfrm>
            <a:off x="2041155" y="2010737"/>
            <a:ext cx="68706" cy="72429"/>
          </a:xfrm>
          <a:custGeom>
            <a:avLst/>
            <a:gdLst/>
            <a:ahLst/>
            <a:cxnLst/>
            <a:rect l="l" t="t" r="r" b="b"/>
            <a:pathLst>
              <a:path w="68706" h="72429">
                <a:moveTo>
                  <a:pt x="68706" y="54322"/>
                </a:moveTo>
                <a:lnTo>
                  <a:pt x="68706" y="18108"/>
                </a:lnTo>
                <a:close/>
                <a:lnTo>
                  <a:pt x="34353" y="0"/>
                </a:lnTo>
                <a:close/>
                <a:lnTo>
                  <a:pt x="0" y="18108"/>
                </a:lnTo>
                <a:close/>
                <a:lnTo>
                  <a:pt x="0" y="54322"/>
                </a:lnTo>
                <a:close/>
                <a:lnTo>
                  <a:pt x="34353" y="72429"/>
                </a:lnTo>
                <a:close/>
                <a:lnTo>
                  <a:pt x="68706" y="54322"/>
                </a:lnTo>
                <a:close/>
              </a:path>
            </a:pathLst>
          </a:custGeom>
          <a:solidFill>
            <a:srgbClr val="3B5673">
              <a:alpha val="21470"/>
            </a:srgbClr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Freeform 143"/>
          <p:cNvSpPr/>
          <p:nvPr/>
        </p:nvSpPr>
        <p:spPr>
          <a:xfrm>
            <a:off x="2109861" y="2119381"/>
            <a:ext cx="68706" cy="72429"/>
          </a:xfrm>
          <a:custGeom>
            <a:avLst/>
            <a:gdLst/>
            <a:ahLst/>
            <a:cxnLst/>
            <a:rect l="l" t="t" r="r" b="b"/>
            <a:pathLst>
              <a:path w="68706" h="72429">
                <a:moveTo>
                  <a:pt x="68706" y="54322"/>
                </a:moveTo>
                <a:lnTo>
                  <a:pt x="68706" y="18107"/>
                </a:lnTo>
                <a:close/>
                <a:lnTo>
                  <a:pt x="34353" y="0"/>
                </a:lnTo>
                <a:close/>
                <a:lnTo>
                  <a:pt x="0" y="18107"/>
                </a:lnTo>
                <a:close/>
                <a:lnTo>
                  <a:pt x="0" y="54322"/>
                </a:lnTo>
                <a:close/>
                <a:lnTo>
                  <a:pt x="34353" y="72429"/>
                </a:lnTo>
                <a:close/>
                <a:lnTo>
                  <a:pt x="68706" y="54322"/>
                </a:lnTo>
                <a:close/>
              </a:path>
            </a:pathLst>
          </a:custGeom>
          <a:noFill/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Freeform 144"/>
          <p:cNvSpPr/>
          <p:nvPr/>
        </p:nvSpPr>
        <p:spPr>
          <a:xfrm>
            <a:off x="2109861" y="2010737"/>
            <a:ext cx="68706" cy="72429"/>
          </a:xfrm>
          <a:custGeom>
            <a:avLst/>
            <a:gdLst/>
            <a:ahLst/>
            <a:cxnLst/>
            <a:rect l="l" t="t" r="r" b="b"/>
            <a:pathLst>
              <a:path w="68706" h="72429">
                <a:moveTo>
                  <a:pt x="68706" y="54322"/>
                </a:moveTo>
                <a:lnTo>
                  <a:pt x="68706" y="18108"/>
                </a:lnTo>
                <a:close/>
                <a:lnTo>
                  <a:pt x="34353" y="0"/>
                </a:lnTo>
                <a:close/>
                <a:lnTo>
                  <a:pt x="0" y="18108"/>
                </a:lnTo>
                <a:close/>
                <a:lnTo>
                  <a:pt x="0" y="54322"/>
                </a:lnTo>
                <a:close/>
                <a:lnTo>
                  <a:pt x="34353" y="72429"/>
                </a:lnTo>
                <a:close/>
                <a:lnTo>
                  <a:pt x="68706" y="54322"/>
                </a:lnTo>
                <a:close/>
              </a:path>
            </a:pathLst>
          </a:custGeom>
          <a:noFill/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Freeform 145"/>
          <p:cNvSpPr/>
          <p:nvPr/>
        </p:nvSpPr>
        <p:spPr>
          <a:xfrm>
            <a:off x="2109861" y="1902093"/>
            <a:ext cx="68706" cy="72430"/>
          </a:xfrm>
          <a:custGeom>
            <a:avLst/>
            <a:gdLst/>
            <a:ahLst/>
            <a:cxnLst/>
            <a:rect l="l" t="t" r="r" b="b"/>
            <a:pathLst>
              <a:path w="68706" h="72430">
                <a:moveTo>
                  <a:pt x="68706" y="54322"/>
                </a:moveTo>
                <a:lnTo>
                  <a:pt x="68706" y="18108"/>
                </a:lnTo>
                <a:close/>
                <a:lnTo>
                  <a:pt x="34353" y="0"/>
                </a:lnTo>
                <a:close/>
                <a:lnTo>
                  <a:pt x="0" y="18108"/>
                </a:lnTo>
                <a:close/>
                <a:lnTo>
                  <a:pt x="0" y="54322"/>
                </a:lnTo>
                <a:close/>
                <a:lnTo>
                  <a:pt x="34353" y="72430"/>
                </a:lnTo>
                <a:close/>
                <a:lnTo>
                  <a:pt x="68706" y="54322"/>
                </a:lnTo>
                <a:close/>
              </a:path>
            </a:pathLst>
          </a:custGeom>
          <a:solidFill>
            <a:srgbClr val="CFD5DC">
              <a:alpha val="5294"/>
            </a:srgbClr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Freeform 146"/>
          <p:cNvSpPr/>
          <p:nvPr/>
        </p:nvSpPr>
        <p:spPr>
          <a:xfrm>
            <a:off x="2178567" y="2119381"/>
            <a:ext cx="68706" cy="72429"/>
          </a:xfrm>
          <a:custGeom>
            <a:avLst/>
            <a:gdLst/>
            <a:ahLst/>
            <a:cxnLst/>
            <a:rect l="l" t="t" r="r" b="b"/>
            <a:pathLst>
              <a:path w="68706" h="72429">
                <a:moveTo>
                  <a:pt x="68706" y="54322"/>
                </a:moveTo>
                <a:lnTo>
                  <a:pt x="68706" y="18107"/>
                </a:lnTo>
                <a:close/>
                <a:lnTo>
                  <a:pt x="34353" y="0"/>
                </a:lnTo>
                <a:close/>
                <a:lnTo>
                  <a:pt x="0" y="18107"/>
                </a:lnTo>
                <a:close/>
                <a:lnTo>
                  <a:pt x="0" y="54322"/>
                </a:lnTo>
                <a:close/>
                <a:lnTo>
                  <a:pt x="34353" y="72429"/>
                </a:lnTo>
                <a:close/>
                <a:lnTo>
                  <a:pt x="68706" y="54322"/>
                </a:lnTo>
                <a:close/>
              </a:path>
            </a:pathLst>
          </a:custGeom>
          <a:noFill/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Freeform 147"/>
          <p:cNvSpPr/>
          <p:nvPr/>
        </p:nvSpPr>
        <p:spPr>
          <a:xfrm>
            <a:off x="2178567" y="2010737"/>
            <a:ext cx="68706" cy="72429"/>
          </a:xfrm>
          <a:custGeom>
            <a:avLst/>
            <a:gdLst/>
            <a:ahLst/>
            <a:cxnLst/>
            <a:rect l="l" t="t" r="r" b="b"/>
            <a:pathLst>
              <a:path w="68706" h="72429">
                <a:moveTo>
                  <a:pt x="68706" y="54322"/>
                </a:moveTo>
                <a:lnTo>
                  <a:pt x="68706" y="18108"/>
                </a:lnTo>
                <a:close/>
                <a:lnTo>
                  <a:pt x="34353" y="0"/>
                </a:lnTo>
                <a:close/>
                <a:lnTo>
                  <a:pt x="0" y="18108"/>
                </a:lnTo>
                <a:close/>
                <a:lnTo>
                  <a:pt x="0" y="54322"/>
                </a:lnTo>
                <a:close/>
                <a:lnTo>
                  <a:pt x="34353" y="72429"/>
                </a:lnTo>
                <a:close/>
                <a:lnTo>
                  <a:pt x="68706" y="54322"/>
                </a:lnTo>
                <a:close/>
              </a:path>
            </a:pathLst>
          </a:custGeom>
          <a:solidFill>
            <a:srgbClr val="CFD5DC">
              <a:alpha val="5294"/>
            </a:srgbClr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Freeform 148"/>
          <p:cNvSpPr/>
          <p:nvPr/>
        </p:nvSpPr>
        <p:spPr>
          <a:xfrm>
            <a:off x="2178567" y="1793450"/>
            <a:ext cx="68706" cy="72429"/>
          </a:xfrm>
          <a:custGeom>
            <a:avLst/>
            <a:gdLst/>
            <a:ahLst/>
            <a:cxnLst/>
            <a:rect l="l" t="t" r="r" b="b"/>
            <a:pathLst>
              <a:path w="68706" h="72429">
                <a:moveTo>
                  <a:pt x="68706" y="54321"/>
                </a:moveTo>
                <a:lnTo>
                  <a:pt x="68706" y="18107"/>
                </a:lnTo>
                <a:close/>
                <a:lnTo>
                  <a:pt x="34353" y="0"/>
                </a:lnTo>
                <a:close/>
                <a:lnTo>
                  <a:pt x="0" y="18107"/>
                </a:lnTo>
                <a:close/>
                <a:lnTo>
                  <a:pt x="0" y="54321"/>
                </a:lnTo>
                <a:close/>
                <a:lnTo>
                  <a:pt x="34353" y="72429"/>
                </a:lnTo>
                <a:close/>
                <a:lnTo>
                  <a:pt x="68706" y="54321"/>
                </a:lnTo>
                <a:close/>
              </a:path>
            </a:pathLst>
          </a:custGeom>
          <a:noFill/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Freeform 149"/>
          <p:cNvSpPr/>
          <p:nvPr/>
        </p:nvSpPr>
        <p:spPr>
          <a:xfrm>
            <a:off x="2247273" y="1793450"/>
            <a:ext cx="68706" cy="72429"/>
          </a:xfrm>
          <a:custGeom>
            <a:avLst/>
            <a:gdLst/>
            <a:ahLst/>
            <a:cxnLst/>
            <a:rect l="l" t="t" r="r" b="b"/>
            <a:pathLst>
              <a:path w="68706" h="72429">
                <a:moveTo>
                  <a:pt x="68706" y="54321"/>
                </a:moveTo>
                <a:lnTo>
                  <a:pt x="68706" y="18107"/>
                </a:lnTo>
                <a:close/>
                <a:lnTo>
                  <a:pt x="34353" y="0"/>
                </a:lnTo>
                <a:close/>
                <a:lnTo>
                  <a:pt x="0" y="18107"/>
                </a:lnTo>
                <a:close/>
                <a:lnTo>
                  <a:pt x="0" y="54321"/>
                </a:lnTo>
                <a:close/>
                <a:lnTo>
                  <a:pt x="34353" y="72429"/>
                </a:lnTo>
                <a:close/>
                <a:lnTo>
                  <a:pt x="68706" y="54321"/>
                </a:lnTo>
                <a:close/>
              </a:path>
            </a:pathLst>
          </a:custGeom>
          <a:noFill/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Freeform 150"/>
          <p:cNvSpPr/>
          <p:nvPr/>
        </p:nvSpPr>
        <p:spPr>
          <a:xfrm>
            <a:off x="2384685" y="1793450"/>
            <a:ext cx="68707" cy="72429"/>
          </a:xfrm>
          <a:custGeom>
            <a:avLst/>
            <a:gdLst/>
            <a:ahLst/>
            <a:cxnLst/>
            <a:rect l="l" t="t" r="r" b="b"/>
            <a:pathLst>
              <a:path w="68707" h="72429">
                <a:moveTo>
                  <a:pt x="68707" y="54321"/>
                </a:moveTo>
                <a:lnTo>
                  <a:pt x="68707" y="18107"/>
                </a:lnTo>
                <a:close/>
                <a:lnTo>
                  <a:pt x="34354" y="0"/>
                </a:lnTo>
                <a:close/>
                <a:lnTo>
                  <a:pt x="0" y="18107"/>
                </a:lnTo>
                <a:close/>
                <a:lnTo>
                  <a:pt x="0" y="54321"/>
                </a:lnTo>
                <a:close/>
                <a:lnTo>
                  <a:pt x="34354" y="72429"/>
                </a:lnTo>
                <a:close/>
                <a:lnTo>
                  <a:pt x="68707" y="54321"/>
                </a:lnTo>
                <a:close/>
              </a:path>
            </a:pathLst>
          </a:custGeom>
          <a:solidFill>
            <a:srgbClr val="CFD5DC">
              <a:alpha val="5294"/>
            </a:srgbClr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Freeform 151"/>
          <p:cNvSpPr/>
          <p:nvPr/>
        </p:nvSpPr>
        <p:spPr>
          <a:xfrm>
            <a:off x="2453392" y="1902093"/>
            <a:ext cx="68706" cy="72430"/>
          </a:xfrm>
          <a:custGeom>
            <a:avLst/>
            <a:gdLst/>
            <a:ahLst/>
            <a:cxnLst/>
            <a:rect l="l" t="t" r="r" b="b"/>
            <a:pathLst>
              <a:path w="68706" h="72430">
                <a:moveTo>
                  <a:pt x="68706" y="54322"/>
                </a:moveTo>
                <a:lnTo>
                  <a:pt x="68706" y="18108"/>
                </a:lnTo>
                <a:close/>
                <a:lnTo>
                  <a:pt x="34353" y="0"/>
                </a:lnTo>
                <a:close/>
                <a:lnTo>
                  <a:pt x="0" y="18108"/>
                </a:lnTo>
                <a:close/>
                <a:lnTo>
                  <a:pt x="0" y="54322"/>
                </a:lnTo>
                <a:close/>
                <a:lnTo>
                  <a:pt x="34353" y="72430"/>
                </a:lnTo>
                <a:close/>
                <a:lnTo>
                  <a:pt x="68706" y="54322"/>
                </a:lnTo>
                <a:close/>
              </a:path>
            </a:pathLst>
          </a:custGeom>
          <a:noFill/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Freeform 152"/>
          <p:cNvSpPr/>
          <p:nvPr/>
        </p:nvSpPr>
        <p:spPr>
          <a:xfrm>
            <a:off x="2453392" y="1793450"/>
            <a:ext cx="68706" cy="72429"/>
          </a:xfrm>
          <a:custGeom>
            <a:avLst/>
            <a:gdLst/>
            <a:ahLst/>
            <a:cxnLst/>
            <a:rect l="l" t="t" r="r" b="b"/>
            <a:pathLst>
              <a:path w="68706" h="72429">
                <a:moveTo>
                  <a:pt x="68706" y="54321"/>
                </a:moveTo>
                <a:lnTo>
                  <a:pt x="68706" y="18107"/>
                </a:lnTo>
                <a:close/>
                <a:lnTo>
                  <a:pt x="34353" y="0"/>
                </a:lnTo>
                <a:close/>
                <a:lnTo>
                  <a:pt x="0" y="18107"/>
                </a:lnTo>
                <a:close/>
                <a:lnTo>
                  <a:pt x="0" y="54321"/>
                </a:lnTo>
                <a:close/>
                <a:lnTo>
                  <a:pt x="34353" y="72429"/>
                </a:lnTo>
                <a:close/>
                <a:lnTo>
                  <a:pt x="68706" y="54321"/>
                </a:lnTo>
                <a:close/>
              </a:path>
            </a:pathLst>
          </a:custGeom>
          <a:noFill/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Freeform 153"/>
          <p:cNvSpPr/>
          <p:nvPr/>
        </p:nvSpPr>
        <p:spPr>
          <a:xfrm>
            <a:off x="2453392" y="1684806"/>
            <a:ext cx="68706" cy="72429"/>
          </a:xfrm>
          <a:custGeom>
            <a:avLst/>
            <a:gdLst/>
            <a:ahLst/>
            <a:cxnLst/>
            <a:rect l="l" t="t" r="r" b="b"/>
            <a:pathLst>
              <a:path w="68706" h="72429">
                <a:moveTo>
                  <a:pt x="68706" y="54322"/>
                </a:moveTo>
                <a:lnTo>
                  <a:pt x="68706" y="18107"/>
                </a:lnTo>
                <a:close/>
                <a:lnTo>
                  <a:pt x="34353" y="0"/>
                </a:lnTo>
                <a:close/>
                <a:lnTo>
                  <a:pt x="0" y="18107"/>
                </a:lnTo>
                <a:close/>
                <a:lnTo>
                  <a:pt x="0" y="54322"/>
                </a:lnTo>
                <a:close/>
                <a:lnTo>
                  <a:pt x="34353" y="72429"/>
                </a:lnTo>
                <a:close/>
                <a:lnTo>
                  <a:pt x="68706" y="54322"/>
                </a:lnTo>
                <a:close/>
              </a:path>
            </a:pathLst>
          </a:custGeom>
          <a:noFill/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Freeform 154"/>
          <p:cNvSpPr/>
          <p:nvPr/>
        </p:nvSpPr>
        <p:spPr>
          <a:xfrm>
            <a:off x="2590804" y="1684806"/>
            <a:ext cx="68706" cy="72429"/>
          </a:xfrm>
          <a:custGeom>
            <a:avLst/>
            <a:gdLst/>
            <a:ahLst/>
            <a:cxnLst/>
            <a:rect l="l" t="t" r="r" b="b"/>
            <a:pathLst>
              <a:path w="68706" h="72429">
                <a:moveTo>
                  <a:pt x="68706" y="54322"/>
                </a:moveTo>
                <a:lnTo>
                  <a:pt x="68706" y="18107"/>
                </a:lnTo>
                <a:close/>
                <a:lnTo>
                  <a:pt x="34353" y="0"/>
                </a:lnTo>
                <a:close/>
                <a:lnTo>
                  <a:pt x="0" y="18107"/>
                </a:lnTo>
                <a:close/>
                <a:lnTo>
                  <a:pt x="0" y="54322"/>
                </a:lnTo>
                <a:close/>
                <a:lnTo>
                  <a:pt x="34353" y="72429"/>
                </a:lnTo>
                <a:close/>
                <a:lnTo>
                  <a:pt x="68706" y="54322"/>
                </a:lnTo>
                <a:close/>
              </a:path>
            </a:pathLst>
          </a:custGeom>
          <a:noFill/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Freeform 155"/>
          <p:cNvSpPr/>
          <p:nvPr/>
        </p:nvSpPr>
        <p:spPr>
          <a:xfrm>
            <a:off x="474795" y="893881"/>
            <a:ext cx="0" cy="2768592"/>
          </a:xfrm>
          <a:custGeom>
            <a:avLst/>
            <a:gdLst/>
            <a:ahLst/>
            <a:cxnLst/>
            <a:rect l="l" t="t" r="r" b="b"/>
            <a:pathLst>
              <a:path w="0" h="2768592">
                <a:moveTo>
                  <a:pt x="0" y="2768592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Freeform 156"/>
          <p:cNvSpPr/>
          <p:nvPr/>
        </p:nvSpPr>
        <p:spPr>
          <a:xfrm>
            <a:off x="474795" y="3662473"/>
            <a:ext cx="2768592" cy="0"/>
          </a:xfrm>
          <a:custGeom>
            <a:avLst/>
            <a:gdLst/>
            <a:ahLst/>
            <a:cxnLst/>
            <a:rect l="l" t="t" r="r" b="b"/>
            <a:pathLst>
              <a:path w="2768592" h="0">
                <a:moveTo>
                  <a:pt x="0" y="0"/>
                </a:moveTo>
                <a:lnTo>
                  <a:pt x="2768592" y="0"/>
                </a:lnTo>
                <a:close/>
              </a:path>
            </a:pathLst>
          </a:custGeom>
          <a:noFill/>
          <a:ln w="10160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Freeform 157"/>
          <p:cNvSpPr/>
          <p:nvPr/>
        </p:nvSpPr>
        <p:spPr>
          <a:xfrm>
            <a:off x="474795" y="893881"/>
            <a:ext cx="2768592" cy="2768592"/>
          </a:xfrm>
          <a:custGeom>
            <a:avLst/>
            <a:gdLst/>
            <a:ahLst/>
            <a:cxnLst/>
            <a:rect l="l" t="t" r="r" b="b"/>
            <a:pathLst>
              <a:path w="2768592" h="2768592">
                <a:moveTo>
                  <a:pt x="0" y="2768592"/>
                </a:moveTo>
                <a:lnTo>
                  <a:pt x="2768592" y="0"/>
                </a:lnTo>
                <a:close/>
              </a:path>
            </a:pathLst>
          </a:custGeom>
          <a:noFill/>
          <a:ln w="10160">
            <a:solidFill>
              <a:srgbClr val="7A7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Freeform 158"/>
          <p:cNvSpPr/>
          <p:nvPr/>
        </p:nvSpPr>
        <p:spPr>
          <a:xfrm>
            <a:off x="558869" y="977955"/>
            <a:ext cx="856149" cy="340081"/>
          </a:xfrm>
          <a:custGeom>
            <a:avLst/>
            <a:gdLst/>
            <a:ahLst/>
            <a:cxnLst/>
            <a:rect l="l" t="t" r="r" b="b"/>
            <a:pathLst>
              <a:path w="856149" h="340081">
                <a:moveTo>
                  <a:pt x="26670" y="340081"/>
                </a:moveTo>
                <a:lnTo>
                  <a:pt x="829479" y="340081"/>
                </a:lnTo>
                <a:close/>
                <a:lnTo>
                  <a:pt x="849481" y="333414"/>
                </a:lnTo>
                <a:close/>
                <a:lnTo>
                  <a:pt x="856149" y="313411"/>
                </a:lnTo>
                <a:close/>
                <a:lnTo>
                  <a:pt x="856149" y="26670"/>
                </a:lnTo>
                <a:close/>
                <a:lnTo>
                  <a:pt x="849481" y="6667"/>
                </a:lnTo>
                <a:close/>
                <a:lnTo>
                  <a:pt x="829479" y="0"/>
                </a:lnTo>
                <a:close/>
                <a:lnTo>
                  <a:pt x="26670" y="0"/>
                </a:lnTo>
                <a:close/>
                <a:lnTo>
                  <a:pt x="6668" y="6667"/>
                </a:lnTo>
                <a:close/>
                <a:lnTo>
                  <a:pt x="0" y="26670"/>
                </a:lnTo>
                <a:close/>
                <a:lnTo>
                  <a:pt x="0" y="313411"/>
                </a:lnTo>
                <a:close/>
                <a:lnTo>
                  <a:pt x="6668" y="333414"/>
                </a:lnTo>
                <a:close/>
                <a:lnTo>
                  <a:pt x="26670" y="340081"/>
                </a:lnTo>
                <a:close/>
                <a:lnTo>
                  <a:pt x="26670" y="340081"/>
                </a:lnTo>
                <a:close/>
              </a:path>
            </a:pathLst>
          </a:custGeom>
          <a:solidFill>
            <a:srgbClr val="FFFFFF">
              <a:alpha val="85000"/>
            </a:srgbClr>
          </a:solidFill>
          <a:ln w="7620">
            <a:solidFill>
              <a:srgbClr val="B0B0B0">
                <a:alpha val="8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585539" y="945647"/>
            <a:ext cx="8890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1A1A1A"/>
                </a:solidFill>
                <a:latin typeface="Arial"/>
              </a:rPr>
              <a:t>R² = 0.944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585539" y="1045763"/>
            <a:ext cx="12700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1A1A1A"/>
                </a:solidFill>
                <a:latin typeface="Arial"/>
              </a:rPr>
              <a:t>RMSE = 7.39 MPa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585539" y="1145878"/>
            <a:ext cx="11938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1A1A1A"/>
                </a:solidFill>
                <a:latin typeface="Arial"/>
              </a:rPr>
              <a:t>PICP90 = 0.986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253308" y="578209"/>
            <a:ext cx="2032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1A1A1A"/>
                </a:solidFill>
                <a:latin typeface="Arial"/>
              </a:rPr>
              <a:t>A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474795" y="690681"/>
            <a:ext cx="14224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Max global stress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2020123" y="3375812"/>
            <a:ext cx="177800" cy="62230"/>
          </a:xfrm>
          <a:prstGeom prst="rect">
            <a:avLst/>
          </a:prstGeom>
          <a:solidFill>
            <a:srgbClr val="C5DAE9">
              <a:alpha val="30000"/>
            </a:srgbClr>
          </a:solidFill>
          <a:ln w="12700">
            <a:solidFill>
              <a:srgbClr val="C5DAE9">
                <a:alpha val="3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2269043" y="3311042"/>
            <a:ext cx="1879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90% predictive interval</a:t>
            </a:r>
          </a:p>
        </p:txBody>
      </p:sp>
      <p:sp>
        <p:nvSpPr>
          <p:cNvPr id="167" name="Freeform 166"/>
          <p:cNvSpPr/>
          <p:nvPr/>
        </p:nvSpPr>
        <p:spPr>
          <a:xfrm>
            <a:off x="2020123" y="3532679"/>
            <a:ext cx="177800" cy="0"/>
          </a:xfrm>
          <a:custGeom>
            <a:avLst/>
            <a:gdLst/>
            <a:ahLst/>
            <a:cxnLst/>
            <a:rect l="l" t="t" r="r" b="b"/>
            <a:pathLst>
              <a:path w="177800" h="0">
                <a:moveTo>
                  <a:pt x="0" y="0"/>
                </a:moveTo>
                <a:lnTo>
                  <a:pt x="88900" y="0"/>
                </a:lnTo>
                <a:close/>
                <a:lnTo>
                  <a:pt x="177800" y="0"/>
                </a:lnTo>
                <a:close/>
              </a:path>
            </a:pathLst>
          </a:custGeom>
          <a:noFill/>
          <a:ln w="10160">
            <a:solidFill>
              <a:srgbClr val="7A7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TextBox 167"/>
          <p:cNvSpPr txBox="1"/>
          <p:nvPr/>
        </p:nvSpPr>
        <p:spPr>
          <a:xfrm>
            <a:off x="2269043" y="3436794"/>
            <a:ext cx="4318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yx =</a:t>
            </a:r>
          </a:p>
        </p:txBody>
      </p:sp>
      <p:sp>
        <p:nvSpPr>
          <p:cNvPr id="169" name="Rectangle 168"/>
          <p:cNvSpPr/>
          <p:nvPr/>
        </p:nvSpPr>
        <p:spPr>
          <a:xfrm>
            <a:off x="4340461" y="291186"/>
            <a:ext cx="1589593" cy="158959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Freeform 169"/>
          <p:cNvSpPr/>
          <p:nvPr/>
        </p:nvSpPr>
        <p:spPr>
          <a:xfrm>
            <a:off x="4666650" y="363440"/>
            <a:ext cx="997527" cy="1445085"/>
          </a:xfrm>
          <a:custGeom>
            <a:avLst/>
            <a:gdLst/>
            <a:ahLst/>
            <a:cxnLst/>
            <a:rect l="l" t="t" r="r" b="b"/>
            <a:pathLst>
              <a:path w="997527" h="1445085">
                <a:moveTo>
                  <a:pt x="0" y="764820"/>
                </a:moveTo>
                <a:lnTo>
                  <a:pt x="0" y="1445085"/>
                </a:lnTo>
                <a:close/>
                <a:lnTo>
                  <a:pt x="158389" y="1137698"/>
                </a:lnTo>
                <a:close/>
                <a:lnTo>
                  <a:pt x="174005" y="1179293"/>
                </a:lnTo>
                <a:close/>
                <a:lnTo>
                  <a:pt x="235378" y="1003967"/>
                </a:lnTo>
                <a:close/>
                <a:lnTo>
                  <a:pt x="246810" y="1133717"/>
                </a:lnTo>
                <a:close/>
                <a:lnTo>
                  <a:pt x="264611" y="1105355"/>
                </a:lnTo>
                <a:close/>
                <a:lnTo>
                  <a:pt x="265843" y="1088522"/>
                </a:lnTo>
                <a:close/>
                <a:lnTo>
                  <a:pt x="276211" y="956223"/>
                </a:lnTo>
                <a:close/>
                <a:lnTo>
                  <a:pt x="276246" y="991496"/>
                </a:lnTo>
                <a:close/>
                <a:lnTo>
                  <a:pt x="278120" y="984887"/>
                </a:lnTo>
                <a:close/>
                <a:lnTo>
                  <a:pt x="278214" y="1167232"/>
                </a:lnTo>
                <a:close/>
                <a:lnTo>
                  <a:pt x="287318" y="979374"/>
                </a:lnTo>
                <a:close/>
                <a:lnTo>
                  <a:pt x="299465" y="978481"/>
                </a:lnTo>
                <a:close/>
                <a:lnTo>
                  <a:pt x="299875" y="993937"/>
                </a:lnTo>
                <a:close/>
                <a:lnTo>
                  <a:pt x="300072" y="900768"/>
                </a:lnTo>
                <a:close/>
                <a:lnTo>
                  <a:pt x="307135" y="1041151"/>
                </a:lnTo>
                <a:close/>
                <a:lnTo>
                  <a:pt x="307145" y="925517"/>
                </a:lnTo>
                <a:close/>
                <a:lnTo>
                  <a:pt x="307934" y="983655"/>
                </a:lnTo>
                <a:close/>
                <a:lnTo>
                  <a:pt x="308879" y="905929"/>
                </a:lnTo>
                <a:close/>
                <a:lnTo>
                  <a:pt x="315559" y="1099132"/>
                </a:lnTo>
                <a:close/>
                <a:lnTo>
                  <a:pt x="323187" y="866659"/>
                </a:lnTo>
                <a:close/>
                <a:lnTo>
                  <a:pt x="329653" y="570874"/>
                </a:lnTo>
                <a:close/>
                <a:lnTo>
                  <a:pt x="330517" y="1032496"/>
                </a:lnTo>
                <a:close/>
                <a:lnTo>
                  <a:pt x="331236" y="990761"/>
                </a:lnTo>
                <a:close/>
                <a:lnTo>
                  <a:pt x="333097" y="965648"/>
                </a:lnTo>
                <a:close/>
                <a:lnTo>
                  <a:pt x="334705" y="1093619"/>
                </a:lnTo>
                <a:close/>
                <a:lnTo>
                  <a:pt x="349001" y="824925"/>
                </a:lnTo>
                <a:close/>
                <a:lnTo>
                  <a:pt x="356081" y="998157"/>
                </a:lnTo>
                <a:close/>
                <a:lnTo>
                  <a:pt x="358007" y="972711"/>
                </a:lnTo>
                <a:close/>
                <a:lnTo>
                  <a:pt x="361602" y="860244"/>
                </a:lnTo>
                <a:close/>
                <a:lnTo>
                  <a:pt x="367577" y="980777"/>
                </a:lnTo>
                <a:close/>
                <a:lnTo>
                  <a:pt x="370680" y="910957"/>
                </a:lnTo>
                <a:close/>
                <a:lnTo>
                  <a:pt x="371986" y="930213"/>
                </a:lnTo>
                <a:close/>
                <a:lnTo>
                  <a:pt x="373516" y="1007982"/>
                </a:lnTo>
                <a:close/>
                <a:lnTo>
                  <a:pt x="376514" y="934749"/>
                </a:lnTo>
                <a:close/>
                <a:lnTo>
                  <a:pt x="377509" y="956456"/>
                </a:lnTo>
                <a:close/>
                <a:lnTo>
                  <a:pt x="379361" y="1033452"/>
                </a:lnTo>
                <a:close/>
                <a:lnTo>
                  <a:pt x="379716" y="1022186"/>
                </a:lnTo>
                <a:close/>
                <a:lnTo>
                  <a:pt x="381111" y="941835"/>
                </a:lnTo>
                <a:close/>
                <a:lnTo>
                  <a:pt x="381581" y="1019227"/>
                </a:lnTo>
                <a:close/>
                <a:lnTo>
                  <a:pt x="382276" y="942732"/>
                </a:lnTo>
                <a:close/>
                <a:lnTo>
                  <a:pt x="382776" y="870574"/>
                </a:lnTo>
                <a:close/>
                <a:lnTo>
                  <a:pt x="383218" y="852423"/>
                </a:lnTo>
                <a:close/>
                <a:lnTo>
                  <a:pt x="385267" y="899670"/>
                </a:lnTo>
                <a:close/>
                <a:lnTo>
                  <a:pt x="393432" y="879919"/>
                </a:lnTo>
                <a:close/>
                <a:lnTo>
                  <a:pt x="395046" y="1046309"/>
                </a:lnTo>
                <a:close/>
                <a:lnTo>
                  <a:pt x="397243" y="874773"/>
                </a:lnTo>
                <a:close/>
                <a:lnTo>
                  <a:pt x="397954" y="999054"/>
                </a:lnTo>
                <a:close/>
                <a:lnTo>
                  <a:pt x="399800" y="873185"/>
                </a:lnTo>
                <a:close/>
                <a:lnTo>
                  <a:pt x="401236" y="801311"/>
                </a:lnTo>
                <a:close/>
                <a:lnTo>
                  <a:pt x="401861" y="938856"/>
                </a:lnTo>
                <a:close/>
                <a:lnTo>
                  <a:pt x="402289" y="952384"/>
                </a:lnTo>
                <a:close/>
                <a:lnTo>
                  <a:pt x="402586" y="1056983"/>
                </a:lnTo>
                <a:close/>
                <a:lnTo>
                  <a:pt x="402909" y="891997"/>
                </a:lnTo>
                <a:close/>
                <a:lnTo>
                  <a:pt x="406066" y="942117"/>
                </a:lnTo>
                <a:close/>
                <a:lnTo>
                  <a:pt x="410423" y="961720"/>
                </a:lnTo>
                <a:close/>
                <a:lnTo>
                  <a:pt x="410632" y="905261"/>
                </a:lnTo>
                <a:close/>
                <a:lnTo>
                  <a:pt x="411361" y="872733"/>
                </a:lnTo>
                <a:close/>
                <a:lnTo>
                  <a:pt x="412132" y="992672"/>
                </a:lnTo>
                <a:close/>
                <a:lnTo>
                  <a:pt x="412895" y="884374"/>
                </a:lnTo>
                <a:close/>
                <a:lnTo>
                  <a:pt x="413811" y="842631"/>
                </a:lnTo>
                <a:close/>
                <a:lnTo>
                  <a:pt x="413990" y="911848"/>
                </a:lnTo>
                <a:close/>
                <a:lnTo>
                  <a:pt x="415853" y="900551"/>
                </a:lnTo>
                <a:close/>
                <a:lnTo>
                  <a:pt x="416591" y="836793"/>
                </a:lnTo>
                <a:close/>
                <a:lnTo>
                  <a:pt x="417246" y="773865"/>
                </a:lnTo>
                <a:close/>
                <a:lnTo>
                  <a:pt x="417631" y="860394"/>
                </a:lnTo>
                <a:close/>
                <a:lnTo>
                  <a:pt x="417675" y="836702"/>
                </a:lnTo>
                <a:close/>
                <a:lnTo>
                  <a:pt x="419753" y="812013"/>
                </a:lnTo>
                <a:close/>
                <a:lnTo>
                  <a:pt x="422280" y="856695"/>
                </a:lnTo>
                <a:close/>
                <a:lnTo>
                  <a:pt x="423562" y="902703"/>
                </a:lnTo>
                <a:close/>
                <a:lnTo>
                  <a:pt x="425993" y="932568"/>
                </a:lnTo>
                <a:close/>
                <a:lnTo>
                  <a:pt x="427441" y="822728"/>
                </a:lnTo>
                <a:close/>
                <a:lnTo>
                  <a:pt x="428223" y="832848"/>
                </a:lnTo>
                <a:close/>
                <a:lnTo>
                  <a:pt x="428622" y="824982"/>
                </a:lnTo>
                <a:close/>
                <a:lnTo>
                  <a:pt x="430373" y="893626"/>
                </a:lnTo>
                <a:close/>
                <a:lnTo>
                  <a:pt x="431513" y="966940"/>
                </a:lnTo>
                <a:close/>
                <a:lnTo>
                  <a:pt x="431983" y="964840"/>
                </a:lnTo>
                <a:close/>
                <a:lnTo>
                  <a:pt x="434294" y="993255"/>
                </a:lnTo>
                <a:close/>
                <a:lnTo>
                  <a:pt x="434795" y="1016799"/>
                </a:lnTo>
                <a:close/>
                <a:lnTo>
                  <a:pt x="434802" y="879756"/>
                </a:lnTo>
                <a:close/>
                <a:lnTo>
                  <a:pt x="434941" y="994094"/>
                </a:lnTo>
                <a:close/>
                <a:lnTo>
                  <a:pt x="435058" y="778020"/>
                </a:lnTo>
                <a:close/>
                <a:lnTo>
                  <a:pt x="435062" y="866894"/>
                </a:lnTo>
                <a:close/>
                <a:lnTo>
                  <a:pt x="438410" y="814626"/>
                </a:lnTo>
                <a:close/>
                <a:lnTo>
                  <a:pt x="439973" y="968108"/>
                </a:lnTo>
                <a:close/>
                <a:lnTo>
                  <a:pt x="440568" y="828934"/>
                </a:lnTo>
                <a:close/>
                <a:lnTo>
                  <a:pt x="440975" y="947806"/>
                </a:lnTo>
                <a:close/>
                <a:lnTo>
                  <a:pt x="442416" y="808147"/>
                </a:lnTo>
                <a:close/>
                <a:lnTo>
                  <a:pt x="443332" y="895673"/>
                </a:lnTo>
                <a:close/>
                <a:lnTo>
                  <a:pt x="444758" y="768240"/>
                </a:lnTo>
                <a:close/>
                <a:lnTo>
                  <a:pt x="444799" y="903106"/>
                </a:lnTo>
                <a:close/>
                <a:lnTo>
                  <a:pt x="445237" y="825157"/>
                </a:lnTo>
                <a:close/>
                <a:lnTo>
                  <a:pt x="447825" y="873185"/>
                </a:lnTo>
                <a:close/>
                <a:lnTo>
                  <a:pt x="448086" y="801879"/>
                </a:lnTo>
                <a:close/>
                <a:lnTo>
                  <a:pt x="448739" y="892780"/>
                </a:lnTo>
                <a:close/>
                <a:lnTo>
                  <a:pt x="449130" y="789272"/>
                </a:lnTo>
                <a:close/>
                <a:lnTo>
                  <a:pt x="450083" y="866777"/>
                </a:lnTo>
                <a:close/>
                <a:lnTo>
                  <a:pt x="450913" y="730186"/>
                </a:lnTo>
                <a:close/>
                <a:lnTo>
                  <a:pt x="451745" y="812367"/>
                </a:lnTo>
                <a:close/>
                <a:lnTo>
                  <a:pt x="451866" y="829281"/>
                </a:lnTo>
                <a:close/>
                <a:lnTo>
                  <a:pt x="452498" y="857502"/>
                </a:lnTo>
                <a:close/>
                <a:lnTo>
                  <a:pt x="452606" y="880261"/>
                </a:lnTo>
                <a:close/>
                <a:lnTo>
                  <a:pt x="453124" y="782810"/>
                </a:lnTo>
                <a:close/>
                <a:lnTo>
                  <a:pt x="453958" y="866277"/>
                </a:lnTo>
                <a:close/>
                <a:lnTo>
                  <a:pt x="454137" y="826903"/>
                </a:lnTo>
                <a:close/>
                <a:lnTo>
                  <a:pt x="454330" y="822060"/>
                </a:lnTo>
                <a:close/>
                <a:lnTo>
                  <a:pt x="454899" y="977194"/>
                </a:lnTo>
                <a:close/>
                <a:lnTo>
                  <a:pt x="455343" y="883418"/>
                </a:lnTo>
                <a:close/>
                <a:lnTo>
                  <a:pt x="456253" y="789325"/>
                </a:lnTo>
                <a:close/>
                <a:lnTo>
                  <a:pt x="457182" y="847213"/>
                </a:lnTo>
                <a:close/>
                <a:lnTo>
                  <a:pt x="458949" y="993063"/>
                </a:lnTo>
                <a:close/>
                <a:lnTo>
                  <a:pt x="461197" y="933785"/>
                </a:lnTo>
                <a:close/>
                <a:lnTo>
                  <a:pt x="462518" y="772984"/>
                </a:lnTo>
                <a:close/>
                <a:lnTo>
                  <a:pt x="463977" y="806397"/>
                </a:lnTo>
                <a:close/>
                <a:lnTo>
                  <a:pt x="464514" y="743427"/>
                </a:lnTo>
                <a:close/>
                <a:lnTo>
                  <a:pt x="465416" y="945461"/>
                </a:lnTo>
                <a:close/>
                <a:lnTo>
                  <a:pt x="465488" y="801338"/>
                </a:lnTo>
                <a:close/>
                <a:lnTo>
                  <a:pt x="466601" y="858983"/>
                </a:lnTo>
                <a:close/>
                <a:lnTo>
                  <a:pt x="466669" y="886910"/>
                </a:lnTo>
                <a:close/>
                <a:lnTo>
                  <a:pt x="466924" y="727979"/>
                </a:lnTo>
                <a:close/>
                <a:lnTo>
                  <a:pt x="467783" y="837248"/>
                </a:lnTo>
                <a:close/>
                <a:lnTo>
                  <a:pt x="468031" y="856984"/>
                </a:lnTo>
                <a:close/>
                <a:lnTo>
                  <a:pt x="469960" y="1012682"/>
                </a:lnTo>
                <a:close/>
                <a:lnTo>
                  <a:pt x="469999" y="879773"/>
                </a:lnTo>
                <a:close/>
                <a:lnTo>
                  <a:pt x="470035" y="935016"/>
                </a:lnTo>
                <a:close/>
                <a:lnTo>
                  <a:pt x="470833" y="765026"/>
                </a:lnTo>
                <a:close/>
                <a:lnTo>
                  <a:pt x="472188" y="888823"/>
                </a:lnTo>
                <a:close/>
                <a:lnTo>
                  <a:pt x="472545" y="914686"/>
                </a:lnTo>
                <a:close/>
                <a:lnTo>
                  <a:pt x="472602" y="822096"/>
                </a:lnTo>
                <a:close/>
                <a:lnTo>
                  <a:pt x="474796" y="857071"/>
                </a:lnTo>
                <a:close/>
                <a:lnTo>
                  <a:pt x="474975" y="796156"/>
                </a:lnTo>
                <a:close/>
                <a:lnTo>
                  <a:pt x="474994" y="655110"/>
                </a:lnTo>
                <a:close/>
                <a:lnTo>
                  <a:pt x="475039" y="871791"/>
                </a:lnTo>
                <a:close/>
                <a:lnTo>
                  <a:pt x="476367" y="840082"/>
                </a:lnTo>
                <a:close/>
                <a:lnTo>
                  <a:pt x="476610" y="740739"/>
                </a:lnTo>
                <a:close/>
                <a:lnTo>
                  <a:pt x="477049" y="817470"/>
                </a:lnTo>
                <a:close/>
                <a:lnTo>
                  <a:pt x="477370" y="830392"/>
                </a:lnTo>
                <a:close/>
                <a:lnTo>
                  <a:pt x="477560" y="808482"/>
                </a:lnTo>
                <a:close/>
                <a:lnTo>
                  <a:pt x="478600" y="838270"/>
                </a:lnTo>
                <a:close/>
                <a:lnTo>
                  <a:pt x="480370" y="791733"/>
                </a:lnTo>
                <a:close/>
                <a:lnTo>
                  <a:pt x="480673" y="844636"/>
                </a:lnTo>
                <a:close/>
                <a:lnTo>
                  <a:pt x="481773" y="807285"/>
                </a:lnTo>
                <a:close/>
                <a:lnTo>
                  <a:pt x="481838" y="829465"/>
                </a:lnTo>
                <a:close/>
                <a:lnTo>
                  <a:pt x="485327" y="909227"/>
                </a:lnTo>
                <a:close/>
                <a:lnTo>
                  <a:pt x="485986" y="760408"/>
                </a:lnTo>
                <a:close/>
                <a:lnTo>
                  <a:pt x="487913" y="800429"/>
                </a:lnTo>
                <a:close/>
                <a:lnTo>
                  <a:pt x="489785" y="800031"/>
                </a:lnTo>
                <a:close/>
                <a:lnTo>
                  <a:pt x="490991" y="757660"/>
                </a:lnTo>
                <a:close/>
                <a:lnTo>
                  <a:pt x="493860" y="767026"/>
                </a:lnTo>
                <a:close/>
                <a:lnTo>
                  <a:pt x="494324" y="812312"/>
                </a:lnTo>
                <a:close/>
                <a:lnTo>
                  <a:pt x="494458" y="835004"/>
                </a:lnTo>
                <a:close/>
                <a:lnTo>
                  <a:pt x="495264" y="742330"/>
                </a:lnTo>
                <a:close/>
                <a:lnTo>
                  <a:pt x="496579" y="800343"/>
                </a:lnTo>
                <a:close/>
                <a:lnTo>
                  <a:pt x="497836" y="825214"/>
                </a:lnTo>
                <a:close/>
                <a:lnTo>
                  <a:pt x="498126" y="922451"/>
                </a:lnTo>
                <a:close/>
                <a:lnTo>
                  <a:pt x="499109" y="856723"/>
                </a:lnTo>
                <a:close/>
                <a:lnTo>
                  <a:pt x="499280" y="993040"/>
                </a:lnTo>
                <a:close/>
                <a:lnTo>
                  <a:pt x="500530" y="839006"/>
                </a:lnTo>
                <a:close/>
                <a:lnTo>
                  <a:pt x="502122" y="836064"/>
                </a:lnTo>
                <a:close/>
                <a:lnTo>
                  <a:pt x="502510" y="879079"/>
                </a:lnTo>
                <a:close/>
                <a:lnTo>
                  <a:pt x="503017" y="840948"/>
                </a:lnTo>
                <a:close/>
                <a:lnTo>
                  <a:pt x="503218" y="789986"/>
                </a:lnTo>
                <a:close/>
                <a:lnTo>
                  <a:pt x="505339" y="829905"/>
                </a:lnTo>
                <a:close/>
                <a:lnTo>
                  <a:pt x="505656" y="837872"/>
                </a:lnTo>
                <a:close/>
                <a:lnTo>
                  <a:pt x="507550" y="762396"/>
                </a:lnTo>
                <a:close/>
                <a:lnTo>
                  <a:pt x="509622" y="772260"/>
                </a:lnTo>
                <a:close/>
                <a:lnTo>
                  <a:pt x="510066" y="857112"/>
                </a:lnTo>
                <a:close/>
                <a:lnTo>
                  <a:pt x="510793" y="781527"/>
                </a:lnTo>
                <a:close/>
                <a:lnTo>
                  <a:pt x="511011" y="824119"/>
                </a:lnTo>
                <a:close/>
                <a:lnTo>
                  <a:pt x="511238" y="827819"/>
                </a:lnTo>
                <a:close/>
                <a:lnTo>
                  <a:pt x="511792" y="776596"/>
                </a:lnTo>
                <a:close/>
                <a:lnTo>
                  <a:pt x="515197" y="766872"/>
                </a:lnTo>
                <a:close/>
                <a:lnTo>
                  <a:pt x="516361" y="855479"/>
                </a:lnTo>
                <a:close/>
                <a:lnTo>
                  <a:pt x="516377" y="776212"/>
                </a:lnTo>
                <a:close/>
                <a:lnTo>
                  <a:pt x="518988" y="828959"/>
                </a:lnTo>
                <a:close/>
                <a:lnTo>
                  <a:pt x="519383" y="730110"/>
                </a:lnTo>
                <a:close/>
                <a:lnTo>
                  <a:pt x="519613" y="719010"/>
                </a:lnTo>
                <a:close/>
                <a:lnTo>
                  <a:pt x="520603" y="805228"/>
                </a:lnTo>
                <a:close/>
                <a:lnTo>
                  <a:pt x="520838" y="768786"/>
                </a:lnTo>
                <a:close/>
                <a:lnTo>
                  <a:pt x="521079" y="773310"/>
                </a:lnTo>
                <a:close/>
                <a:lnTo>
                  <a:pt x="521488" y="825770"/>
                </a:lnTo>
                <a:close/>
                <a:lnTo>
                  <a:pt x="521507" y="718965"/>
                </a:lnTo>
                <a:close/>
                <a:lnTo>
                  <a:pt x="521821" y="912546"/>
                </a:lnTo>
                <a:close/>
                <a:lnTo>
                  <a:pt x="522716" y="848503"/>
                </a:lnTo>
                <a:close/>
                <a:lnTo>
                  <a:pt x="523725" y="784314"/>
                </a:lnTo>
                <a:close/>
                <a:lnTo>
                  <a:pt x="524992" y="793924"/>
                </a:lnTo>
                <a:close/>
                <a:lnTo>
                  <a:pt x="525181" y="789507"/>
                </a:lnTo>
                <a:close/>
                <a:lnTo>
                  <a:pt x="526671" y="854421"/>
                </a:lnTo>
                <a:close/>
                <a:lnTo>
                  <a:pt x="526824" y="832856"/>
                </a:lnTo>
                <a:close/>
                <a:lnTo>
                  <a:pt x="529044" y="769214"/>
                </a:lnTo>
                <a:close/>
                <a:lnTo>
                  <a:pt x="529316" y="816070"/>
                </a:lnTo>
                <a:close/>
                <a:lnTo>
                  <a:pt x="531662" y="834565"/>
                </a:lnTo>
                <a:close/>
                <a:lnTo>
                  <a:pt x="531843" y="756008"/>
                </a:lnTo>
                <a:close/>
                <a:lnTo>
                  <a:pt x="531872" y="687154"/>
                </a:lnTo>
                <a:close/>
                <a:lnTo>
                  <a:pt x="531898" y="868291"/>
                </a:lnTo>
                <a:close/>
                <a:lnTo>
                  <a:pt x="532205" y="832361"/>
                </a:lnTo>
                <a:close/>
                <a:lnTo>
                  <a:pt x="532226" y="838710"/>
                </a:lnTo>
                <a:close/>
                <a:lnTo>
                  <a:pt x="532296" y="835134"/>
                </a:lnTo>
                <a:close/>
                <a:lnTo>
                  <a:pt x="532998" y="698410"/>
                </a:lnTo>
                <a:close/>
                <a:lnTo>
                  <a:pt x="533020" y="742365"/>
                </a:lnTo>
                <a:close/>
                <a:lnTo>
                  <a:pt x="533164" y="789068"/>
                </a:lnTo>
                <a:close/>
                <a:lnTo>
                  <a:pt x="533366" y="825390"/>
                </a:lnTo>
                <a:close/>
                <a:lnTo>
                  <a:pt x="535629" y="817174"/>
                </a:lnTo>
                <a:close/>
                <a:lnTo>
                  <a:pt x="536711" y="748364"/>
                </a:lnTo>
                <a:close/>
                <a:lnTo>
                  <a:pt x="539469" y="792359"/>
                </a:lnTo>
                <a:close/>
                <a:lnTo>
                  <a:pt x="540641" y="727911"/>
                </a:lnTo>
                <a:close/>
                <a:lnTo>
                  <a:pt x="542456" y="821254"/>
                </a:lnTo>
                <a:close/>
                <a:lnTo>
                  <a:pt x="542589" y="782324"/>
                </a:lnTo>
                <a:close/>
                <a:lnTo>
                  <a:pt x="542601" y="893804"/>
                </a:lnTo>
                <a:close/>
                <a:lnTo>
                  <a:pt x="542678" y="831350"/>
                </a:lnTo>
                <a:close/>
                <a:lnTo>
                  <a:pt x="543140" y="753166"/>
                </a:lnTo>
                <a:close/>
                <a:lnTo>
                  <a:pt x="543378" y="680097"/>
                </a:lnTo>
                <a:close/>
                <a:lnTo>
                  <a:pt x="544799" y="732551"/>
                </a:lnTo>
                <a:close/>
                <a:lnTo>
                  <a:pt x="546201" y="700397"/>
                </a:lnTo>
                <a:close/>
                <a:lnTo>
                  <a:pt x="546920" y="752632"/>
                </a:lnTo>
                <a:close/>
                <a:lnTo>
                  <a:pt x="548118" y="743052"/>
                </a:lnTo>
                <a:close/>
                <a:lnTo>
                  <a:pt x="549048" y="712661"/>
                </a:lnTo>
                <a:close/>
                <a:lnTo>
                  <a:pt x="550087" y="812485"/>
                </a:lnTo>
                <a:close/>
                <a:lnTo>
                  <a:pt x="551764" y="742939"/>
                </a:lnTo>
                <a:close/>
                <a:lnTo>
                  <a:pt x="551846" y="865728"/>
                </a:lnTo>
                <a:close/>
                <a:lnTo>
                  <a:pt x="551923" y="768725"/>
                </a:lnTo>
                <a:close/>
                <a:lnTo>
                  <a:pt x="554245" y="751976"/>
                </a:lnTo>
                <a:close/>
                <a:lnTo>
                  <a:pt x="554491" y="771444"/>
                </a:lnTo>
                <a:close/>
                <a:lnTo>
                  <a:pt x="554776" y="767783"/>
                </a:lnTo>
                <a:close/>
                <a:lnTo>
                  <a:pt x="554781" y="800967"/>
                </a:lnTo>
                <a:close/>
                <a:lnTo>
                  <a:pt x="555850" y="773781"/>
                </a:lnTo>
                <a:close/>
                <a:lnTo>
                  <a:pt x="556351" y="736527"/>
                </a:lnTo>
                <a:close/>
                <a:lnTo>
                  <a:pt x="556779" y="694381"/>
                </a:lnTo>
                <a:close/>
                <a:lnTo>
                  <a:pt x="557007" y="792435"/>
                </a:lnTo>
                <a:close/>
                <a:lnTo>
                  <a:pt x="558776" y="791255"/>
                </a:lnTo>
                <a:close/>
                <a:lnTo>
                  <a:pt x="560143" y="631294"/>
                </a:lnTo>
                <a:close/>
                <a:lnTo>
                  <a:pt x="560277" y="748862"/>
                </a:lnTo>
                <a:close/>
                <a:lnTo>
                  <a:pt x="560564" y="662252"/>
                </a:lnTo>
                <a:close/>
                <a:lnTo>
                  <a:pt x="561257" y="687120"/>
                </a:lnTo>
                <a:close/>
                <a:lnTo>
                  <a:pt x="561635" y="720206"/>
                </a:lnTo>
                <a:close/>
                <a:lnTo>
                  <a:pt x="561736" y="786978"/>
                </a:lnTo>
                <a:close/>
                <a:lnTo>
                  <a:pt x="562480" y="751351"/>
                </a:lnTo>
                <a:close/>
                <a:lnTo>
                  <a:pt x="562559" y="774974"/>
                </a:lnTo>
                <a:close/>
                <a:lnTo>
                  <a:pt x="562957" y="739640"/>
                </a:lnTo>
                <a:close/>
                <a:lnTo>
                  <a:pt x="563074" y="756777"/>
                </a:lnTo>
                <a:close/>
                <a:lnTo>
                  <a:pt x="563511" y="751773"/>
                </a:lnTo>
                <a:close/>
                <a:lnTo>
                  <a:pt x="564654" y="746499"/>
                </a:lnTo>
                <a:close/>
                <a:lnTo>
                  <a:pt x="565193" y="815468"/>
                </a:lnTo>
                <a:close/>
                <a:lnTo>
                  <a:pt x="565376" y="773949"/>
                </a:lnTo>
                <a:close/>
                <a:lnTo>
                  <a:pt x="565517" y="738880"/>
                </a:lnTo>
                <a:close/>
                <a:lnTo>
                  <a:pt x="565570" y="754609"/>
                </a:lnTo>
                <a:close/>
                <a:lnTo>
                  <a:pt x="568989" y="835180"/>
                </a:lnTo>
                <a:close/>
                <a:lnTo>
                  <a:pt x="569731" y="728674"/>
                </a:lnTo>
                <a:close/>
                <a:lnTo>
                  <a:pt x="570761" y="745839"/>
                </a:lnTo>
                <a:close/>
                <a:lnTo>
                  <a:pt x="570958" y="698292"/>
                </a:lnTo>
                <a:close/>
                <a:lnTo>
                  <a:pt x="572330" y="837088"/>
                </a:lnTo>
                <a:close/>
                <a:lnTo>
                  <a:pt x="572789" y="701493"/>
                </a:lnTo>
                <a:close/>
                <a:lnTo>
                  <a:pt x="573750" y="771671"/>
                </a:lnTo>
                <a:close/>
                <a:lnTo>
                  <a:pt x="574100" y="836679"/>
                </a:lnTo>
                <a:close/>
                <a:lnTo>
                  <a:pt x="574562" y="751878"/>
                </a:lnTo>
                <a:close/>
                <a:lnTo>
                  <a:pt x="575081" y="758444"/>
                </a:lnTo>
                <a:close/>
                <a:lnTo>
                  <a:pt x="576264" y="660975"/>
                </a:lnTo>
                <a:close/>
                <a:lnTo>
                  <a:pt x="576659" y="873054"/>
                </a:lnTo>
                <a:close/>
                <a:lnTo>
                  <a:pt x="577713" y="714411"/>
                </a:lnTo>
                <a:close/>
                <a:lnTo>
                  <a:pt x="577813" y="843855"/>
                </a:lnTo>
                <a:close/>
                <a:lnTo>
                  <a:pt x="577917" y="601467"/>
                </a:lnTo>
                <a:close/>
                <a:lnTo>
                  <a:pt x="579011" y="799753"/>
                </a:lnTo>
                <a:close/>
                <a:lnTo>
                  <a:pt x="579463" y="737080"/>
                </a:lnTo>
                <a:close/>
                <a:lnTo>
                  <a:pt x="580228" y="861573"/>
                </a:lnTo>
                <a:close/>
                <a:lnTo>
                  <a:pt x="580991" y="690069"/>
                </a:lnTo>
                <a:close/>
                <a:lnTo>
                  <a:pt x="581669" y="929335"/>
                </a:lnTo>
                <a:close/>
                <a:lnTo>
                  <a:pt x="582109" y="780302"/>
                </a:lnTo>
                <a:close/>
                <a:lnTo>
                  <a:pt x="582572" y="774086"/>
                </a:lnTo>
                <a:close/>
                <a:lnTo>
                  <a:pt x="583969" y="708071"/>
                </a:lnTo>
                <a:close/>
                <a:lnTo>
                  <a:pt x="584273" y="745988"/>
                </a:lnTo>
                <a:close/>
                <a:lnTo>
                  <a:pt x="584598" y="766807"/>
                </a:lnTo>
                <a:close/>
                <a:lnTo>
                  <a:pt x="584704" y="827817"/>
                </a:lnTo>
                <a:close/>
                <a:lnTo>
                  <a:pt x="586444" y="694078"/>
                </a:lnTo>
                <a:close/>
                <a:lnTo>
                  <a:pt x="587995" y="649675"/>
                </a:lnTo>
                <a:close/>
                <a:lnTo>
                  <a:pt x="588413" y="775666"/>
                </a:lnTo>
                <a:close/>
                <a:lnTo>
                  <a:pt x="588696" y="683144"/>
                </a:lnTo>
                <a:close/>
                <a:lnTo>
                  <a:pt x="589304" y="822677"/>
                </a:lnTo>
                <a:close/>
                <a:lnTo>
                  <a:pt x="591591" y="678578"/>
                </a:lnTo>
                <a:close/>
                <a:lnTo>
                  <a:pt x="593134" y="720989"/>
                </a:lnTo>
                <a:close/>
                <a:lnTo>
                  <a:pt x="593464" y="752372"/>
                </a:lnTo>
                <a:close/>
                <a:lnTo>
                  <a:pt x="593724" y="809103"/>
                </a:lnTo>
                <a:close/>
                <a:lnTo>
                  <a:pt x="594430" y="749961"/>
                </a:lnTo>
                <a:close/>
                <a:lnTo>
                  <a:pt x="595189" y="698058"/>
                </a:lnTo>
                <a:close/>
                <a:lnTo>
                  <a:pt x="598551" y="678147"/>
                </a:lnTo>
                <a:close/>
                <a:lnTo>
                  <a:pt x="601266" y="760689"/>
                </a:lnTo>
                <a:close/>
                <a:lnTo>
                  <a:pt x="602463" y="794208"/>
                </a:lnTo>
                <a:close/>
                <a:lnTo>
                  <a:pt x="602692" y="793753"/>
                </a:lnTo>
                <a:close/>
                <a:lnTo>
                  <a:pt x="602822" y="668583"/>
                </a:lnTo>
                <a:close/>
                <a:lnTo>
                  <a:pt x="603539" y="779341"/>
                </a:lnTo>
                <a:close/>
                <a:lnTo>
                  <a:pt x="604674" y="790060"/>
                </a:lnTo>
                <a:close/>
                <a:lnTo>
                  <a:pt x="604906" y="738349"/>
                </a:lnTo>
                <a:close/>
                <a:lnTo>
                  <a:pt x="605017" y="681009"/>
                </a:lnTo>
                <a:close/>
                <a:lnTo>
                  <a:pt x="605489" y="854421"/>
                </a:lnTo>
                <a:close/>
                <a:lnTo>
                  <a:pt x="607106" y="650742"/>
                </a:lnTo>
                <a:close/>
                <a:lnTo>
                  <a:pt x="607708" y="652088"/>
                </a:lnTo>
                <a:close/>
                <a:lnTo>
                  <a:pt x="608470" y="830391"/>
                </a:lnTo>
                <a:close/>
                <a:lnTo>
                  <a:pt x="608632" y="724589"/>
                </a:lnTo>
                <a:close/>
                <a:lnTo>
                  <a:pt x="609253" y="688954"/>
                </a:lnTo>
                <a:close/>
                <a:lnTo>
                  <a:pt x="610452" y="798160"/>
                </a:lnTo>
                <a:close/>
                <a:lnTo>
                  <a:pt x="610485" y="881530"/>
                </a:lnTo>
                <a:close/>
                <a:lnTo>
                  <a:pt x="612404" y="766677"/>
                </a:lnTo>
                <a:close/>
                <a:lnTo>
                  <a:pt x="612524" y="626052"/>
                </a:lnTo>
                <a:close/>
                <a:lnTo>
                  <a:pt x="612854" y="746762"/>
                </a:lnTo>
                <a:close/>
                <a:lnTo>
                  <a:pt x="614625" y="693487"/>
                </a:lnTo>
                <a:close/>
                <a:lnTo>
                  <a:pt x="616142" y="663368"/>
                </a:lnTo>
                <a:close/>
                <a:lnTo>
                  <a:pt x="616894" y="769750"/>
                </a:lnTo>
                <a:close/>
                <a:lnTo>
                  <a:pt x="618634" y="703046"/>
                </a:lnTo>
                <a:close/>
                <a:lnTo>
                  <a:pt x="618805" y="771832"/>
                </a:lnTo>
                <a:close/>
                <a:lnTo>
                  <a:pt x="619355" y="691041"/>
                </a:lnTo>
                <a:close/>
                <a:lnTo>
                  <a:pt x="619397" y="699894"/>
                </a:lnTo>
                <a:close/>
                <a:lnTo>
                  <a:pt x="619554" y="756431"/>
                </a:lnTo>
                <a:close/>
                <a:lnTo>
                  <a:pt x="620044" y="717742"/>
                </a:lnTo>
                <a:close/>
                <a:lnTo>
                  <a:pt x="621549" y="669799"/>
                </a:lnTo>
                <a:close/>
                <a:lnTo>
                  <a:pt x="623131" y="670126"/>
                </a:lnTo>
                <a:close/>
                <a:lnTo>
                  <a:pt x="623234" y="673985"/>
                </a:lnTo>
                <a:close/>
                <a:lnTo>
                  <a:pt x="623809" y="692993"/>
                </a:lnTo>
                <a:close/>
                <a:lnTo>
                  <a:pt x="624149" y="780226"/>
                </a:lnTo>
                <a:close/>
                <a:lnTo>
                  <a:pt x="624410" y="720642"/>
                </a:lnTo>
                <a:close/>
                <a:lnTo>
                  <a:pt x="625395" y="707729"/>
                </a:lnTo>
                <a:close/>
                <a:lnTo>
                  <a:pt x="625782" y="733962"/>
                </a:lnTo>
                <a:close/>
                <a:lnTo>
                  <a:pt x="625799" y="779840"/>
                </a:lnTo>
                <a:close/>
                <a:lnTo>
                  <a:pt x="625954" y="659598"/>
                </a:lnTo>
                <a:close/>
                <a:lnTo>
                  <a:pt x="626753" y="681426"/>
                </a:lnTo>
                <a:close/>
                <a:lnTo>
                  <a:pt x="628920" y="700270"/>
                </a:lnTo>
                <a:close/>
                <a:lnTo>
                  <a:pt x="629916" y="650246"/>
                </a:lnTo>
                <a:close/>
                <a:lnTo>
                  <a:pt x="630294" y="601892"/>
                </a:lnTo>
                <a:close/>
                <a:lnTo>
                  <a:pt x="631068" y="791200"/>
                </a:lnTo>
                <a:close/>
                <a:lnTo>
                  <a:pt x="632083" y="765231"/>
                </a:lnTo>
                <a:close/>
                <a:lnTo>
                  <a:pt x="632248" y="734506"/>
                </a:lnTo>
                <a:close/>
                <a:lnTo>
                  <a:pt x="634635" y="685593"/>
                </a:lnTo>
                <a:close/>
                <a:lnTo>
                  <a:pt x="635024" y="669799"/>
                </a:lnTo>
                <a:close/>
                <a:lnTo>
                  <a:pt x="635069" y="664429"/>
                </a:lnTo>
                <a:close/>
                <a:lnTo>
                  <a:pt x="635263" y="726440"/>
                </a:lnTo>
                <a:close/>
                <a:lnTo>
                  <a:pt x="636009" y="685087"/>
                </a:lnTo>
                <a:close/>
                <a:lnTo>
                  <a:pt x="636215" y="714563"/>
                </a:lnTo>
                <a:close/>
                <a:lnTo>
                  <a:pt x="637255" y="687673"/>
                </a:lnTo>
                <a:close/>
                <a:lnTo>
                  <a:pt x="637948" y="652777"/>
                </a:lnTo>
                <a:close/>
                <a:lnTo>
                  <a:pt x="638496" y="702717"/>
                </a:lnTo>
                <a:close/>
                <a:lnTo>
                  <a:pt x="638721" y="576538"/>
                </a:lnTo>
                <a:close/>
                <a:lnTo>
                  <a:pt x="639517" y="703726"/>
                </a:lnTo>
                <a:close/>
                <a:lnTo>
                  <a:pt x="641303" y="645670"/>
                </a:lnTo>
                <a:close/>
                <a:lnTo>
                  <a:pt x="641453" y="816700"/>
                </a:lnTo>
                <a:close/>
                <a:lnTo>
                  <a:pt x="641987" y="653362"/>
                </a:lnTo>
                <a:close/>
                <a:lnTo>
                  <a:pt x="642367" y="722080"/>
                </a:lnTo>
                <a:close/>
                <a:lnTo>
                  <a:pt x="642432" y="661413"/>
                </a:lnTo>
                <a:close/>
                <a:lnTo>
                  <a:pt x="642879" y="697539"/>
                </a:lnTo>
                <a:close/>
                <a:lnTo>
                  <a:pt x="643419" y="616361"/>
                </a:lnTo>
                <a:close/>
                <a:lnTo>
                  <a:pt x="643664" y="693636"/>
                </a:lnTo>
                <a:close/>
                <a:lnTo>
                  <a:pt x="644380" y="622825"/>
                </a:lnTo>
                <a:close/>
                <a:lnTo>
                  <a:pt x="645115" y="676260"/>
                </a:lnTo>
                <a:close/>
                <a:lnTo>
                  <a:pt x="645277" y="714794"/>
                </a:lnTo>
                <a:close/>
                <a:lnTo>
                  <a:pt x="645585" y="632690"/>
                </a:lnTo>
                <a:close/>
                <a:lnTo>
                  <a:pt x="646263" y="601014"/>
                </a:lnTo>
                <a:close/>
                <a:lnTo>
                  <a:pt x="647250" y="628019"/>
                </a:lnTo>
                <a:close/>
                <a:lnTo>
                  <a:pt x="647403" y="645560"/>
                </a:lnTo>
                <a:close/>
                <a:lnTo>
                  <a:pt x="649214" y="710631"/>
                </a:lnTo>
                <a:close/>
                <a:lnTo>
                  <a:pt x="649255" y="652575"/>
                </a:lnTo>
                <a:close/>
                <a:lnTo>
                  <a:pt x="649881" y="669650"/>
                </a:lnTo>
                <a:close/>
                <a:lnTo>
                  <a:pt x="649948" y="670114"/>
                </a:lnTo>
                <a:close/>
                <a:lnTo>
                  <a:pt x="650837" y="655563"/>
                </a:lnTo>
                <a:close/>
                <a:lnTo>
                  <a:pt x="651176" y="745638"/>
                </a:lnTo>
                <a:close/>
                <a:lnTo>
                  <a:pt x="653051" y="793753"/>
                </a:lnTo>
                <a:close/>
                <a:lnTo>
                  <a:pt x="653210" y="648100"/>
                </a:lnTo>
                <a:close/>
                <a:lnTo>
                  <a:pt x="653366" y="667103"/>
                </a:lnTo>
                <a:close/>
                <a:lnTo>
                  <a:pt x="653671" y="597504"/>
                </a:lnTo>
                <a:close/>
                <a:lnTo>
                  <a:pt x="653941" y="699893"/>
                </a:lnTo>
                <a:close/>
                <a:lnTo>
                  <a:pt x="654222" y="678716"/>
                </a:lnTo>
                <a:close/>
                <a:lnTo>
                  <a:pt x="654317" y="697781"/>
                </a:lnTo>
                <a:close/>
                <a:lnTo>
                  <a:pt x="657109" y="637341"/>
                </a:lnTo>
                <a:close/>
                <a:lnTo>
                  <a:pt x="658065" y="696811"/>
                </a:lnTo>
                <a:close/>
                <a:lnTo>
                  <a:pt x="660319" y="711518"/>
                </a:lnTo>
                <a:close/>
                <a:lnTo>
                  <a:pt x="660380" y="707409"/>
                </a:lnTo>
                <a:close/>
                <a:lnTo>
                  <a:pt x="661399" y="570629"/>
                </a:lnTo>
                <a:close/>
                <a:lnTo>
                  <a:pt x="662599" y="572139"/>
                </a:lnTo>
                <a:close/>
                <a:lnTo>
                  <a:pt x="664672" y="667963"/>
                </a:lnTo>
                <a:close/>
                <a:lnTo>
                  <a:pt x="664914" y="590928"/>
                </a:lnTo>
                <a:close/>
                <a:lnTo>
                  <a:pt x="666160" y="624518"/>
                </a:lnTo>
                <a:close/>
                <a:lnTo>
                  <a:pt x="667282" y="620191"/>
                </a:lnTo>
                <a:close/>
                <a:lnTo>
                  <a:pt x="667581" y="655933"/>
                </a:lnTo>
                <a:close/>
                <a:lnTo>
                  <a:pt x="669609" y="632163"/>
                </a:lnTo>
                <a:close/>
                <a:lnTo>
                  <a:pt x="669912" y="585011"/>
                </a:lnTo>
                <a:close/>
                <a:lnTo>
                  <a:pt x="670514" y="668911"/>
                </a:lnTo>
                <a:close/>
                <a:lnTo>
                  <a:pt x="670944" y="686833"/>
                </a:lnTo>
                <a:close/>
                <a:lnTo>
                  <a:pt x="671730" y="707055"/>
                </a:lnTo>
                <a:close/>
                <a:lnTo>
                  <a:pt x="672606" y="649139"/>
                </a:lnTo>
                <a:close/>
                <a:lnTo>
                  <a:pt x="673479" y="843337"/>
                </a:lnTo>
                <a:close/>
                <a:lnTo>
                  <a:pt x="674664" y="654684"/>
                </a:lnTo>
                <a:close/>
                <a:lnTo>
                  <a:pt x="676665" y="659242"/>
                </a:lnTo>
                <a:close/>
                <a:lnTo>
                  <a:pt x="677162" y="600808"/>
                </a:lnTo>
                <a:close/>
                <a:lnTo>
                  <a:pt x="678034" y="647146"/>
                </a:lnTo>
                <a:close/>
                <a:lnTo>
                  <a:pt x="679146" y="697173"/>
                </a:lnTo>
                <a:close/>
                <a:lnTo>
                  <a:pt x="679194" y="620608"/>
                </a:lnTo>
                <a:close/>
                <a:lnTo>
                  <a:pt x="679308" y="606869"/>
                </a:lnTo>
                <a:close/>
                <a:lnTo>
                  <a:pt x="681987" y="639344"/>
                </a:lnTo>
                <a:close/>
                <a:lnTo>
                  <a:pt x="682306" y="623539"/>
                </a:lnTo>
                <a:close/>
                <a:lnTo>
                  <a:pt x="682814" y="597667"/>
                </a:lnTo>
                <a:close/>
                <a:lnTo>
                  <a:pt x="682967" y="717100"/>
                </a:lnTo>
                <a:close/>
                <a:lnTo>
                  <a:pt x="683091" y="613375"/>
                </a:lnTo>
                <a:close/>
                <a:lnTo>
                  <a:pt x="684798" y="607192"/>
                </a:lnTo>
                <a:close/>
                <a:lnTo>
                  <a:pt x="685838" y="719619"/>
                </a:lnTo>
                <a:close/>
                <a:lnTo>
                  <a:pt x="687622" y="674058"/>
                </a:lnTo>
                <a:close/>
                <a:lnTo>
                  <a:pt x="694029" y="664829"/>
                </a:lnTo>
                <a:close/>
                <a:lnTo>
                  <a:pt x="695439" y="677527"/>
                </a:lnTo>
                <a:close/>
                <a:lnTo>
                  <a:pt x="698415" y="639906"/>
                </a:lnTo>
                <a:close/>
                <a:lnTo>
                  <a:pt x="700569" y="657295"/>
                </a:lnTo>
                <a:close/>
                <a:lnTo>
                  <a:pt x="706778" y="566746"/>
                </a:lnTo>
                <a:close/>
                <a:lnTo>
                  <a:pt x="709492" y="618955"/>
                </a:lnTo>
                <a:close/>
                <a:lnTo>
                  <a:pt x="711925" y="563766"/>
                </a:lnTo>
                <a:close/>
                <a:lnTo>
                  <a:pt x="712644" y="614019"/>
                </a:lnTo>
                <a:close/>
                <a:lnTo>
                  <a:pt x="713577" y="575572"/>
                </a:lnTo>
                <a:close/>
                <a:lnTo>
                  <a:pt x="716619" y="673627"/>
                </a:lnTo>
                <a:close/>
                <a:lnTo>
                  <a:pt x="718975" y="590200"/>
                </a:lnTo>
                <a:close/>
                <a:lnTo>
                  <a:pt x="719523" y="647241"/>
                </a:lnTo>
                <a:close/>
                <a:lnTo>
                  <a:pt x="719966" y="707055"/>
                </a:lnTo>
                <a:close/>
                <a:lnTo>
                  <a:pt x="719979" y="720969"/>
                </a:lnTo>
                <a:close/>
                <a:lnTo>
                  <a:pt x="721806" y="602037"/>
                </a:lnTo>
                <a:close/>
                <a:lnTo>
                  <a:pt x="723542" y="593372"/>
                </a:lnTo>
                <a:close/>
                <a:lnTo>
                  <a:pt x="723915" y="566945"/>
                </a:lnTo>
                <a:close/>
                <a:lnTo>
                  <a:pt x="726023" y="609492"/>
                </a:lnTo>
                <a:close/>
                <a:lnTo>
                  <a:pt x="727632" y="623761"/>
                </a:lnTo>
                <a:close/>
                <a:lnTo>
                  <a:pt x="727967" y="590929"/>
                </a:lnTo>
                <a:close/>
                <a:lnTo>
                  <a:pt x="730089" y="628467"/>
                </a:lnTo>
                <a:close/>
                <a:lnTo>
                  <a:pt x="731211" y="622962"/>
                </a:lnTo>
                <a:close/>
                <a:lnTo>
                  <a:pt x="731418" y="629275"/>
                </a:lnTo>
                <a:close/>
                <a:lnTo>
                  <a:pt x="733956" y="575559"/>
                </a:lnTo>
                <a:close/>
                <a:lnTo>
                  <a:pt x="734314" y="506432"/>
                </a:lnTo>
                <a:close/>
                <a:lnTo>
                  <a:pt x="734783" y="651807"/>
                </a:lnTo>
                <a:close/>
                <a:lnTo>
                  <a:pt x="736642" y="592201"/>
                </a:lnTo>
                <a:close/>
                <a:lnTo>
                  <a:pt x="737299" y="539640"/>
                </a:lnTo>
                <a:close/>
                <a:lnTo>
                  <a:pt x="737945" y="571854"/>
                </a:lnTo>
                <a:close/>
                <a:lnTo>
                  <a:pt x="738068" y="693000"/>
                </a:lnTo>
                <a:close/>
                <a:lnTo>
                  <a:pt x="738700" y="625991"/>
                </a:lnTo>
                <a:close/>
                <a:lnTo>
                  <a:pt x="741659" y="592495"/>
                </a:lnTo>
                <a:close/>
                <a:lnTo>
                  <a:pt x="742162" y="646650"/>
                </a:lnTo>
                <a:close/>
                <a:lnTo>
                  <a:pt x="745490" y="565058"/>
                </a:lnTo>
                <a:close/>
                <a:lnTo>
                  <a:pt x="746072" y="604928"/>
                </a:lnTo>
                <a:close/>
                <a:lnTo>
                  <a:pt x="746461" y="562785"/>
                </a:lnTo>
                <a:close/>
                <a:lnTo>
                  <a:pt x="746510" y="503956"/>
                </a:lnTo>
                <a:close/>
                <a:lnTo>
                  <a:pt x="746587" y="583244"/>
                </a:lnTo>
                <a:close/>
                <a:lnTo>
                  <a:pt x="749982" y="593915"/>
                </a:lnTo>
                <a:close/>
                <a:lnTo>
                  <a:pt x="750277" y="508373"/>
                </a:lnTo>
                <a:close/>
                <a:lnTo>
                  <a:pt x="752047" y="696507"/>
                </a:lnTo>
                <a:close/>
                <a:lnTo>
                  <a:pt x="759388" y="574993"/>
                </a:lnTo>
                <a:close/>
                <a:lnTo>
                  <a:pt x="768943" y="583740"/>
                </a:lnTo>
                <a:close/>
                <a:lnTo>
                  <a:pt x="769435" y="515708"/>
                </a:lnTo>
                <a:close/>
                <a:lnTo>
                  <a:pt x="772852" y="550046"/>
                </a:lnTo>
                <a:close/>
                <a:lnTo>
                  <a:pt x="774002" y="597588"/>
                </a:lnTo>
                <a:close/>
                <a:lnTo>
                  <a:pt x="780813" y="610446"/>
                </a:lnTo>
                <a:close/>
                <a:lnTo>
                  <a:pt x="781162" y="575323"/>
                </a:lnTo>
                <a:close/>
                <a:lnTo>
                  <a:pt x="782746" y="587407"/>
                </a:lnTo>
                <a:close/>
                <a:lnTo>
                  <a:pt x="783726" y="513429"/>
                </a:lnTo>
                <a:close/>
                <a:lnTo>
                  <a:pt x="785316" y="533925"/>
                </a:lnTo>
                <a:close/>
                <a:lnTo>
                  <a:pt x="786001" y="528081"/>
                </a:lnTo>
                <a:close/>
                <a:lnTo>
                  <a:pt x="787253" y="526310"/>
                </a:lnTo>
                <a:close/>
                <a:lnTo>
                  <a:pt x="787364" y="582733"/>
                </a:lnTo>
                <a:close/>
                <a:lnTo>
                  <a:pt x="787796" y="611299"/>
                </a:lnTo>
                <a:close/>
                <a:lnTo>
                  <a:pt x="787815" y="503863"/>
                </a:lnTo>
                <a:close/>
                <a:lnTo>
                  <a:pt x="788531" y="595879"/>
                </a:lnTo>
                <a:close/>
                <a:lnTo>
                  <a:pt x="790022" y="572943"/>
                </a:lnTo>
                <a:close/>
                <a:lnTo>
                  <a:pt x="794076" y="579163"/>
                </a:lnTo>
                <a:close/>
                <a:lnTo>
                  <a:pt x="794298" y="558621"/>
                </a:lnTo>
                <a:close/>
                <a:lnTo>
                  <a:pt x="796092" y="592420"/>
                </a:lnTo>
                <a:close/>
                <a:lnTo>
                  <a:pt x="801618" y="552032"/>
                </a:lnTo>
                <a:close/>
                <a:lnTo>
                  <a:pt x="802831" y="535087"/>
                </a:lnTo>
                <a:close/>
                <a:lnTo>
                  <a:pt x="806017" y="511518"/>
                </a:lnTo>
                <a:close/>
                <a:lnTo>
                  <a:pt x="807179" y="524611"/>
                </a:lnTo>
                <a:close/>
                <a:lnTo>
                  <a:pt x="807623" y="534035"/>
                </a:lnTo>
                <a:close/>
                <a:lnTo>
                  <a:pt x="809043" y="529274"/>
                </a:lnTo>
                <a:close/>
                <a:lnTo>
                  <a:pt x="809549" y="555650"/>
                </a:lnTo>
                <a:close/>
                <a:lnTo>
                  <a:pt x="810198" y="569423"/>
                </a:lnTo>
                <a:close/>
                <a:lnTo>
                  <a:pt x="812164" y="567707"/>
                </a:lnTo>
                <a:close/>
                <a:lnTo>
                  <a:pt x="814553" y="548399"/>
                </a:lnTo>
                <a:close/>
                <a:lnTo>
                  <a:pt x="815072" y="524990"/>
                </a:lnTo>
                <a:close/>
                <a:lnTo>
                  <a:pt x="816963" y="565922"/>
                </a:lnTo>
                <a:close/>
                <a:lnTo>
                  <a:pt x="818366" y="601770"/>
                </a:lnTo>
                <a:close/>
                <a:lnTo>
                  <a:pt x="820203" y="548317"/>
                </a:lnTo>
                <a:close/>
                <a:lnTo>
                  <a:pt x="829630" y="529575"/>
                </a:lnTo>
                <a:close/>
                <a:lnTo>
                  <a:pt x="835303" y="507772"/>
                </a:lnTo>
                <a:close/>
                <a:lnTo>
                  <a:pt x="835532" y="600547"/>
                </a:lnTo>
                <a:close/>
                <a:lnTo>
                  <a:pt x="852645" y="515484"/>
                </a:lnTo>
                <a:close/>
                <a:lnTo>
                  <a:pt x="857753" y="534035"/>
                </a:lnTo>
                <a:close/>
                <a:lnTo>
                  <a:pt x="858828" y="584688"/>
                </a:lnTo>
                <a:close/>
                <a:lnTo>
                  <a:pt x="863046" y="494996"/>
                </a:lnTo>
                <a:close/>
                <a:lnTo>
                  <a:pt x="863563" y="535149"/>
                </a:lnTo>
                <a:close/>
                <a:lnTo>
                  <a:pt x="864559" y="516214"/>
                </a:lnTo>
                <a:close/>
                <a:lnTo>
                  <a:pt x="867091" y="476179"/>
                </a:lnTo>
                <a:close/>
                <a:lnTo>
                  <a:pt x="868094" y="527829"/>
                </a:lnTo>
                <a:close/>
                <a:lnTo>
                  <a:pt x="868370" y="504877"/>
                </a:lnTo>
                <a:close/>
                <a:lnTo>
                  <a:pt x="890342" y="540313"/>
                </a:lnTo>
                <a:close/>
                <a:lnTo>
                  <a:pt x="892384" y="476753"/>
                </a:lnTo>
                <a:close/>
                <a:lnTo>
                  <a:pt x="895689" y="533177"/>
                </a:lnTo>
                <a:close/>
                <a:lnTo>
                  <a:pt x="897407" y="507916"/>
                </a:lnTo>
                <a:close/>
                <a:lnTo>
                  <a:pt x="900964" y="529307"/>
                </a:lnTo>
                <a:close/>
                <a:lnTo>
                  <a:pt x="914659" y="481184"/>
                </a:lnTo>
                <a:close/>
                <a:lnTo>
                  <a:pt x="914993" y="555588"/>
                </a:lnTo>
                <a:close/>
                <a:lnTo>
                  <a:pt x="916772" y="481861"/>
                </a:lnTo>
                <a:close/>
                <a:lnTo>
                  <a:pt x="928929" y="439671"/>
                </a:lnTo>
                <a:close/>
                <a:lnTo>
                  <a:pt x="949988" y="462054"/>
                </a:lnTo>
                <a:close/>
                <a:lnTo>
                  <a:pt x="987120" y="397889"/>
                </a:lnTo>
                <a:close/>
                <a:lnTo>
                  <a:pt x="994095" y="408113"/>
                </a:lnTo>
                <a:close/>
                <a:lnTo>
                  <a:pt x="997527" y="480417"/>
                </a:lnTo>
                <a:close/>
                <a:lnTo>
                  <a:pt x="997527" y="106457"/>
                </a:lnTo>
                <a:close/>
                <a:lnTo>
                  <a:pt x="997527" y="106457"/>
                </a:lnTo>
                <a:close/>
                <a:lnTo>
                  <a:pt x="994095" y="0"/>
                </a:lnTo>
                <a:close/>
                <a:lnTo>
                  <a:pt x="987120" y="553"/>
                </a:lnTo>
                <a:close/>
                <a:lnTo>
                  <a:pt x="949988" y="63428"/>
                </a:lnTo>
                <a:close/>
                <a:lnTo>
                  <a:pt x="928929" y="50756"/>
                </a:lnTo>
                <a:close/>
                <a:lnTo>
                  <a:pt x="916772" y="78162"/>
                </a:lnTo>
                <a:close/>
                <a:lnTo>
                  <a:pt x="914993" y="286884"/>
                </a:lnTo>
                <a:close/>
                <a:lnTo>
                  <a:pt x="914659" y="155321"/>
                </a:lnTo>
                <a:close/>
                <a:lnTo>
                  <a:pt x="900964" y="255933"/>
                </a:lnTo>
                <a:close/>
                <a:lnTo>
                  <a:pt x="897407" y="153525"/>
                </a:lnTo>
                <a:close/>
                <a:lnTo>
                  <a:pt x="895689" y="271131"/>
                </a:lnTo>
                <a:close/>
                <a:lnTo>
                  <a:pt x="892384" y="178195"/>
                </a:lnTo>
                <a:close/>
                <a:lnTo>
                  <a:pt x="890342" y="290880"/>
                </a:lnTo>
                <a:close/>
                <a:lnTo>
                  <a:pt x="868370" y="188255"/>
                </a:lnTo>
                <a:close/>
                <a:lnTo>
                  <a:pt x="868094" y="232888"/>
                </a:lnTo>
                <a:close/>
                <a:lnTo>
                  <a:pt x="867091" y="124822"/>
                </a:lnTo>
                <a:close/>
                <a:lnTo>
                  <a:pt x="864559" y="205823"/>
                </a:lnTo>
                <a:close/>
                <a:lnTo>
                  <a:pt x="863563" y="282060"/>
                </a:lnTo>
                <a:close/>
                <a:lnTo>
                  <a:pt x="863046" y="203884"/>
                </a:lnTo>
                <a:close/>
                <a:lnTo>
                  <a:pt x="858828" y="335401"/>
                </a:lnTo>
                <a:close/>
                <a:lnTo>
                  <a:pt x="857753" y="267382"/>
                </a:lnTo>
                <a:close/>
                <a:lnTo>
                  <a:pt x="852645" y="223231"/>
                </a:lnTo>
                <a:close/>
                <a:lnTo>
                  <a:pt x="835532" y="306665"/>
                </a:lnTo>
                <a:close/>
                <a:lnTo>
                  <a:pt x="835303" y="210646"/>
                </a:lnTo>
                <a:close/>
                <a:lnTo>
                  <a:pt x="829630" y="266674"/>
                </a:lnTo>
                <a:close/>
                <a:lnTo>
                  <a:pt x="820203" y="261051"/>
                </a:lnTo>
                <a:close/>
                <a:lnTo>
                  <a:pt x="818366" y="383470"/>
                </a:lnTo>
                <a:close/>
                <a:lnTo>
                  <a:pt x="816963" y="327558"/>
                </a:lnTo>
                <a:close/>
                <a:lnTo>
                  <a:pt x="815072" y="259120"/>
                </a:lnTo>
                <a:close/>
                <a:lnTo>
                  <a:pt x="814553" y="300767"/>
                </a:lnTo>
                <a:close/>
                <a:lnTo>
                  <a:pt x="812164" y="264778"/>
                </a:lnTo>
                <a:close/>
                <a:lnTo>
                  <a:pt x="810198" y="300526"/>
                </a:lnTo>
                <a:close/>
                <a:lnTo>
                  <a:pt x="809549" y="255669"/>
                </a:lnTo>
                <a:close/>
                <a:lnTo>
                  <a:pt x="809043" y="268895"/>
                </a:lnTo>
                <a:close/>
                <a:lnTo>
                  <a:pt x="807623" y="267382"/>
                </a:lnTo>
                <a:close/>
                <a:lnTo>
                  <a:pt x="807179" y="283414"/>
                </a:lnTo>
                <a:close/>
                <a:lnTo>
                  <a:pt x="806017" y="210188"/>
                </a:lnTo>
                <a:close/>
                <a:lnTo>
                  <a:pt x="802831" y="287461"/>
                </a:lnTo>
                <a:close/>
                <a:lnTo>
                  <a:pt x="801618" y="254705"/>
                </a:lnTo>
                <a:close/>
                <a:lnTo>
                  <a:pt x="796092" y="341788"/>
                </a:lnTo>
                <a:close/>
                <a:lnTo>
                  <a:pt x="794298" y="283706"/>
                </a:lnTo>
                <a:close/>
                <a:lnTo>
                  <a:pt x="794076" y="260460"/>
                </a:lnTo>
                <a:close/>
                <a:lnTo>
                  <a:pt x="790022" y="313833"/>
                </a:lnTo>
                <a:close/>
                <a:lnTo>
                  <a:pt x="788531" y="355852"/>
                </a:lnTo>
                <a:close/>
                <a:lnTo>
                  <a:pt x="787815" y="194579"/>
                </a:lnTo>
                <a:close/>
                <a:lnTo>
                  <a:pt x="787796" y="389875"/>
                </a:lnTo>
                <a:close/>
                <a:lnTo>
                  <a:pt x="787364" y="292591"/>
                </a:lnTo>
                <a:close/>
                <a:lnTo>
                  <a:pt x="787253" y="198346"/>
                </a:lnTo>
                <a:close/>
                <a:lnTo>
                  <a:pt x="786001" y="283915"/>
                </a:lnTo>
                <a:close/>
                <a:lnTo>
                  <a:pt x="785316" y="269217"/>
                </a:lnTo>
                <a:close/>
                <a:lnTo>
                  <a:pt x="783726" y="221191"/>
                </a:lnTo>
                <a:close/>
                <a:lnTo>
                  <a:pt x="782746" y="369184"/>
                </a:lnTo>
                <a:close/>
                <a:lnTo>
                  <a:pt x="781162" y="302388"/>
                </a:lnTo>
                <a:close/>
                <a:lnTo>
                  <a:pt x="780813" y="300514"/>
                </a:lnTo>
                <a:close/>
                <a:lnTo>
                  <a:pt x="774002" y="357197"/>
                </a:lnTo>
                <a:close/>
                <a:lnTo>
                  <a:pt x="772852" y="288346"/>
                </a:lnTo>
                <a:close/>
                <a:lnTo>
                  <a:pt x="769435" y="142259"/>
                </a:lnTo>
                <a:close/>
                <a:lnTo>
                  <a:pt x="768943" y="321822"/>
                </a:lnTo>
                <a:close/>
                <a:lnTo>
                  <a:pt x="759388" y="290546"/>
                </a:lnTo>
                <a:close/>
                <a:lnTo>
                  <a:pt x="752047" y="446722"/>
                </a:lnTo>
                <a:close/>
                <a:lnTo>
                  <a:pt x="750277" y="201440"/>
                </a:lnTo>
                <a:close/>
                <a:lnTo>
                  <a:pt x="749982" y="327096"/>
                </a:lnTo>
                <a:close/>
                <a:lnTo>
                  <a:pt x="746587" y="324275"/>
                </a:lnTo>
                <a:close/>
                <a:lnTo>
                  <a:pt x="746510" y="223015"/>
                </a:lnTo>
                <a:close/>
                <a:lnTo>
                  <a:pt x="746461" y="331473"/>
                </a:lnTo>
                <a:close/>
                <a:lnTo>
                  <a:pt x="746072" y="366832"/>
                </a:lnTo>
                <a:close/>
                <a:lnTo>
                  <a:pt x="745490" y="337302"/>
                </a:lnTo>
                <a:close/>
                <a:lnTo>
                  <a:pt x="742162" y="408646"/>
                </a:lnTo>
                <a:close/>
                <a:lnTo>
                  <a:pt x="741659" y="376491"/>
                </a:lnTo>
                <a:close/>
                <a:lnTo>
                  <a:pt x="738700" y="399162"/>
                </a:lnTo>
                <a:close/>
                <a:lnTo>
                  <a:pt x="738068" y="393957"/>
                </a:lnTo>
                <a:close/>
                <a:lnTo>
                  <a:pt x="737945" y="231799"/>
                </a:lnTo>
                <a:close/>
                <a:lnTo>
                  <a:pt x="737299" y="290460"/>
                </a:lnTo>
                <a:close/>
                <a:lnTo>
                  <a:pt x="736642" y="318094"/>
                </a:lnTo>
                <a:close/>
                <a:lnTo>
                  <a:pt x="734783" y="420767"/>
                </a:lnTo>
                <a:close/>
                <a:lnTo>
                  <a:pt x="734314" y="213754"/>
                </a:lnTo>
                <a:close/>
                <a:lnTo>
                  <a:pt x="733956" y="307513"/>
                </a:lnTo>
                <a:close/>
                <a:lnTo>
                  <a:pt x="731418" y="332699"/>
                </a:lnTo>
                <a:close/>
                <a:lnTo>
                  <a:pt x="731211" y="384360"/>
                </a:lnTo>
                <a:close/>
                <a:lnTo>
                  <a:pt x="730089" y="406080"/>
                </a:lnTo>
                <a:close/>
                <a:lnTo>
                  <a:pt x="727967" y="369728"/>
                </a:lnTo>
                <a:close/>
                <a:lnTo>
                  <a:pt x="727632" y="350151"/>
                </a:lnTo>
                <a:close/>
                <a:lnTo>
                  <a:pt x="726023" y="314404"/>
                </a:lnTo>
                <a:close/>
                <a:lnTo>
                  <a:pt x="723915" y="307280"/>
                </a:lnTo>
                <a:close/>
                <a:lnTo>
                  <a:pt x="723542" y="319202"/>
                </a:lnTo>
                <a:close/>
                <a:lnTo>
                  <a:pt x="721806" y="325771"/>
                </a:lnTo>
                <a:close/>
                <a:lnTo>
                  <a:pt x="719979" y="473835"/>
                </a:lnTo>
                <a:close/>
                <a:lnTo>
                  <a:pt x="719966" y="438414"/>
                </a:lnTo>
                <a:close/>
                <a:lnTo>
                  <a:pt x="719523" y="375764"/>
                </a:lnTo>
                <a:close/>
                <a:lnTo>
                  <a:pt x="718975" y="336914"/>
                </a:lnTo>
                <a:close/>
                <a:lnTo>
                  <a:pt x="716619" y="449023"/>
                </a:lnTo>
                <a:close/>
                <a:lnTo>
                  <a:pt x="713577" y="332199"/>
                </a:lnTo>
                <a:close/>
                <a:lnTo>
                  <a:pt x="712644" y="394294"/>
                </a:lnTo>
                <a:close/>
                <a:lnTo>
                  <a:pt x="711925" y="291896"/>
                </a:lnTo>
                <a:close/>
                <a:lnTo>
                  <a:pt x="709492" y="381892"/>
                </a:lnTo>
                <a:close/>
                <a:lnTo>
                  <a:pt x="706778" y="336796"/>
                </a:lnTo>
                <a:close/>
                <a:lnTo>
                  <a:pt x="700569" y="450708"/>
                </a:lnTo>
                <a:close/>
                <a:lnTo>
                  <a:pt x="698415" y="429947"/>
                </a:lnTo>
                <a:close/>
                <a:lnTo>
                  <a:pt x="695439" y="423976"/>
                </a:lnTo>
                <a:close/>
                <a:lnTo>
                  <a:pt x="694029" y="434602"/>
                </a:lnTo>
                <a:close/>
                <a:lnTo>
                  <a:pt x="687622" y="414252"/>
                </a:lnTo>
                <a:close/>
                <a:lnTo>
                  <a:pt x="685838" y="440567"/>
                </a:lnTo>
                <a:close/>
                <a:lnTo>
                  <a:pt x="684798" y="353789"/>
                </a:lnTo>
                <a:close/>
                <a:lnTo>
                  <a:pt x="683091" y="392262"/>
                </a:lnTo>
                <a:close/>
                <a:lnTo>
                  <a:pt x="682967" y="500343"/>
                </a:lnTo>
                <a:close/>
                <a:lnTo>
                  <a:pt x="682814" y="382064"/>
                </a:lnTo>
                <a:close/>
                <a:lnTo>
                  <a:pt x="682306" y="353434"/>
                </a:lnTo>
                <a:close/>
                <a:lnTo>
                  <a:pt x="681987" y="409927"/>
                </a:lnTo>
                <a:close/>
                <a:lnTo>
                  <a:pt x="679308" y="296083"/>
                </a:lnTo>
                <a:close/>
                <a:lnTo>
                  <a:pt x="679194" y="389185"/>
                </a:lnTo>
                <a:close/>
                <a:lnTo>
                  <a:pt x="679146" y="453462"/>
                </a:lnTo>
                <a:close/>
                <a:lnTo>
                  <a:pt x="678034" y="432837"/>
                </a:lnTo>
                <a:close/>
                <a:lnTo>
                  <a:pt x="677162" y="326168"/>
                </a:lnTo>
                <a:close/>
                <a:lnTo>
                  <a:pt x="676665" y="429792"/>
                </a:lnTo>
                <a:close/>
                <a:lnTo>
                  <a:pt x="674664" y="402720"/>
                </a:lnTo>
                <a:close/>
                <a:lnTo>
                  <a:pt x="673479" y="424827"/>
                </a:lnTo>
                <a:close/>
                <a:lnTo>
                  <a:pt x="672606" y="391633"/>
                </a:lnTo>
                <a:close/>
                <a:lnTo>
                  <a:pt x="671730" y="438414"/>
                </a:lnTo>
                <a:close/>
                <a:lnTo>
                  <a:pt x="670944" y="365215"/>
                </a:lnTo>
                <a:close/>
                <a:lnTo>
                  <a:pt x="670514" y="403054"/>
                </a:lnTo>
                <a:close/>
                <a:lnTo>
                  <a:pt x="669912" y="333786"/>
                </a:lnTo>
                <a:close/>
                <a:lnTo>
                  <a:pt x="669609" y="197130"/>
                </a:lnTo>
                <a:close/>
                <a:lnTo>
                  <a:pt x="667581" y="449254"/>
                </a:lnTo>
                <a:close/>
                <a:lnTo>
                  <a:pt x="667282" y="390247"/>
                </a:lnTo>
                <a:close/>
                <a:lnTo>
                  <a:pt x="666160" y="369746"/>
                </a:lnTo>
                <a:close/>
                <a:lnTo>
                  <a:pt x="664914" y="342031"/>
                </a:lnTo>
                <a:close/>
                <a:lnTo>
                  <a:pt x="664672" y="435139"/>
                </a:lnTo>
                <a:close/>
                <a:lnTo>
                  <a:pt x="662599" y="334645"/>
                </a:lnTo>
                <a:close/>
                <a:lnTo>
                  <a:pt x="661399" y="348458"/>
                </a:lnTo>
                <a:close/>
                <a:lnTo>
                  <a:pt x="660380" y="426664"/>
                </a:lnTo>
                <a:close/>
                <a:lnTo>
                  <a:pt x="660319" y="460925"/>
                </a:lnTo>
                <a:close/>
                <a:lnTo>
                  <a:pt x="658065" y="484069"/>
                </a:lnTo>
                <a:close/>
                <a:lnTo>
                  <a:pt x="657109" y="399126"/>
                </a:lnTo>
                <a:close/>
                <a:lnTo>
                  <a:pt x="654317" y="444984"/>
                </a:lnTo>
                <a:close/>
                <a:lnTo>
                  <a:pt x="654222" y="448873"/>
                </a:lnTo>
                <a:close/>
                <a:lnTo>
                  <a:pt x="653941" y="444411"/>
                </a:lnTo>
                <a:close/>
                <a:lnTo>
                  <a:pt x="653671" y="377692"/>
                </a:lnTo>
                <a:close/>
                <a:lnTo>
                  <a:pt x="653366" y="376916"/>
                </a:lnTo>
                <a:close/>
                <a:lnTo>
                  <a:pt x="653210" y="411590"/>
                </a:lnTo>
                <a:close/>
                <a:lnTo>
                  <a:pt x="653051" y="527750"/>
                </a:lnTo>
                <a:close/>
                <a:lnTo>
                  <a:pt x="651176" y="516348"/>
                </a:lnTo>
                <a:close/>
                <a:lnTo>
                  <a:pt x="650837" y="399081"/>
                </a:lnTo>
                <a:close/>
                <a:lnTo>
                  <a:pt x="649948" y="442587"/>
                </a:lnTo>
                <a:close/>
                <a:lnTo>
                  <a:pt x="649881" y="389471"/>
                </a:lnTo>
                <a:close/>
                <a:lnTo>
                  <a:pt x="649255" y="443864"/>
                </a:lnTo>
                <a:close/>
                <a:lnTo>
                  <a:pt x="649214" y="432814"/>
                </a:lnTo>
                <a:close/>
                <a:lnTo>
                  <a:pt x="647403" y="395354"/>
                </a:lnTo>
                <a:close/>
                <a:lnTo>
                  <a:pt x="647250" y="406680"/>
                </a:lnTo>
                <a:close/>
                <a:lnTo>
                  <a:pt x="646263" y="349335"/>
                </a:lnTo>
                <a:close/>
                <a:lnTo>
                  <a:pt x="645585" y="356582"/>
                </a:lnTo>
                <a:close/>
                <a:lnTo>
                  <a:pt x="645277" y="498730"/>
                </a:lnTo>
                <a:close/>
                <a:lnTo>
                  <a:pt x="645115" y="447503"/>
                </a:lnTo>
                <a:close/>
                <a:lnTo>
                  <a:pt x="644380" y="379758"/>
                </a:lnTo>
                <a:close/>
                <a:lnTo>
                  <a:pt x="643664" y="457786"/>
                </a:lnTo>
                <a:close/>
                <a:lnTo>
                  <a:pt x="643419" y="386129"/>
                </a:lnTo>
                <a:close/>
                <a:lnTo>
                  <a:pt x="642879" y="448523"/>
                </a:lnTo>
                <a:close/>
                <a:lnTo>
                  <a:pt x="642432" y="456221"/>
                </a:lnTo>
                <a:close/>
                <a:lnTo>
                  <a:pt x="642367" y="502523"/>
                </a:lnTo>
                <a:close/>
                <a:lnTo>
                  <a:pt x="641987" y="428600"/>
                </a:lnTo>
                <a:close/>
                <a:lnTo>
                  <a:pt x="641453" y="185886"/>
                </a:lnTo>
                <a:close/>
                <a:lnTo>
                  <a:pt x="641303" y="436902"/>
                </a:lnTo>
                <a:close/>
                <a:lnTo>
                  <a:pt x="639517" y="474842"/>
                </a:lnTo>
                <a:close/>
                <a:lnTo>
                  <a:pt x="638721" y="352402"/>
                </a:lnTo>
                <a:close/>
                <a:lnTo>
                  <a:pt x="638496" y="417239"/>
                </a:lnTo>
                <a:close/>
                <a:lnTo>
                  <a:pt x="637948" y="435590"/>
                </a:lnTo>
                <a:close/>
                <a:lnTo>
                  <a:pt x="637255" y="473699"/>
                </a:lnTo>
                <a:close/>
                <a:lnTo>
                  <a:pt x="636215" y="484315"/>
                </a:lnTo>
                <a:close/>
                <a:lnTo>
                  <a:pt x="636009" y="455493"/>
                </a:lnTo>
                <a:close/>
                <a:lnTo>
                  <a:pt x="635263" y="516341"/>
                </a:lnTo>
                <a:close/>
                <a:lnTo>
                  <a:pt x="635069" y="448155"/>
                </a:lnTo>
                <a:close/>
                <a:lnTo>
                  <a:pt x="635024" y="436876"/>
                </a:lnTo>
                <a:close/>
                <a:lnTo>
                  <a:pt x="634635" y="431878"/>
                </a:lnTo>
                <a:close/>
                <a:lnTo>
                  <a:pt x="632248" y="505528"/>
                </a:lnTo>
                <a:close/>
                <a:lnTo>
                  <a:pt x="632083" y="505310"/>
                </a:lnTo>
                <a:close/>
                <a:lnTo>
                  <a:pt x="631068" y="346261"/>
                </a:lnTo>
                <a:close/>
                <a:lnTo>
                  <a:pt x="630294" y="372901"/>
                </a:lnTo>
                <a:close/>
                <a:lnTo>
                  <a:pt x="629916" y="433098"/>
                </a:lnTo>
                <a:close/>
                <a:lnTo>
                  <a:pt x="628920" y="347049"/>
                </a:lnTo>
                <a:close/>
                <a:lnTo>
                  <a:pt x="626753" y="455907"/>
                </a:lnTo>
                <a:close/>
                <a:lnTo>
                  <a:pt x="625954" y="381650"/>
                </a:lnTo>
                <a:close/>
                <a:lnTo>
                  <a:pt x="625799" y="555278"/>
                </a:lnTo>
                <a:close/>
                <a:lnTo>
                  <a:pt x="625782" y="517793"/>
                </a:lnTo>
                <a:close/>
                <a:lnTo>
                  <a:pt x="625395" y="405685"/>
                </a:lnTo>
                <a:close/>
                <a:lnTo>
                  <a:pt x="624410" y="449859"/>
                </a:lnTo>
                <a:close/>
                <a:lnTo>
                  <a:pt x="624149" y="495831"/>
                </a:lnTo>
                <a:close/>
                <a:lnTo>
                  <a:pt x="623809" y="494597"/>
                </a:lnTo>
                <a:close/>
                <a:lnTo>
                  <a:pt x="623234" y="437894"/>
                </a:lnTo>
                <a:close/>
                <a:lnTo>
                  <a:pt x="623131" y="431676"/>
                </a:lnTo>
                <a:close/>
                <a:lnTo>
                  <a:pt x="621549" y="436876"/>
                </a:lnTo>
                <a:close/>
                <a:lnTo>
                  <a:pt x="620044" y="484995"/>
                </a:lnTo>
                <a:close/>
                <a:lnTo>
                  <a:pt x="619554" y="510300"/>
                </a:lnTo>
                <a:close/>
                <a:lnTo>
                  <a:pt x="619397" y="444569"/>
                </a:lnTo>
                <a:close/>
                <a:lnTo>
                  <a:pt x="619355" y="433274"/>
                </a:lnTo>
                <a:close/>
                <a:lnTo>
                  <a:pt x="618805" y="529891"/>
                </a:lnTo>
                <a:close/>
                <a:lnTo>
                  <a:pt x="618634" y="448306"/>
                </a:lnTo>
                <a:close/>
                <a:lnTo>
                  <a:pt x="616894" y="482795"/>
                </a:lnTo>
                <a:close/>
                <a:lnTo>
                  <a:pt x="616142" y="424508"/>
                </a:lnTo>
                <a:close/>
                <a:lnTo>
                  <a:pt x="614625" y="444808"/>
                </a:lnTo>
                <a:close/>
                <a:lnTo>
                  <a:pt x="612854" y="525242"/>
                </a:lnTo>
                <a:close/>
                <a:lnTo>
                  <a:pt x="612524" y="403122"/>
                </a:lnTo>
                <a:close/>
                <a:lnTo>
                  <a:pt x="612404" y="565006"/>
                </a:lnTo>
                <a:close/>
                <a:lnTo>
                  <a:pt x="610485" y="329715"/>
                </a:lnTo>
                <a:close/>
                <a:lnTo>
                  <a:pt x="610452" y="560421"/>
                </a:lnTo>
                <a:close/>
                <a:lnTo>
                  <a:pt x="609253" y="412649"/>
                </a:lnTo>
                <a:close/>
                <a:lnTo>
                  <a:pt x="608632" y="479141"/>
                </a:lnTo>
                <a:close/>
                <a:lnTo>
                  <a:pt x="608470" y="588317"/>
                </a:lnTo>
                <a:close/>
                <a:lnTo>
                  <a:pt x="607708" y="421474"/>
                </a:lnTo>
                <a:close/>
                <a:lnTo>
                  <a:pt x="607106" y="379356"/>
                </a:lnTo>
                <a:close/>
                <a:lnTo>
                  <a:pt x="605489" y="540498"/>
                </a:lnTo>
                <a:close/>
                <a:lnTo>
                  <a:pt x="605017" y="431024"/>
                </a:lnTo>
                <a:close/>
                <a:lnTo>
                  <a:pt x="604906" y="462451"/>
                </a:lnTo>
                <a:close/>
                <a:lnTo>
                  <a:pt x="604674" y="482855"/>
                </a:lnTo>
                <a:close/>
                <a:lnTo>
                  <a:pt x="603539" y="510358"/>
                </a:lnTo>
                <a:close/>
                <a:lnTo>
                  <a:pt x="602822" y="382162"/>
                </a:lnTo>
                <a:close/>
                <a:lnTo>
                  <a:pt x="602692" y="527750"/>
                </a:lnTo>
                <a:close/>
                <a:lnTo>
                  <a:pt x="602463" y="536953"/>
                </a:lnTo>
                <a:close/>
                <a:lnTo>
                  <a:pt x="601266" y="384377"/>
                </a:lnTo>
                <a:close/>
                <a:lnTo>
                  <a:pt x="598551" y="450569"/>
                </a:lnTo>
                <a:close/>
                <a:lnTo>
                  <a:pt x="595189" y="447398"/>
                </a:lnTo>
                <a:close/>
                <a:lnTo>
                  <a:pt x="594430" y="544831"/>
                </a:lnTo>
                <a:close/>
                <a:lnTo>
                  <a:pt x="593724" y="576513"/>
                </a:lnTo>
                <a:close/>
                <a:lnTo>
                  <a:pt x="593464" y="547730"/>
                </a:lnTo>
                <a:close/>
                <a:lnTo>
                  <a:pt x="593134" y="514073"/>
                </a:lnTo>
                <a:close/>
                <a:lnTo>
                  <a:pt x="591591" y="421767"/>
                </a:lnTo>
                <a:close/>
                <a:lnTo>
                  <a:pt x="589304" y="540076"/>
                </a:lnTo>
                <a:close/>
                <a:lnTo>
                  <a:pt x="588696" y="465748"/>
                </a:lnTo>
                <a:close/>
                <a:lnTo>
                  <a:pt x="588413" y="553847"/>
                </a:lnTo>
                <a:close/>
                <a:lnTo>
                  <a:pt x="587995" y="369863"/>
                </a:lnTo>
                <a:close/>
                <a:lnTo>
                  <a:pt x="586444" y="416146"/>
                </a:lnTo>
                <a:close/>
                <a:lnTo>
                  <a:pt x="584704" y="555373"/>
                </a:lnTo>
                <a:close/>
                <a:lnTo>
                  <a:pt x="584598" y="524581"/>
                </a:lnTo>
                <a:close/>
                <a:lnTo>
                  <a:pt x="584273" y="525755"/>
                </a:lnTo>
                <a:close/>
                <a:lnTo>
                  <a:pt x="583969" y="468913"/>
                </a:lnTo>
                <a:close/>
                <a:lnTo>
                  <a:pt x="582572" y="500496"/>
                </a:lnTo>
                <a:close/>
                <a:lnTo>
                  <a:pt x="582109" y="550447"/>
                </a:lnTo>
                <a:close/>
                <a:lnTo>
                  <a:pt x="581669" y="482652"/>
                </a:lnTo>
                <a:close/>
                <a:lnTo>
                  <a:pt x="580991" y="373045"/>
                </a:lnTo>
                <a:close/>
                <a:lnTo>
                  <a:pt x="580228" y="461766"/>
                </a:lnTo>
                <a:close/>
                <a:lnTo>
                  <a:pt x="579463" y="486584"/>
                </a:lnTo>
                <a:close/>
                <a:lnTo>
                  <a:pt x="579011" y="561051"/>
                </a:lnTo>
                <a:close/>
                <a:lnTo>
                  <a:pt x="577917" y="387565"/>
                </a:lnTo>
                <a:close/>
                <a:lnTo>
                  <a:pt x="577813" y="556722"/>
                </a:lnTo>
                <a:close/>
                <a:lnTo>
                  <a:pt x="577713" y="494023"/>
                </a:lnTo>
                <a:close/>
                <a:lnTo>
                  <a:pt x="576659" y="503104"/>
                </a:lnTo>
                <a:close/>
                <a:lnTo>
                  <a:pt x="576264" y="423521"/>
                </a:lnTo>
                <a:close/>
                <a:lnTo>
                  <a:pt x="575081" y="476441"/>
                </a:lnTo>
                <a:close/>
                <a:lnTo>
                  <a:pt x="574562" y="483169"/>
                </a:lnTo>
                <a:close/>
                <a:lnTo>
                  <a:pt x="574100" y="551760"/>
                </a:lnTo>
                <a:close/>
                <a:lnTo>
                  <a:pt x="573750" y="573568"/>
                </a:lnTo>
                <a:close/>
                <a:lnTo>
                  <a:pt x="572789" y="423625"/>
                </a:lnTo>
                <a:close/>
                <a:lnTo>
                  <a:pt x="572330" y="597012"/>
                </a:lnTo>
                <a:close/>
                <a:lnTo>
                  <a:pt x="570958" y="472580"/>
                </a:lnTo>
                <a:close/>
                <a:lnTo>
                  <a:pt x="570761" y="508723"/>
                </a:lnTo>
                <a:close/>
                <a:lnTo>
                  <a:pt x="569731" y="489976"/>
                </a:lnTo>
                <a:close/>
                <a:lnTo>
                  <a:pt x="568989" y="589801"/>
                </a:lnTo>
                <a:close/>
                <a:lnTo>
                  <a:pt x="565570" y="532336"/>
                </a:lnTo>
                <a:close/>
                <a:lnTo>
                  <a:pt x="565517" y="467325"/>
                </a:lnTo>
                <a:close/>
                <a:lnTo>
                  <a:pt x="565376" y="553515"/>
                </a:lnTo>
                <a:close/>
                <a:lnTo>
                  <a:pt x="565193" y="586902"/>
                </a:lnTo>
                <a:close/>
                <a:lnTo>
                  <a:pt x="564654" y="501288"/>
                </a:lnTo>
                <a:close/>
                <a:lnTo>
                  <a:pt x="563511" y="483059"/>
                </a:lnTo>
                <a:close/>
                <a:lnTo>
                  <a:pt x="563074" y="532247"/>
                </a:lnTo>
                <a:close/>
                <a:lnTo>
                  <a:pt x="562957" y="502346"/>
                </a:lnTo>
                <a:close/>
                <a:lnTo>
                  <a:pt x="562559" y="500733"/>
                </a:lnTo>
                <a:close/>
                <a:lnTo>
                  <a:pt x="562480" y="534319"/>
                </a:lnTo>
                <a:close/>
                <a:lnTo>
                  <a:pt x="561736" y="563181"/>
                </a:lnTo>
                <a:close/>
                <a:lnTo>
                  <a:pt x="561635" y="485086"/>
                </a:lnTo>
                <a:close/>
                <a:lnTo>
                  <a:pt x="561257" y="458757"/>
                </a:lnTo>
                <a:close/>
                <a:lnTo>
                  <a:pt x="560564" y="431741"/>
                </a:lnTo>
                <a:close/>
                <a:lnTo>
                  <a:pt x="560277" y="509104"/>
                </a:lnTo>
                <a:close/>
                <a:lnTo>
                  <a:pt x="560143" y="414670"/>
                </a:lnTo>
                <a:close/>
                <a:lnTo>
                  <a:pt x="558776" y="541210"/>
                </a:lnTo>
                <a:close/>
                <a:lnTo>
                  <a:pt x="557007" y="557857"/>
                </a:lnTo>
                <a:close/>
                <a:lnTo>
                  <a:pt x="556779" y="476530"/>
                </a:lnTo>
                <a:close/>
                <a:lnTo>
                  <a:pt x="556351" y="493271"/>
                </a:lnTo>
                <a:close/>
                <a:lnTo>
                  <a:pt x="555850" y="493091"/>
                </a:lnTo>
                <a:close/>
                <a:lnTo>
                  <a:pt x="554781" y="550770"/>
                </a:lnTo>
                <a:close/>
                <a:lnTo>
                  <a:pt x="554776" y="505936"/>
                </a:lnTo>
                <a:close/>
                <a:lnTo>
                  <a:pt x="554491" y="521310"/>
                </a:lnTo>
                <a:close/>
                <a:lnTo>
                  <a:pt x="554245" y="437095"/>
                </a:lnTo>
                <a:close/>
                <a:lnTo>
                  <a:pt x="551923" y="467316"/>
                </a:lnTo>
                <a:close/>
                <a:lnTo>
                  <a:pt x="551846" y="618593"/>
                </a:lnTo>
                <a:close/>
                <a:lnTo>
                  <a:pt x="551764" y="490663"/>
                </a:lnTo>
                <a:close/>
                <a:lnTo>
                  <a:pt x="550087" y="507420"/>
                </a:lnTo>
                <a:close/>
                <a:lnTo>
                  <a:pt x="549048" y="484310"/>
                </a:lnTo>
                <a:close/>
                <a:lnTo>
                  <a:pt x="548118" y="529873"/>
                </a:lnTo>
                <a:close/>
                <a:lnTo>
                  <a:pt x="546920" y="450424"/>
                </a:lnTo>
                <a:close/>
                <a:lnTo>
                  <a:pt x="546201" y="474459"/>
                </a:lnTo>
                <a:close/>
                <a:lnTo>
                  <a:pt x="544799" y="471765"/>
                </a:lnTo>
                <a:close/>
                <a:lnTo>
                  <a:pt x="543378" y="446300"/>
                </a:lnTo>
                <a:close/>
                <a:lnTo>
                  <a:pt x="543140" y="471546"/>
                </a:lnTo>
                <a:close/>
                <a:lnTo>
                  <a:pt x="542678" y="542380"/>
                </a:lnTo>
                <a:close/>
                <a:lnTo>
                  <a:pt x="542601" y="479837"/>
                </a:lnTo>
                <a:close/>
                <a:lnTo>
                  <a:pt x="542589" y="474817"/>
                </a:lnTo>
                <a:close/>
                <a:lnTo>
                  <a:pt x="542456" y="548339"/>
                </a:lnTo>
                <a:close/>
                <a:lnTo>
                  <a:pt x="540641" y="516000"/>
                </a:lnTo>
                <a:close/>
                <a:lnTo>
                  <a:pt x="539469" y="438442"/>
                </a:lnTo>
                <a:close/>
                <a:lnTo>
                  <a:pt x="536711" y="469321"/>
                </a:lnTo>
                <a:close/>
                <a:lnTo>
                  <a:pt x="535629" y="451874"/>
                </a:lnTo>
                <a:close/>
                <a:lnTo>
                  <a:pt x="533366" y="584529"/>
                </a:lnTo>
                <a:close/>
                <a:lnTo>
                  <a:pt x="533164" y="544228"/>
                </a:lnTo>
                <a:close/>
                <a:lnTo>
                  <a:pt x="533020" y="507773"/>
                </a:lnTo>
                <a:close/>
                <a:lnTo>
                  <a:pt x="532998" y="457256"/>
                </a:lnTo>
                <a:close/>
                <a:lnTo>
                  <a:pt x="532296" y="568302"/>
                </a:lnTo>
                <a:close/>
                <a:lnTo>
                  <a:pt x="532226" y="518490"/>
                </a:lnTo>
                <a:close/>
                <a:lnTo>
                  <a:pt x="532205" y="559252"/>
                </a:lnTo>
                <a:close/>
                <a:lnTo>
                  <a:pt x="531898" y="454679"/>
                </a:lnTo>
                <a:close/>
                <a:lnTo>
                  <a:pt x="531872" y="453112"/>
                </a:lnTo>
                <a:close/>
                <a:lnTo>
                  <a:pt x="531843" y="514042"/>
                </a:lnTo>
                <a:close/>
                <a:lnTo>
                  <a:pt x="531662" y="578010"/>
                </a:lnTo>
                <a:close/>
                <a:lnTo>
                  <a:pt x="529316" y="516294"/>
                </a:lnTo>
                <a:close/>
                <a:lnTo>
                  <a:pt x="529044" y="556785"/>
                </a:lnTo>
                <a:close/>
                <a:lnTo>
                  <a:pt x="526824" y="579755"/>
                </a:lnTo>
                <a:close/>
                <a:lnTo>
                  <a:pt x="526671" y="540498"/>
                </a:lnTo>
                <a:close/>
                <a:lnTo>
                  <a:pt x="525181" y="562468"/>
                </a:lnTo>
                <a:close/>
                <a:lnTo>
                  <a:pt x="524992" y="558962"/>
                </a:lnTo>
                <a:close/>
                <a:lnTo>
                  <a:pt x="523725" y="561964"/>
                </a:lnTo>
                <a:close/>
                <a:lnTo>
                  <a:pt x="522716" y="570905"/>
                </a:lnTo>
                <a:close/>
                <a:lnTo>
                  <a:pt x="521821" y="642733"/>
                </a:lnTo>
                <a:close/>
                <a:lnTo>
                  <a:pt x="521507" y="456617"/>
                </a:lnTo>
                <a:close/>
                <a:lnTo>
                  <a:pt x="521488" y="557827"/>
                </a:lnTo>
                <a:close/>
                <a:lnTo>
                  <a:pt x="521079" y="535879"/>
                </a:lnTo>
                <a:close/>
                <a:lnTo>
                  <a:pt x="520838" y="541383"/>
                </a:lnTo>
                <a:close/>
                <a:lnTo>
                  <a:pt x="520603" y="506554"/>
                </a:lnTo>
                <a:close/>
                <a:lnTo>
                  <a:pt x="519613" y="470800"/>
                </a:lnTo>
                <a:close/>
                <a:lnTo>
                  <a:pt x="519383" y="483856"/>
                </a:lnTo>
                <a:close/>
                <a:lnTo>
                  <a:pt x="518988" y="562771"/>
                </a:lnTo>
                <a:close/>
                <a:lnTo>
                  <a:pt x="516377" y="488810"/>
                </a:lnTo>
                <a:close/>
                <a:lnTo>
                  <a:pt x="516361" y="596483"/>
                </a:lnTo>
                <a:close/>
                <a:lnTo>
                  <a:pt x="515197" y="566030"/>
                </a:lnTo>
                <a:close/>
                <a:lnTo>
                  <a:pt x="511792" y="550065"/>
                </a:lnTo>
                <a:close/>
                <a:lnTo>
                  <a:pt x="511238" y="545724"/>
                </a:lnTo>
                <a:close/>
                <a:lnTo>
                  <a:pt x="511011" y="485108"/>
                </a:lnTo>
                <a:close/>
                <a:lnTo>
                  <a:pt x="510793" y="531014"/>
                </a:lnTo>
                <a:close/>
                <a:lnTo>
                  <a:pt x="510066" y="563922"/>
                </a:lnTo>
                <a:close/>
                <a:lnTo>
                  <a:pt x="509622" y="524785"/>
                </a:lnTo>
                <a:close/>
                <a:lnTo>
                  <a:pt x="507550" y="509642"/>
                </a:lnTo>
                <a:close/>
                <a:lnTo>
                  <a:pt x="505656" y="599340"/>
                </a:lnTo>
                <a:close/>
                <a:lnTo>
                  <a:pt x="505339" y="506614"/>
                </a:lnTo>
                <a:close/>
                <a:lnTo>
                  <a:pt x="503218" y="539886"/>
                </a:lnTo>
                <a:close/>
                <a:lnTo>
                  <a:pt x="503017" y="523031"/>
                </a:lnTo>
                <a:close/>
                <a:lnTo>
                  <a:pt x="502510" y="624026"/>
                </a:lnTo>
                <a:close/>
                <a:lnTo>
                  <a:pt x="502122" y="571227"/>
                </a:lnTo>
                <a:close/>
                <a:lnTo>
                  <a:pt x="500530" y="562785"/>
                </a:lnTo>
                <a:close/>
                <a:lnTo>
                  <a:pt x="499280" y="328517"/>
                </a:lnTo>
                <a:close/>
                <a:lnTo>
                  <a:pt x="499109" y="465197"/>
                </a:lnTo>
                <a:close/>
                <a:lnTo>
                  <a:pt x="498126" y="578773"/>
                </a:lnTo>
                <a:close/>
                <a:lnTo>
                  <a:pt x="497836" y="576802"/>
                </a:lnTo>
                <a:close/>
                <a:lnTo>
                  <a:pt x="496579" y="541686"/>
                </a:lnTo>
                <a:close/>
                <a:lnTo>
                  <a:pt x="495264" y="516494"/>
                </a:lnTo>
                <a:close/>
                <a:lnTo>
                  <a:pt x="494458" y="589812"/>
                </a:lnTo>
                <a:close/>
                <a:lnTo>
                  <a:pt x="494324" y="573007"/>
                </a:lnTo>
                <a:close/>
                <a:lnTo>
                  <a:pt x="493860" y="564175"/>
                </a:lnTo>
                <a:close/>
                <a:lnTo>
                  <a:pt x="490991" y="532294"/>
                </a:lnTo>
                <a:close/>
                <a:lnTo>
                  <a:pt x="489785" y="569849"/>
                </a:lnTo>
                <a:close/>
                <a:lnTo>
                  <a:pt x="487913" y="535683"/>
                </a:lnTo>
                <a:close/>
                <a:lnTo>
                  <a:pt x="485986" y="479588"/>
                </a:lnTo>
                <a:close/>
                <a:lnTo>
                  <a:pt x="485327" y="618878"/>
                </a:lnTo>
                <a:close/>
                <a:lnTo>
                  <a:pt x="481838" y="496843"/>
                </a:lnTo>
                <a:close/>
                <a:lnTo>
                  <a:pt x="481773" y="579731"/>
                </a:lnTo>
                <a:close/>
                <a:lnTo>
                  <a:pt x="480673" y="608223"/>
                </a:lnTo>
                <a:close/>
                <a:lnTo>
                  <a:pt x="480370" y="533176"/>
                </a:lnTo>
                <a:close/>
                <a:lnTo>
                  <a:pt x="478600" y="494981"/>
                </a:lnTo>
                <a:close/>
                <a:lnTo>
                  <a:pt x="477560" y="534079"/>
                </a:lnTo>
                <a:close/>
                <a:lnTo>
                  <a:pt x="477370" y="582733"/>
                </a:lnTo>
                <a:close/>
                <a:lnTo>
                  <a:pt x="477049" y="579425"/>
                </a:lnTo>
                <a:close/>
                <a:lnTo>
                  <a:pt x="476610" y="462230"/>
                </a:lnTo>
                <a:close/>
                <a:lnTo>
                  <a:pt x="476367" y="590748"/>
                </a:lnTo>
                <a:close/>
                <a:lnTo>
                  <a:pt x="475039" y="581810"/>
                </a:lnTo>
                <a:close/>
                <a:lnTo>
                  <a:pt x="474994" y="445653"/>
                </a:lnTo>
                <a:close/>
                <a:lnTo>
                  <a:pt x="474975" y="586195"/>
                </a:lnTo>
                <a:close/>
                <a:lnTo>
                  <a:pt x="474796" y="631111"/>
                </a:lnTo>
                <a:close/>
                <a:lnTo>
                  <a:pt x="472602" y="572991"/>
                </a:lnTo>
                <a:close/>
                <a:lnTo>
                  <a:pt x="472545" y="604724"/>
                </a:lnTo>
                <a:close/>
                <a:lnTo>
                  <a:pt x="472188" y="435333"/>
                </a:lnTo>
                <a:close/>
                <a:lnTo>
                  <a:pt x="470833" y="504017"/>
                </a:lnTo>
                <a:close/>
                <a:lnTo>
                  <a:pt x="470035" y="641544"/>
                </a:lnTo>
                <a:close/>
                <a:lnTo>
                  <a:pt x="469999" y="433426"/>
                </a:lnTo>
                <a:close/>
                <a:lnTo>
                  <a:pt x="469960" y="485315"/>
                </a:lnTo>
                <a:close/>
                <a:lnTo>
                  <a:pt x="468031" y="631949"/>
                </a:lnTo>
                <a:close/>
                <a:lnTo>
                  <a:pt x="467783" y="548732"/>
                </a:lnTo>
                <a:close/>
                <a:lnTo>
                  <a:pt x="466924" y="495383"/>
                </a:lnTo>
                <a:close/>
                <a:lnTo>
                  <a:pt x="466669" y="637583"/>
                </a:lnTo>
                <a:close/>
                <a:lnTo>
                  <a:pt x="466601" y="606976"/>
                </a:lnTo>
                <a:close/>
                <a:lnTo>
                  <a:pt x="465488" y="584218"/>
                </a:lnTo>
                <a:close/>
                <a:lnTo>
                  <a:pt x="465416" y="619338"/>
                </a:lnTo>
                <a:close/>
                <a:lnTo>
                  <a:pt x="464514" y="457776"/>
                </a:lnTo>
                <a:close/>
                <a:lnTo>
                  <a:pt x="463977" y="599954"/>
                </a:lnTo>
                <a:close/>
                <a:lnTo>
                  <a:pt x="462518" y="552359"/>
                </a:lnTo>
                <a:close/>
                <a:lnTo>
                  <a:pt x="461197" y="592214"/>
                </a:lnTo>
                <a:close/>
                <a:lnTo>
                  <a:pt x="458949" y="654563"/>
                </a:lnTo>
                <a:close/>
                <a:lnTo>
                  <a:pt x="457182" y="597877"/>
                </a:lnTo>
                <a:close/>
                <a:lnTo>
                  <a:pt x="456253" y="564788"/>
                </a:lnTo>
                <a:close/>
                <a:lnTo>
                  <a:pt x="455343" y="565806"/>
                </a:lnTo>
                <a:close/>
                <a:lnTo>
                  <a:pt x="454899" y="679224"/>
                </a:lnTo>
                <a:close/>
                <a:lnTo>
                  <a:pt x="454330" y="587970"/>
                </a:lnTo>
                <a:close/>
                <a:lnTo>
                  <a:pt x="454137" y="596012"/>
                </a:lnTo>
                <a:close/>
                <a:lnTo>
                  <a:pt x="453958" y="624391"/>
                </a:lnTo>
                <a:close/>
                <a:lnTo>
                  <a:pt x="453124" y="559189"/>
                </a:lnTo>
                <a:close/>
                <a:lnTo>
                  <a:pt x="452606" y="596505"/>
                </a:lnTo>
                <a:close/>
                <a:lnTo>
                  <a:pt x="452498" y="610639"/>
                </a:lnTo>
                <a:close/>
                <a:lnTo>
                  <a:pt x="451866" y="578594"/>
                </a:lnTo>
                <a:close/>
                <a:lnTo>
                  <a:pt x="451745" y="561285"/>
                </a:lnTo>
                <a:close/>
                <a:lnTo>
                  <a:pt x="450913" y="484251"/>
                </a:lnTo>
                <a:close/>
                <a:lnTo>
                  <a:pt x="450083" y="618020"/>
                </a:lnTo>
                <a:close/>
                <a:lnTo>
                  <a:pt x="449130" y="563915"/>
                </a:lnTo>
                <a:close/>
                <a:lnTo>
                  <a:pt x="448739" y="632881"/>
                </a:lnTo>
                <a:close/>
                <a:lnTo>
                  <a:pt x="448086" y="575713"/>
                </a:lnTo>
                <a:close/>
                <a:lnTo>
                  <a:pt x="447825" y="640014"/>
                </a:lnTo>
                <a:close/>
                <a:lnTo>
                  <a:pt x="445237" y="569199"/>
                </a:lnTo>
                <a:close/>
                <a:lnTo>
                  <a:pt x="444799" y="601964"/>
                </a:lnTo>
                <a:close/>
                <a:lnTo>
                  <a:pt x="444758" y="557390"/>
                </a:lnTo>
                <a:close/>
                <a:lnTo>
                  <a:pt x="443332" y="592063"/>
                </a:lnTo>
                <a:close/>
                <a:lnTo>
                  <a:pt x="442416" y="589516"/>
                </a:lnTo>
                <a:close/>
                <a:lnTo>
                  <a:pt x="440975" y="635266"/>
                </a:lnTo>
                <a:close/>
                <a:lnTo>
                  <a:pt x="440568" y="561843"/>
                </a:lnTo>
                <a:close/>
                <a:lnTo>
                  <a:pt x="439973" y="679307"/>
                </a:lnTo>
                <a:close/>
                <a:lnTo>
                  <a:pt x="438410" y="578989"/>
                </a:lnTo>
                <a:close/>
                <a:lnTo>
                  <a:pt x="435062" y="558919"/>
                </a:lnTo>
                <a:close/>
                <a:lnTo>
                  <a:pt x="435058" y="491111"/>
                </a:lnTo>
                <a:close/>
                <a:lnTo>
                  <a:pt x="434941" y="508220"/>
                </a:lnTo>
                <a:close/>
                <a:lnTo>
                  <a:pt x="434802" y="573709"/>
                </a:lnTo>
                <a:close/>
                <a:lnTo>
                  <a:pt x="434795" y="537077"/>
                </a:lnTo>
                <a:close/>
                <a:lnTo>
                  <a:pt x="434294" y="606845"/>
                </a:lnTo>
                <a:close/>
                <a:lnTo>
                  <a:pt x="431983" y="613961"/>
                </a:lnTo>
                <a:close/>
                <a:lnTo>
                  <a:pt x="431513" y="675389"/>
                </a:lnTo>
                <a:close/>
                <a:lnTo>
                  <a:pt x="430373" y="614518"/>
                </a:lnTo>
                <a:close/>
                <a:lnTo>
                  <a:pt x="428622" y="596662"/>
                </a:lnTo>
                <a:close/>
                <a:lnTo>
                  <a:pt x="428223" y="588121"/>
                </a:lnTo>
                <a:close/>
                <a:lnTo>
                  <a:pt x="427441" y="595862"/>
                </a:lnTo>
                <a:close/>
                <a:lnTo>
                  <a:pt x="425993" y="648083"/>
                </a:lnTo>
                <a:close/>
                <a:lnTo>
                  <a:pt x="423562" y="509366"/>
                </a:lnTo>
                <a:close/>
                <a:lnTo>
                  <a:pt x="422280" y="609511"/>
                </a:lnTo>
                <a:close/>
                <a:lnTo>
                  <a:pt x="419753" y="495523"/>
                </a:lnTo>
                <a:close/>
                <a:lnTo>
                  <a:pt x="417675" y="586423"/>
                </a:lnTo>
                <a:close/>
                <a:lnTo>
                  <a:pt x="417631" y="616776"/>
                </a:lnTo>
                <a:close/>
                <a:lnTo>
                  <a:pt x="417246" y="532567"/>
                </a:lnTo>
                <a:close/>
                <a:lnTo>
                  <a:pt x="416591" y="610903"/>
                </a:lnTo>
                <a:close/>
                <a:lnTo>
                  <a:pt x="415853" y="612125"/>
                </a:lnTo>
                <a:close/>
                <a:lnTo>
                  <a:pt x="413990" y="615986"/>
                </a:lnTo>
                <a:close/>
                <a:lnTo>
                  <a:pt x="413811" y="608664"/>
                </a:lnTo>
                <a:close/>
                <a:lnTo>
                  <a:pt x="412895" y="589267"/>
                </a:lnTo>
                <a:close/>
                <a:lnTo>
                  <a:pt x="412132" y="469420"/>
                </a:lnTo>
                <a:close/>
                <a:lnTo>
                  <a:pt x="411361" y="610686"/>
                </a:lnTo>
                <a:close/>
                <a:lnTo>
                  <a:pt x="410632" y="639712"/>
                </a:lnTo>
                <a:close/>
                <a:lnTo>
                  <a:pt x="410423" y="659419"/>
                </a:lnTo>
                <a:close/>
                <a:lnTo>
                  <a:pt x="406066" y="614048"/>
                </a:lnTo>
                <a:close/>
                <a:lnTo>
                  <a:pt x="402909" y="603749"/>
                </a:lnTo>
                <a:close/>
                <a:lnTo>
                  <a:pt x="402586" y="735543"/>
                </a:lnTo>
                <a:close/>
                <a:lnTo>
                  <a:pt x="402289" y="633641"/>
                </a:lnTo>
                <a:close/>
                <a:lnTo>
                  <a:pt x="401861" y="597330"/>
                </a:lnTo>
                <a:close/>
                <a:lnTo>
                  <a:pt x="401236" y="525127"/>
                </a:lnTo>
                <a:close/>
                <a:lnTo>
                  <a:pt x="399800" y="640014"/>
                </a:lnTo>
                <a:close/>
                <a:lnTo>
                  <a:pt x="397954" y="643908"/>
                </a:lnTo>
                <a:close/>
                <a:lnTo>
                  <a:pt x="397243" y="611541"/>
                </a:lnTo>
                <a:close/>
                <a:lnTo>
                  <a:pt x="395046" y="617970"/>
                </a:lnTo>
                <a:close/>
                <a:lnTo>
                  <a:pt x="393432" y="617536"/>
                </a:lnTo>
                <a:close/>
                <a:lnTo>
                  <a:pt x="385267" y="617286"/>
                </a:lnTo>
                <a:close/>
                <a:lnTo>
                  <a:pt x="383218" y="592834"/>
                </a:lnTo>
                <a:close/>
                <a:lnTo>
                  <a:pt x="382776" y="625286"/>
                </a:lnTo>
                <a:close/>
                <a:lnTo>
                  <a:pt x="382276" y="641213"/>
                </a:lnTo>
                <a:close/>
                <a:lnTo>
                  <a:pt x="381581" y="721728"/>
                </a:lnTo>
                <a:close/>
                <a:lnTo>
                  <a:pt x="381111" y="659375"/>
                </a:lnTo>
                <a:close/>
                <a:lnTo>
                  <a:pt x="379716" y="709018"/>
                </a:lnTo>
                <a:close/>
                <a:lnTo>
                  <a:pt x="379361" y="663707"/>
                </a:lnTo>
                <a:close/>
                <a:lnTo>
                  <a:pt x="377509" y="649893"/>
                </a:lnTo>
                <a:close/>
                <a:lnTo>
                  <a:pt x="376514" y="535866"/>
                </a:lnTo>
                <a:close/>
                <a:lnTo>
                  <a:pt x="373516" y="599440"/>
                </a:lnTo>
                <a:close/>
                <a:lnTo>
                  <a:pt x="371986" y="663716"/>
                </a:lnTo>
                <a:close/>
                <a:lnTo>
                  <a:pt x="370680" y="640526"/>
                </a:lnTo>
                <a:close/>
                <a:lnTo>
                  <a:pt x="367577" y="694727"/>
                </a:lnTo>
                <a:close/>
                <a:lnTo>
                  <a:pt x="361602" y="582204"/>
                </a:lnTo>
                <a:close/>
                <a:lnTo>
                  <a:pt x="358007" y="696103"/>
                </a:lnTo>
                <a:close/>
                <a:lnTo>
                  <a:pt x="356081" y="673104"/>
                </a:lnTo>
                <a:close/>
                <a:lnTo>
                  <a:pt x="349001" y="576501"/>
                </a:lnTo>
                <a:close/>
                <a:lnTo>
                  <a:pt x="334705" y="748256"/>
                </a:lnTo>
                <a:close/>
                <a:lnTo>
                  <a:pt x="333097" y="698120"/>
                </a:lnTo>
                <a:close/>
                <a:lnTo>
                  <a:pt x="331236" y="697060"/>
                </a:lnTo>
                <a:close/>
                <a:lnTo>
                  <a:pt x="330517" y="742420"/>
                </a:lnTo>
                <a:close/>
                <a:lnTo>
                  <a:pt x="329653" y="299104"/>
                </a:lnTo>
                <a:close/>
                <a:lnTo>
                  <a:pt x="323187" y="624684"/>
                </a:lnTo>
                <a:close/>
                <a:lnTo>
                  <a:pt x="315559" y="697961"/>
                </a:lnTo>
                <a:close/>
                <a:lnTo>
                  <a:pt x="308879" y="643811"/>
                </a:lnTo>
                <a:close/>
                <a:lnTo>
                  <a:pt x="307934" y="685732"/>
                </a:lnTo>
                <a:close/>
                <a:lnTo>
                  <a:pt x="307145" y="645287"/>
                </a:lnTo>
                <a:close/>
                <a:lnTo>
                  <a:pt x="307135" y="712998"/>
                </a:lnTo>
                <a:close/>
                <a:lnTo>
                  <a:pt x="300072" y="607512"/>
                </a:lnTo>
                <a:close/>
                <a:lnTo>
                  <a:pt x="299875" y="662964"/>
                </a:lnTo>
                <a:close/>
                <a:lnTo>
                  <a:pt x="299465" y="652582"/>
                </a:lnTo>
                <a:close/>
                <a:lnTo>
                  <a:pt x="287318" y="651497"/>
                </a:lnTo>
                <a:close/>
                <a:lnTo>
                  <a:pt x="278214" y="780577"/>
                </a:lnTo>
                <a:close/>
                <a:lnTo>
                  <a:pt x="278120" y="670352"/>
                </a:lnTo>
                <a:close/>
                <a:lnTo>
                  <a:pt x="276246" y="640339"/>
                </a:lnTo>
                <a:close/>
                <a:lnTo>
                  <a:pt x="276211" y="683256"/>
                </a:lnTo>
                <a:close/>
                <a:lnTo>
                  <a:pt x="265843" y="734721"/>
                </a:lnTo>
                <a:close/>
                <a:lnTo>
                  <a:pt x="264611" y="749401"/>
                </a:lnTo>
                <a:close/>
                <a:lnTo>
                  <a:pt x="246810" y="747211"/>
                </a:lnTo>
                <a:close/>
                <a:lnTo>
                  <a:pt x="235378" y="682303"/>
                </a:lnTo>
                <a:close/>
                <a:lnTo>
                  <a:pt x="174005" y="770765"/>
                </a:lnTo>
                <a:close/>
                <a:lnTo>
                  <a:pt x="158389" y="711115"/>
                </a:lnTo>
                <a:close/>
                <a:lnTo>
                  <a:pt x="0" y="764820"/>
                </a:lnTo>
                <a:close/>
                <a:lnTo>
                  <a:pt x="0" y="764820"/>
                </a:lnTo>
                <a:close/>
              </a:path>
            </a:pathLst>
          </a:custGeom>
          <a:solidFill>
            <a:srgbClr val="D4C5E8">
              <a:alpha val="30000"/>
            </a:srgbClr>
          </a:solidFill>
          <a:ln w="12700">
            <a:solidFill>
              <a:srgbClr val="D4C5E8">
                <a:alpha val="3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Freeform 170"/>
          <p:cNvSpPr/>
          <p:nvPr/>
        </p:nvSpPr>
        <p:spPr>
          <a:xfrm>
            <a:off x="4517499" y="1880779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solidFill>
            <a:srgbClr val="4A4A4A"/>
          </a:solidFill>
          <a:ln w="10160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4517499" y="1906312"/>
            <a:ext cx="5080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4A4A4A"/>
                </a:solidFill>
                <a:latin typeface="Arial"/>
              </a:rPr>
              <a:t>1.100</a:t>
            </a:r>
          </a:p>
        </p:txBody>
      </p:sp>
      <p:sp>
        <p:nvSpPr>
          <p:cNvPr id="173" name="Freeform 172"/>
          <p:cNvSpPr/>
          <p:nvPr/>
        </p:nvSpPr>
        <p:spPr>
          <a:xfrm>
            <a:off x="4932635" y="1880779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solidFill>
            <a:srgbClr val="4A4A4A"/>
          </a:solidFill>
          <a:ln w="10160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TextBox 173"/>
          <p:cNvSpPr txBox="1"/>
          <p:nvPr/>
        </p:nvSpPr>
        <p:spPr>
          <a:xfrm>
            <a:off x="4932635" y="1906312"/>
            <a:ext cx="5080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4A4A4A"/>
                </a:solidFill>
                <a:latin typeface="Arial"/>
              </a:rPr>
              <a:t>1.102</a:t>
            </a:r>
          </a:p>
        </p:txBody>
      </p:sp>
      <p:sp>
        <p:nvSpPr>
          <p:cNvPr id="175" name="Freeform 174"/>
          <p:cNvSpPr/>
          <p:nvPr/>
        </p:nvSpPr>
        <p:spPr>
          <a:xfrm>
            <a:off x="5347771" y="1880779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solidFill>
            <a:srgbClr val="4A4A4A"/>
          </a:solidFill>
          <a:ln w="10160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TextBox 175"/>
          <p:cNvSpPr txBox="1"/>
          <p:nvPr/>
        </p:nvSpPr>
        <p:spPr>
          <a:xfrm>
            <a:off x="5347771" y="1906312"/>
            <a:ext cx="5080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4A4A4A"/>
                </a:solidFill>
                <a:latin typeface="Arial"/>
              </a:rPr>
              <a:t>1.104</a:t>
            </a:r>
          </a:p>
        </p:txBody>
      </p:sp>
      <p:sp>
        <p:nvSpPr>
          <p:cNvPr id="177" name="Freeform 176"/>
          <p:cNvSpPr/>
          <p:nvPr/>
        </p:nvSpPr>
        <p:spPr>
          <a:xfrm>
            <a:off x="5762907" y="1880779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solidFill>
            <a:srgbClr val="4A4A4A"/>
          </a:solidFill>
          <a:ln w="10160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TextBox 177"/>
          <p:cNvSpPr txBox="1"/>
          <p:nvPr/>
        </p:nvSpPr>
        <p:spPr>
          <a:xfrm>
            <a:off x="5762907" y="1906312"/>
            <a:ext cx="5080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4A4A4A"/>
                </a:solidFill>
                <a:latin typeface="Arial"/>
              </a:rPr>
              <a:t>1.106</a:t>
            </a:r>
          </a:p>
        </p:txBody>
      </p:sp>
      <p:sp>
        <p:nvSpPr>
          <p:cNvPr id="179" name="TextBox 178"/>
          <p:cNvSpPr txBox="1"/>
          <p:nvPr/>
        </p:nvSpPr>
        <p:spPr>
          <a:xfrm>
            <a:off x="5135258" y="2048742"/>
            <a:ext cx="19558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1A1A1A"/>
                </a:solidFill>
                <a:latin typeface="Arial"/>
              </a:rPr>
              <a:t>High-fidelity simulation</a:t>
            </a:r>
          </a:p>
        </p:txBody>
      </p:sp>
      <p:sp>
        <p:nvSpPr>
          <p:cNvPr id="180" name="Freeform 179"/>
          <p:cNvSpPr/>
          <p:nvPr/>
        </p:nvSpPr>
        <p:spPr>
          <a:xfrm>
            <a:off x="4296011" y="1703741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solidFill>
            <a:srgbClr val="4A4A4A"/>
          </a:solidFill>
          <a:ln w="10160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TextBox 180"/>
          <p:cNvSpPr txBox="1"/>
          <p:nvPr/>
        </p:nvSpPr>
        <p:spPr>
          <a:xfrm>
            <a:off x="4251561" y="1608558"/>
            <a:ext cx="5080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4A4A4A"/>
                </a:solidFill>
                <a:latin typeface="Arial"/>
              </a:rPr>
              <a:t>1.100</a:t>
            </a:r>
          </a:p>
        </p:txBody>
      </p:sp>
      <p:sp>
        <p:nvSpPr>
          <p:cNvPr id="182" name="Freeform 181"/>
          <p:cNvSpPr/>
          <p:nvPr/>
        </p:nvSpPr>
        <p:spPr>
          <a:xfrm>
            <a:off x="4296011" y="1496173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solidFill>
            <a:srgbClr val="4A4A4A"/>
          </a:solidFill>
          <a:ln w="10160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TextBox 182"/>
          <p:cNvSpPr txBox="1"/>
          <p:nvPr/>
        </p:nvSpPr>
        <p:spPr>
          <a:xfrm>
            <a:off x="4251561" y="1400990"/>
            <a:ext cx="5080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4A4A4A"/>
                </a:solidFill>
                <a:latin typeface="Arial"/>
              </a:rPr>
              <a:t>1.101</a:t>
            </a:r>
          </a:p>
        </p:txBody>
      </p:sp>
      <p:sp>
        <p:nvSpPr>
          <p:cNvPr id="184" name="Freeform 183"/>
          <p:cNvSpPr/>
          <p:nvPr/>
        </p:nvSpPr>
        <p:spPr>
          <a:xfrm>
            <a:off x="4296011" y="1288605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solidFill>
            <a:srgbClr val="4A4A4A"/>
          </a:solidFill>
          <a:ln w="10160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TextBox 184"/>
          <p:cNvSpPr txBox="1"/>
          <p:nvPr/>
        </p:nvSpPr>
        <p:spPr>
          <a:xfrm>
            <a:off x="4251561" y="1193422"/>
            <a:ext cx="5080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4A4A4A"/>
                </a:solidFill>
                <a:latin typeface="Arial"/>
              </a:rPr>
              <a:t>1.102</a:t>
            </a:r>
          </a:p>
        </p:txBody>
      </p:sp>
      <p:sp>
        <p:nvSpPr>
          <p:cNvPr id="186" name="Freeform 185"/>
          <p:cNvSpPr/>
          <p:nvPr/>
        </p:nvSpPr>
        <p:spPr>
          <a:xfrm>
            <a:off x="4296011" y="1081037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solidFill>
            <a:srgbClr val="4A4A4A"/>
          </a:solidFill>
          <a:ln w="10160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TextBox 186"/>
          <p:cNvSpPr txBox="1"/>
          <p:nvPr/>
        </p:nvSpPr>
        <p:spPr>
          <a:xfrm>
            <a:off x="4251561" y="985854"/>
            <a:ext cx="5080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4A4A4A"/>
                </a:solidFill>
                <a:latin typeface="Arial"/>
              </a:rPr>
              <a:t>1.103</a:t>
            </a:r>
          </a:p>
        </p:txBody>
      </p:sp>
      <p:sp>
        <p:nvSpPr>
          <p:cNvPr id="188" name="Freeform 187"/>
          <p:cNvSpPr/>
          <p:nvPr/>
        </p:nvSpPr>
        <p:spPr>
          <a:xfrm>
            <a:off x="4296011" y="873469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solidFill>
            <a:srgbClr val="4A4A4A"/>
          </a:solidFill>
          <a:ln w="10160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TextBox 188"/>
          <p:cNvSpPr txBox="1"/>
          <p:nvPr/>
        </p:nvSpPr>
        <p:spPr>
          <a:xfrm>
            <a:off x="4251561" y="778286"/>
            <a:ext cx="5080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4A4A4A"/>
                </a:solidFill>
                <a:latin typeface="Arial"/>
              </a:rPr>
              <a:t>1.104</a:t>
            </a:r>
          </a:p>
        </p:txBody>
      </p:sp>
      <p:sp>
        <p:nvSpPr>
          <p:cNvPr id="190" name="Freeform 189"/>
          <p:cNvSpPr/>
          <p:nvPr/>
        </p:nvSpPr>
        <p:spPr>
          <a:xfrm>
            <a:off x="4296011" y="665901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solidFill>
            <a:srgbClr val="4A4A4A"/>
          </a:solidFill>
          <a:ln w="10160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TextBox 190"/>
          <p:cNvSpPr txBox="1"/>
          <p:nvPr/>
        </p:nvSpPr>
        <p:spPr>
          <a:xfrm>
            <a:off x="4251561" y="570718"/>
            <a:ext cx="5080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4A4A4A"/>
                </a:solidFill>
                <a:latin typeface="Arial"/>
              </a:rPr>
              <a:t>1.105</a:t>
            </a:r>
          </a:p>
        </p:txBody>
      </p:sp>
      <p:sp>
        <p:nvSpPr>
          <p:cNvPr id="192" name="Freeform 191"/>
          <p:cNvSpPr/>
          <p:nvPr/>
        </p:nvSpPr>
        <p:spPr>
          <a:xfrm>
            <a:off x="4296011" y="458333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solidFill>
            <a:srgbClr val="4A4A4A"/>
          </a:solidFill>
          <a:ln w="10160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TextBox 192"/>
          <p:cNvSpPr txBox="1"/>
          <p:nvPr/>
        </p:nvSpPr>
        <p:spPr>
          <a:xfrm>
            <a:off x="4251561" y="363150"/>
            <a:ext cx="5080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4A4A4A"/>
                </a:solidFill>
                <a:latin typeface="Arial"/>
              </a:rPr>
              <a:t>1.106</a:t>
            </a:r>
          </a:p>
        </p:txBody>
      </p:sp>
      <p:sp>
        <p:nvSpPr>
          <p:cNvPr id="194" name="TextBox 193"/>
          <p:cNvSpPr txBox="1"/>
          <p:nvPr/>
        </p:nvSpPr>
        <p:spPr>
          <a:xfrm rot="16200000">
            <a:off x="990732" y="-4872524"/>
            <a:ext cx="15748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1A1A1A"/>
                </a:solidFill>
                <a:latin typeface="Arial"/>
              </a:rPr>
              <a:t>BNN predictive mean</a:t>
            </a:r>
          </a:p>
        </p:txBody>
      </p:sp>
      <p:sp>
        <p:nvSpPr>
          <p:cNvPr id="195" name="Freeform 194"/>
          <p:cNvSpPr/>
          <p:nvPr/>
        </p:nvSpPr>
        <p:spPr>
          <a:xfrm>
            <a:off x="4643979" y="1443233"/>
            <a:ext cx="45342" cy="50318"/>
          </a:xfrm>
          <a:custGeom>
            <a:avLst/>
            <a:gdLst/>
            <a:ahLst/>
            <a:cxnLst/>
            <a:rect l="l" t="t" r="r" b="b"/>
            <a:pathLst>
              <a:path w="45342" h="50318">
                <a:moveTo>
                  <a:pt x="45342" y="37739"/>
                </a:moveTo>
                <a:lnTo>
                  <a:pt x="45342" y="12580"/>
                </a:lnTo>
                <a:close/>
                <a:lnTo>
                  <a:pt x="22671" y="0"/>
                </a:lnTo>
                <a:close/>
                <a:lnTo>
                  <a:pt x="0" y="12580"/>
                </a:lnTo>
                <a:close/>
                <a:lnTo>
                  <a:pt x="0" y="37739"/>
                </a:lnTo>
                <a:close/>
                <a:lnTo>
                  <a:pt x="22671" y="50318"/>
                </a:lnTo>
                <a:close/>
                <a:lnTo>
                  <a:pt x="45342" y="37739"/>
                </a:lnTo>
                <a:close/>
              </a:path>
            </a:pathLst>
          </a:custGeom>
          <a:noFill/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Freeform 195"/>
          <p:cNvSpPr/>
          <p:nvPr/>
        </p:nvSpPr>
        <p:spPr>
          <a:xfrm>
            <a:off x="4825347" y="1292278"/>
            <a:ext cx="45343" cy="50318"/>
          </a:xfrm>
          <a:custGeom>
            <a:avLst/>
            <a:gdLst/>
            <a:ahLst/>
            <a:cxnLst/>
            <a:rect l="l" t="t" r="r" b="b"/>
            <a:pathLst>
              <a:path w="45343" h="50318">
                <a:moveTo>
                  <a:pt x="45343" y="37739"/>
                </a:moveTo>
                <a:lnTo>
                  <a:pt x="45343" y="12579"/>
                </a:lnTo>
                <a:close/>
                <a:lnTo>
                  <a:pt x="22671" y="0"/>
                </a:lnTo>
                <a:close/>
                <a:lnTo>
                  <a:pt x="0" y="12579"/>
                </a:lnTo>
                <a:close/>
                <a:lnTo>
                  <a:pt x="0" y="37739"/>
                </a:lnTo>
                <a:close/>
                <a:lnTo>
                  <a:pt x="22671" y="50318"/>
                </a:lnTo>
                <a:close/>
                <a:lnTo>
                  <a:pt x="45343" y="37739"/>
                </a:lnTo>
                <a:close/>
              </a:path>
            </a:pathLst>
          </a:custGeom>
          <a:noFill/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Freeform 196"/>
          <p:cNvSpPr/>
          <p:nvPr/>
        </p:nvSpPr>
        <p:spPr>
          <a:xfrm>
            <a:off x="4870690" y="1292278"/>
            <a:ext cx="45342" cy="50318"/>
          </a:xfrm>
          <a:custGeom>
            <a:avLst/>
            <a:gdLst/>
            <a:ahLst/>
            <a:cxnLst/>
            <a:rect l="l" t="t" r="r" b="b"/>
            <a:pathLst>
              <a:path w="45342" h="50318">
                <a:moveTo>
                  <a:pt x="45342" y="37739"/>
                </a:moveTo>
                <a:lnTo>
                  <a:pt x="45342" y="12579"/>
                </a:lnTo>
                <a:close/>
                <a:lnTo>
                  <a:pt x="22671" y="0"/>
                </a:lnTo>
                <a:close/>
                <a:lnTo>
                  <a:pt x="0" y="12579"/>
                </a:lnTo>
                <a:close/>
                <a:lnTo>
                  <a:pt x="0" y="37739"/>
                </a:lnTo>
                <a:close/>
                <a:lnTo>
                  <a:pt x="22671" y="50318"/>
                </a:lnTo>
                <a:close/>
                <a:lnTo>
                  <a:pt x="45342" y="37739"/>
                </a:lnTo>
                <a:close/>
              </a:path>
            </a:pathLst>
          </a:custGeom>
          <a:noFill/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Freeform 197"/>
          <p:cNvSpPr/>
          <p:nvPr/>
        </p:nvSpPr>
        <p:spPr>
          <a:xfrm>
            <a:off x="4916032" y="1292278"/>
            <a:ext cx="45342" cy="50318"/>
          </a:xfrm>
          <a:custGeom>
            <a:avLst/>
            <a:gdLst/>
            <a:ahLst/>
            <a:cxnLst/>
            <a:rect l="l" t="t" r="r" b="b"/>
            <a:pathLst>
              <a:path w="45342" h="50318">
                <a:moveTo>
                  <a:pt x="45342" y="37739"/>
                </a:moveTo>
                <a:lnTo>
                  <a:pt x="45342" y="12579"/>
                </a:lnTo>
                <a:close/>
                <a:lnTo>
                  <a:pt x="22671" y="0"/>
                </a:lnTo>
                <a:close/>
                <a:lnTo>
                  <a:pt x="0" y="12579"/>
                </a:lnTo>
                <a:close/>
                <a:lnTo>
                  <a:pt x="0" y="37739"/>
                </a:lnTo>
                <a:close/>
                <a:lnTo>
                  <a:pt x="22671" y="50318"/>
                </a:lnTo>
                <a:close/>
                <a:lnTo>
                  <a:pt x="45342" y="37739"/>
                </a:lnTo>
                <a:close/>
              </a:path>
            </a:pathLst>
          </a:custGeom>
          <a:noFill/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Freeform 198"/>
          <p:cNvSpPr/>
          <p:nvPr/>
        </p:nvSpPr>
        <p:spPr>
          <a:xfrm>
            <a:off x="4916032" y="1141323"/>
            <a:ext cx="45342" cy="50318"/>
          </a:xfrm>
          <a:custGeom>
            <a:avLst/>
            <a:gdLst/>
            <a:ahLst/>
            <a:cxnLst/>
            <a:rect l="l" t="t" r="r" b="b"/>
            <a:pathLst>
              <a:path w="45342" h="50318">
                <a:moveTo>
                  <a:pt x="45342" y="37738"/>
                </a:moveTo>
                <a:lnTo>
                  <a:pt x="45342" y="12579"/>
                </a:lnTo>
                <a:close/>
                <a:lnTo>
                  <a:pt x="22671" y="0"/>
                </a:lnTo>
                <a:close/>
                <a:lnTo>
                  <a:pt x="0" y="12579"/>
                </a:lnTo>
                <a:close/>
                <a:lnTo>
                  <a:pt x="0" y="37738"/>
                </a:lnTo>
                <a:close/>
                <a:lnTo>
                  <a:pt x="22671" y="50318"/>
                </a:lnTo>
                <a:close/>
                <a:lnTo>
                  <a:pt x="45342" y="37738"/>
                </a:lnTo>
                <a:close/>
              </a:path>
            </a:pathLst>
          </a:custGeom>
          <a:solidFill>
            <a:srgbClr val="D2CBDA">
              <a:alpha val="6176"/>
            </a:srgbClr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Freeform 199"/>
          <p:cNvSpPr/>
          <p:nvPr/>
        </p:nvSpPr>
        <p:spPr>
          <a:xfrm>
            <a:off x="4961374" y="1216800"/>
            <a:ext cx="45342" cy="50319"/>
          </a:xfrm>
          <a:custGeom>
            <a:avLst/>
            <a:gdLst/>
            <a:ahLst/>
            <a:cxnLst/>
            <a:rect l="l" t="t" r="r" b="b"/>
            <a:pathLst>
              <a:path w="45342" h="50319">
                <a:moveTo>
                  <a:pt x="45342" y="37739"/>
                </a:moveTo>
                <a:lnTo>
                  <a:pt x="45342" y="12580"/>
                </a:lnTo>
                <a:close/>
                <a:lnTo>
                  <a:pt x="22671" y="0"/>
                </a:lnTo>
                <a:close/>
                <a:lnTo>
                  <a:pt x="0" y="12580"/>
                </a:lnTo>
                <a:close/>
                <a:lnTo>
                  <a:pt x="0" y="37739"/>
                </a:lnTo>
                <a:close/>
                <a:lnTo>
                  <a:pt x="22671" y="50319"/>
                </a:lnTo>
                <a:close/>
                <a:lnTo>
                  <a:pt x="45342" y="37739"/>
                </a:lnTo>
                <a:close/>
              </a:path>
            </a:pathLst>
          </a:custGeom>
          <a:solidFill>
            <a:srgbClr val="D2CBDA">
              <a:alpha val="6176"/>
            </a:srgbClr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Freeform 200"/>
          <p:cNvSpPr/>
          <p:nvPr/>
        </p:nvSpPr>
        <p:spPr>
          <a:xfrm>
            <a:off x="4961374" y="1141323"/>
            <a:ext cx="45342" cy="50318"/>
          </a:xfrm>
          <a:custGeom>
            <a:avLst/>
            <a:gdLst/>
            <a:ahLst/>
            <a:cxnLst/>
            <a:rect l="l" t="t" r="r" b="b"/>
            <a:pathLst>
              <a:path w="45342" h="50318">
                <a:moveTo>
                  <a:pt x="45342" y="37738"/>
                </a:moveTo>
                <a:lnTo>
                  <a:pt x="45342" y="12579"/>
                </a:lnTo>
                <a:close/>
                <a:lnTo>
                  <a:pt x="22671" y="0"/>
                </a:lnTo>
                <a:close/>
                <a:lnTo>
                  <a:pt x="0" y="12579"/>
                </a:lnTo>
                <a:close/>
                <a:lnTo>
                  <a:pt x="0" y="37738"/>
                </a:lnTo>
                <a:close/>
                <a:lnTo>
                  <a:pt x="22671" y="50318"/>
                </a:lnTo>
                <a:close/>
                <a:lnTo>
                  <a:pt x="45342" y="37738"/>
                </a:lnTo>
                <a:close/>
              </a:path>
            </a:pathLst>
          </a:custGeom>
          <a:solidFill>
            <a:srgbClr val="EAE6EE">
              <a:alpha val="2941"/>
            </a:srgbClr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Freeform 201"/>
          <p:cNvSpPr/>
          <p:nvPr/>
        </p:nvSpPr>
        <p:spPr>
          <a:xfrm>
            <a:off x="4961374" y="1065845"/>
            <a:ext cx="45342" cy="50318"/>
          </a:xfrm>
          <a:custGeom>
            <a:avLst/>
            <a:gdLst/>
            <a:ahLst/>
            <a:cxnLst/>
            <a:rect l="l" t="t" r="r" b="b"/>
            <a:pathLst>
              <a:path w="45342" h="50318">
                <a:moveTo>
                  <a:pt x="45342" y="37739"/>
                </a:moveTo>
                <a:lnTo>
                  <a:pt x="45342" y="12580"/>
                </a:lnTo>
                <a:close/>
                <a:lnTo>
                  <a:pt x="22671" y="0"/>
                </a:lnTo>
                <a:close/>
                <a:lnTo>
                  <a:pt x="0" y="12580"/>
                </a:lnTo>
                <a:close/>
                <a:lnTo>
                  <a:pt x="0" y="37739"/>
                </a:lnTo>
                <a:close/>
                <a:lnTo>
                  <a:pt x="22671" y="50318"/>
                </a:lnTo>
                <a:close/>
                <a:lnTo>
                  <a:pt x="45342" y="37739"/>
                </a:lnTo>
                <a:close/>
              </a:path>
            </a:pathLst>
          </a:custGeom>
          <a:noFill/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Freeform 202"/>
          <p:cNvSpPr/>
          <p:nvPr/>
        </p:nvSpPr>
        <p:spPr>
          <a:xfrm>
            <a:off x="4961374" y="763935"/>
            <a:ext cx="45342" cy="50318"/>
          </a:xfrm>
          <a:custGeom>
            <a:avLst/>
            <a:gdLst/>
            <a:ahLst/>
            <a:cxnLst/>
            <a:rect l="l" t="t" r="r" b="b"/>
            <a:pathLst>
              <a:path w="45342" h="50318">
                <a:moveTo>
                  <a:pt x="45342" y="37738"/>
                </a:moveTo>
                <a:lnTo>
                  <a:pt x="45342" y="12579"/>
                </a:lnTo>
                <a:close/>
                <a:lnTo>
                  <a:pt x="22671" y="0"/>
                </a:lnTo>
                <a:close/>
                <a:lnTo>
                  <a:pt x="0" y="12579"/>
                </a:lnTo>
                <a:close/>
                <a:lnTo>
                  <a:pt x="0" y="37738"/>
                </a:lnTo>
                <a:close/>
                <a:lnTo>
                  <a:pt x="22671" y="50318"/>
                </a:lnTo>
                <a:close/>
                <a:lnTo>
                  <a:pt x="45342" y="37738"/>
                </a:lnTo>
                <a:close/>
              </a:path>
            </a:pathLst>
          </a:custGeom>
          <a:noFill/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Freeform 203"/>
          <p:cNvSpPr/>
          <p:nvPr/>
        </p:nvSpPr>
        <p:spPr>
          <a:xfrm>
            <a:off x="5006716" y="1216800"/>
            <a:ext cx="45342" cy="50319"/>
          </a:xfrm>
          <a:custGeom>
            <a:avLst/>
            <a:gdLst/>
            <a:ahLst/>
            <a:cxnLst/>
            <a:rect l="l" t="t" r="r" b="b"/>
            <a:pathLst>
              <a:path w="45342" h="50319">
                <a:moveTo>
                  <a:pt x="45342" y="37739"/>
                </a:moveTo>
                <a:lnTo>
                  <a:pt x="45342" y="12580"/>
                </a:lnTo>
                <a:close/>
                <a:lnTo>
                  <a:pt x="22671" y="0"/>
                </a:lnTo>
                <a:close/>
                <a:lnTo>
                  <a:pt x="0" y="12580"/>
                </a:lnTo>
                <a:close/>
                <a:lnTo>
                  <a:pt x="0" y="37739"/>
                </a:lnTo>
                <a:close/>
                <a:lnTo>
                  <a:pt x="22671" y="50319"/>
                </a:lnTo>
                <a:close/>
                <a:lnTo>
                  <a:pt x="45342" y="37739"/>
                </a:lnTo>
                <a:close/>
              </a:path>
            </a:pathLst>
          </a:custGeom>
          <a:solidFill>
            <a:srgbClr val="EAE6EE">
              <a:alpha val="2941"/>
            </a:srgbClr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Freeform 204"/>
          <p:cNvSpPr/>
          <p:nvPr/>
        </p:nvSpPr>
        <p:spPr>
          <a:xfrm>
            <a:off x="5006716" y="1141323"/>
            <a:ext cx="45342" cy="50318"/>
          </a:xfrm>
          <a:custGeom>
            <a:avLst/>
            <a:gdLst/>
            <a:ahLst/>
            <a:cxnLst/>
            <a:rect l="l" t="t" r="r" b="b"/>
            <a:pathLst>
              <a:path w="45342" h="50318">
                <a:moveTo>
                  <a:pt x="45342" y="37738"/>
                </a:moveTo>
                <a:lnTo>
                  <a:pt x="45342" y="12579"/>
                </a:lnTo>
                <a:close/>
                <a:lnTo>
                  <a:pt x="22671" y="0"/>
                </a:lnTo>
                <a:close/>
                <a:lnTo>
                  <a:pt x="0" y="12579"/>
                </a:lnTo>
                <a:close/>
                <a:lnTo>
                  <a:pt x="0" y="37738"/>
                </a:lnTo>
                <a:close/>
                <a:lnTo>
                  <a:pt x="22671" y="50318"/>
                </a:lnTo>
                <a:close/>
                <a:lnTo>
                  <a:pt x="45342" y="37738"/>
                </a:lnTo>
                <a:close/>
              </a:path>
            </a:pathLst>
          </a:custGeom>
          <a:solidFill>
            <a:srgbClr val="A697B6">
              <a:alpha val="12352"/>
            </a:srgbClr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Freeform 205"/>
          <p:cNvSpPr/>
          <p:nvPr/>
        </p:nvSpPr>
        <p:spPr>
          <a:xfrm>
            <a:off x="5006716" y="1065845"/>
            <a:ext cx="45342" cy="50318"/>
          </a:xfrm>
          <a:custGeom>
            <a:avLst/>
            <a:gdLst/>
            <a:ahLst/>
            <a:cxnLst/>
            <a:rect l="l" t="t" r="r" b="b"/>
            <a:pathLst>
              <a:path w="45342" h="50318">
                <a:moveTo>
                  <a:pt x="45342" y="37739"/>
                </a:moveTo>
                <a:lnTo>
                  <a:pt x="45342" y="12580"/>
                </a:lnTo>
                <a:close/>
                <a:lnTo>
                  <a:pt x="22671" y="0"/>
                </a:lnTo>
                <a:close/>
                <a:lnTo>
                  <a:pt x="0" y="12580"/>
                </a:lnTo>
                <a:close/>
                <a:lnTo>
                  <a:pt x="0" y="37739"/>
                </a:lnTo>
                <a:close/>
                <a:lnTo>
                  <a:pt x="22671" y="50318"/>
                </a:lnTo>
                <a:close/>
                <a:lnTo>
                  <a:pt x="45342" y="37739"/>
                </a:lnTo>
                <a:close/>
              </a:path>
            </a:pathLst>
          </a:custGeom>
          <a:solidFill>
            <a:srgbClr val="D2CBDA">
              <a:alpha val="6176"/>
            </a:srgbClr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Freeform 206"/>
          <p:cNvSpPr/>
          <p:nvPr/>
        </p:nvSpPr>
        <p:spPr>
          <a:xfrm>
            <a:off x="5052058" y="1216800"/>
            <a:ext cx="45342" cy="50319"/>
          </a:xfrm>
          <a:custGeom>
            <a:avLst/>
            <a:gdLst/>
            <a:ahLst/>
            <a:cxnLst/>
            <a:rect l="l" t="t" r="r" b="b"/>
            <a:pathLst>
              <a:path w="45342" h="50319">
                <a:moveTo>
                  <a:pt x="45342" y="37739"/>
                </a:moveTo>
                <a:lnTo>
                  <a:pt x="45342" y="12580"/>
                </a:lnTo>
                <a:close/>
                <a:lnTo>
                  <a:pt x="22671" y="0"/>
                </a:lnTo>
                <a:close/>
                <a:lnTo>
                  <a:pt x="0" y="12580"/>
                </a:lnTo>
                <a:close/>
                <a:lnTo>
                  <a:pt x="0" y="37739"/>
                </a:lnTo>
                <a:close/>
                <a:lnTo>
                  <a:pt x="22671" y="50319"/>
                </a:lnTo>
                <a:close/>
                <a:lnTo>
                  <a:pt x="45342" y="37739"/>
                </a:lnTo>
                <a:close/>
              </a:path>
            </a:pathLst>
          </a:custGeom>
          <a:noFill/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Freeform 207"/>
          <p:cNvSpPr/>
          <p:nvPr/>
        </p:nvSpPr>
        <p:spPr>
          <a:xfrm>
            <a:off x="5052058" y="1141323"/>
            <a:ext cx="45342" cy="50318"/>
          </a:xfrm>
          <a:custGeom>
            <a:avLst/>
            <a:gdLst/>
            <a:ahLst/>
            <a:cxnLst/>
            <a:rect l="l" t="t" r="r" b="b"/>
            <a:pathLst>
              <a:path w="45342" h="50318">
                <a:moveTo>
                  <a:pt x="45342" y="37738"/>
                </a:moveTo>
                <a:lnTo>
                  <a:pt x="45342" y="12579"/>
                </a:lnTo>
                <a:close/>
                <a:lnTo>
                  <a:pt x="22671" y="0"/>
                </a:lnTo>
                <a:close/>
                <a:lnTo>
                  <a:pt x="0" y="12579"/>
                </a:lnTo>
                <a:close/>
                <a:lnTo>
                  <a:pt x="0" y="37738"/>
                </a:lnTo>
                <a:close/>
                <a:lnTo>
                  <a:pt x="22671" y="50318"/>
                </a:lnTo>
                <a:close/>
                <a:lnTo>
                  <a:pt x="45342" y="37738"/>
                </a:lnTo>
                <a:close/>
              </a:path>
            </a:pathLst>
          </a:custGeom>
          <a:solidFill>
            <a:srgbClr val="BBB0C7">
              <a:alpha val="9411"/>
            </a:srgbClr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Freeform 208"/>
          <p:cNvSpPr/>
          <p:nvPr/>
        </p:nvSpPr>
        <p:spPr>
          <a:xfrm>
            <a:off x="5052058" y="1065845"/>
            <a:ext cx="45342" cy="50318"/>
          </a:xfrm>
          <a:custGeom>
            <a:avLst/>
            <a:gdLst/>
            <a:ahLst/>
            <a:cxnLst/>
            <a:rect l="l" t="t" r="r" b="b"/>
            <a:pathLst>
              <a:path w="45342" h="50318">
                <a:moveTo>
                  <a:pt x="45342" y="37739"/>
                </a:moveTo>
                <a:lnTo>
                  <a:pt x="45342" y="12580"/>
                </a:lnTo>
                <a:close/>
                <a:lnTo>
                  <a:pt x="22671" y="0"/>
                </a:lnTo>
                <a:close/>
                <a:lnTo>
                  <a:pt x="0" y="12580"/>
                </a:lnTo>
                <a:close/>
                <a:lnTo>
                  <a:pt x="0" y="37739"/>
                </a:lnTo>
                <a:close/>
                <a:lnTo>
                  <a:pt x="22671" y="50318"/>
                </a:lnTo>
                <a:close/>
                <a:lnTo>
                  <a:pt x="45342" y="37739"/>
                </a:lnTo>
                <a:close/>
              </a:path>
            </a:pathLst>
          </a:custGeom>
          <a:solidFill>
            <a:srgbClr val="4A2C6B">
              <a:alpha val="29529"/>
            </a:srgbClr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Freeform 209"/>
          <p:cNvSpPr/>
          <p:nvPr/>
        </p:nvSpPr>
        <p:spPr>
          <a:xfrm>
            <a:off x="5052058" y="990367"/>
            <a:ext cx="45342" cy="50319"/>
          </a:xfrm>
          <a:custGeom>
            <a:avLst/>
            <a:gdLst/>
            <a:ahLst/>
            <a:cxnLst/>
            <a:rect l="l" t="t" r="r" b="b"/>
            <a:pathLst>
              <a:path w="45342" h="50319">
                <a:moveTo>
                  <a:pt x="45342" y="37739"/>
                </a:moveTo>
                <a:lnTo>
                  <a:pt x="45342" y="12580"/>
                </a:lnTo>
                <a:close/>
                <a:lnTo>
                  <a:pt x="22671" y="0"/>
                </a:lnTo>
                <a:close/>
                <a:lnTo>
                  <a:pt x="0" y="12580"/>
                </a:lnTo>
                <a:close/>
                <a:lnTo>
                  <a:pt x="0" y="37739"/>
                </a:lnTo>
                <a:close/>
                <a:lnTo>
                  <a:pt x="22671" y="50319"/>
                </a:lnTo>
                <a:close/>
                <a:lnTo>
                  <a:pt x="45342" y="37739"/>
                </a:lnTo>
                <a:close/>
              </a:path>
            </a:pathLst>
          </a:custGeom>
          <a:solidFill>
            <a:srgbClr val="D2CBDA">
              <a:alpha val="6176"/>
            </a:srgbClr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Freeform 210"/>
          <p:cNvSpPr/>
          <p:nvPr/>
        </p:nvSpPr>
        <p:spPr>
          <a:xfrm>
            <a:off x="5097400" y="1141323"/>
            <a:ext cx="45342" cy="50318"/>
          </a:xfrm>
          <a:custGeom>
            <a:avLst/>
            <a:gdLst/>
            <a:ahLst/>
            <a:cxnLst/>
            <a:rect l="l" t="t" r="r" b="b"/>
            <a:pathLst>
              <a:path w="45342" h="50318">
                <a:moveTo>
                  <a:pt x="45342" y="37738"/>
                </a:moveTo>
                <a:lnTo>
                  <a:pt x="45342" y="12579"/>
                </a:lnTo>
                <a:close/>
                <a:lnTo>
                  <a:pt x="22671" y="0"/>
                </a:lnTo>
                <a:close/>
                <a:lnTo>
                  <a:pt x="0" y="12579"/>
                </a:lnTo>
                <a:close/>
                <a:lnTo>
                  <a:pt x="0" y="37738"/>
                </a:lnTo>
                <a:close/>
                <a:lnTo>
                  <a:pt x="22671" y="50318"/>
                </a:lnTo>
                <a:close/>
                <a:lnTo>
                  <a:pt x="45342" y="37738"/>
                </a:lnTo>
                <a:close/>
              </a:path>
            </a:pathLst>
          </a:custGeom>
          <a:solidFill>
            <a:srgbClr val="BBB0C7">
              <a:alpha val="9411"/>
            </a:srgbClr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Freeform 211"/>
          <p:cNvSpPr/>
          <p:nvPr/>
        </p:nvSpPr>
        <p:spPr>
          <a:xfrm>
            <a:off x="5097400" y="1065845"/>
            <a:ext cx="45342" cy="50318"/>
          </a:xfrm>
          <a:custGeom>
            <a:avLst/>
            <a:gdLst/>
            <a:ahLst/>
            <a:cxnLst/>
            <a:rect l="l" t="t" r="r" b="b"/>
            <a:pathLst>
              <a:path w="45342" h="50318">
                <a:moveTo>
                  <a:pt x="45342" y="37739"/>
                </a:moveTo>
                <a:lnTo>
                  <a:pt x="45342" y="12580"/>
                </a:lnTo>
                <a:close/>
                <a:lnTo>
                  <a:pt x="22671" y="0"/>
                </a:lnTo>
                <a:close/>
                <a:lnTo>
                  <a:pt x="0" y="12580"/>
                </a:lnTo>
                <a:close/>
                <a:lnTo>
                  <a:pt x="0" y="37739"/>
                </a:lnTo>
                <a:close/>
                <a:lnTo>
                  <a:pt x="22671" y="50318"/>
                </a:lnTo>
                <a:close/>
                <a:lnTo>
                  <a:pt x="45342" y="37739"/>
                </a:lnTo>
                <a:close/>
              </a:path>
            </a:pathLst>
          </a:custGeom>
          <a:solidFill>
            <a:srgbClr val="4A2C6B">
              <a:alpha val="51352"/>
            </a:srgbClr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Freeform 212"/>
          <p:cNvSpPr/>
          <p:nvPr/>
        </p:nvSpPr>
        <p:spPr>
          <a:xfrm>
            <a:off x="5097400" y="990367"/>
            <a:ext cx="45342" cy="50319"/>
          </a:xfrm>
          <a:custGeom>
            <a:avLst/>
            <a:gdLst/>
            <a:ahLst/>
            <a:cxnLst/>
            <a:rect l="l" t="t" r="r" b="b"/>
            <a:pathLst>
              <a:path w="45342" h="50319">
                <a:moveTo>
                  <a:pt x="45342" y="37739"/>
                </a:moveTo>
                <a:lnTo>
                  <a:pt x="45342" y="12580"/>
                </a:lnTo>
                <a:close/>
                <a:lnTo>
                  <a:pt x="22671" y="0"/>
                </a:lnTo>
                <a:close/>
                <a:lnTo>
                  <a:pt x="0" y="12580"/>
                </a:lnTo>
                <a:close/>
                <a:lnTo>
                  <a:pt x="0" y="37739"/>
                </a:lnTo>
                <a:close/>
                <a:lnTo>
                  <a:pt x="22671" y="50319"/>
                </a:lnTo>
                <a:close/>
                <a:lnTo>
                  <a:pt x="45342" y="37739"/>
                </a:lnTo>
                <a:close/>
              </a:path>
            </a:pathLst>
          </a:custGeom>
          <a:solidFill>
            <a:srgbClr val="A697B6">
              <a:alpha val="12352"/>
            </a:srgbClr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Freeform 213"/>
          <p:cNvSpPr/>
          <p:nvPr/>
        </p:nvSpPr>
        <p:spPr>
          <a:xfrm>
            <a:off x="5142742" y="1065845"/>
            <a:ext cx="45342" cy="50318"/>
          </a:xfrm>
          <a:custGeom>
            <a:avLst/>
            <a:gdLst/>
            <a:ahLst/>
            <a:cxnLst/>
            <a:rect l="l" t="t" r="r" b="b"/>
            <a:pathLst>
              <a:path w="45342" h="50318">
                <a:moveTo>
                  <a:pt x="45342" y="37739"/>
                </a:moveTo>
                <a:lnTo>
                  <a:pt x="45342" y="12580"/>
                </a:lnTo>
                <a:close/>
                <a:lnTo>
                  <a:pt x="22671" y="0"/>
                </a:lnTo>
                <a:close/>
                <a:lnTo>
                  <a:pt x="0" y="12580"/>
                </a:lnTo>
                <a:close/>
                <a:lnTo>
                  <a:pt x="0" y="37739"/>
                </a:lnTo>
                <a:close/>
                <a:lnTo>
                  <a:pt x="22671" y="50318"/>
                </a:lnTo>
                <a:close/>
                <a:lnTo>
                  <a:pt x="45342" y="37739"/>
                </a:lnTo>
                <a:close/>
              </a:path>
            </a:pathLst>
          </a:custGeom>
          <a:solidFill>
            <a:srgbClr val="776090">
              <a:alpha val="18823"/>
            </a:srgbClr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Freeform 214"/>
          <p:cNvSpPr/>
          <p:nvPr/>
        </p:nvSpPr>
        <p:spPr>
          <a:xfrm>
            <a:off x="5142742" y="990367"/>
            <a:ext cx="45342" cy="50319"/>
          </a:xfrm>
          <a:custGeom>
            <a:avLst/>
            <a:gdLst/>
            <a:ahLst/>
            <a:cxnLst/>
            <a:rect l="l" t="t" r="r" b="b"/>
            <a:pathLst>
              <a:path w="45342" h="50319">
                <a:moveTo>
                  <a:pt x="45342" y="37739"/>
                </a:moveTo>
                <a:lnTo>
                  <a:pt x="45342" y="12580"/>
                </a:lnTo>
                <a:close/>
                <a:lnTo>
                  <a:pt x="22671" y="0"/>
                </a:lnTo>
                <a:close/>
                <a:lnTo>
                  <a:pt x="0" y="12580"/>
                </a:lnTo>
                <a:close/>
                <a:lnTo>
                  <a:pt x="0" y="37739"/>
                </a:lnTo>
                <a:close/>
                <a:lnTo>
                  <a:pt x="22671" y="50319"/>
                </a:lnTo>
                <a:close/>
                <a:lnTo>
                  <a:pt x="45342" y="37739"/>
                </a:lnTo>
                <a:close/>
              </a:path>
            </a:pathLst>
          </a:custGeom>
          <a:solidFill>
            <a:srgbClr val="4A2C6B">
              <a:alpha val="75058"/>
            </a:srgbClr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Freeform 215"/>
          <p:cNvSpPr/>
          <p:nvPr/>
        </p:nvSpPr>
        <p:spPr>
          <a:xfrm>
            <a:off x="5188084" y="1065845"/>
            <a:ext cx="45342" cy="50318"/>
          </a:xfrm>
          <a:custGeom>
            <a:avLst/>
            <a:gdLst/>
            <a:ahLst/>
            <a:cxnLst/>
            <a:rect l="l" t="t" r="r" b="b"/>
            <a:pathLst>
              <a:path w="45342" h="50318">
                <a:moveTo>
                  <a:pt x="45342" y="37739"/>
                </a:moveTo>
                <a:lnTo>
                  <a:pt x="45342" y="12580"/>
                </a:lnTo>
                <a:close/>
                <a:lnTo>
                  <a:pt x="22671" y="0"/>
                </a:lnTo>
                <a:close/>
                <a:lnTo>
                  <a:pt x="0" y="12580"/>
                </a:lnTo>
                <a:close/>
                <a:lnTo>
                  <a:pt x="0" y="37739"/>
                </a:lnTo>
                <a:close/>
                <a:lnTo>
                  <a:pt x="22671" y="50318"/>
                </a:lnTo>
                <a:close/>
                <a:lnTo>
                  <a:pt x="45342" y="37739"/>
                </a:lnTo>
                <a:close/>
              </a:path>
            </a:pathLst>
          </a:custGeom>
          <a:noFill/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Freeform 216"/>
          <p:cNvSpPr/>
          <p:nvPr/>
        </p:nvSpPr>
        <p:spPr>
          <a:xfrm>
            <a:off x="5188084" y="990367"/>
            <a:ext cx="45342" cy="50319"/>
          </a:xfrm>
          <a:custGeom>
            <a:avLst/>
            <a:gdLst/>
            <a:ahLst/>
            <a:cxnLst/>
            <a:rect l="l" t="t" r="r" b="b"/>
            <a:pathLst>
              <a:path w="45342" h="50319">
                <a:moveTo>
                  <a:pt x="45342" y="37739"/>
                </a:moveTo>
                <a:lnTo>
                  <a:pt x="45342" y="12580"/>
                </a:lnTo>
                <a:close/>
                <a:lnTo>
                  <a:pt x="22671" y="0"/>
                </a:lnTo>
                <a:close/>
                <a:lnTo>
                  <a:pt x="0" y="12580"/>
                </a:lnTo>
                <a:close/>
                <a:lnTo>
                  <a:pt x="0" y="37739"/>
                </a:lnTo>
                <a:close/>
                <a:lnTo>
                  <a:pt x="22671" y="50319"/>
                </a:lnTo>
                <a:close/>
                <a:lnTo>
                  <a:pt x="45342" y="37739"/>
                </a:lnTo>
                <a:close/>
              </a:path>
            </a:pathLst>
          </a:custGeom>
          <a:solidFill>
            <a:srgbClr val="4A2C6B">
              <a:alpha val="60000"/>
            </a:srgbClr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Freeform 217"/>
          <p:cNvSpPr/>
          <p:nvPr/>
        </p:nvSpPr>
        <p:spPr>
          <a:xfrm>
            <a:off x="5188084" y="914890"/>
            <a:ext cx="45342" cy="50318"/>
          </a:xfrm>
          <a:custGeom>
            <a:avLst/>
            <a:gdLst/>
            <a:ahLst/>
            <a:cxnLst/>
            <a:rect l="l" t="t" r="r" b="b"/>
            <a:pathLst>
              <a:path w="45342" h="50318">
                <a:moveTo>
                  <a:pt x="45342" y="37739"/>
                </a:moveTo>
                <a:lnTo>
                  <a:pt x="45342" y="12579"/>
                </a:lnTo>
                <a:close/>
                <a:lnTo>
                  <a:pt x="22671" y="0"/>
                </a:lnTo>
                <a:close/>
                <a:lnTo>
                  <a:pt x="0" y="12579"/>
                </a:lnTo>
                <a:close/>
                <a:lnTo>
                  <a:pt x="0" y="37739"/>
                </a:lnTo>
                <a:close/>
                <a:lnTo>
                  <a:pt x="22671" y="50318"/>
                </a:lnTo>
                <a:close/>
                <a:lnTo>
                  <a:pt x="45342" y="37739"/>
                </a:lnTo>
                <a:close/>
              </a:path>
            </a:pathLst>
          </a:custGeom>
          <a:solidFill>
            <a:srgbClr val="4A2C6B">
              <a:alpha val="25000"/>
            </a:srgbClr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Freeform 218"/>
          <p:cNvSpPr/>
          <p:nvPr/>
        </p:nvSpPr>
        <p:spPr>
          <a:xfrm>
            <a:off x="5233426" y="1065845"/>
            <a:ext cx="45343" cy="50318"/>
          </a:xfrm>
          <a:custGeom>
            <a:avLst/>
            <a:gdLst/>
            <a:ahLst/>
            <a:cxnLst/>
            <a:rect l="l" t="t" r="r" b="b"/>
            <a:pathLst>
              <a:path w="45343" h="50318">
                <a:moveTo>
                  <a:pt x="45343" y="37739"/>
                </a:moveTo>
                <a:lnTo>
                  <a:pt x="45343" y="12580"/>
                </a:lnTo>
                <a:close/>
                <a:lnTo>
                  <a:pt x="22672" y="0"/>
                </a:lnTo>
                <a:close/>
                <a:lnTo>
                  <a:pt x="0" y="12580"/>
                </a:lnTo>
                <a:close/>
                <a:lnTo>
                  <a:pt x="0" y="37739"/>
                </a:lnTo>
                <a:close/>
                <a:lnTo>
                  <a:pt x="22672" y="50318"/>
                </a:lnTo>
                <a:close/>
                <a:lnTo>
                  <a:pt x="45343" y="37739"/>
                </a:lnTo>
                <a:close/>
              </a:path>
            </a:pathLst>
          </a:custGeom>
          <a:noFill/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Freeform 219"/>
          <p:cNvSpPr/>
          <p:nvPr/>
        </p:nvSpPr>
        <p:spPr>
          <a:xfrm>
            <a:off x="5233426" y="990367"/>
            <a:ext cx="45343" cy="50319"/>
          </a:xfrm>
          <a:custGeom>
            <a:avLst/>
            <a:gdLst/>
            <a:ahLst/>
            <a:cxnLst/>
            <a:rect l="l" t="t" r="r" b="b"/>
            <a:pathLst>
              <a:path w="45343" h="50319">
                <a:moveTo>
                  <a:pt x="45343" y="37739"/>
                </a:moveTo>
                <a:lnTo>
                  <a:pt x="45343" y="12580"/>
                </a:lnTo>
                <a:close/>
                <a:lnTo>
                  <a:pt x="22672" y="0"/>
                </a:lnTo>
                <a:close/>
                <a:lnTo>
                  <a:pt x="0" y="12580"/>
                </a:lnTo>
                <a:close/>
                <a:lnTo>
                  <a:pt x="0" y="37739"/>
                </a:lnTo>
                <a:close/>
                <a:lnTo>
                  <a:pt x="22672" y="50319"/>
                </a:lnTo>
                <a:close/>
                <a:lnTo>
                  <a:pt x="45343" y="37739"/>
                </a:lnTo>
                <a:close/>
              </a:path>
            </a:pathLst>
          </a:custGeom>
          <a:solidFill>
            <a:srgbClr val="4A2C6B">
              <a:alpha val="38176"/>
            </a:srgbClr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Freeform 220"/>
          <p:cNvSpPr/>
          <p:nvPr/>
        </p:nvSpPr>
        <p:spPr>
          <a:xfrm>
            <a:off x="5233426" y="914890"/>
            <a:ext cx="45343" cy="50318"/>
          </a:xfrm>
          <a:custGeom>
            <a:avLst/>
            <a:gdLst/>
            <a:ahLst/>
            <a:cxnLst/>
            <a:rect l="l" t="t" r="r" b="b"/>
            <a:pathLst>
              <a:path w="45343" h="50318">
                <a:moveTo>
                  <a:pt x="45343" y="37739"/>
                </a:moveTo>
                <a:lnTo>
                  <a:pt x="45343" y="12579"/>
                </a:lnTo>
                <a:close/>
                <a:lnTo>
                  <a:pt x="22672" y="0"/>
                </a:lnTo>
                <a:close/>
                <a:lnTo>
                  <a:pt x="0" y="12579"/>
                </a:lnTo>
                <a:close/>
                <a:lnTo>
                  <a:pt x="0" y="37739"/>
                </a:lnTo>
                <a:close/>
                <a:lnTo>
                  <a:pt x="22672" y="50318"/>
                </a:lnTo>
                <a:close/>
                <a:lnTo>
                  <a:pt x="45343" y="37739"/>
                </a:lnTo>
                <a:close/>
              </a:path>
            </a:pathLst>
          </a:custGeom>
          <a:solidFill>
            <a:srgbClr val="61477E">
              <a:alpha val="21764"/>
            </a:srgbClr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Freeform 221"/>
          <p:cNvSpPr/>
          <p:nvPr/>
        </p:nvSpPr>
        <p:spPr>
          <a:xfrm>
            <a:off x="5233426" y="839412"/>
            <a:ext cx="45343" cy="50319"/>
          </a:xfrm>
          <a:custGeom>
            <a:avLst/>
            <a:gdLst/>
            <a:ahLst/>
            <a:cxnLst/>
            <a:rect l="l" t="t" r="r" b="b"/>
            <a:pathLst>
              <a:path w="45343" h="50319">
                <a:moveTo>
                  <a:pt x="45343" y="37739"/>
                </a:moveTo>
                <a:lnTo>
                  <a:pt x="45343" y="12580"/>
                </a:lnTo>
                <a:close/>
                <a:lnTo>
                  <a:pt x="22672" y="0"/>
                </a:lnTo>
                <a:close/>
                <a:lnTo>
                  <a:pt x="0" y="12580"/>
                </a:lnTo>
                <a:close/>
                <a:lnTo>
                  <a:pt x="0" y="37739"/>
                </a:lnTo>
                <a:close/>
                <a:lnTo>
                  <a:pt x="22672" y="50319"/>
                </a:lnTo>
                <a:close/>
                <a:lnTo>
                  <a:pt x="45343" y="37739"/>
                </a:lnTo>
                <a:close/>
              </a:path>
            </a:pathLst>
          </a:custGeom>
          <a:solidFill>
            <a:srgbClr val="D2CBDA">
              <a:alpha val="6176"/>
            </a:srgbClr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Freeform 222"/>
          <p:cNvSpPr/>
          <p:nvPr/>
        </p:nvSpPr>
        <p:spPr>
          <a:xfrm>
            <a:off x="5278769" y="990367"/>
            <a:ext cx="45342" cy="50319"/>
          </a:xfrm>
          <a:custGeom>
            <a:avLst/>
            <a:gdLst/>
            <a:ahLst/>
            <a:cxnLst/>
            <a:rect l="l" t="t" r="r" b="b"/>
            <a:pathLst>
              <a:path w="45342" h="50319">
                <a:moveTo>
                  <a:pt x="45342" y="37739"/>
                </a:moveTo>
                <a:lnTo>
                  <a:pt x="45342" y="12580"/>
                </a:lnTo>
                <a:close/>
                <a:lnTo>
                  <a:pt x="22671" y="0"/>
                </a:lnTo>
                <a:close/>
                <a:lnTo>
                  <a:pt x="0" y="12580"/>
                </a:lnTo>
                <a:close/>
                <a:lnTo>
                  <a:pt x="0" y="37739"/>
                </a:lnTo>
                <a:close/>
                <a:lnTo>
                  <a:pt x="22671" y="50319"/>
                </a:lnTo>
                <a:close/>
                <a:lnTo>
                  <a:pt x="45342" y="37739"/>
                </a:lnTo>
                <a:close/>
              </a:path>
            </a:pathLst>
          </a:custGeom>
          <a:solidFill>
            <a:srgbClr val="A697B6">
              <a:alpha val="12352"/>
            </a:srgbClr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Freeform 223"/>
          <p:cNvSpPr/>
          <p:nvPr/>
        </p:nvSpPr>
        <p:spPr>
          <a:xfrm>
            <a:off x="5278769" y="914890"/>
            <a:ext cx="45342" cy="50318"/>
          </a:xfrm>
          <a:custGeom>
            <a:avLst/>
            <a:gdLst/>
            <a:ahLst/>
            <a:cxnLst/>
            <a:rect l="l" t="t" r="r" b="b"/>
            <a:pathLst>
              <a:path w="45342" h="50318">
                <a:moveTo>
                  <a:pt x="45342" y="37739"/>
                </a:moveTo>
                <a:lnTo>
                  <a:pt x="45342" y="12579"/>
                </a:lnTo>
                <a:close/>
                <a:lnTo>
                  <a:pt x="22671" y="0"/>
                </a:lnTo>
                <a:close/>
                <a:lnTo>
                  <a:pt x="0" y="12579"/>
                </a:lnTo>
                <a:close/>
                <a:lnTo>
                  <a:pt x="0" y="37739"/>
                </a:lnTo>
                <a:close/>
                <a:lnTo>
                  <a:pt x="22671" y="50318"/>
                </a:lnTo>
                <a:close/>
                <a:lnTo>
                  <a:pt x="45342" y="37739"/>
                </a:lnTo>
                <a:close/>
              </a:path>
            </a:pathLst>
          </a:custGeom>
          <a:solidFill>
            <a:srgbClr val="4A2C6B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Freeform 224"/>
          <p:cNvSpPr/>
          <p:nvPr/>
        </p:nvSpPr>
        <p:spPr>
          <a:xfrm>
            <a:off x="5278769" y="839412"/>
            <a:ext cx="45342" cy="50319"/>
          </a:xfrm>
          <a:custGeom>
            <a:avLst/>
            <a:gdLst/>
            <a:ahLst/>
            <a:cxnLst/>
            <a:rect l="l" t="t" r="r" b="b"/>
            <a:pathLst>
              <a:path w="45342" h="50319">
                <a:moveTo>
                  <a:pt x="45342" y="37739"/>
                </a:moveTo>
                <a:lnTo>
                  <a:pt x="45342" y="12580"/>
                </a:lnTo>
                <a:close/>
                <a:lnTo>
                  <a:pt x="22671" y="0"/>
                </a:lnTo>
                <a:close/>
                <a:lnTo>
                  <a:pt x="0" y="12580"/>
                </a:lnTo>
                <a:close/>
                <a:lnTo>
                  <a:pt x="0" y="37739"/>
                </a:lnTo>
                <a:close/>
                <a:lnTo>
                  <a:pt x="22671" y="50319"/>
                </a:lnTo>
                <a:close/>
                <a:lnTo>
                  <a:pt x="45342" y="37739"/>
                </a:lnTo>
                <a:close/>
              </a:path>
            </a:pathLst>
          </a:custGeom>
          <a:solidFill>
            <a:srgbClr val="61477E">
              <a:alpha val="21764"/>
            </a:srgbClr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Freeform 225"/>
          <p:cNvSpPr/>
          <p:nvPr/>
        </p:nvSpPr>
        <p:spPr>
          <a:xfrm>
            <a:off x="5324111" y="990367"/>
            <a:ext cx="45342" cy="50319"/>
          </a:xfrm>
          <a:custGeom>
            <a:avLst/>
            <a:gdLst/>
            <a:ahLst/>
            <a:cxnLst/>
            <a:rect l="l" t="t" r="r" b="b"/>
            <a:pathLst>
              <a:path w="45342" h="50319">
                <a:moveTo>
                  <a:pt x="45342" y="37739"/>
                </a:moveTo>
                <a:lnTo>
                  <a:pt x="45342" y="12580"/>
                </a:lnTo>
                <a:close/>
                <a:lnTo>
                  <a:pt x="22671" y="0"/>
                </a:lnTo>
                <a:close/>
                <a:lnTo>
                  <a:pt x="0" y="12580"/>
                </a:lnTo>
                <a:close/>
                <a:lnTo>
                  <a:pt x="0" y="37739"/>
                </a:lnTo>
                <a:close/>
                <a:lnTo>
                  <a:pt x="22671" y="50319"/>
                </a:lnTo>
                <a:close/>
                <a:lnTo>
                  <a:pt x="45342" y="37739"/>
                </a:lnTo>
                <a:close/>
              </a:path>
            </a:pathLst>
          </a:custGeom>
          <a:noFill/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Freeform 226"/>
          <p:cNvSpPr/>
          <p:nvPr/>
        </p:nvSpPr>
        <p:spPr>
          <a:xfrm>
            <a:off x="5324111" y="914890"/>
            <a:ext cx="45342" cy="50318"/>
          </a:xfrm>
          <a:custGeom>
            <a:avLst/>
            <a:gdLst/>
            <a:ahLst/>
            <a:cxnLst/>
            <a:rect l="l" t="t" r="r" b="b"/>
            <a:pathLst>
              <a:path w="45342" h="50318">
                <a:moveTo>
                  <a:pt x="45342" y="37739"/>
                </a:moveTo>
                <a:lnTo>
                  <a:pt x="45342" y="12579"/>
                </a:lnTo>
                <a:close/>
                <a:lnTo>
                  <a:pt x="22671" y="0"/>
                </a:lnTo>
                <a:close/>
                <a:lnTo>
                  <a:pt x="0" y="12579"/>
                </a:lnTo>
                <a:close/>
                <a:lnTo>
                  <a:pt x="0" y="37739"/>
                </a:lnTo>
                <a:close/>
                <a:lnTo>
                  <a:pt x="22671" y="50318"/>
                </a:lnTo>
                <a:close/>
                <a:lnTo>
                  <a:pt x="45342" y="37739"/>
                </a:lnTo>
                <a:close/>
              </a:path>
            </a:pathLst>
          </a:custGeom>
          <a:solidFill>
            <a:srgbClr val="A697B6">
              <a:alpha val="12352"/>
            </a:srgbClr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Freeform 227"/>
          <p:cNvSpPr/>
          <p:nvPr/>
        </p:nvSpPr>
        <p:spPr>
          <a:xfrm>
            <a:off x="5324111" y="839412"/>
            <a:ext cx="45342" cy="50319"/>
          </a:xfrm>
          <a:custGeom>
            <a:avLst/>
            <a:gdLst/>
            <a:ahLst/>
            <a:cxnLst/>
            <a:rect l="l" t="t" r="r" b="b"/>
            <a:pathLst>
              <a:path w="45342" h="50319">
                <a:moveTo>
                  <a:pt x="45342" y="37739"/>
                </a:moveTo>
                <a:lnTo>
                  <a:pt x="45342" y="12580"/>
                </a:lnTo>
                <a:close/>
                <a:lnTo>
                  <a:pt x="22671" y="0"/>
                </a:lnTo>
                <a:close/>
                <a:lnTo>
                  <a:pt x="0" y="12580"/>
                </a:lnTo>
                <a:close/>
                <a:lnTo>
                  <a:pt x="0" y="37739"/>
                </a:lnTo>
                <a:close/>
                <a:lnTo>
                  <a:pt x="22671" y="50319"/>
                </a:lnTo>
                <a:close/>
                <a:lnTo>
                  <a:pt x="45342" y="37739"/>
                </a:lnTo>
                <a:close/>
              </a:path>
            </a:pathLst>
          </a:custGeom>
          <a:solidFill>
            <a:srgbClr val="4A2C6B">
              <a:alpha val="25000"/>
            </a:srgbClr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Freeform 228"/>
          <p:cNvSpPr/>
          <p:nvPr/>
        </p:nvSpPr>
        <p:spPr>
          <a:xfrm>
            <a:off x="5324111" y="763935"/>
            <a:ext cx="45342" cy="50318"/>
          </a:xfrm>
          <a:custGeom>
            <a:avLst/>
            <a:gdLst/>
            <a:ahLst/>
            <a:cxnLst/>
            <a:rect l="l" t="t" r="r" b="b"/>
            <a:pathLst>
              <a:path w="45342" h="50318">
                <a:moveTo>
                  <a:pt x="45342" y="37738"/>
                </a:moveTo>
                <a:lnTo>
                  <a:pt x="45342" y="12579"/>
                </a:lnTo>
                <a:close/>
                <a:lnTo>
                  <a:pt x="22671" y="0"/>
                </a:lnTo>
                <a:close/>
                <a:lnTo>
                  <a:pt x="0" y="12579"/>
                </a:lnTo>
                <a:close/>
                <a:lnTo>
                  <a:pt x="0" y="37738"/>
                </a:lnTo>
                <a:close/>
                <a:lnTo>
                  <a:pt x="22671" y="50318"/>
                </a:lnTo>
                <a:close/>
                <a:lnTo>
                  <a:pt x="45342" y="37738"/>
                </a:lnTo>
                <a:close/>
              </a:path>
            </a:pathLst>
          </a:custGeom>
          <a:noFill/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Freeform 229"/>
          <p:cNvSpPr/>
          <p:nvPr/>
        </p:nvSpPr>
        <p:spPr>
          <a:xfrm>
            <a:off x="5369453" y="914890"/>
            <a:ext cx="45342" cy="50318"/>
          </a:xfrm>
          <a:custGeom>
            <a:avLst/>
            <a:gdLst/>
            <a:ahLst/>
            <a:cxnLst/>
            <a:rect l="l" t="t" r="r" b="b"/>
            <a:pathLst>
              <a:path w="45342" h="50318">
                <a:moveTo>
                  <a:pt x="45342" y="37739"/>
                </a:moveTo>
                <a:lnTo>
                  <a:pt x="45342" y="12579"/>
                </a:lnTo>
                <a:close/>
                <a:lnTo>
                  <a:pt x="22671" y="0"/>
                </a:lnTo>
                <a:close/>
                <a:lnTo>
                  <a:pt x="0" y="12579"/>
                </a:lnTo>
                <a:close/>
                <a:lnTo>
                  <a:pt x="0" y="37739"/>
                </a:lnTo>
                <a:close/>
                <a:lnTo>
                  <a:pt x="22671" y="50318"/>
                </a:lnTo>
                <a:close/>
                <a:lnTo>
                  <a:pt x="45342" y="37739"/>
                </a:lnTo>
                <a:close/>
              </a:path>
            </a:pathLst>
          </a:custGeom>
          <a:solidFill>
            <a:srgbClr val="D2CBDA">
              <a:alpha val="6176"/>
            </a:srgbClr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Freeform 230"/>
          <p:cNvSpPr/>
          <p:nvPr/>
        </p:nvSpPr>
        <p:spPr>
          <a:xfrm>
            <a:off x="5369453" y="839412"/>
            <a:ext cx="45342" cy="50319"/>
          </a:xfrm>
          <a:custGeom>
            <a:avLst/>
            <a:gdLst/>
            <a:ahLst/>
            <a:cxnLst/>
            <a:rect l="l" t="t" r="r" b="b"/>
            <a:pathLst>
              <a:path w="45342" h="50319">
                <a:moveTo>
                  <a:pt x="45342" y="37739"/>
                </a:moveTo>
                <a:lnTo>
                  <a:pt x="45342" y="12580"/>
                </a:lnTo>
                <a:close/>
                <a:lnTo>
                  <a:pt x="22671" y="0"/>
                </a:lnTo>
                <a:close/>
                <a:lnTo>
                  <a:pt x="0" y="12580"/>
                </a:lnTo>
                <a:close/>
                <a:lnTo>
                  <a:pt x="0" y="37739"/>
                </a:lnTo>
                <a:close/>
                <a:lnTo>
                  <a:pt x="22671" y="50319"/>
                </a:lnTo>
                <a:close/>
                <a:lnTo>
                  <a:pt x="45342" y="37739"/>
                </a:lnTo>
                <a:close/>
              </a:path>
            </a:pathLst>
          </a:custGeom>
          <a:solidFill>
            <a:srgbClr val="4A2C6B">
              <a:alpha val="25000"/>
            </a:srgbClr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Freeform 231"/>
          <p:cNvSpPr/>
          <p:nvPr/>
        </p:nvSpPr>
        <p:spPr>
          <a:xfrm>
            <a:off x="5369453" y="763935"/>
            <a:ext cx="45342" cy="50318"/>
          </a:xfrm>
          <a:custGeom>
            <a:avLst/>
            <a:gdLst/>
            <a:ahLst/>
            <a:cxnLst/>
            <a:rect l="l" t="t" r="r" b="b"/>
            <a:pathLst>
              <a:path w="45342" h="50318">
                <a:moveTo>
                  <a:pt x="45342" y="37738"/>
                </a:moveTo>
                <a:lnTo>
                  <a:pt x="45342" y="12579"/>
                </a:lnTo>
                <a:close/>
                <a:lnTo>
                  <a:pt x="22671" y="0"/>
                </a:lnTo>
                <a:close/>
                <a:lnTo>
                  <a:pt x="0" y="12579"/>
                </a:lnTo>
                <a:close/>
                <a:lnTo>
                  <a:pt x="0" y="37738"/>
                </a:lnTo>
                <a:close/>
                <a:lnTo>
                  <a:pt x="22671" y="50318"/>
                </a:lnTo>
                <a:close/>
                <a:lnTo>
                  <a:pt x="45342" y="37738"/>
                </a:lnTo>
                <a:close/>
              </a:path>
            </a:pathLst>
          </a:custGeom>
          <a:solidFill>
            <a:srgbClr val="BBB0C7">
              <a:alpha val="9411"/>
            </a:srgbClr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Freeform 232"/>
          <p:cNvSpPr/>
          <p:nvPr/>
        </p:nvSpPr>
        <p:spPr>
          <a:xfrm>
            <a:off x="5369453" y="688457"/>
            <a:ext cx="45342" cy="50318"/>
          </a:xfrm>
          <a:custGeom>
            <a:avLst/>
            <a:gdLst/>
            <a:ahLst/>
            <a:cxnLst/>
            <a:rect l="l" t="t" r="r" b="b"/>
            <a:pathLst>
              <a:path w="45342" h="50318">
                <a:moveTo>
                  <a:pt x="45342" y="37739"/>
                </a:moveTo>
                <a:lnTo>
                  <a:pt x="45342" y="12580"/>
                </a:lnTo>
                <a:close/>
                <a:lnTo>
                  <a:pt x="22671" y="0"/>
                </a:lnTo>
                <a:close/>
                <a:lnTo>
                  <a:pt x="0" y="12580"/>
                </a:lnTo>
                <a:close/>
                <a:lnTo>
                  <a:pt x="0" y="37739"/>
                </a:lnTo>
                <a:close/>
                <a:lnTo>
                  <a:pt x="22671" y="50318"/>
                </a:lnTo>
                <a:close/>
                <a:lnTo>
                  <a:pt x="45342" y="37739"/>
                </a:lnTo>
                <a:close/>
              </a:path>
            </a:pathLst>
          </a:custGeom>
          <a:solidFill>
            <a:srgbClr val="EAE6EE">
              <a:alpha val="2941"/>
            </a:srgbClr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Freeform 233"/>
          <p:cNvSpPr/>
          <p:nvPr/>
        </p:nvSpPr>
        <p:spPr>
          <a:xfrm>
            <a:off x="5414795" y="914890"/>
            <a:ext cx="45342" cy="50318"/>
          </a:xfrm>
          <a:custGeom>
            <a:avLst/>
            <a:gdLst/>
            <a:ahLst/>
            <a:cxnLst/>
            <a:rect l="l" t="t" r="r" b="b"/>
            <a:pathLst>
              <a:path w="45342" h="50318">
                <a:moveTo>
                  <a:pt x="45342" y="37739"/>
                </a:moveTo>
                <a:lnTo>
                  <a:pt x="45342" y="12579"/>
                </a:lnTo>
                <a:close/>
                <a:lnTo>
                  <a:pt x="22671" y="0"/>
                </a:lnTo>
                <a:close/>
                <a:lnTo>
                  <a:pt x="0" y="12579"/>
                </a:lnTo>
                <a:close/>
                <a:lnTo>
                  <a:pt x="0" y="37739"/>
                </a:lnTo>
                <a:close/>
                <a:lnTo>
                  <a:pt x="22671" y="50318"/>
                </a:lnTo>
                <a:close/>
                <a:lnTo>
                  <a:pt x="45342" y="37739"/>
                </a:lnTo>
                <a:close/>
              </a:path>
            </a:pathLst>
          </a:custGeom>
          <a:noFill/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Freeform 234"/>
          <p:cNvSpPr/>
          <p:nvPr/>
        </p:nvSpPr>
        <p:spPr>
          <a:xfrm>
            <a:off x="5414795" y="839412"/>
            <a:ext cx="45342" cy="50319"/>
          </a:xfrm>
          <a:custGeom>
            <a:avLst/>
            <a:gdLst/>
            <a:ahLst/>
            <a:cxnLst/>
            <a:rect l="l" t="t" r="r" b="b"/>
            <a:pathLst>
              <a:path w="45342" h="50319">
                <a:moveTo>
                  <a:pt x="45342" y="37739"/>
                </a:moveTo>
                <a:lnTo>
                  <a:pt x="45342" y="12580"/>
                </a:lnTo>
                <a:close/>
                <a:lnTo>
                  <a:pt x="22671" y="0"/>
                </a:lnTo>
                <a:close/>
                <a:lnTo>
                  <a:pt x="0" y="12580"/>
                </a:lnTo>
                <a:close/>
                <a:lnTo>
                  <a:pt x="0" y="37739"/>
                </a:lnTo>
                <a:close/>
                <a:lnTo>
                  <a:pt x="22671" y="50319"/>
                </a:lnTo>
                <a:close/>
                <a:lnTo>
                  <a:pt x="45342" y="37739"/>
                </a:lnTo>
                <a:close/>
              </a:path>
            </a:pathLst>
          </a:custGeom>
          <a:noFill/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Freeform 235"/>
          <p:cNvSpPr/>
          <p:nvPr/>
        </p:nvSpPr>
        <p:spPr>
          <a:xfrm>
            <a:off x="5414795" y="763935"/>
            <a:ext cx="45342" cy="50318"/>
          </a:xfrm>
          <a:custGeom>
            <a:avLst/>
            <a:gdLst/>
            <a:ahLst/>
            <a:cxnLst/>
            <a:rect l="l" t="t" r="r" b="b"/>
            <a:pathLst>
              <a:path w="45342" h="50318">
                <a:moveTo>
                  <a:pt x="45342" y="37738"/>
                </a:moveTo>
                <a:lnTo>
                  <a:pt x="45342" y="12579"/>
                </a:lnTo>
                <a:close/>
                <a:lnTo>
                  <a:pt x="22671" y="0"/>
                </a:lnTo>
                <a:close/>
                <a:lnTo>
                  <a:pt x="0" y="12579"/>
                </a:lnTo>
                <a:close/>
                <a:lnTo>
                  <a:pt x="0" y="37738"/>
                </a:lnTo>
                <a:close/>
                <a:lnTo>
                  <a:pt x="22671" y="50318"/>
                </a:lnTo>
                <a:close/>
                <a:lnTo>
                  <a:pt x="45342" y="37738"/>
                </a:lnTo>
                <a:close/>
              </a:path>
            </a:pathLst>
          </a:custGeom>
          <a:solidFill>
            <a:srgbClr val="BBB0C7">
              <a:alpha val="9411"/>
            </a:srgbClr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Freeform 236"/>
          <p:cNvSpPr/>
          <p:nvPr/>
        </p:nvSpPr>
        <p:spPr>
          <a:xfrm>
            <a:off x="5414795" y="688457"/>
            <a:ext cx="45342" cy="50318"/>
          </a:xfrm>
          <a:custGeom>
            <a:avLst/>
            <a:gdLst/>
            <a:ahLst/>
            <a:cxnLst/>
            <a:rect l="l" t="t" r="r" b="b"/>
            <a:pathLst>
              <a:path w="45342" h="50318">
                <a:moveTo>
                  <a:pt x="45342" y="37739"/>
                </a:moveTo>
                <a:lnTo>
                  <a:pt x="45342" y="12580"/>
                </a:lnTo>
                <a:close/>
                <a:lnTo>
                  <a:pt x="22671" y="0"/>
                </a:lnTo>
                <a:close/>
                <a:lnTo>
                  <a:pt x="0" y="12580"/>
                </a:lnTo>
                <a:close/>
                <a:lnTo>
                  <a:pt x="0" y="37739"/>
                </a:lnTo>
                <a:close/>
                <a:lnTo>
                  <a:pt x="22671" y="50318"/>
                </a:lnTo>
                <a:close/>
                <a:lnTo>
                  <a:pt x="45342" y="37739"/>
                </a:lnTo>
                <a:close/>
              </a:path>
            </a:pathLst>
          </a:custGeom>
          <a:solidFill>
            <a:srgbClr val="A697B6">
              <a:alpha val="12352"/>
            </a:srgbClr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Freeform 237"/>
          <p:cNvSpPr/>
          <p:nvPr/>
        </p:nvSpPr>
        <p:spPr>
          <a:xfrm>
            <a:off x="5460137" y="839412"/>
            <a:ext cx="45342" cy="50319"/>
          </a:xfrm>
          <a:custGeom>
            <a:avLst/>
            <a:gdLst/>
            <a:ahLst/>
            <a:cxnLst/>
            <a:rect l="l" t="t" r="r" b="b"/>
            <a:pathLst>
              <a:path w="45342" h="50319">
                <a:moveTo>
                  <a:pt x="45342" y="37739"/>
                </a:moveTo>
                <a:lnTo>
                  <a:pt x="45342" y="12580"/>
                </a:lnTo>
                <a:close/>
                <a:lnTo>
                  <a:pt x="22671" y="0"/>
                </a:lnTo>
                <a:close/>
                <a:lnTo>
                  <a:pt x="0" y="12580"/>
                </a:lnTo>
                <a:close/>
                <a:lnTo>
                  <a:pt x="0" y="37739"/>
                </a:lnTo>
                <a:close/>
                <a:lnTo>
                  <a:pt x="22671" y="50319"/>
                </a:lnTo>
                <a:close/>
                <a:lnTo>
                  <a:pt x="45342" y="37739"/>
                </a:lnTo>
                <a:close/>
              </a:path>
            </a:pathLst>
          </a:custGeom>
          <a:noFill/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Freeform 238"/>
          <p:cNvSpPr/>
          <p:nvPr/>
        </p:nvSpPr>
        <p:spPr>
          <a:xfrm>
            <a:off x="5460137" y="763935"/>
            <a:ext cx="45342" cy="50318"/>
          </a:xfrm>
          <a:custGeom>
            <a:avLst/>
            <a:gdLst/>
            <a:ahLst/>
            <a:cxnLst/>
            <a:rect l="l" t="t" r="r" b="b"/>
            <a:pathLst>
              <a:path w="45342" h="50318">
                <a:moveTo>
                  <a:pt x="45342" y="37738"/>
                </a:moveTo>
                <a:lnTo>
                  <a:pt x="45342" y="12579"/>
                </a:lnTo>
                <a:close/>
                <a:lnTo>
                  <a:pt x="22671" y="0"/>
                </a:lnTo>
                <a:close/>
                <a:lnTo>
                  <a:pt x="0" y="12579"/>
                </a:lnTo>
                <a:close/>
                <a:lnTo>
                  <a:pt x="0" y="37738"/>
                </a:lnTo>
                <a:close/>
                <a:lnTo>
                  <a:pt x="22671" y="50318"/>
                </a:lnTo>
                <a:close/>
                <a:lnTo>
                  <a:pt x="45342" y="37738"/>
                </a:lnTo>
                <a:close/>
              </a:path>
            </a:pathLst>
          </a:custGeom>
          <a:solidFill>
            <a:srgbClr val="4A2C6B">
              <a:alpha val="25000"/>
            </a:srgbClr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Freeform 239"/>
          <p:cNvSpPr/>
          <p:nvPr/>
        </p:nvSpPr>
        <p:spPr>
          <a:xfrm>
            <a:off x="5460137" y="688457"/>
            <a:ext cx="45342" cy="50318"/>
          </a:xfrm>
          <a:custGeom>
            <a:avLst/>
            <a:gdLst/>
            <a:ahLst/>
            <a:cxnLst/>
            <a:rect l="l" t="t" r="r" b="b"/>
            <a:pathLst>
              <a:path w="45342" h="50318">
                <a:moveTo>
                  <a:pt x="45342" y="37739"/>
                </a:moveTo>
                <a:lnTo>
                  <a:pt x="45342" y="12580"/>
                </a:lnTo>
                <a:close/>
                <a:lnTo>
                  <a:pt x="22671" y="0"/>
                </a:lnTo>
                <a:close/>
                <a:lnTo>
                  <a:pt x="0" y="12580"/>
                </a:lnTo>
                <a:close/>
                <a:lnTo>
                  <a:pt x="0" y="37739"/>
                </a:lnTo>
                <a:close/>
                <a:lnTo>
                  <a:pt x="22671" y="50318"/>
                </a:lnTo>
                <a:close/>
                <a:lnTo>
                  <a:pt x="45342" y="37739"/>
                </a:lnTo>
                <a:close/>
              </a:path>
            </a:pathLst>
          </a:custGeom>
          <a:solidFill>
            <a:srgbClr val="EAE6EE">
              <a:alpha val="2941"/>
            </a:srgbClr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Freeform 240"/>
          <p:cNvSpPr/>
          <p:nvPr/>
        </p:nvSpPr>
        <p:spPr>
          <a:xfrm>
            <a:off x="5505479" y="763935"/>
            <a:ext cx="45342" cy="50318"/>
          </a:xfrm>
          <a:custGeom>
            <a:avLst/>
            <a:gdLst/>
            <a:ahLst/>
            <a:cxnLst/>
            <a:rect l="l" t="t" r="r" b="b"/>
            <a:pathLst>
              <a:path w="45342" h="50318">
                <a:moveTo>
                  <a:pt x="45342" y="37738"/>
                </a:moveTo>
                <a:lnTo>
                  <a:pt x="45342" y="12579"/>
                </a:lnTo>
                <a:close/>
                <a:lnTo>
                  <a:pt x="22671" y="0"/>
                </a:lnTo>
                <a:close/>
                <a:lnTo>
                  <a:pt x="0" y="12579"/>
                </a:lnTo>
                <a:close/>
                <a:lnTo>
                  <a:pt x="0" y="37738"/>
                </a:lnTo>
                <a:close/>
                <a:lnTo>
                  <a:pt x="22671" y="50318"/>
                </a:lnTo>
                <a:close/>
                <a:lnTo>
                  <a:pt x="45342" y="37738"/>
                </a:lnTo>
                <a:close/>
              </a:path>
            </a:pathLst>
          </a:custGeom>
          <a:noFill/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Freeform 241"/>
          <p:cNvSpPr/>
          <p:nvPr/>
        </p:nvSpPr>
        <p:spPr>
          <a:xfrm>
            <a:off x="5505479" y="688457"/>
            <a:ext cx="45342" cy="50318"/>
          </a:xfrm>
          <a:custGeom>
            <a:avLst/>
            <a:gdLst/>
            <a:ahLst/>
            <a:cxnLst/>
            <a:rect l="l" t="t" r="r" b="b"/>
            <a:pathLst>
              <a:path w="45342" h="50318">
                <a:moveTo>
                  <a:pt x="45342" y="37739"/>
                </a:moveTo>
                <a:lnTo>
                  <a:pt x="45342" y="12580"/>
                </a:lnTo>
                <a:close/>
                <a:lnTo>
                  <a:pt x="22671" y="0"/>
                </a:lnTo>
                <a:close/>
                <a:lnTo>
                  <a:pt x="0" y="12580"/>
                </a:lnTo>
                <a:close/>
                <a:lnTo>
                  <a:pt x="0" y="37739"/>
                </a:lnTo>
                <a:close/>
                <a:lnTo>
                  <a:pt x="22671" y="50318"/>
                </a:lnTo>
                <a:close/>
                <a:lnTo>
                  <a:pt x="45342" y="37739"/>
                </a:lnTo>
                <a:close/>
              </a:path>
            </a:pathLst>
          </a:custGeom>
          <a:solidFill>
            <a:srgbClr val="BBB0C7">
              <a:alpha val="9411"/>
            </a:srgbClr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Freeform 242"/>
          <p:cNvSpPr/>
          <p:nvPr/>
        </p:nvSpPr>
        <p:spPr>
          <a:xfrm>
            <a:off x="5550821" y="763935"/>
            <a:ext cx="45342" cy="50318"/>
          </a:xfrm>
          <a:custGeom>
            <a:avLst/>
            <a:gdLst/>
            <a:ahLst/>
            <a:cxnLst/>
            <a:rect l="l" t="t" r="r" b="b"/>
            <a:pathLst>
              <a:path w="45342" h="50318">
                <a:moveTo>
                  <a:pt x="45342" y="37738"/>
                </a:moveTo>
                <a:lnTo>
                  <a:pt x="45342" y="12579"/>
                </a:lnTo>
                <a:close/>
                <a:lnTo>
                  <a:pt x="22671" y="0"/>
                </a:lnTo>
                <a:close/>
                <a:lnTo>
                  <a:pt x="0" y="12579"/>
                </a:lnTo>
                <a:close/>
                <a:lnTo>
                  <a:pt x="0" y="37738"/>
                </a:lnTo>
                <a:close/>
                <a:lnTo>
                  <a:pt x="22671" y="50318"/>
                </a:lnTo>
                <a:close/>
                <a:lnTo>
                  <a:pt x="45342" y="37738"/>
                </a:lnTo>
                <a:close/>
              </a:path>
            </a:pathLst>
          </a:custGeom>
          <a:solidFill>
            <a:srgbClr val="EAE6EE">
              <a:alpha val="2941"/>
            </a:srgbClr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Freeform 243"/>
          <p:cNvSpPr/>
          <p:nvPr/>
        </p:nvSpPr>
        <p:spPr>
          <a:xfrm>
            <a:off x="5550821" y="688457"/>
            <a:ext cx="45342" cy="50318"/>
          </a:xfrm>
          <a:custGeom>
            <a:avLst/>
            <a:gdLst/>
            <a:ahLst/>
            <a:cxnLst/>
            <a:rect l="l" t="t" r="r" b="b"/>
            <a:pathLst>
              <a:path w="45342" h="50318">
                <a:moveTo>
                  <a:pt x="45342" y="37739"/>
                </a:moveTo>
                <a:lnTo>
                  <a:pt x="45342" y="12580"/>
                </a:lnTo>
                <a:close/>
                <a:lnTo>
                  <a:pt x="22671" y="0"/>
                </a:lnTo>
                <a:close/>
                <a:lnTo>
                  <a:pt x="0" y="12580"/>
                </a:lnTo>
                <a:close/>
                <a:lnTo>
                  <a:pt x="0" y="37739"/>
                </a:lnTo>
                <a:close/>
                <a:lnTo>
                  <a:pt x="22671" y="50318"/>
                </a:lnTo>
                <a:close/>
                <a:lnTo>
                  <a:pt x="45342" y="37739"/>
                </a:lnTo>
                <a:close/>
              </a:path>
            </a:pathLst>
          </a:custGeom>
          <a:noFill/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Freeform 244"/>
          <p:cNvSpPr/>
          <p:nvPr/>
        </p:nvSpPr>
        <p:spPr>
          <a:xfrm>
            <a:off x="5550821" y="612979"/>
            <a:ext cx="45342" cy="50319"/>
          </a:xfrm>
          <a:custGeom>
            <a:avLst/>
            <a:gdLst/>
            <a:ahLst/>
            <a:cxnLst/>
            <a:rect l="l" t="t" r="r" b="b"/>
            <a:pathLst>
              <a:path w="45342" h="50319">
                <a:moveTo>
                  <a:pt x="45342" y="37739"/>
                </a:moveTo>
                <a:lnTo>
                  <a:pt x="45342" y="12580"/>
                </a:lnTo>
                <a:close/>
                <a:lnTo>
                  <a:pt x="22671" y="0"/>
                </a:lnTo>
                <a:close/>
                <a:lnTo>
                  <a:pt x="0" y="12580"/>
                </a:lnTo>
                <a:close/>
                <a:lnTo>
                  <a:pt x="0" y="37739"/>
                </a:lnTo>
                <a:close/>
                <a:lnTo>
                  <a:pt x="22671" y="50319"/>
                </a:lnTo>
                <a:close/>
                <a:lnTo>
                  <a:pt x="45342" y="37739"/>
                </a:lnTo>
                <a:close/>
              </a:path>
            </a:pathLst>
          </a:custGeom>
          <a:noFill/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Freeform 245"/>
          <p:cNvSpPr/>
          <p:nvPr/>
        </p:nvSpPr>
        <p:spPr>
          <a:xfrm>
            <a:off x="5596163" y="612979"/>
            <a:ext cx="45342" cy="50319"/>
          </a:xfrm>
          <a:custGeom>
            <a:avLst/>
            <a:gdLst/>
            <a:ahLst/>
            <a:cxnLst/>
            <a:rect l="l" t="t" r="r" b="b"/>
            <a:pathLst>
              <a:path w="45342" h="50319">
                <a:moveTo>
                  <a:pt x="45342" y="37739"/>
                </a:moveTo>
                <a:lnTo>
                  <a:pt x="45342" y="12580"/>
                </a:lnTo>
                <a:close/>
                <a:lnTo>
                  <a:pt x="22671" y="0"/>
                </a:lnTo>
                <a:close/>
                <a:lnTo>
                  <a:pt x="0" y="12580"/>
                </a:lnTo>
                <a:close/>
                <a:lnTo>
                  <a:pt x="0" y="37739"/>
                </a:lnTo>
                <a:close/>
                <a:lnTo>
                  <a:pt x="22671" y="50319"/>
                </a:lnTo>
                <a:close/>
                <a:lnTo>
                  <a:pt x="45342" y="37739"/>
                </a:lnTo>
                <a:close/>
              </a:path>
            </a:pathLst>
          </a:custGeom>
          <a:noFill/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Freeform 246"/>
          <p:cNvSpPr/>
          <p:nvPr/>
        </p:nvSpPr>
        <p:spPr>
          <a:xfrm>
            <a:off x="5641506" y="612979"/>
            <a:ext cx="45342" cy="50319"/>
          </a:xfrm>
          <a:custGeom>
            <a:avLst/>
            <a:gdLst/>
            <a:ahLst/>
            <a:cxnLst/>
            <a:rect l="l" t="t" r="r" b="b"/>
            <a:pathLst>
              <a:path w="45342" h="50319">
                <a:moveTo>
                  <a:pt x="45342" y="37739"/>
                </a:moveTo>
                <a:lnTo>
                  <a:pt x="45342" y="12580"/>
                </a:lnTo>
                <a:close/>
                <a:lnTo>
                  <a:pt x="22671" y="0"/>
                </a:lnTo>
                <a:close/>
                <a:lnTo>
                  <a:pt x="0" y="12580"/>
                </a:lnTo>
                <a:close/>
                <a:lnTo>
                  <a:pt x="0" y="37739"/>
                </a:lnTo>
                <a:close/>
                <a:lnTo>
                  <a:pt x="22671" y="50319"/>
                </a:lnTo>
                <a:close/>
                <a:lnTo>
                  <a:pt x="45342" y="37739"/>
                </a:lnTo>
                <a:close/>
              </a:path>
            </a:pathLst>
          </a:custGeom>
          <a:noFill/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Freeform 247"/>
          <p:cNvSpPr/>
          <p:nvPr/>
        </p:nvSpPr>
        <p:spPr>
          <a:xfrm>
            <a:off x="5641506" y="537502"/>
            <a:ext cx="45342" cy="50318"/>
          </a:xfrm>
          <a:custGeom>
            <a:avLst/>
            <a:gdLst/>
            <a:ahLst/>
            <a:cxnLst/>
            <a:rect l="l" t="t" r="r" b="b"/>
            <a:pathLst>
              <a:path w="45342" h="50318">
                <a:moveTo>
                  <a:pt x="45342" y="37739"/>
                </a:moveTo>
                <a:lnTo>
                  <a:pt x="45342" y="12579"/>
                </a:lnTo>
                <a:close/>
                <a:lnTo>
                  <a:pt x="22671" y="0"/>
                </a:lnTo>
                <a:close/>
                <a:lnTo>
                  <a:pt x="0" y="12579"/>
                </a:lnTo>
                <a:close/>
                <a:lnTo>
                  <a:pt x="0" y="37739"/>
                </a:lnTo>
                <a:close/>
                <a:lnTo>
                  <a:pt x="22671" y="50318"/>
                </a:lnTo>
                <a:close/>
                <a:lnTo>
                  <a:pt x="45342" y="37739"/>
                </a:lnTo>
                <a:close/>
              </a:path>
            </a:pathLst>
          </a:custGeom>
          <a:solidFill>
            <a:srgbClr val="EAE6EE">
              <a:alpha val="2941"/>
            </a:srgbClr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Freeform 248"/>
          <p:cNvSpPr/>
          <p:nvPr/>
        </p:nvSpPr>
        <p:spPr>
          <a:xfrm>
            <a:off x="4802676" y="1254539"/>
            <a:ext cx="45342" cy="50318"/>
          </a:xfrm>
          <a:custGeom>
            <a:avLst/>
            <a:gdLst/>
            <a:ahLst/>
            <a:cxnLst/>
            <a:rect l="l" t="t" r="r" b="b"/>
            <a:pathLst>
              <a:path w="45342" h="50318">
                <a:moveTo>
                  <a:pt x="45342" y="37739"/>
                </a:moveTo>
                <a:lnTo>
                  <a:pt x="45342" y="12580"/>
                </a:lnTo>
                <a:close/>
                <a:lnTo>
                  <a:pt x="22671" y="0"/>
                </a:lnTo>
                <a:close/>
                <a:lnTo>
                  <a:pt x="0" y="12580"/>
                </a:lnTo>
                <a:close/>
                <a:lnTo>
                  <a:pt x="0" y="37739"/>
                </a:lnTo>
                <a:close/>
                <a:lnTo>
                  <a:pt x="22671" y="50318"/>
                </a:lnTo>
                <a:close/>
                <a:lnTo>
                  <a:pt x="45342" y="37739"/>
                </a:lnTo>
                <a:close/>
              </a:path>
            </a:pathLst>
          </a:custGeom>
          <a:noFill/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Freeform 249"/>
          <p:cNvSpPr/>
          <p:nvPr/>
        </p:nvSpPr>
        <p:spPr>
          <a:xfrm>
            <a:off x="4893361" y="1254539"/>
            <a:ext cx="45342" cy="50318"/>
          </a:xfrm>
          <a:custGeom>
            <a:avLst/>
            <a:gdLst/>
            <a:ahLst/>
            <a:cxnLst/>
            <a:rect l="l" t="t" r="r" b="b"/>
            <a:pathLst>
              <a:path w="45342" h="50318">
                <a:moveTo>
                  <a:pt x="45342" y="37739"/>
                </a:moveTo>
                <a:lnTo>
                  <a:pt x="45342" y="12580"/>
                </a:lnTo>
                <a:close/>
                <a:lnTo>
                  <a:pt x="22671" y="0"/>
                </a:lnTo>
                <a:close/>
                <a:lnTo>
                  <a:pt x="0" y="12580"/>
                </a:lnTo>
                <a:close/>
                <a:lnTo>
                  <a:pt x="0" y="37739"/>
                </a:lnTo>
                <a:close/>
                <a:lnTo>
                  <a:pt x="22671" y="50318"/>
                </a:lnTo>
                <a:close/>
                <a:lnTo>
                  <a:pt x="45342" y="37739"/>
                </a:lnTo>
                <a:close/>
              </a:path>
            </a:pathLst>
          </a:custGeom>
          <a:solidFill>
            <a:srgbClr val="EAE6EE">
              <a:alpha val="2941"/>
            </a:srgbClr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Freeform 250"/>
          <p:cNvSpPr/>
          <p:nvPr/>
        </p:nvSpPr>
        <p:spPr>
          <a:xfrm>
            <a:off x="4893361" y="1179061"/>
            <a:ext cx="45342" cy="50319"/>
          </a:xfrm>
          <a:custGeom>
            <a:avLst/>
            <a:gdLst/>
            <a:ahLst/>
            <a:cxnLst/>
            <a:rect l="l" t="t" r="r" b="b"/>
            <a:pathLst>
              <a:path w="45342" h="50319">
                <a:moveTo>
                  <a:pt x="45342" y="37739"/>
                </a:moveTo>
                <a:lnTo>
                  <a:pt x="45342" y="12580"/>
                </a:lnTo>
                <a:close/>
                <a:lnTo>
                  <a:pt x="22671" y="0"/>
                </a:lnTo>
                <a:close/>
                <a:lnTo>
                  <a:pt x="0" y="12580"/>
                </a:lnTo>
                <a:close/>
                <a:lnTo>
                  <a:pt x="0" y="37739"/>
                </a:lnTo>
                <a:close/>
                <a:lnTo>
                  <a:pt x="22671" y="50319"/>
                </a:lnTo>
                <a:close/>
                <a:lnTo>
                  <a:pt x="45342" y="37739"/>
                </a:lnTo>
                <a:close/>
              </a:path>
            </a:pathLst>
          </a:custGeom>
          <a:noFill/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" name="Freeform 251"/>
          <p:cNvSpPr/>
          <p:nvPr/>
        </p:nvSpPr>
        <p:spPr>
          <a:xfrm>
            <a:off x="4938703" y="1179061"/>
            <a:ext cx="45342" cy="50319"/>
          </a:xfrm>
          <a:custGeom>
            <a:avLst/>
            <a:gdLst/>
            <a:ahLst/>
            <a:cxnLst/>
            <a:rect l="l" t="t" r="r" b="b"/>
            <a:pathLst>
              <a:path w="45342" h="50319">
                <a:moveTo>
                  <a:pt x="45342" y="37739"/>
                </a:moveTo>
                <a:lnTo>
                  <a:pt x="45342" y="12580"/>
                </a:lnTo>
                <a:close/>
                <a:lnTo>
                  <a:pt x="22671" y="0"/>
                </a:lnTo>
                <a:close/>
                <a:lnTo>
                  <a:pt x="0" y="12580"/>
                </a:lnTo>
                <a:close/>
                <a:lnTo>
                  <a:pt x="0" y="37739"/>
                </a:lnTo>
                <a:close/>
                <a:lnTo>
                  <a:pt x="22671" y="50319"/>
                </a:lnTo>
                <a:close/>
                <a:lnTo>
                  <a:pt x="45342" y="37739"/>
                </a:lnTo>
                <a:close/>
              </a:path>
            </a:pathLst>
          </a:custGeom>
          <a:solidFill>
            <a:srgbClr val="D2CBDA">
              <a:alpha val="6176"/>
            </a:srgbClr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" name="Freeform 252"/>
          <p:cNvSpPr/>
          <p:nvPr/>
        </p:nvSpPr>
        <p:spPr>
          <a:xfrm>
            <a:off x="4938703" y="1103584"/>
            <a:ext cx="45342" cy="50318"/>
          </a:xfrm>
          <a:custGeom>
            <a:avLst/>
            <a:gdLst/>
            <a:ahLst/>
            <a:cxnLst/>
            <a:rect l="l" t="t" r="r" b="b"/>
            <a:pathLst>
              <a:path w="45342" h="50318">
                <a:moveTo>
                  <a:pt x="45342" y="37739"/>
                </a:moveTo>
                <a:lnTo>
                  <a:pt x="45342" y="12579"/>
                </a:lnTo>
                <a:close/>
                <a:lnTo>
                  <a:pt x="22671" y="0"/>
                </a:lnTo>
                <a:close/>
                <a:lnTo>
                  <a:pt x="0" y="12579"/>
                </a:lnTo>
                <a:close/>
                <a:lnTo>
                  <a:pt x="0" y="37739"/>
                </a:lnTo>
                <a:close/>
                <a:lnTo>
                  <a:pt x="22671" y="50318"/>
                </a:lnTo>
                <a:close/>
                <a:lnTo>
                  <a:pt x="45342" y="37739"/>
                </a:lnTo>
                <a:close/>
              </a:path>
            </a:pathLst>
          </a:custGeom>
          <a:solidFill>
            <a:srgbClr val="EAE6EE">
              <a:alpha val="2941"/>
            </a:srgbClr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" name="Freeform 253"/>
          <p:cNvSpPr/>
          <p:nvPr/>
        </p:nvSpPr>
        <p:spPr>
          <a:xfrm>
            <a:off x="4984045" y="1254539"/>
            <a:ext cx="45342" cy="50318"/>
          </a:xfrm>
          <a:custGeom>
            <a:avLst/>
            <a:gdLst/>
            <a:ahLst/>
            <a:cxnLst/>
            <a:rect l="l" t="t" r="r" b="b"/>
            <a:pathLst>
              <a:path w="45342" h="50318">
                <a:moveTo>
                  <a:pt x="45342" y="37739"/>
                </a:moveTo>
                <a:lnTo>
                  <a:pt x="45342" y="12580"/>
                </a:lnTo>
                <a:close/>
                <a:lnTo>
                  <a:pt x="22671" y="0"/>
                </a:lnTo>
                <a:close/>
                <a:lnTo>
                  <a:pt x="0" y="12580"/>
                </a:lnTo>
                <a:close/>
                <a:lnTo>
                  <a:pt x="0" y="37739"/>
                </a:lnTo>
                <a:close/>
                <a:lnTo>
                  <a:pt x="22671" y="50318"/>
                </a:lnTo>
                <a:close/>
                <a:lnTo>
                  <a:pt x="45342" y="37739"/>
                </a:lnTo>
                <a:close/>
              </a:path>
            </a:pathLst>
          </a:custGeom>
          <a:noFill/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5" name="Freeform 254"/>
          <p:cNvSpPr/>
          <p:nvPr/>
        </p:nvSpPr>
        <p:spPr>
          <a:xfrm>
            <a:off x="4984045" y="1179061"/>
            <a:ext cx="45342" cy="50319"/>
          </a:xfrm>
          <a:custGeom>
            <a:avLst/>
            <a:gdLst/>
            <a:ahLst/>
            <a:cxnLst/>
            <a:rect l="l" t="t" r="r" b="b"/>
            <a:pathLst>
              <a:path w="45342" h="50319">
                <a:moveTo>
                  <a:pt x="45342" y="37739"/>
                </a:moveTo>
                <a:lnTo>
                  <a:pt x="45342" y="12580"/>
                </a:lnTo>
                <a:close/>
                <a:lnTo>
                  <a:pt x="22671" y="0"/>
                </a:lnTo>
                <a:close/>
                <a:lnTo>
                  <a:pt x="0" y="12580"/>
                </a:lnTo>
                <a:close/>
                <a:lnTo>
                  <a:pt x="0" y="37739"/>
                </a:lnTo>
                <a:close/>
                <a:lnTo>
                  <a:pt x="22671" y="50319"/>
                </a:lnTo>
                <a:close/>
                <a:lnTo>
                  <a:pt x="45342" y="37739"/>
                </a:lnTo>
                <a:close/>
              </a:path>
            </a:pathLst>
          </a:custGeom>
          <a:solidFill>
            <a:srgbClr val="BBB0C7">
              <a:alpha val="9411"/>
            </a:srgbClr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6" name="Freeform 255"/>
          <p:cNvSpPr/>
          <p:nvPr/>
        </p:nvSpPr>
        <p:spPr>
          <a:xfrm>
            <a:off x="4984045" y="1028106"/>
            <a:ext cx="45342" cy="50319"/>
          </a:xfrm>
          <a:custGeom>
            <a:avLst/>
            <a:gdLst/>
            <a:ahLst/>
            <a:cxnLst/>
            <a:rect l="l" t="t" r="r" b="b"/>
            <a:pathLst>
              <a:path w="45342" h="50319">
                <a:moveTo>
                  <a:pt x="45342" y="37739"/>
                </a:moveTo>
                <a:lnTo>
                  <a:pt x="45342" y="12580"/>
                </a:lnTo>
                <a:close/>
                <a:lnTo>
                  <a:pt x="22671" y="0"/>
                </a:lnTo>
                <a:close/>
                <a:lnTo>
                  <a:pt x="0" y="12580"/>
                </a:lnTo>
                <a:close/>
                <a:lnTo>
                  <a:pt x="0" y="37739"/>
                </a:lnTo>
                <a:close/>
                <a:lnTo>
                  <a:pt x="22671" y="50319"/>
                </a:lnTo>
                <a:close/>
                <a:lnTo>
                  <a:pt x="45342" y="37739"/>
                </a:lnTo>
                <a:close/>
              </a:path>
            </a:pathLst>
          </a:custGeom>
          <a:noFill/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" name="Freeform 256"/>
          <p:cNvSpPr/>
          <p:nvPr/>
        </p:nvSpPr>
        <p:spPr>
          <a:xfrm>
            <a:off x="5029387" y="1179061"/>
            <a:ext cx="45342" cy="50319"/>
          </a:xfrm>
          <a:custGeom>
            <a:avLst/>
            <a:gdLst/>
            <a:ahLst/>
            <a:cxnLst/>
            <a:rect l="l" t="t" r="r" b="b"/>
            <a:pathLst>
              <a:path w="45342" h="50319">
                <a:moveTo>
                  <a:pt x="45342" y="37739"/>
                </a:moveTo>
                <a:lnTo>
                  <a:pt x="45342" y="12580"/>
                </a:lnTo>
                <a:close/>
                <a:lnTo>
                  <a:pt x="22671" y="0"/>
                </a:lnTo>
                <a:close/>
                <a:lnTo>
                  <a:pt x="0" y="12580"/>
                </a:lnTo>
                <a:close/>
                <a:lnTo>
                  <a:pt x="0" y="37739"/>
                </a:lnTo>
                <a:close/>
                <a:lnTo>
                  <a:pt x="22671" y="50319"/>
                </a:lnTo>
                <a:close/>
                <a:lnTo>
                  <a:pt x="45342" y="37739"/>
                </a:lnTo>
                <a:close/>
              </a:path>
            </a:pathLst>
          </a:custGeom>
          <a:solidFill>
            <a:srgbClr val="D2CBDA">
              <a:alpha val="6176"/>
            </a:srgbClr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" name="Freeform 257"/>
          <p:cNvSpPr/>
          <p:nvPr/>
        </p:nvSpPr>
        <p:spPr>
          <a:xfrm>
            <a:off x="5029387" y="1103584"/>
            <a:ext cx="45342" cy="50318"/>
          </a:xfrm>
          <a:custGeom>
            <a:avLst/>
            <a:gdLst/>
            <a:ahLst/>
            <a:cxnLst/>
            <a:rect l="l" t="t" r="r" b="b"/>
            <a:pathLst>
              <a:path w="45342" h="50318">
                <a:moveTo>
                  <a:pt x="45342" y="37739"/>
                </a:moveTo>
                <a:lnTo>
                  <a:pt x="45342" y="12579"/>
                </a:lnTo>
                <a:close/>
                <a:lnTo>
                  <a:pt x="22671" y="0"/>
                </a:lnTo>
                <a:close/>
                <a:lnTo>
                  <a:pt x="0" y="12579"/>
                </a:lnTo>
                <a:close/>
                <a:lnTo>
                  <a:pt x="0" y="37739"/>
                </a:lnTo>
                <a:close/>
                <a:lnTo>
                  <a:pt x="22671" y="50318"/>
                </a:lnTo>
                <a:close/>
                <a:lnTo>
                  <a:pt x="45342" y="37739"/>
                </a:lnTo>
                <a:close/>
              </a:path>
            </a:pathLst>
          </a:custGeom>
          <a:solidFill>
            <a:srgbClr val="776090">
              <a:alpha val="18823"/>
            </a:srgbClr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9" name="Freeform 258"/>
          <p:cNvSpPr/>
          <p:nvPr/>
        </p:nvSpPr>
        <p:spPr>
          <a:xfrm>
            <a:off x="5074729" y="1179061"/>
            <a:ext cx="45342" cy="50319"/>
          </a:xfrm>
          <a:custGeom>
            <a:avLst/>
            <a:gdLst/>
            <a:ahLst/>
            <a:cxnLst/>
            <a:rect l="l" t="t" r="r" b="b"/>
            <a:pathLst>
              <a:path w="45342" h="50319">
                <a:moveTo>
                  <a:pt x="45342" y="37739"/>
                </a:moveTo>
                <a:lnTo>
                  <a:pt x="45342" y="12580"/>
                </a:lnTo>
                <a:close/>
                <a:lnTo>
                  <a:pt x="22671" y="0"/>
                </a:lnTo>
                <a:close/>
                <a:lnTo>
                  <a:pt x="0" y="12580"/>
                </a:lnTo>
                <a:close/>
                <a:lnTo>
                  <a:pt x="0" y="37739"/>
                </a:lnTo>
                <a:close/>
                <a:lnTo>
                  <a:pt x="22671" y="50319"/>
                </a:lnTo>
                <a:close/>
                <a:lnTo>
                  <a:pt x="45342" y="37739"/>
                </a:lnTo>
                <a:close/>
              </a:path>
            </a:pathLst>
          </a:custGeom>
          <a:solidFill>
            <a:srgbClr val="EAE6EE">
              <a:alpha val="2941"/>
            </a:srgbClr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0" name="Freeform 259"/>
          <p:cNvSpPr/>
          <p:nvPr/>
        </p:nvSpPr>
        <p:spPr>
          <a:xfrm>
            <a:off x="5074729" y="1103584"/>
            <a:ext cx="45342" cy="50318"/>
          </a:xfrm>
          <a:custGeom>
            <a:avLst/>
            <a:gdLst/>
            <a:ahLst/>
            <a:cxnLst/>
            <a:rect l="l" t="t" r="r" b="b"/>
            <a:pathLst>
              <a:path w="45342" h="50318">
                <a:moveTo>
                  <a:pt x="45342" y="37739"/>
                </a:moveTo>
                <a:lnTo>
                  <a:pt x="45342" y="12579"/>
                </a:lnTo>
                <a:close/>
                <a:lnTo>
                  <a:pt x="22671" y="0"/>
                </a:lnTo>
                <a:close/>
                <a:lnTo>
                  <a:pt x="0" y="12579"/>
                </a:lnTo>
                <a:close/>
                <a:lnTo>
                  <a:pt x="0" y="37739"/>
                </a:lnTo>
                <a:close/>
                <a:lnTo>
                  <a:pt x="22671" y="50318"/>
                </a:lnTo>
                <a:close/>
                <a:lnTo>
                  <a:pt x="45342" y="37739"/>
                </a:lnTo>
                <a:close/>
              </a:path>
            </a:pathLst>
          </a:custGeom>
          <a:solidFill>
            <a:srgbClr val="4A2C6B">
              <a:alpha val="29529"/>
            </a:srgbClr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1" name="Freeform 260"/>
          <p:cNvSpPr/>
          <p:nvPr/>
        </p:nvSpPr>
        <p:spPr>
          <a:xfrm>
            <a:off x="5074729" y="1028106"/>
            <a:ext cx="45342" cy="50319"/>
          </a:xfrm>
          <a:custGeom>
            <a:avLst/>
            <a:gdLst/>
            <a:ahLst/>
            <a:cxnLst/>
            <a:rect l="l" t="t" r="r" b="b"/>
            <a:pathLst>
              <a:path w="45342" h="50319">
                <a:moveTo>
                  <a:pt x="45342" y="37739"/>
                </a:moveTo>
                <a:lnTo>
                  <a:pt x="45342" y="12580"/>
                </a:lnTo>
                <a:close/>
                <a:lnTo>
                  <a:pt x="22671" y="0"/>
                </a:lnTo>
                <a:close/>
                <a:lnTo>
                  <a:pt x="0" y="12580"/>
                </a:lnTo>
                <a:close/>
                <a:lnTo>
                  <a:pt x="0" y="37739"/>
                </a:lnTo>
                <a:close/>
                <a:lnTo>
                  <a:pt x="22671" y="50319"/>
                </a:lnTo>
                <a:close/>
                <a:lnTo>
                  <a:pt x="45342" y="37739"/>
                </a:lnTo>
                <a:close/>
              </a:path>
            </a:pathLst>
          </a:custGeom>
          <a:solidFill>
            <a:srgbClr val="4A2C6B">
              <a:alpha val="33647"/>
            </a:srgbClr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" name="Freeform 261"/>
          <p:cNvSpPr/>
          <p:nvPr/>
        </p:nvSpPr>
        <p:spPr>
          <a:xfrm>
            <a:off x="5074729" y="952629"/>
            <a:ext cx="45342" cy="50318"/>
          </a:xfrm>
          <a:custGeom>
            <a:avLst/>
            <a:gdLst/>
            <a:ahLst/>
            <a:cxnLst/>
            <a:rect l="l" t="t" r="r" b="b"/>
            <a:pathLst>
              <a:path w="45342" h="50318">
                <a:moveTo>
                  <a:pt x="45342" y="37738"/>
                </a:moveTo>
                <a:lnTo>
                  <a:pt x="45342" y="12579"/>
                </a:lnTo>
                <a:close/>
                <a:lnTo>
                  <a:pt x="22671" y="0"/>
                </a:lnTo>
                <a:close/>
                <a:lnTo>
                  <a:pt x="0" y="12579"/>
                </a:lnTo>
                <a:close/>
                <a:lnTo>
                  <a:pt x="0" y="37738"/>
                </a:lnTo>
                <a:close/>
                <a:lnTo>
                  <a:pt x="22671" y="50318"/>
                </a:lnTo>
                <a:close/>
                <a:lnTo>
                  <a:pt x="45342" y="37738"/>
                </a:lnTo>
                <a:close/>
              </a:path>
            </a:pathLst>
          </a:custGeom>
          <a:solidFill>
            <a:srgbClr val="EAE6EE">
              <a:alpha val="2941"/>
            </a:srgbClr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3" name="Freeform 262"/>
          <p:cNvSpPr/>
          <p:nvPr/>
        </p:nvSpPr>
        <p:spPr>
          <a:xfrm>
            <a:off x="5120071" y="1179061"/>
            <a:ext cx="45342" cy="50319"/>
          </a:xfrm>
          <a:custGeom>
            <a:avLst/>
            <a:gdLst/>
            <a:ahLst/>
            <a:cxnLst/>
            <a:rect l="l" t="t" r="r" b="b"/>
            <a:pathLst>
              <a:path w="45342" h="50319">
                <a:moveTo>
                  <a:pt x="45342" y="37739"/>
                </a:moveTo>
                <a:lnTo>
                  <a:pt x="45342" y="12580"/>
                </a:lnTo>
                <a:close/>
                <a:lnTo>
                  <a:pt x="22671" y="0"/>
                </a:lnTo>
                <a:close/>
                <a:lnTo>
                  <a:pt x="0" y="12580"/>
                </a:lnTo>
                <a:close/>
                <a:lnTo>
                  <a:pt x="0" y="37739"/>
                </a:lnTo>
                <a:close/>
                <a:lnTo>
                  <a:pt x="22671" y="50319"/>
                </a:lnTo>
                <a:close/>
                <a:lnTo>
                  <a:pt x="45342" y="37739"/>
                </a:lnTo>
                <a:close/>
              </a:path>
            </a:pathLst>
          </a:custGeom>
          <a:noFill/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4" name="Freeform 263"/>
          <p:cNvSpPr/>
          <p:nvPr/>
        </p:nvSpPr>
        <p:spPr>
          <a:xfrm>
            <a:off x="5120071" y="1103584"/>
            <a:ext cx="45342" cy="50318"/>
          </a:xfrm>
          <a:custGeom>
            <a:avLst/>
            <a:gdLst/>
            <a:ahLst/>
            <a:cxnLst/>
            <a:rect l="l" t="t" r="r" b="b"/>
            <a:pathLst>
              <a:path w="45342" h="50318">
                <a:moveTo>
                  <a:pt x="45342" y="37739"/>
                </a:moveTo>
                <a:lnTo>
                  <a:pt x="45342" y="12579"/>
                </a:lnTo>
                <a:close/>
                <a:lnTo>
                  <a:pt x="22671" y="0"/>
                </a:lnTo>
                <a:close/>
                <a:lnTo>
                  <a:pt x="0" y="12579"/>
                </a:lnTo>
                <a:close/>
                <a:lnTo>
                  <a:pt x="0" y="37739"/>
                </a:lnTo>
                <a:close/>
                <a:lnTo>
                  <a:pt x="22671" y="50318"/>
                </a:lnTo>
                <a:close/>
                <a:lnTo>
                  <a:pt x="45342" y="37739"/>
                </a:lnTo>
                <a:close/>
              </a:path>
            </a:pathLst>
          </a:custGeom>
          <a:solidFill>
            <a:srgbClr val="776090">
              <a:alpha val="18823"/>
            </a:srgbClr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5" name="Freeform 264"/>
          <p:cNvSpPr/>
          <p:nvPr/>
        </p:nvSpPr>
        <p:spPr>
          <a:xfrm>
            <a:off x="5120071" y="1028106"/>
            <a:ext cx="45342" cy="50319"/>
          </a:xfrm>
          <a:custGeom>
            <a:avLst/>
            <a:gdLst/>
            <a:ahLst/>
            <a:cxnLst/>
            <a:rect l="l" t="t" r="r" b="b"/>
            <a:pathLst>
              <a:path w="45342" h="50319">
                <a:moveTo>
                  <a:pt x="45342" y="37739"/>
                </a:moveTo>
                <a:lnTo>
                  <a:pt x="45342" y="12580"/>
                </a:lnTo>
                <a:close/>
                <a:lnTo>
                  <a:pt x="22671" y="0"/>
                </a:lnTo>
                <a:close/>
                <a:lnTo>
                  <a:pt x="0" y="12580"/>
                </a:lnTo>
                <a:close/>
                <a:lnTo>
                  <a:pt x="0" y="37739"/>
                </a:lnTo>
                <a:close/>
                <a:lnTo>
                  <a:pt x="22671" y="50319"/>
                </a:lnTo>
                <a:close/>
                <a:lnTo>
                  <a:pt x="45342" y="37739"/>
                </a:lnTo>
                <a:close/>
              </a:path>
            </a:pathLst>
          </a:custGeom>
          <a:solidFill>
            <a:srgbClr val="4A2C6B">
              <a:alpha val="46823"/>
            </a:srgbClr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" name="Freeform 265"/>
          <p:cNvSpPr/>
          <p:nvPr/>
        </p:nvSpPr>
        <p:spPr>
          <a:xfrm>
            <a:off x="5120071" y="952629"/>
            <a:ext cx="45342" cy="50318"/>
          </a:xfrm>
          <a:custGeom>
            <a:avLst/>
            <a:gdLst/>
            <a:ahLst/>
            <a:cxnLst/>
            <a:rect l="l" t="t" r="r" b="b"/>
            <a:pathLst>
              <a:path w="45342" h="50318">
                <a:moveTo>
                  <a:pt x="45342" y="37738"/>
                </a:moveTo>
                <a:lnTo>
                  <a:pt x="45342" y="12579"/>
                </a:lnTo>
                <a:close/>
                <a:lnTo>
                  <a:pt x="22671" y="0"/>
                </a:lnTo>
                <a:close/>
                <a:lnTo>
                  <a:pt x="0" y="12579"/>
                </a:lnTo>
                <a:close/>
                <a:lnTo>
                  <a:pt x="0" y="37738"/>
                </a:lnTo>
                <a:close/>
                <a:lnTo>
                  <a:pt x="22671" y="50318"/>
                </a:lnTo>
                <a:close/>
                <a:lnTo>
                  <a:pt x="45342" y="37738"/>
                </a:lnTo>
                <a:close/>
              </a:path>
            </a:pathLst>
          </a:custGeom>
          <a:solidFill>
            <a:srgbClr val="A697B6">
              <a:alpha val="12352"/>
            </a:srgbClr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7" name="Freeform 266"/>
          <p:cNvSpPr/>
          <p:nvPr/>
        </p:nvSpPr>
        <p:spPr>
          <a:xfrm>
            <a:off x="5120071" y="877151"/>
            <a:ext cx="45342" cy="50318"/>
          </a:xfrm>
          <a:custGeom>
            <a:avLst/>
            <a:gdLst/>
            <a:ahLst/>
            <a:cxnLst/>
            <a:rect l="l" t="t" r="r" b="b"/>
            <a:pathLst>
              <a:path w="45342" h="50318">
                <a:moveTo>
                  <a:pt x="45342" y="37739"/>
                </a:moveTo>
                <a:lnTo>
                  <a:pt x="45342" y="12580"/>
                </a:lnTo>
                <a:close/>
                <a:lnTo>
                  <a:pt x="22671" y="0"/>
                </a:lnTo>
                <a:close/>
                <a:lnTo>
                  <a:pt x="0" y="12580"/>
                </a:lnTo>
                <a:close/>
                <a:lnTo>
                  <a:pt x="0" y="37739"/>
                </a:lnTo>
                <a:close/>
                <a:lnTo>
                  <a:pt x="22671" y="50318"/>
                </a:lnTo>
                <a:close/>
                <a:lnTo>
                  <a:pt x="45342" y="37739"/>
                </a:lnTo>
                <a:close/>
              </a:path>
            </a:pathLst>
          </a:custGeom>
          <a:noFill/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8" name="Freeform 267"/>
          <p:cNvSpPr/>
          <p:nvPr/>
        </p:nvSpPr>
        <p:spPr>
          <a:xfrm>
            <a:off x="5165413" y="1103584"/>
            <a:ext cx="45342" cy="50318"/>
          </a:xfrm>
          <a:custGeom>
            <a:avLst/>
            <a:gdLst/>
            <a:ahLst/>
            <a:cxnLst/>
            <a:rect l="l" t="t" r="r" b="b"/>
            <a:pathLst>
              <a:path w="45342" h="50318">
                <a:moveTo>
                  <a:pt x="45342" y="37739"/>
                </a:moveTo>
                <a:lnTo>
                  <a:pt x="45342" y="12579"/>
                </a:lnTo>
                <a:close/>
                <a:lnTo>
                  <a:pt x="22671" y="0"/>
                </a:lnTo>
                <a:close/>
                <a:lnTo>
                  <a:pt x="0" y="12579"/>
                </a:lnTo>
                <a:close/>
                <a:lnTo>
                  <a:pt x="0" y="37739"/>
                </a:lnTo>
                <a:close/>
                <a:lnTo>
                  <a:pt x="22671" y="50318"/>
                </a:lnTo>
                <a:close/>
                <a:lnTo>
                  <a:pt x="45342" y="37739"/>
                </a:lnTo>
                <a:close/>
              </a:path>
            </a:pathLst>
          </a:custGeom>
          <a:solidFill>
            <a:srgbClr val="EAE6EE">
              <a:alpha val="2941"/>
            </a:srgbClr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9" name="Freeform 268"/>
          <p:cNvSpPr/>
          <p:nvPr/>
        </p:nvSpPr>
        <p:spPr>
          <a:xfrm>
            <a:off x="5165413" y="1028106"/>
            <a:ext cx="45342" cy="50319"/>
          </a:xfrm>
          <a:custGeom>
            <a:avLst/>
            <a:gdLst/>
            <a:ahLst/>
            <a:cxnLst/>
            <a:rect l="l" t="t" r="r" b="b"/>
            <a:pathLst>
              <a:path w="45342" h="50319">
                <a:moveTo>
                  <a:pt x="45342" y="37739"/>
                </a:moveTo>
                <a:lnTo>
                  <a:pt x="45342" y="12580"/>
                </a:lnTo>
                <a:close/>
                <a:lnTo>
                  <a:pt x="22671" y="0"/>
                </a:lnTo>
                <a:close/>
                <a:lnTo>
                  <a:pt x="0" y="12580"/>
                </a:lnTo>
                <a:close/>
                <a:lnTo>
                  <a:pt x="0" y="37739"/>
                </a:lnTo>
                <a:close/>
                <a:lnTo>
                  <a:pt x="22671" y="50319"/>
                </a:lnTo>
                <a:close/>
                <a:lnTo>
                  <a:pt x="45342" y="37739"/>
                </a:lnTo>
                <a:close/>
              </a:path>
            </a:pathLst>
          </a:custGeom>
          <a:solidFill>
            <a:srgbClr val="4A2C6B">
              <a:alpha val="75058"/>
            </a:srgbClr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0" name="Freeform 269"/>
          <p:cNvSpPr/>
          <p:nvPr/>
        </p:nvSpPr>
        <p:spPr>
          <a:xfrm>
            <a:off x="5165413" y="952629"/>
            <a:ext cx="45342" cy="50318"/>
          </a:xfrm>
          <a:custGeom>
            <a:avLst/>
            <a:gdLst/>
            <a:ahLst/>
            <a:cxnLst/>
            <a:rect l="l" t="t" r="r" b="b"/>
            <a:pathLst>
              <a:path w="45342" h="50318">
                <a:moveTo>
                  <a:pt x="45342" y="37738"/>
                </a:moveTo>
                <a:lnTo>
                  <a:pt x="45342" y="12579"/>
                </a:lnTo>
                <a:close/>
                <a:lnTo>
                  <a:pt x="22671" y="0"/>
                </a:lnTo>
                <a:close/>
                <a:lnTo>
                  <a:pt x="0" y="12579"/>
                </a:lnTo>
                <a:close/>
                <a:lnTo>
                  <a:pt x="0" y="37738"/>
                </a:lnTo>
                <a:close/>
                <a:lnTo>
                  <a:pt x="22671" y="50318"/>
                </a:lnTo>
                <a:close/>
                <a:lnTo>
                  <a:pt x="45342" y="37738"/>
                </a:lnTo>
                <a:close/>
              </a:path>
            </a:pathLst>
          </a:custGeom>
          <a:solidFill>
            <a:srgbClr val="61477E">
              <a:alpha val="21764"/>
            </a:srgbClr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1" name="Freeform 270"/>
          <p:cNvSpPr/>
          <p:nvPr/>
        </p:nvSpPr>
        <p:spPr>
          <a:xfrm>
            <a:off x="5210755" y="1028106"/>
            <a:ext cx="45343" cy="50319"/>
          </a:xfrm>
          <a:custGeom>
            <a:avLst/>
            <a:gdLst/>
            <a:ahLst/>
            <a:cxnLst/>
            <a:rect l="l" t="t" r="r" b="b"/>
            <a:pathLst>
              <a:path w="45343" h="50319">
                <a:moveTo>
                  <a:pt x="45343" y="37739"/>
                </a:moveTo>
                <a:lnTo>
                  <a:pt x="45343" y="12580"/>
                </a:lnTo>
                <a:close/>
                <a:lnTo>
                  <a:pt x="22671" y="0"/>
                </a:lnTo>
                <a:close/>
                <a:lnTo>
                  <a:pt x="0" y="12580"/>
                </a:lnTo>
                <a:close/>
                <a:lnTo>
                  <a:pt x="0" y="37739"/>
                </a:lnTo>
                <a:close/>
                <a:lnTo>
                  <a:pt x="22671" y="50319"/>
                </a:lnTo>
                <a:close/>
                <a:lnTo>
                  <a:pt x="45343" y="37739"/>
                </a:lnTo>
                <a:close/>
              </a:path>
            </a:pathLst>
          </a:custGeom>
          <a:solidFill>
            <a:srgbClr val="4A2C6B">
              <a:alpha val="42705"/>
            </a:srgbClr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2" name="Freeform 271"/>
          <p:cNvSpPr/>
          <p:nvPr/>
        </p:nvSpPr>
        <p:spPr>
          <a:xfrm>
            <a:off x="5210755" y="952629"/>
            <a:ext cx="45343" cy="50318"/>
          </a:xfrm>
          <a:custGeom>
            <a:avLst/>
            <a:gdLst/>
            <a:ahLst/>
            <a:cxnLst/>
            <a:rect l="l" t="t" r="r" b="b"/>
            <a:pathLst>
              <a:path w="45343" h="50318">
                <a:moveTo>
                  <a:pt x="45343" y="37738"/>
                </a:moveTo>
                <a:lnTo>
                  <a:pt x="45343" y="12579"/>
                </a:lnTo>
                <a:close/>
                <a:lnTo>
                  <a:pt x="22671" y="0"/>
                </a:lnTo>
                <a:close/>
                <a:lnTo>
                  <a:pt x="0" y="12579"/>
                </a:lnTo>
                <a:close/>
                <a:lnTo>
                  <a:pt x="0" y="37738"/>
                </a:lnTo>
                <a:close/>
                <a:lnTo>
                  <a:pt x="22671" y="50318"/>
                </a:lnTo>
                <a:close/>
                <a:lnTo>
                  <a:pt x="45343" y="37738"/>
                </a:lnTo>
                <a:close/>
              </a:path>
            </a:pathLst>
          </a:custGeom>
          <a:solidFill>
            <a:srgbClr val="4A2C6B">
              <a:alpha val="65176"/>
            </a:srgbClr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3" name="Freeform 272"/>
          <p:cNvSpPr/>
          <p:nvPr/>
        </p:nvSpPr>
        <p:spPr>
          <a:xfrm>
            <a:off x="5210755" y="877151"/>
            <a:ext cx="45343" cy="50318"/>
          </a:xfrm>
          <a:custGeom>
            <a:avLst/>
            <a:gdLst/>
            <a:ahLst/>
            <a:cxnLst/>
            <a:rect l="l" t="t" r="r" b="b"/>
            <a:pathLst>
              <a:path w="45343" h="50318">
                <a:moveTo>
                  <a:pt x="45343" y="37739"/>
                </a:moveTo>
                <a:lnTo>
                  <a:pt x="45343" y="12580"/>
                </a:lnTo>
                <a:close/>
                <a:lnTo>
                  <a:pt x="22671" y="0"/>
                </a:lnTo>
                <a:close/>
                <a:lnTo>
                  <a:pt x="0" y="12580"/>
                </a:lnTo>
                <a:close/>
                <a:lnTo>
                  <a:pt x="0" y="37739"/>
                </a:lnTo>
                <a:close/>
                <a:lnTo>
                  <a:pt x="22671" y="50318"/>
                </a:lnTo>
                <a:close/>
                <a:lnTo>
                  <a:pt x="45343" y="37739"/>
                </a:lnTo>
                <a:close/>
              </a:path>
            </a:pathLst>
          </a:custGeom>
          <a:solidFill>
            <a:srgbClr val="BBB0C7">
              <a:alpha val="9411"/>
            </a:srgbClr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4" name="Freeform 273"/>
          <p:cNvSpPr/>
          <p:nvPr/>
        </p:nvSpPr>
        <p:spPr>
          <a:xfrm>
            <a:off x="5256098" y="1028106"/>
            <a:ext cx="45342" cy="50319"/>
          </a:xfrm>
          <a:custGeom>
            <a:avLst/>
            <a:gdLst/>
            <a:ahLst/>
            <a:cxnLst/>
            <a:rect l="l" t="t" r="r" b="b"/>
            <a:pathLst>
              <a:path w="45342" h="50319">
                <a:moveTo>
                  <a:pt x="45342" y="37739"/>
                </a:moveTo>
                <a:lnTo>
                  <a:pt x="45342" y="12580"/>
                </a:lnTo>
                <a:close/>
                <a:lnTo>
                  <a:pt x="22671" y="0"/>
                </a:lnTo>
                <a:close/>
                <a:lnTo>
                  <a:pt x="0" y="12580"/>
                </a:lnTo>
                <a:close/>
                <a:lnTo>
                  <a:pt x="0" y="37739"/>
                </a:lnTo>
                <a:close/>
                <a:lnTo>
                  <a:pt x="22671" y="50319"/>
                </a:lnTo>
                <a:close/>
                <a:lnTo>
                  <a:pt x="45342" y="37739"/>
                </a:lnTo>
                <a:close/>
              </a:path>
            </a:pathLst>
          </a:custGeom>
          <a:solidFill>
            <a:srgbClr val="A697B6">
              <a:alpha val="12352"/>
            </a:srgbClr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5" name="Freeform 274"/>
          <p:cNvSpPr/>
          <p:nvPr/>
        </p:nvSpPr>
        <p:spPr>
          <a:xfrm>
            <a:off x="5256098" y="952629"/>
            <a:ext cx="45342" cy="50318"/>
          </a:xfrm>
          <a:custGeom>
            <a:avLst/>
            <a:gdLst/>
            <a:ahLst/>
            <a:cxnLst/>
            <a:rect l="l" t="t" r="r" b="b"/>
            <a:pathLst>
              <a:path w="45342" h="50318">
                <a:moveTo>
                  <a:pt x="45342" y="37738"/>
                </a:moveTo>
                <a:lnTo>
                  <a:pt x="45342" y="12579"/>
                </a:lnTo>
                <a:close/>
                <a:lnTo>
                  <a:pt x="22671" y="0"/>
                </a:lnTo>
                <a:close/>
                <a:lnTo>
                  <a:pt x="0" y="12579"/>
                </a:lnTo>
                <a:close/>
                <a:lnTo>
                  <a:pt x="0" y="37738"/>
                </a:lnTo>
                <a:close/>
                <a:lnTo>
                  <a:pt x="22671" y="50318"/>
                </a:lnTo>
                <a:close/>
                <a:lnTo>
                  <a:pt x="45342" y="37738"/>
                </a:lnTo>
                <a:close/>
              </a:path>
            </a:pathLst>
          </a:custGeom>
          <a:solidFill>
            <a:srgbClr val="4A2C6B">
              <a:alpha val="29529"/>
            </a:srgbClr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6" name="Freeform 275"/>
          <p:cNvSpPr/>
          <p:nvPr/>
        </p:nvSpPr>
        <p:spPr>
          <a:xfrm>
            <a:off x="5256098" y="877151"/>
            <a:ext cx="45342" cy="50318"/>
          </a:xfrm>
          <a:custGeom>
            <a:avLst/>
            <a:gdLst/>
            <a:ahLst/>
            <a:cxnLst/>
            <a:rect l="l" t="t" r="r" b="b"/>
            <a:pathLst>
              <a:path w="45342" h="50318">
                <a:moveTo>
                  <a:pt x="45342" y="37739"/>
                </a:moveTo>
                <a:lnTo>
                  <a:pt x="45342" y="12580"/>
                </a:lnTo>
                <a:close/>
                <a:lnTo>
                  <a:pt x="22671" y="0"/>
                </a:lnTo>
                <a:close/>
                <a:lnTo>
                  <a:pt x="0" y="12580"/>
                </a:lnTo>
                <a:close/>
                <a:lnTo>
                  <a:pt x="0" y="37739"/>
                </a:lnTo>
                <a:close/>
                <a:lnTo>
                  <a:pt x="22671" y="50318"/>
                </a:lnTo>
                <a:close/>
                <a:lnTo>
                  <a:pt x="45342" y="37739"/>
                </a:lnTo>
                <a:close/>
              </a:path>
            </a:pathLst>
          </a:custGeom>
          <a:solidFill>
            <a:srgbClr val="4A2C6B">
              <a:alpha val="38176"/>
            </a:srgbClr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7" name="Freeform 276"/>
          <p:cNvSpPr/>
          <p:nvPr/>
        </p:nvSpPr>
        <p:spPr>
          <a:xfrm>
            <a:off x="5301440" y="952629"/>
            <a:ext cx="45342" cy="50318"/>
          </a:xfrm>
          <a:custGeom>
            <a:avLst/>
            <a:gdLst/>
            <a:ahLst/>
            <a:cxnLst/>
            <a:rect l="l" t="t" r="r" b="b"/>
            <a:pathLst>
              <a:path w="45342" h="50318">
                <a:moveTo>
                  <a:pt x="45342" y="37738"/>
                </a:moveTo>
                <a:lnTo>
                  <a:pt x="45342" y="12579"/>
                </a:lnTo>
                <a:close/>
                <a:lnTo>
                  <a:pt x="22671" y="0"/>
                </a:lnTo>
                <a:close/>
                <a:lnTo>
                  <a:pt x="0" y="12579"/>
                </a:lnTo>
                <a:close/>
                <a:lnTo>
                  <a:pt x="0" y="37738"/>
                </a:lnTo>
                <a:close/>
                <a:lnTo>
                  <a:pt x="22671" y="50318"/>
                </a:lnTo>
                <a:close/>
                <a:lnTo>
                  <a:pt x="45342" y="37738"/>
                </a:lnTo>
                <a:close/>
              </a:path>
            </a:pathLst>
          </a:custGeom>
          <a:solidFill>
            <a:srgbClr val="A697B6">
              <a:alpha val="12352"/>
            </a:srgbClr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8" name="Freeform 277"/>
          <p:cNvSpPr/>
          <p:nvPr/>
        </p:nvSpPr>
        <p:spPr>
          <a:xfrm>
            <a:off x="5301440" y="877151"/>
            <a:ext cx="45342" cy="50318"/>
          </a:xfrm>
          <a:custGeom>
            <a:avLst/>
            <a:gdLst/>
            <a:ahLst/>
            <a:cxnLst/>
            <a:rect l="l" t="t" r="r" b="b"/>
            <a:pathLst>
              <a:path w="45342" h="50318">
                <a:moveTo>
                  <a:pt x="45342" y="37739"/>
                </a:moveTo>
                <a:lnTo>
                  <a:pt x="45342" y="12580"/>
                </a:lnTo>
                <a:close/>
                <a:lnTo>
                  <a:pt x="22671" y="0"/>
                </a:lnTo>
                <a:close/>
                <a:lnTo>
                  <a:pt x="0" y="12580"/>
                </a:lnTo>
                <a:close/>
                <a:lnTo>
                  <a:pt x="0" y="37739"/>
                </a:lnTo>
                <a:close/>
                <a:lnTo>
                  <a:pt x="22671" y="50318"/>
                </a:lnTo>
                <a:close/>
                <a:lnTo>
                  <a:pt x="45342" y="37739"/>
                </a:lnTo>
                <a:close/>
              </a:path>
            </a:pathLst>
          </a:custGeom>
          <a:solidFill>
            <a:srgbClr val="4A2C6B">
              <a:alpha val="65176"/>
            </a:srgbClr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9" name="Freeform 278"/>
          <p:cNvSpPr/>
          <p:nvPr/>
        </p:nvSpPr>
        <p:spPr>
          <a:xfrm>
            <a:off x="5301440" y="801673"/>
            <a:ext cx="45342" cy="50319"/>
          </a:xfrm>
          <a:custGeom>
            <a:avLst/>
            <a:gdLst/>
            <a:ahLst/>
            <a:cxnLst/>
            <a:rect l="l" t="t" r="r" b="b"/>
            <a:pathLst>
              <a:path w="45342" h="50319">
                <a:moveTo>
                  <a:pt x="45342" y="37739"/>
                </a:moveTo>
                <a:lnTo>
                  <a:pt x="45342" y="12580"/>
                </a:lnTo>
                <a:close/>
                <a:lnTo>
                  <a:pt x="22671" y="0"/>
                </a:lnTo>
                <a:close/>
                <a:lnTo>
                  <a:pt x="0" y="12580"/>
                </a:lnTo>
                <a:close/>
                <a:lnTo>
                  <a:pt x="0" y="37739"/>
                </a:lnTo>
                <a:close/>
                <a:lnTo>
                  <a:pt x="22671" y="50319"/>
                </a:lnTo>
                <a:close/>
                <a:lnTo>
                  <a:pt x="45342" y="37739"/>
                </a:lnTo>
                <a:close/>
              </a:path>
            </a:pathLst>
          </a:custGeom>
          <a:solidFill>
            <a:srgbClr val="61477E">
              <a:alpha val="21764"/>
            </a:srgbClr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0" name="Freeform 279"/>
          <p:cNvSpPr/>
          <p:nvPr/>
        </p:nvSpPr>
        <p:spPr>
          <a:xfrm>
            <a:off x="5346782" y="952629"/>
            <a:ext cx="45342" cy="50318"/>
          </a:xfrm>
          <a:custGeom>
            <a:avLst/>
            <a:gdLst/>
            <a:ahLst/>
            <a:cxnLst/>
            <a:rect l="l" t="t" r="r" b="b"/>
            <a:pathLst>
              <a:path w="45342" h="50318">
                <a:moveTo>
                  <a:pt x="45342" y="37738"/>
                </a:moveTo>
                <a:lnTo>
                  <a:pt x="45342" y="12579"/>
                </a:lnTo>
                <a:close/>
                <a:lnTo>
                  <a:pt x="22671" y="0"/>
                </a:lnTo>
                <a:close/>
                <a:lnTo>
                  <a:pt x="0" y="12579"/>
                </a:lnTo>
                <a:close/>
                <a:lnTo>
                  <a:pt x="0" y="37738"/>
                </a:lnTo>
                <a:close/>
                <a:lnTo>
                  <a:pt x="22671" y="50318"/>
                </a:lnTo>
                <a:close/>
                <a:lnTo>
                  <a:pt x="45342" y="37738"/>
                </a:lnTo>
                <a:close/>
              </a:path>
            </a:pathLst>
          </a:custGeom>
          <a:noFill/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1" name="Freeform 280"/>
          <p:cNvSpPr/>
          <p:nvPr/>
        </p:nvSpPr>
        <p:spPr>
          <a:xfrm>
            <a:off x="5346782" y="877151"/>
            <a:ext cx="45342" cy="50318"/>
          </a:xfrm>
          <a:custGeom>
            <a:avLst/>
            <a:gdLst/>
            <a:ahLst/>
            <a:cxnLst/>
            <a:rect l="l" t="t" r="r" b="b"/>
            <a:pathLst>
              <a:path w="45342" h="50318">
                <a:moveTo>
                  <a:pt x="45342" y="37739"/>
                </a:moveTo>
                <a:lnTo>
                  <a:pt x="45342" y="12580"/>
                </a:lnTo>
                <a:close/>
                <a:lnTo>
                  <a:pt x="22671" y="0"/>
                </a:lnTo>
                <a:close/>
                <a:lnTo>
                  <a:pt x="0" y="12580"/>
                </a:lnTo>
                <a:close/>
                <a:lnTo>
                  <a:pt x="0" y="37739"/>
                </a:lnTo>
                <a:close/>
                <a:lnTo>
                  <a:pt x="22671" y="50318"/>
                </a:lnTo>
                <a:close/>
                <a:lnTo>
                  <a:pt x="45342" y="37739"/>
                </a:lnTo>
                <a:close/>
              </a:path>
            </a:pathLst>
          </a:custGeom>
          <a:solidFill>
            <a:srgbClr val="A697B6">
              <a:alpha val="12352"/>
            </a:srgbClr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2" name="Freeform 281"/>
          <p:cNvSpPr/>
          <p:nvPr/>
        </p:nvSpPr>
        <p:spPr>
          <a:xfrm>
            <a:off x="5346782" y="801673"/>
            <a:ext cx="45342" cy="50319"/>
          </a:xfrm>
          <a:custGeom>
            <a:avLst/>
            <a:gdLst/>
            <a:ahLst/>
            <a:cxnLst/>
            <a:rect l="l" t="t" r="r" b="b"/>
            <a:pathLst>
              <a:path w="45342" h="50319">
                <a:moveTo>
                  <a:pt x="45342" y="37739"/>
                </a:moveTo>
                <a:lnTo>
                  <a:pt x="45342" y="12580"/>
                </a:lnTo>
                <a:close/>
                <a:lnTo>
                  <a:pt x="22671" y="0"/>
                </a:lnTo>
                <a:close/>
                <a:lnTo>
                  <a:pt x="0" y="12580"/>
                </a:lnTo>
                <a:close/>
                <a:lnTo>
                  <a:pt x="0" y="37739"/>
                </a:lnTo>
                <a:close/>
                <a:lnTo>
                  <a:pt x="22671" y="50319"/>
                </a:lnTo>
                <a:close/>
                <a:lnTo>
                  <a:pt x="45342" y="37739"/>
                </a:lnTo>
                <a:close/>
              </a:path>
            </a:pathLst>
          </a:custGeom>
          <a:solidFill>
            <a:srgbClr val="A697B6">
              <a:alpha val="12352"/>
            </a:srgbClr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3" name="Freeform 282"/>
          <p:cNvSpPr/>
          <p:nvPr/>
        </p:nvSpPr>
        <p:spPr>
          <a:xfrm>
            <a:off x="5392124" y="877151"/>
            <a:ext cx="45342" cy="50318"/>
          </a:xfrm>
          <a:custGeom>
            <a:avLst/>
            <a:gdLst/>
            <a:ahLst/>
            <a:cxnLst/>
            <a:rect l="l" t="t" r="r" b="b"/>
            <a:pathLst>
              <a:path w="45342" h="50318">
                <a:moveTo>
                  <a:pt x="45342" y="37739"/>
                </a:moveTo>
                <a:lnTo>
                  <a:pt x="45342" y="12580"/>
                </a:lnTo>
                <a:close/>
                <a:lnTo>
                  <a:pt x="22671" y="0"/>
                </a:lnTo>
                <a:close/>
                <a:lnTo>
                  <a:pt x="0" y="12580"/>
                </a:lnTo>
                <a:close/>
                <a:lnTo>
                  <a:pt x="0" y="37739"/>
                </a:lnTo>
                <a:close/>
                <a:lnTo>
                  <a:pt x="22671" y="50318"/>
                </a:lnTo>
                <a:close/>
                <a:lnTo>
                  <a:pt x="45342" y="37739"/>
                </a:lnTo>
                <a:close/>
              </a:path>
            </a:pathLst>
          </a:custGeom>
          <a:solidFill>
            <a:srgbClr val="D2CBDA">
              <a:alpha val="6176"/>
            </a:srgbClr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4" name="Freeform 283"/>
          <p:cNvSpPr/>
          <p:nvPr/>
        </p:nvSpPr>
        <p:spPr>
          <a:xfrm>
            <a:off x="5392124" y="801673"/>
            <a:ext cx="45342" cy="50319"/>
          </a:xfrm>
          <a:custGeom>
            <a:avLst/>
            <a:gdLst/>
            <a:ahLst/>
            <a:cxnLst/>
            <a:rect l="l" t="t" r="r" b="b"/>
            <a:pathLst>
              <a:path w="45342" h="50319">
                <a:moveTo>
                  <a:pt x="45342" y="37739"/>
                </a:moveTo>
                <a:lnTo>
                  <a:pt x="45342" y="12580"/>
                </a:lnTo>
                <a:close/>
                <a:lnTo>
                  <a:pt x="22671" y="0"/>
                </a:lnTo>
                <a:close/>
                <a:lnTo>
                  <a:pt x="0" y="12580"/>
                </a:lnTo>
                <a:close/>
                <a:lnTo>
                  <a:pt x="0" y="37739"/>
                </a:lnTo>
                <a:close/>
                <a:lnTo>
                  <a:pt x="22671" y="50319"/>
                </a:lnTo>
                <a:close/>
                <a:lnTo>
                  <a:pt x="45342" y="37739"/>
                </a:lnTo>
                <a:close/>
              </a:path>
            </a:pathLst>
          </a:custGeom>
          <a:solidFill>
            <a:srgbClr val="4A2C6B">
              <a:alpha val="25000"/>
            </a:srgbClr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5" name="Freeform 284"/>
          <p:cNvSpPr/>
          <p:nvPr/>
        </p:nvSpPr>
        <p:spPr>
          <a:xfrm>
            <a:off x="5392124" y="726196"/>
            <a:ext cx="45342" cy="50318"/>
          </a:xfrm>
          <a:custGeom>
            <a:avLst/>
            <a:gdLst/>
            <a:ahLst/>
            <a:cxnLst/>
            <a:rect l="l" t="t" r="r" b="b"/>
            <a:pathLst>
              <a:path w="45342" h="50318">
                <a:moveTo>
                  <a:pt x="45342" y="37739"/>
                </a:moveTo>
                <a:lnTo>
                  <a:pt x="45342" y="12579"/>
                </a:lnTo>
                <a:close/>
                <a:lnTo>
                  <a:pt x="22671" y="0"/>
                </a:lnTo>
                <a:close/>
                <a:lnTo>
                  <a:pt x="0" y="12579"/>
                </a:lnTo>
                <a:close/>
                <a:lnTo>
                  <a:pt x="0" y="37739"/>
                </a:lnTo>
                <a:close/>
                <a:lnTo>
                  <a:pt x="22671" y="50318"/>
                </a:lnTo>
                <a:close/>
                <a:lnTo>
                  <a:pt x="45342" y="37739"/>
                </a:lnTo>
                <a:close/>
              </a:path>
            </a:pathLst>
          </a:custGeom>
          <a:noFill/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6" name="Freeform 285"/>
          <p:cNvSpPr/>
          <p:nvPr/>
        </p:nvSpPr>
        <p:spPr>
          <a:xfrm>
            <a:off x="5437466" y="801673"/>
            <a:ext cx="45342" cy="50319"/>
          </a:xfrm>
          <a:custGeom>
            <a:avLst/>
            <a:gdLst/>
            <a:ahLst/>
            <a:cxnLst/>
            <a:rect l="l" t="t" r="r" b="b"/>
            <a:pathLst>
              <a:path w="45342" h="50319">
                <a:moveTo>
                  <a:pt x="45342" y="37739"/>
                </a:moveTo>
                <a:lnTo>
                  <a:pt x="45342" y="12580"/>
                </a:lnTo>
                <a:close/>
                <a:lnTo>
                  <a:pt x="22671" y="0"/>
                </a:lnTo>
                <a:close/>
                <a:lnTo>
                  <a:pt x="0" y="12580"/>
                </a:lnTo>
                <a:close/>
                <a:lnTo>
                  <a:pt x="0" y="37739"/>
                </a:lnTo>
                <a:close/>
                <a:lnTo>
                  <a:pt x="22671" y="50319"/>
                </a:lnTo>
                <a:close/>
                <a:lnTo>
                  <a:pt x="45342" y="37739"/>
                </a:lnTo>
                <a:close/>
              </a:path>
            </a:pathLst>
          </a:custGeom>
          <a:solidFill>
            <a:srgbClr val="8E7BA3">
              <a:alpha val="15588"/>
            </a:srgbClr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7" name="Freeform 286"/>
          <p:cNvSpPr/>
          <p:nvPr/>
        </p:nvSpPr>
        <p:spPr>
          <a:xfrm>
            <a:off x="5437466" y="726196"/>
            <a:ext cx="45342" cy="50318"/>
          </a:xfrm>
          <a:custGeom>
            <a:avLst/>
            <a:gdLst/>
            <a:ahLst/>
            <a:cxnLst/>
            <a:rect l="l" t="t" r="r" b="b"/>
            <a:pathLst>
              <a:path w="45342" h="50318">
                <a:moveTo>
                  <a:pt x="45342" y="37739"/>
                </a:moveTo>
                <a:lnTo>
                  <a:pt x="45342" y="12579"/>
                </a:lnTo>
                <a:close/>
                <a:lnTo>
                  <a:pt x="22671" y="0"/>
                </a:lnTo>
                <a:close/>
                <a:lnTo>
                  <a:pt x="0" y="12579"/>
                </a:lnTo>
                <a:close/>
                <a:lnTo>
                  <a:pt x="0" y="37739"/>
                </a:lnTo>
                <a:close/>
                <a:lnTo>
                  <a:pt x="22671" y="50318"/>
                </a:lnTo>
                <a:close/>
                <a:lnTo>
                  <a:pt x="45342" y="37739"/>
                </a:lnTo>
                <a:close/>
              </a:path>
            </a:pathLst>
          </a:custGeom>
          <a:solidFill>
            <a:srgbClr val="776090">
              <a:alpha val="18823"/>
            </a:srgbClr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8" name="Freeform 287"/>
          <p:cNvSpPr/>
          <p:nvPr/>
        </p:nvSpPr>
        <p:spPr>
          <a:xfrm>
            <a:off x="5482808" y="801673"/>
            <a:ext cx="45342" cy="50319"/>
          </a:xfrm>
          <a:custGeom>
            <a:avLst/>
            <a:gdLst/>
            <a:ahLst/>
            <a:cxnLst/>
            <a:rect l="l" t="t" r="r" b="b"/>
            <a:pathLst>
              <a:path w="45342" h="50319">
                <a:moveTo>
                  <a:pt x="45342" y="37739"/>
                </a:moveTo>
                <a:lnTo>
                  <a:pt x="45342" y="12580"/>
                </a:lnTo>
                <a:close/>
                <a:lnTo>
                  <a:pt x="22671" y="0"/>
                </a:lnTo>
                <a:close/>
                <a:lnTo>
                  <a:pt x="0" y="12580"/>
                </a:lnTo>
                <a:close/>
                <a:lnTo>
                  <a:pt x="0" y="37739"/>
                </a:lnTo>
                <a:close/>
                <a:lnTo>
                  <a:pt x="22671" y="50319"/>
                </a:lnTo>
                <a:close/>
                <a:lnTo>
                  <a:pt x="45342" y="37739"/>
                </a:lnTo>
                <a:close/>
              </a:path>
            </a:pathLst>
          </a:custGeom>
          <a:solidFill>
            <a:srgbClr val="EAE6EE">
              <a:alpha val="2941"/>
            </a:srgbClr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9" name="Freeform 288"/>
          <p:cNvSpPr/>
          <p:nvPr/>
        </p:nvSpPr>
        <p:spPr>
          <a:xfrm>
            <a:off x="5482808" y="726196"/>
            <a:ext cx="45342" cy="50318"/>
          </a:xfrm>
          <a:custGeom>
            <a:avLst/>
            <a:gdLst/>
            <a:ahLst/>
            <a:cxnLst/>
            <a:rect l="l" t="t" r="r" b="b"/>
            <a:pathLst>
              <a:path w="45342" h="50318">
                <a:moveTo>
                  <a:pt x="45342" y="37739"/>
                </a:moveTo>
                <a:lnTo>
                  <a:pt x="45342" y="12579"/>
                </a:lnTo>
                <a:close/>
                <a:lnTo>
                  <a:pt x="22671" y="0"/>
                </a:lnTo>
                <a:close/>
                <a:lnTo>
                  <a:pt x="0" y="12579"/>
                </a:lnTo>
                <a:close/>
                <a:lnTo>
                  <a:pt x="0" y="37739"/>
                </a:lnTo>
                <a:close/>
                <a:lnTo>
                  <a:pt x="22671" y="50318"/>
                </a:lnTo>
                <a:close/>
                <a:lnTo>
                  <a:pt x="45342" y="37739"/>
                </a:lnTo>
                <a:close/>
              </a:path>
            </a:pathLst>
          </a:custGeom>
          <a:solidFill>
            <a:srgbClr val="EAE6EE">
              <a:alpha val="2941"/>
            </a:srgbClr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0" name="Freeform 289"/>
          <p:cNvSpPr/>
          <p:nvPr/>
        </p:nvSpPr>
        <p:spPr>
          <a:xfrm>
            <a:off x="5528150" y="726196"/>
            <a:ext cx="45342" cy="50318"/>
          </a:xfrm>
          <a:custGeom>
            <a:avLst/>
            <a:gdLst/>
            <a:ahLst/>
            <a:cxnLst/>
            <a:rect l="l" t="t" r="r" b="b"/>
            <a:pathLst>
              <a:path w="45342" h="50318">
                <a:moveTo>
                  <a:pt x="45342" y="37739"/>
                </a:moveTo>
                <a:lnTo>
                  <a:pt x="45342" y="12579"/>
                </a:lnTo>
                <a:close/>
                <a:lnTo>
                  <a:pt x="22671" y="0"/>
                </a:lnTo>
                <a:close/>
                <a:lnTo>
                  <a:pt x="0" y="12579"/>
                </a:lnTo>
                <a:close/>
                <a:lnTo>
                  <a:pt x="0" y="37739"/>
                </a:lnTo>
                <a:close/>
                <a:lnTo>
                  <a:pt x="22671" y="50318"/>
                </a:lnTo>
                <a:close/>
                <a:lnTo>
                  <a:pt x="45342" y="37739"/>
                </a:lnTo>
                <a:close/>
              </a:path>
            </a:pathLst>
          </a:custGeom>
          <a:solidFill>
            <a:srgbClr val="D2CBDA">
              <a:alpha val="6176"/>
            </a:srgbClr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1" name="Freeform 290"/>
          <p:cNvSpPr/>
          <p:nvPr/>
        </p:nvSpPr>
        <p:spPr>
          <a:xfrm>
            <a:off x="5528150" y="650718"/>
            <a:ext cx="45342" cy="50319"/>
          </a:xfrm>
          <a:custGeom>
            <a:avLst/>
            <a:gdLst/>
            <a:ahLst/>
            <a:cxnLst/>
            <a:rect l="l" t="t" r="r" b="b"/>
            <a:pathLst>
              <a:path w="45342" h="50319">
                <a:moveTo>
                  <a:pt x="45342" y="37739"/>
                </a:moveTo>
                <a:lnTo>
                  <a:pt x="45342" y="12580"/>
                </a:lnTo>
                <a:close/>
                <a:lnTo>
                  <a:pt x="22671" y="0"/>
                </a:lnTo>
                <a:close/>
                <a:lnTo>
                  <a:pt x="0" y="12580"/>
                </a:lnTo>
                <a:close/>
                <a:lnTo>
                  <a:pt x="0" y="37739"/>
                </a:lnTo>
                <a:close/>
                <a:lnTo>
                  <a:pt x="22671" y="50319"/>
                </a:lnTo>
                <a:close/>
                <a:lnTo>
                  <a:pt x="45342" y="37739"/>
                </a:lnTo>
                <a:close/>
              </a:path>
            </a:pathLst>
          </a:custGeom>
          <a:solidFill>
            <a:srgbClr val="EAE6EE">
              <a:alpha val="2941"/>
            </a:srgbClr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2" name="Freeform 291"/>
          <p:cNvSpPr/>
          <p:nvPr/>
        </p:nvSpPr>
        <p:spPr>
          <a:xfrm>
            <a:off x="5573492" y="650718"/>
            <a:ext cx="45342" cy="50319"/>
          </a:xfrm>
          <a:custGeom>
            <a:avLst/>
            <a:gdLst/>
            <a:ahLst/>
            <a:cxnLst/>
            <a:rect l="l" t="t" r="r" b="b"/>
            <a:pathLst>
              <a:path w="45342" h="50319">
                <a:moveTo>
                  <a:pt x="45342" y="37739"/>
                </a:moveTo>
                <a:lnTo>
                  <a:pt x="45342" y="12580"/>
                </a:lnTo>
                <a:close/>
                <a:lnTo>
                  <a:pt x="22671" y="0"/>
                </a:lnTo>
                <a:close/>
                <a:lnTo>
                  <a:pt x="0" y="12580"/>
                </a:lnTo>
                <a:close/>
                <a:lnTo>
                  <a:pt x="0" y="37739"/>
                </a:lnTo>
                <a:close/>
                <a:lnTo>
                  <a:pt x="22671" y="50319"/>
                </a:lnTo>
                <a:close/>
                <a:lnTo>
                  <a:pt x="45342" y="37739"/>
                </a:lnTo>
                <a:close/>
              </a:path>
            </a:pathLst>
          </a:custGeom>
          <a:noFill/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3" name="Freeform 292"/>
          <p:cNvSpPr/>
          <p:nvPr/>
        </p:nvSpPr>
        <p:spPr>
          <a:xfrm>
            <a:off x="5573492" y="575241"/>
            <a:ext cx="45342" cy="50318"/>
          </a:xfrm>
          <a:custGeom>
            <a:avLst/>
            <a:gdLst/>
            <a:ahLst/>
            <a:cxnLst/>
            <a:rect l="l" t="t" r="r" b="b"/>
            <a:pathLst>
              <a:path w="45342" h="50318">
                <a:moveTo>
                  <a:pt x="45342" y="37738"/>
                </a:moveTo>
                <a:lnTo>
                  <a:pt x="45342" y="12579"/>
                </a:lnTo>
                <a:close/>
                <a:lnTo>
                  <a:pt x="22671" y="0"/>
                </a:lnTo>
                <a:close/>
                <a:lnTo>
                  <a:pt x="0" y="12579"/>
                </a:lnTo>
                <a:close/>
                <a:lnTo>
                  <a:pt x="0" y="37738"/>
                </a:lnTo>
                <a:close/>
                <a:lnTo>
                  <a:pt x="22671" y="50318"/>
                </a:lnTo>
                <a:close/>
                <a:lnTo>
                  <a:pt x="45342" y="37738"/>
                </a:lnTo>
                <a:close/>
              </a:path>
            </a:pathLst>
          </a:custGeom>
          <a:noFill/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4" name="Freeform 293"/>
          <p:cNvSpPr/>
          <p:nvPr/>
        </p:nvSpPr>
        <p:spPr>
          <a:xfrm>
            <a:off x="4340461" y="291186"/>
            <a:ext cx="0" cy="1589593"/>
          </a:xfrm>
          <a:custGeom>
            <a:avLst/>
            <a:gdLst/>
            <a:ahLst/>
            <a:cxnLst/>
            <a:rect l="l" t="t" r="r" b="b"/>
            <a:pathLst>
              <a:path w="0" h="1589593">
                <a:moveTo>
                  <a:pt x="0" y="1589593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5" name="Freeform 294"/>
          <p:cNvSpPr/>
          <p:nvPr/>
        </p:nvSpPr>
        <p:spPr>
          <a:xfrm>
            <a:off x="4340461" y="1880779"/>
            <a:ext cx="1589593" cy="0"/>
          </a:xfrm>
          <a:custGeom>
            <a:avLst/>
            <a:gdLst/>
            <a:ahLst/>
            <a:cxnLst/>
            <a:rect l="l" t="t" r="r" b="b"/>
            <a:pathLst>
              <a:path w="1589593" h="0">
                <a:moveTo>
                  <a:pt x="0" y="0"/>
                </a:moveTo>
                <a:lnTo>
                  <a:pt x="1589593" y="0"/>
                </a:lnTo>
                <a:close/>
              </a:path>
            </a:pathLst>
          </a:custGeom>
          <a:noFill/>
          <a:ln w="10160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6" name="Freeform 295"/>
          <p:cNvSpPr/>
          <p:nvPr/>
        </p:nvSpPr>
        <p:spPr>
          <a:xfrm>
            <a:off x="4340461" y="291186"/>
            <a:ext cx="1589593" cy="1589593"/>
          </a:xfrm>
          <a:custGeom>
            <a:avLst/>
            <a:gdLst/>
            <a:ahLst/>
            <a:cxnLst/>
            <a:rect l="l" t="t" r="r" b="b"/>
            <a:pathLst>
              <a:path w="1589593" h="1589593">
                <a:moveTo>
                  <a:pt x="0" y="1589593"/>
                </a:moveTo>
                <a:lnTo>
                  <a:pt x="1589593" y="0"/>
                </a:lnTo>
                <a:close/>
              </a:path>
            </a:pathLst>
          </a:custGeom>
          <a:noFill/>
          <a:ln w="10160">
            <a:solidFill>
              <a:srgbClr val="7A7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7" name="Freeform 296"/>
          <p:cNvSpPr/>
          <p:nvPr/>
        </p:nvSpPr>
        <p:spPr>
          <a:xfrm>
            <a:off x="4377375" y="328099"/>
            <a:ext cx="856149" cy="340082"/>
          </a:xfrm>
          <a:custGeom>
            <a:avLst/>
            <a:gdLst/>
            <a:ahLst/>
            <a:cxnLst/>
            <a:rect l="l" t="t" r="r" b="b"/>
            <a:pathLst>
              <a:path w="856149" h="340082">
                <a:moveTo>
                  <a:pt x="26670" y="340082"/>
                </a:moveTo>
                <a:lnTo>
                  <a:pt x="829479" y="340082"/>
                </a:lnTo>
                <a:close/>
                <a:lnTo>
                  <a:pt x="849481" y="333414"/>
                </a:lnTo>
                <a:close/>
                <a:lnTo>
                  <a:pt x="856149" y="313412"/>
                </a:lnTo>
                <a:close/>
                <a:lnTo>
                  <a:pt x="856149" y="26670"/>
                </a:lnTo>
                <a:close/>
                <a:lnTo>
                  <a:pt x="849481" y="6668"/>
                </a:lnTo>
                <a:close/>
                <a:lnTo>
                  <a:pt x="829479" y="0"/>
                </a:lnTo>
                <a:close/>
                <a:lnTo>
                  <a:pt x="26670" y="0"/>
                </a:lnTo>
                <a:close/>
                <a:lnTo>
                  <a:pt x="6668" y="6668"/>
                </a:lnTo>
                <a:close/>
                <a:lnTo>
                  <a:pt x="0" y="26670"/>
                </a:lnTo>
                <a:close/>
                <a:lnTo>
                  <a:pt x="0" y="313412"/>
                </a:lnTo>
                <a:close/>
                <a:lnTo>
                  <a:pt x="6668" y="333414"/>
                </a:lnTo>
                <a:close/>
                <a:lnTo>
                  <a:pt x="26670" y="340082"/>
                </a:lnTo>
                <a:close/>
                <a:lnTo>
                  <a:pt x="26670" y="340082"/>
                </a:lnTo>
                <a:close/>
              </a:path>
            </a:pathLst>
          </a:custGeom>
          <a:solidFill>
            <a:srgbClr val="FFFFFF">
              <a:alpha val="85000"/>
            </a:srgbClr>
          </a:solidFill>
          <a:ln w="7620">
            <a:solidFill>
              <a:srgbClr val="B0B0B0">
                <a:alpha val="8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8" name="TextBox 297"/>
          <p:cNvSpPr txBox="1"/>
          <p:nvPr/>
        </p:nvSpPr>
        <p:spPr>
          <a:xfrm>
            <a:off x="4404045" y="295792"/>
            <a:ext cx="8890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1A1A1A"/>
                </a:solidFill>
                <a:latin typeface="Arial"/>
              </a:rPr>
              <a:t>R² = 0.849</a:t>
            </a:r>
          </a:p>
        </p:txBody>
      </p:sp>
      <p:sp>
        <p:nvSpPr>
          <p:cNvPr id="299" name="TextBox 298"/>
          <p:cNvSpPr txBox="1"/>
          <p:nvPr/>
        </p:nvSpPr>
        <p:spPr>
          <a:xfrm>
            <a:off x="4404045" y="395907"/>
            <a:ext cx="12700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1A1A1A"/>
                </a:solidFill>
                <a:latin typeface="Arial"/>
              </a:rPr>
              <a:t>RMSE = 2.78e-04</a:t>
            </a:r>
          </a:p>
        </p:txBody>
      </p:sp>
      <p:sp>
        <p:nvSpPr>
          <p:cNvPr id="300" name="TextBox 299"/>
          <p:cNvSpPr txBox="1"/>
          <p:nvPr/>
        </p:nvSpPr>
        <p:spPr>
          <a:xfrm>
            <a:off x="4404045" y="496022"/>
            <a:ext cx="11938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1A1A1A"/>
                </a:solidFill>
                <a:latin typeface="Arial"/>
              </a:rPr>
              <a:t>PICP90 = 0.974</a:t>
            </a:r>
          </a:p>
        </p:txBody>
      </p:sp>
      <p:sp>
        <p:nvSpPr>
          <p:cNvPr id="301" name="TextBox 300"/>
          <p:cNvSpPr txBox="1"/>
          <p:nvPr/>
        </p:nvSpPr>
        <p:spPr>
          <a:xfrm>
            <a:off x="4213294" y="46254"/>
            <a:ext cx="2032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1A1A1A"/>
                </a:solidFill>
                <a:latin typeface="Arial"/>
              </a:rPr>
              <a:t>B</a:t>
            </a:r>
          </a:p>
        </p:txBody>
      </p:sp>
      <p:sp>
        <p:nvSpPr>
          <p:cNvPr id="302" name="TextBox 301"/>
          <p:cNvSpPr txBox="1"/>
          <p:nvPr/>
        </p:nvSpPr>
        <p:spPr>
          <a:xfrm>
            <a:off x="4340461" y="87986"/>
            <a:ext cx="3022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Effective multiplication factor, k eff</a:t>
            </a:r>
          </a:p>
        </p:txBody>
      </p:sp>
      <p:sp>
        <p:nvSpPr>
          <p:cNvPr id="303" name="Rectangle 302"/>
          <p:cNvSpPr/>
          <p:nvPr/>
        </p:nvSpPr>
        <p:spPr>
          <a:xfrm>
            <a:off x="4340461" y="2675575"/>
            <a:ext cx="1589593" cy="158959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4" name="Freeform 303"/>
          <p:cNvSpPr/>
          <p:nvPr/>
        </p:nvSpPr>
        <p:spPr>
          <a:xfrm>
            <a:off x="4502366" y="2747829"/>
            <a:ext cx="1137045" cy="1445085"/>
          </a:xfrm>
          <a:custGeom>
            <a:avLst/>
            <a:gdLst/>
            <a:ahLst/>
            <a:cxnLst/>
            <a:rect l="l" t="t" r="r" b="b"/>
            <a:pathLst>
              <a:path w="1137045" h="1445085">
                <a:moveTo>
                  <a:pt x="0" y="1129890"/>
                </a:moveTo>
                <a:lnTo>
                  <a:pt x="0" y="1445085"/>
                </a:lnTo>
                <a:close/>
                <a:lnTo>
                  <a:pt x="5188" y="1380217"/>
                </a:lnTo>
                <a:close/>
                <a:lnTo>
                  <a:pt x="13984" y="1377750"/>
                </a:lnTo>
                <a:close/>
                <a:lnTo>
                  <a:pt x="25262" y="1361096"/>
                </a:lnTo>
                <a:close/>
                <a:lnTo>
                  <a:pt x="28871" y="1421950"/>
                </a:lnTo>
                <a:close/>
                <a:lnTo>
                  <a:pt x="29548" y="1316943"/>
                </a:lnTo>
                <a:close/>
                <a:lnTo>
                  <a:pt x="32706" y="1251599"/>
                </a:lnTo>
                <a:close/>
                <a:lnTo>
                  <a:pt x="33157" y="1414905"/>
                </a:lnTo>
                <a:close/>
                <a:lnTo>
                  <a:pt x="39924" y="1355111"/>
                </a:lnTo>
                <a:close/>
                <a:lnTo>
                  <a:pt x="50976" y="1389579"/>
                </a:lnTo>
                <a:close/>
                <a:lnTo>
                  <a:pt x="55713" y="1222757"/>
                </a:lnTo>
                <a:close/>
                <a:lnTo>
                  <a:pt x="64510" y="1221566"/>
                </a:lnTo>
                <a:close/>
                <a:lnTo>
                  <a:pt x="66314" y="1414262"/>
                </a:lnTo>
                <a:close/>
                <a:lnTo>
                  <a:pt x="67442" y="1416987"/>
                </a:lnTo>
                <a:close/>
                <a:lnTo>
                  <a:pt x="75562" y="1356063"/>
                </a:lnTo>
                <a:close/>
                <a:lnTo>
                  <a:pt x="84584" y="1343460"/>
                </a:lnTo>
                <a:close/>
                <a:lnTo>
                  <a:pt x="86614" y="1371340"/>
                </a:lnTo>
                <a:close/>
                <a:lnTo>
                  <a:pt x="87968" y="1318180"/>
                </a:lnTo>
                <a:close/>
                <a:lnTo>
                  <a:pt x="89998" y="1298948"/>
                </a:lnTo>
                <a:close/>
                <a:lnTo>
                  <a:pt x="91577" y="1292414"/>
                </a:lnTo>
                <a:close/>
                <a:lnTo>
                  <a:pt x="91802" y="1372084"/>
                </a:lnTo>
                <a:close/>
                <a:lnTo>
                  <a:pt x="94284" y="1408329"/>
                </a:lnTo>
                <a:close/>
                <a:lnTo>
                  <a:pt x="97441" y="1325322"/>
                </a:lnTo>
                <a:close/>
                <a:lnTo>
                  <a:pt x="97667" y="1276798"/>
                </a:lnTo>
                <a:close/>
                <a:lnTo>
                  <a:pt x="101276" y="1326992"/>
                </a:lnTo>
                <a:close/>
                <a:lnTo>
                  <a:pt x="101727" y="1314989"/>
                </a:lnTo>
                <a:close/>
                <a:lnTo>
                  <a:pt x="104885" y="1353342"/>
                </a:lnTo>
                <a:close/>
                <a:lnTo>
                  <a:pt x="106013" y="1340912"/>
                </a:lnTo>
                <a:close/>
                <a:lnTo>
                  <a:pt x="107366" y="1363839"/>
                </a:lnTo>
                <a:close/>
                <a:lnTo>
                  <a:pt x="107592" y="1362058"/>
                </a:lnTo>
                <a:close/>
                <a:lnTo>
                  <a:pt x="107592" y="1339791"/>
                </a:lnTo>
                <a:close/>
                <a:lnTo>
                  <a:pt x="107592" y="1291742"/>
                </a:lnTo>
                <a:close/>
                <a:lnTo>
                  <a:pt x="108043" y="1358804"/>
                </a:lnTo>
                <a:close/>
                <a:lnTo>
                  <a:pt x="108494" y="1297291"/>
                </a:lnTo>
                <a:close/>
                <a:lnTo>
                  <a:pt x="110975" y="1363778"/>
                </a:lnTo>
                <a:close/>
                <a:lnTo>
                  <a:pt x="114358" y="1363022"/>
                </a:lnTo>
                <a:close/>
                <a:lnTo>
                  <a:pt x="115712" y="1337551"/>
                </a:lnTo>
                <a:close/>
                <a:lnTo>
                  <a:pt x="117516" y="1337118"/>
                </a:lnTo>
                <a:close/>
                <a:lnTo>
                  <a:pt x="118644" y="1342164"/>
                </a:lnTo>
                <a:close/>
                <a:lnTo>
                  <a:pt x="119546" y="1364918"/>
                </a:lnTo>
                <a:close/>
                <a:lnTo>
                  <a:pt x="119997" y="1307637"/>
                </a:lnTo>
                <a:close/>
                <a:lnTo>
                  <a:pt x="121351" y="1182512"/>
                </a:lnTo>
                <a:close/>
                <a:lnTo>
                  <a:pt x="126313" y="1389572"/>
                </a:lnTo>
                <a:close/>
                <a:lnTo>
                  <a:pt x="129471" y="1258868"/>
                </a:lnTo>
                <a:close/>
                <a:lnTo>
                  <a:pt x="131501" y="1319952"/>
                </a:lnTo>
                <a:close/>
                <a:lnTo>
                  <a:pt x="134208" y="1425601"/>
                </a:lnTo>
                <a:close/>
                <a:lnTo>
                  <a:pt x="135110" y="1297304"/>
                </a:lnTo>
                <a:close/>
                <a:lnTo>
                  <a:pt x="136238" y="1333585"/>
                </a:lnTo>
                <a:close/>
                <a:lnTo>
                  <a:pt x="136238" y="1286893"/>
                </a:lnTo>
                <a:close/>
                <a:lnTo>
                  <a:pt x="136463" y="1357044"/>
                </a:lnTo>
                <a:close/>
                <a:lnTo>
                  <a:pt x="137140" y="1273952"/>
                </a:lnTo>
                <a:close/>
                <a:lnTo>
                  <a:pt x="137591" y="1295011"/>
                </a:lnTo>
                <a:close/>
                <a:lnTo>
                  <a:pt x="138944" y="1335226"/>
                </a:lnTo>
                <a:close/>
                <a:lnTo>
                  <a:pt x="138944" y="1293479"/>
                </a:lnTo>
                <a:close/>
                <a:lnTo>
                  <a:pt x="138944" y="1335437"/>
                </a:lnTo>
                <a:close/>
                <a:lnTo>
                  <a:pt x="138944" y="1423342"/>
                </a:lnTo>
                <a:close/>
                <a:lnTo>
                  <a:pt x="140974" y="1335479"/>
                </a:lnTo>
                <a:close/>
                <a:lnTo>
                  <a:pt x="141651" y="1279614"/>
                </a:lnTo>
                <a:close/>
                <a:lnTo>
                  <a:pt x="143230" y="1355471"/>
                </a:lnTo>
                <a:close/>
                <a:lnTo>
                  <a:pt x="143681" y="1344039"/>
                </a:lnTo>
                <a:close/>
                <a:lnTo>
                  <a:pt x="144358" y="1300123"/>
                </a:lnTo>
                <a:close/>
                <a:lnTo>
                  <a:pt x="145034" y="1339494"/>
                </a:lnTo>
                <a:close/>
                <a:lnTo>
                  <a:pt x="145486" y="1403652"/>
                </a:lnTo>
                <a:close/>
                <a:lnTo>
                  <a:pt x="146388" y="1353644"/>
                </a:lnTo>
                <a:close/>
                <a:lnTo>
                  <a:pt x="146839" y="1327688"/>
                </a:lnTo>
                <a:close/>
                <a:lnTo>
                  <a:pt x="147064" y="1385497"/>
                </a:lnTo>
                <a:close/>
                <a:lnTo>
                  <a:pt x="147516" y="1321417"/>
                </a:lnTo>
                <a:close/>
                <a:lnTo>
                  <a:pt x="147967" y="1265158"/>
                </a:lnTo>
                <a:close/>
                <a:lnTo>
                  <a:pt x="149546" y="1283496"/>
                </a:lnTo>
                <a:close/>
                <a:lnTo>
                  <a:pt x="149997" y="1309829"/>
                </a:lnTo>
                <a:close/>
                <a:lnTo>
                  <a:pt x="150448" y="1357052"/>
                </a:lnTo>
                <a:close/>
                <a:lnTo>
                  <a:pt x="152027" y="1367432"/>
                </a:lnTo>
                <a:close/>
                <a:lnTo>
                  <a:pt x="152252" y="1280887"/>
                </a:lnTo>
                <a:close/>
                <a:lnTo>
                  <a:pt x="153380" y="1297204"/>
                </a:lnTo>
                <a:close/>
                <a:lnTo>
                  <a:pt x="153380" y="1407144"/>
                </a:lnTo>
                <a:close/>
                <a:lnTo>
                  <a:pt x="155410" y="1324320"/>
                </a:lnTo>
                <a:close/>
                <a:lnTo>
                  <a:pt x="155636" y="1256091"/>
                </a:lnTo>
                <a:close/>
                <a:lnTo>
                  <a:pt x="156312" y="1301007"/>
                </a:lnTo>
                <a:close/>
                <a:lnTo>
                  <a:pt x="156764" y="1284066"/>
                </a:lnTo>
                <a:close/>
                <a:lnTo>
                  <a:pt x="158794" y="1224832"/>
                </a:lnTo>
                <a:close/>
                <a:lnTo>
                  <a:pt x="161049" y="1280878"/>
                </a:lnTo>
                <a:close/>
                <a:lnTo>
                  <a:pt x="161049" y="1315829"/>
                </a:lnTo>
                <a:close/>
                <a:lnTo>
                  <a:pt x="161726" y="1297202"/>
                </a:lnTo>
                <a:close/>
                <a:lnTo>
                  <a:pt x="163079" y="1353929"/>
                </a:lnTo>
                <a:close/>
                <a:lnTo>
                  <a:pt x="164207" y="1301962"/>
                </a:lnTo>
                <a:close/>
                <a:lnTo>
                  <a:pt x="164658" y="1273978"/>
                </a:lnTo>
                <a:close/>
                <a:lnTo>
                  <a:pt x="165335" y="1265962"/>
                </a:lnTo>
                <a:close/>
                <a:lnTo>
                  <a:pt x="166237" y="1294824"/>
                </a:lnTo>
                <a:close/>
                <a:lnTo>
                  <a:pt x="168267" y="1257076"/>
                </a:lnTo>
                <a:close/>
                <a:lnTo>
                  <a:pt x="169395" y="1255235"/>
                </a:lnTo>
                <a:close/>
                <a:lnTo>
                  <a:pt x="170297" y="1360445"/>
                </a:lnTo>
                <a:close/>
                <a:lnTo>
                  <a:pt x="171650" y="1328184"/>
                </a:lnTo>
                <a:close/>
                <a:lnTo>
                  <a:pt x="171650" y="1302904"/>
                </a:lnTo>
                <a:close/>
                <a:lnTo>
                  <a:pt x="172327" y="1250232"/>
                </a:lnTo>
                <a:close/>
                <a:lnTo>
                  <a:pt x="172778" y="1273771"/>
                </a:lnTo>
                <a:close/>
                <a:lnTo>
                  <a:pt x="172778" y="1268552"/>
                </a:lnTo>
                <a:close/>
                <a:lnTo>
                  <a:pt x="172778" y="1331080"/>
                </a:lnTo>
                <a:close/>
                <a:lnTo>
                  <a:pt x="173455" y="1355497"/>
                </a:lnTo>
                <a:close/>
                <a:lnTo>
                  <a:pt x="173906" y="1344733"/>
                </a:lnTo>
                <a:close/>
                <a:lnTo>
                  <a:pt x="178192" y="1242984"/>
                </a:lnTo>
                <a:close/>
                <a:lnTo>
                  <a:pt x="178192" y="1286577"/>
                </a:lnTo>
                <a:close/>
                <a:lnTo>
                  <a:pt x="178643" y="1374930"/>
                </a:lnTo>
                <a:close/>
                <a:lnTo>
                  <a:pt x="178868" y="1262254"/>
                </a:lnTo>
                <a:close/>
                <a:lnTo>
                  <a:pt x="180222" y="1246654"/>
                </a:lnTo>
                <a:close/>
                <a:lnTo>
                  <a:pt x="182928" y="1243142"/>
                </a:lnTo>
                <a:close/>
                <a:lnTo>
                  <a:pt x="184056" y="1323303"/>
                </a:lnTo>
                <a:close/>
                <a:lnTo>
                  <a:pt x="185635" y="1263680"/>
                </a:lnTo>
                <a:close/>
                <a:lnTo>
                  <a:pt x="185635" y="1216314"/>
                </a:lnTo>
                <a:close/>
                <a:lnTo>
                  <a:pt x="185861" y="1344136"/>
                </a:lnTo>
                <a:close/>
                <a:lnTo>
                  <a:pt x="185861" y="1336568"/>
                </a:lnTo>
                <a:close/>
                <a:lnTo>
                  <a:pt x="186312" y="1203767"/>
                </a:lnTo>
                <a:close/>
                <a:lnTo>
                  <a:pt x="186763" y="1242545"/>
                </a:lnTo>
                <a:close/>
                <a:lnTo>
                  <a:pt x="186988" y="1222121"/>
                </a:lnTo>
                <a:close/>
                <a:lnTo>
                  <a:pt x="187214" y="1197981"/>
                </a:lnTo>
                <a:close/>
                <a:lnTo>
                  <a:pt x="189695" y="1323359"/>
                </a:lnTo>
                <a:close/>
                <a:lnTo>
                  <a:pt x="190823" y="1295482"/>
                </a:lnTo>
                <a:close/>
                <a:lnTo>
                  <a:pt x="191274" y="1335226"/>
                </a:lnTo>
                <a:close/>
                <a:lnTo>
                  <a:pt x="191951" y="1202734"/>
                </a:lnTo>
                <a:close/>
                <a:lnTo>
                  <a:pt x="192176" y="1284363"/>
                </a:lnTo>
                <a:close/>
                <a:lnTo>
                  <a:pt x="192853" y="1244093"/>
                </a:lnTo>
                <a:close/>
                <a:lnTo>
                  <a:pt x="193530" y="1213662"/>
                </a:lnTo>
                <a:close/>
                <a:lnTo>
                  <a:pt x="194432" y="1328672"/>
                </a:lnTo>
                <a:close/>
                <a:lnTo>
                  <a:pt x="195560" y="1340988"/>
                </a:lnTo>
                <a:close/>
                <a:lnTo>
                  <a:pt x="196688" y="1242950"/>
                </a:lnTo>
                <a:close/>
                <a:lnTo>
                  <a:pt x="197139" y="1365041"/>
                </a:lnTo>
                <a:close/>
                <a:lnTo>
                  <a:pt x="198266" y="1296909"/>
                </a:lnTo>
                <a:close/>
                <a:lnTo>
                  <a:pt x="198718" y="1322848"/>
                </a:lnTo>
                <a:close/>
                <a:lnTo>
                  <a:pt x="199620" y="1366883"/>
                </a:lnTo>
                <a:close/>
                <a:lnTo>
                  <a:pt x="200296" y="1263915"/>
                </a:lnTo>
                <a:close/>
                <a:lnTo>
                  <a:pt x="200522" y="1363054"/>
                </a:lnTo>
                <a:close/>
                <a:lnTo>
                  <a:pt x="200522" y="1347869"/>
                </a:lnTo>
                <a:close/>
                <a:lnTo>
                  <a:pt x="200748" y="1274466"/>
                </a:lnTo>
                <a:close/>
                <a:lnTo>
                  <a:pt x="200973" y="1304343"/>
                </a:lnTo>
                <a:close/>
                <a:lnTo>
                  <a:pt x="201424" y="1293672"/>
                </a:lnTo>
                <a:close/>
                <a:lnTo>
                  <a:pt x="202327" y="1242371"/>
                </a:lnTo>
                <a:close/>
                <a:lnTo>
                  <a:pt x="202327" y="1196763"/>
                </a:lnTo>
                <a:close/>
                <a:lnTo>
                  <a:pt x="203229" y="1234809"/>
                </a:lnTo>
                <a:close/>
                <a:lnTo>
                  <a:pt x="203229" y="1294757"/>
                </a:lnTo>
                <a:close/>
                <a:lnTo>
                  <a:pt x="203680" y="1197496"/>
                </a:lnTo>
                <a:close/>
                <a:lnTo>
                  <a:pt x="204131" y="1199564"/>
                </a:lnTo>
                <a:close/>
                <a:lnTo>
                  <a:pt x="206161" y="1361901"/>
                </a:lnTo>
                <a:close/>
                <a:lnTo>
                  <a:pt x="206387" y="1305921"/>
                </a:lnTo>
                <a:close/>
                <a:lnTo>
                  <a:pt x="209544" y="1198338"/>
                </a:lnTo>
                <a:close/>
                <a:lnTo>
                  <a:pt x="209544" y="1302722"/>
                </a:lnTo>
                <a:close/>
                <a:lnTo>
                  <a:pt x="209770" y="1344401"/>
                </a:lnTo>
                <a:close/>
                <a:lnTo>
                  <a:pt x="209770" y="1263624"/>
                </a:lnTo>
                <a:close/>
                <a:lnTo>
                  <a:pt x="211349" y="1346411"/>
                </a:lnTo>
                <a:close/>
                <a:lnTo>
                  <a:pt x="212026" y="1317910"/>
                </a:lnTo>
                <a:close/>
                <a:lnTo>
                  <a:pt x="213830" y="1290939"/>
                </a:lnTo>
                <a:close/>
                <a:lnTo>
                  <a:pt x="216086" y="1313651"/>
                </a:lnTo>
                <a:close/>
                <a:lnTo>
                  <a:pt x="216311" y="1273718"/>
                </a:lnTo>
                <a:close/>
                <a:lnTo>
                  <a:pt x="218567" y="1333200"/>
                </a:lnTo>
                <a:close/>
                <a:lnTo>
                  <a:pt x="218792" y="1324841"/>
                </a:lnTo>
                <a:close/>
                <a:lnTo>
                  <a:pt x="218792" y="1255840"/>
                </a:lnTo>
                <a:close/>
                <a:lnTo>
                  <a:pt x="219018" y="1263394"/>
                </a:lnTo>
                <a:close/>
                <a:lnTo>
                  <a:pt x="219243" y="1356801"/>
                </a:lnTo>
                <a:close/>
                <a:lnTo>
                  <a:pt x="219243" y="1321201"/>
                </a:lnTo>
                <a:close/>
                <a:lnTo>
                  <a:pt x="220146" y="1270781"/>
                </a:lnTo>
                <a:close/>
                <a:lnTo>
                  <a:pt x="220371" y="1312809"/>
                </a:lnTo>
                <a:close/>
                <a:lnTo>
                  <a:pt x="220597" y="1257398"/>
                </a:lnTo>
                <a:close/>
                <a:lnTo>
                  <a:pt x="220822" y="1364512"/>
                </a:lnTo>
                <a:close/>
                <a:lnTo>
                  <a:pt x="220822" y="1362715"/>
                </a:lnTo>
                <a:close/>
                <a:lnTo>
                  <a:pt x="221499" y="1240823"/>
                </a:lnTo>
                <a:close/>
                <a:lnTo>
                  <a:pt x="223980" y="1281695"/>
                </a:lnTo>
                <a:close/>
                <a:lnTo>
                  <a:pt x="224431" y="1338039"/>
                </a:lnTo>
                <a:close/>
                <a:lnTo>
                  <a:pt x="225334" y="1288321"/>
                </a:lnTo>
                <a:close/>
                <a:lnTo>
                  <a:pt x="225785" y="1336147"/>
                </a:lnTo>
                <a:close/>
                <a:lnTo>
                  <a:pt x="226010" y="1311849"/>
                </a:lnTo>
                <a:close/>
                <a:lnTo>
                  <a:pt x="226236" y="1257905"/>
                </a:lnTo>
                <a:close/>
                <a:lnTo>
                  <a:pt x="226236" y="1376772"/>
                </a:lnTo>
                <a:close/>
                <a:lnTo>
                  <a:pt x="226461" y="1299864"/>
                </a:lnTo>
                <a:close/>
                <a:lnTo>
                  <a:pt x="226687" y="1219992"/>
                </a:lnTo>
                <a:close/>
                <a:lnTo>
                  <a:pt x="226913" y="1332975"/>
                </a:lnTo>
                <a:close/>
                <a:lnTo>
                  <a:pt x="227138" y="1274209"/>
                </a:lnTo>
                <a:close/>
                <a:lnTo>
                  <a:pt x="227364" y="1178243"/>
                </a:lnTo>
                <a:close/>
                <a:lnTo>
                  <a:pt x="229619" y="1313639"/>
                </a:lnTo>
                <a:close/>
                <a:lnTo>
                  <a:pt x="230973" y="1264111"/>
                </a:lnTo>
                <a:close/>
                <a:lnTo>
                  <a:pt x="231875" y="1274828"/>
                </a:lnTo>
                <a:close/>
                <a:lnTo>
                  <a:pt x="232100" y="1326958"/>
                </a:lnTo>
                <a:close/>
                <a:lnTo>
                  <a:pt x="232777" y="1250426"/>
                </a:lnTo>
                <a:close/>
                <a:lnTo>
                  <a:pt x="233003" y="1281144"/>
                </a:lnTo>
                <a:close/>
                <a:lnTo>
                  <a:pt x="234130" y="1201567"/>
                </a:lnTo>
                <a:close/>
                <a:lnTo>
                  <a:pt x="235033" y="1265396"/>
                </a:lnTo>
                <a:close/>
                <a:lnTo>
                  <a:pt x="236386" y="1285897"/>
                </a:lnTo>
                <a:close/>
                <a:lnTo>
                  <a:pt x="237288" y="1317806"/>
                </a:lnTo>
                <a:close/>
                <a:lnTo>
                  <a:pt x="238416" y="1266585"/>
                </a:lnTo>
                <a:close/>
                <a:lnTo>
                  <a:pt x="238867" y="1275930"/>
                </a:lnTo>
                <a:close/>
                <a:lnTo>
                  <a:pt x="239318" y="1193167"/>
                </a:lnTo>
                <a:close/>
                <a:lnTo>
                  <a:pt x="239769" y="1277656"/>
                </a:lnTo>
                <a:close/>
                <a:lnTo>
                  <a:pt x="240672" y="1271610"/>
                </a:lnTo>
                <a:close/>
                <a:lnTo>
                  <a:pt x="241574" y="1192517"/>
                </a:lnTo>
                <a:close/>
                <a:lnTo>
                  <a:pt x="243153" y="1286058"/>
                </a:lnTo>
                <a:close/>
                <a:lnTo>
                  <a:pt x="243378" y="1300227"/>
                </a:lnTo>
                <a:close/>
                <a:lnTo>
                  <a:pt x="243378" y="1287144"/>
                </a:lnTo>
                <a:close/>
                <a:lnTo>
                  <a:pt x="244506" y="1278075"/>
                </a:lnTo>
                <a:close/>
                <a:lnTo>
                  <a:pt x="244732" y="1338998"/>
                </a:lnTo>
                <a:close/>
                <a:lnTo>
                  <a:pt x="245634" y="1146142"/>
                </a:lnTo>
                <a:close/>
                <a:lnTo>
                  <a:pt x="246085" y="1192979"/>
                </a:lnTo>
                <a:close/>
                <a:lnTo>
                  <a:pt x="246085" y="1218466"/>
                </a:lnTo>
                <a:close/>
                <a:lnTo>
                  <a:pt x="246311" y="1248238"/>
                </a:lnTo>
                <a:close/>
                <a:lnTo>
                  <a:pt x="247890" y="1319869"/>
                </a:lnTo>
                <a:close/>
                <a:lnTo>
                  <a:pt x="248341" y="1191297"/>
                </a:lnTo>
                <a:close/>
                <a:lnTo>
                  <a:pt x="248566" y="1257223"/>
                </a:lnTo>
                <a:close/>
                <a:lnTo>
                  <a:pt x="248792" y="1261520"/>
                </a:lnTo>
                <a:close/>
                <a:lnTo>
                  <a:pt x="248792" y="1195638"/>
                </a:lnTo>
                <a:close/>
                <a:lnTo>
                  <a:pt x="250145" y="1339724"/>
                </a:lnTo>
                <a:close/>
                <a:lnTo>
                  <a:pt x="251047" y="1270074"/>
                </a:lnTo>
                <a:close/>
                <a:lnTo>
                  <a:pt x="251499" y="1380231"/>
                </a:lnTo>
                <a:close/>
                <a:lnTo>
                  <a:pt x="251950" y="1342584"/>
                </a:lnTo>
                <a:close/>
                <a:lnTo>
                  <a:pt x="253077" y="1300044"/>
                </a:lnTo>
                <a:close/>
                <a:lnTo>
                  <a:pt x="253077" y="1124213"/>
                </a:lnTo>
                <a:close/>
                <a:lnTo>
                  <a:pt x="253077" y="1181809"/>
                </a:lnTo>
                <a:close/>
                <a:lnTo>
                  <a:pt x="253980" y="1237916"/>
                </a:lnTo>
                <a:close/>
                <a:lnTo>
                  <a:pt x="254656" y="1368259"/>
                </a:lnTo>
                <a:close/>
                <a:lnTo>
                  <a:pt x="256686" y="1244052"/>
                </a:lnTo>
                <a:close/>
                <a:lnTo>
                  <a:pt x="257814" y="1196842"/>
                </a:lnTo>
                <a:close/>
                <a:lnTo>
                  <a:pt x="259619" y="1203562"/>
                </a:lnTo>
                <a:close/>
                <a:lnTo>
                  <a:pt x="260746" y="1381838"/>
                </a:lnTo>
                <a:close/>
                <a:lnTo>
                  <a:pt x="261874" y="1352570"/>
                </a:lnTo>
                <a:close/>
                <a:lnTo>
                  <a:pt x="262100" y="1178941"/>
                </a:lnTo>
                <a:close/>
                <a:lnTo>
                  <a:pt x="262100" y="1217122"/>
                </a:lnTo>
                <a:close/>
                <a:lnTo>
                  <a:pt x="263228" y="1173788"/>
                </a:lnTo>
                <a:close/>
                <a:lnTo>
                  <a:pt x="263228" y="1395533"/>
                </a:lnTo>
                <a:close/>
                <a:lnTo>
                  <a:pt x="263228" y="1352483"/>
                </a:lnTo>
                <a:close/>
                <a:lnTo>
                  <a:pt x="264581" y="1320035"/>
                </a:lnTo>
                <a:close/>
                <a:lnTo>
                  <a:pt x="264581" y="1260541"/>
                </a:lnTo>
                <a:close/>
                <a:lnTo>
                  <a:pt x="264581" y="1349176"/>
                </a:lnTo>
                <a:close/>
                <a:lnTo>
                  <a:pt x="267062" y="1248702"/>
                </a:lnTo>
                <a:close/>
                <a:lnTo>
                  <a:pt x="268190" y="1303156"/>
                </a:lnTo>
                <a:close/>
                <a:lnTo>
                  <a:pt x="269318" y="1134703"/>
                </a:lnTo>
                <a:close/>
                <a:lnTo>
                  <a:pt x="269318" y="1208110"/>
                </a:lnTo>
                <a:close/>
                <a:lnTo>
                  <a:pt x="269543" y="1249192"/>
                </a:lnTo>
                <a:close/>
                <a:lnTo>
                  <a:pt x="269543" y="1247780"/>
                </a:lnTo>
                <a:close/>
                <a:lnTo>
                  <a:pt x="269769" y="1266465"/>
                </a:lnTo>
                <a:close/>
                <a:lnTo>
                  <a:pt x="269769" y="1368801"/>
                </a:lnTo>
                <a:close/>
                <a:lnTo>
                  <a:pt x="270671" y="1207881"/>
                </a:lnTo>
                <a:close/>
                <a:lnTo>
                  <a:pt x="271122" y="1157989"/>
                </a:lnTo>
                <a:close/>
                <a:lnTo>
                  <a:pt x="271348" y="1248509"/>
                </a:lnTo>
                <a:close/>
                <a:lnTo>
                  <a:pt x="272024" y="1227148"/>
                </a:lnTo>
                <a:close/>
                <a:lnTo>
                  <a:pt x="273829" y="1305451"/>
                </a:lnTo>
                <a:close/>
                <a:lnTo>
                  <a:pt x="274957" y="1220675"/>
                </a:lnTo>
                <a:close/>
                <a:lnTo>
                  <a:pt x="275182" y="1295834"/>
                </a:lnTo>
                <a:close/>
                <a:lnTo>
                  <a:pt x="275633" y="1217003"/>
                </a:lnTo>
                <a:close/>
                <a:lnTo>
                  <a:pt x="276987" y="1312137"/>
                </a:lnTo>
                <a:close/>
                <a:lnTo>
                  <a:pt x="277438" y="1212306"/>
                </a:lnTo>
                <a:close/>
                <a:lnTo>
                  <a:pt x="277438" y="1267564"/>
                </a:lnTo>
                <a:close/>
                <a:lnTo>
                  <a:pt x="277438" y="1272643"/>
                </a:lnTo>
                <a:close/>
                <a:lnTo>
                  <a:pt x="277663" y="1261973"/>
                </a:lnTo>
                <a:close/>
                <a:lnTo>
                  <a:pt x="277663" y="1312937"/>
                </a:lnTo>
                <a:close/>
                <a:lnTo>
                  <a:pt x="278115" y="1176694"/>
                </a:lnTo>
                <a:close/>
                <a:lnTo>
                  <a:pt x="278340" y="1266236"/>
                </a:lnTo>
                <a:close/>
                <a:lnTo>
                  <a:pt x="278791" y="1189881"/>
                </a:lnTo>
                <a:close/>
                <a:lnTo>
                  <a:pt x="279017" y="1310566"/>
                </a:lnTo>
                <a:close/>
                <a:lnTo>
                  <a:pt x="279468" y="1338916"/>
                </a:lnTo>
                <a:close/>
                <a:lnTo>
                  <a:pt x="279693" y="1241549"/>
                </a:lnTo>
                <a:close/>
                <a:lnTo>
                  <a:pt x="280145" y="1282767"/>
                </a:lnTo>
                <a:close/>
                <a:lnTo>
                  <a:pt x="280596" y="1252462"/>
                </a:lnTo>
                <a:close/>
                <a:lnTo>
                  <a:pt x="280821" y="1279251"/>
                </a:lnTo>
                <a:close/>
                <a:lnTo>
                  <a:pt x="280821" y="1251603"/>
                </a:lnTo>
                <a:close/>
                <a:lnTo>
                  <a:pt x="281272" y="1315993"/>
                </a:lnTo>
                <a:close/>
                <a:lnTo>
                  <a:pt x="282175" y="1145059"/>
                </a:lnTo>
                <a:close/>
                <a:lnTo>
                  <a:pt x="282626" y="1283247"/>
                </a:lnTo>
                <a:close/>
                <a:lnTo>
                  <a:pt x="283302" y="1240130"/>
                </a:lnTo>
                <a:close/>
                <a:lnTo>
                  <a:pt x="283979" y="1251726"/>
                </a:lnTo>
                <a:close/>
                <a:lnTo>
                  <a:pt x="284656" y="1298775"/>
                </a:lnTo>
                <a:close/>
                <a:lnTo>
                  <a:pt x="284656" y="1224626"/>
                </a:lnTo>
                <a:close/>
                <a:lnTo>
                  <a:pt x="285107" y="1243050"/>
                </a:lnTo>
                <a:close/>
                <a:lnTo>
                  <a:pt x="285558" y="1217559"/>
                </a:lnTo>
                <a:close/>
                <a:lnTo>
                  <a:pt x="285784" y="1251899"/>
                </a:lnTo>
                <a:close/>
                <a:lnTo>
                  <a:pt x="286235" y="1207713"/>
                </a:lnTo>
                <a:close/>
                <a:lnTo>
                  <a:pt x="286911" y="1295260"/>
                </a:lnTo>
                <a:close/>
                <a:lnTo>
                  <a:pt x="287137" y="1253520"/>
                </a:lnTo>
                <a:close/>
                <a:lnTo>
                  <a:pt x="287814" y="1305696"/>
                </a:lnTo>
                <a:close/>
                <a:lnTo>
                  <a:pt x="287814" y="1220730"/>
                </a:lnTo>
                <a:close/>
                <a:lnTo>
                  <a:pt x="288039" y="1244789"/>
                </a:lnTo>
                <a:close/>
                <a:lnTo>
                  <a:pt x="290295" y="1337906"/>
                </a:lnTo>
                <a:close/>
                <a:lnTo>
                  <a:pt x="291648" y="1276653"/>
                </a:lnTo>
                <a:close/>
                <a:lnTo>
                  <a:pt x="291874" y="1263684"/>
                </a:lnTo>
                <a:close/>
                <a:lnTo>
                  <a:pt x="292550" y="1274640"/>
                </a:lnTo>
                <a:close/>
                <a:lnTo>
                  <a:pt x="292776" y="1245924"/>
                </a:lnTo>
                <a:close/>
                <a:lnTo>
                  <a:pt x="293227" y="1131574"/>
                </a:lnTo>
                <a:close/>
                <a:lnTo>
                  <a:pt x="295257" y="1225578"/>
                </a:lnTo>
                <a:close/>
                <a:lnTo>
                  <a:pt x="299092" y="1242709"/>
                </a:lnTo>
                <a:close/>
                <a:lnTo>
                  <a:pt x="299092" y="1252715"/>
                </a:lnTo>
                <a:close/>
                <a:lnTo>
                  <a:pt x="299994" y="1203473"/>
                </a:lnTo>
                <a:close/>
                <a:lnTo>
                  <a:pt x="299994" y="1196557"/>
                </a:lnTo>
                <a:close/>
                <a:lnTo>
                  <a:pt x="299994" y="1158382"/>
                </a:lnTo>
                <a:close/>
                <a:lnTo>
                  <a:pt x="301122" y="1188345"/>
                </a:lnTo>
                <a:close/>
                <a:lnTo>
                  <a:pt x="302701" y="1221085"/>
                </a:lnTo>
                <a:close/>
                <a:lnTo>
                  <a:pt x="303603" y="1227334"/>
                </a:lnTo>
                <a:close/>
                <a:lnTo>
                  <a:pt x="303828" y="1304614"/>
                </a:lnTo>
                <a:close/>
                <a:lnTo>
                  <a:pt x="304279" y="1244675"/>
                </a:lnTo>
                <a:close/>
                <a:lnTo>
                  <a:pt x="304505" y="1304185"/>
                </a:lnTo>
                <a:close/>
                <a:lnTo>
                  <a:pt x="304731" y="1226855"/>
                </a:lnTo>
                <a:close/>
                <a:lnTo>
                  <a:pt x="304731" y="1205953"/>
                </a:lnTo>
                <a:close/>
                <a:lnTo>
                  <a:pt x="305182" y="1184085"/>
                </a:lnTo>
                <a:close/>
                <a:lnTo>
                  <a:pt x="305858" y="1315412"/>
                </a:lnTo>
                <a:close/>
                <a:lnTo>
                  <a:pt x="306535" y="1275403"/>
                </a:lnTo>
                <a:close/>
                <a:lnTo>
                  <a:pt x="306535" y="1248701"/>
                </a:lnTo>
                <a:close/>
                <a:lnTo>
                  <a:pt x="306761" y="1344386"/>
                </a:lnTo>
                <a:close/>
                <a:lnTo>
                  <a:pt x="306761" y="1223952"/>
                </a:lnTo>
                <a:close/>
                <a:lnTo>
                  <a:pt x="306761" y="1145707"/>
                </a:lnTo>
                <a:close/>
                <a:lnTo>
                  <a:pt x="307212" y="1328978"/>
                </a:lnTo>
                <a:close/>
                <a:lnTo>
                  <a:pt x="307212" y="1149256"/>
                </a:lnTo>
                <a:close/>
                <a:lnTo>
                  <a:pt x="307437" y="1319289"/>
                </a:lnTo>
                <a:close/>
                <a:lnTo>
                  <a:pt x="307437" y="1267779"/>
                </a:lnTo>
                <a:close/>
                <a:lnTo>
                  <a:pt x="308114" y="1223478"/>
                </a:lnTo>
                <a:close/>
                <a:lnTo>
                  <a:pt x="308791" y="1255308"/>
                </a:lnTo>
                <a:close/>
                <a:lnTo>
                  <a:pt x="308791" y="1086237"/>
                </a:lnTo>
                <a:close/>
                <a:lnTo>
                  <a:pt x="309242" y="1244337"/>
                </a:lnTo>
                <a:close/>
                <a:lnTo>
                  <a:pt x="311272" y="1171214"/>
                </a:lnTo>
                <a:close/>
                <a:lnTo>
                  <a:pt x="311497" y="1238417"/>
                </a:lnTo>
                <a:close/>
                <a:lnTo>
                  <a:pt x="311723" y="1201996"/>
                </a:lnTo>
                <a:close/>
                <a:lnTo>
                  <a:pt x="313076" y="1197523"/>
                </a:lnTo>
                <a:close/>
                <a:lnTo>
                  <a:pt x="314430" y="1293729"/>
                </a:lnTo>
                <a:close/>
                <a:lnTo>
                  <a:pt x="314655" y="1155551"/>
                </a:lnTo>
                <a:close/>
                <a:lnTo>
                  <a:pt x="314655" y="1201700"/>
                </a:lnTo>
                <a:close/>
                <a:lnTo>
                  <a:pt x="315557" y="1340631"/>
                </a:lnTo>
                <a:close/>
                <a:lnTo>
                  <a:pt x="315783" y="1287154"/>
                </a:lnTo>
                <a:close/>
                <a:lnTo>
                  <a:pt x="316460" y="1252578"/>
                </a:lnTo>
                <a:close/>
                <a:lnTo>
                  <a:pt x="318264" y="1251031"/>
                </a:lnTo>
                <a:close/>
                <a:lnTo>
                  <a:pt x="318490" y="1199564"/>
                </a:lnTo>
                <a:close/>
                <a:lnTo>
                  <a:pt x="318941" y="1187206"/>
                </a:lnTo>
                <a:close/>
                <a:lnTo>
                  <a:pt x="319392" y="1169958"/>
                </a:lnTo>
                <a:close/>
                <a:lnTo>
                  <a:pt x="322775" y="1384748"/>
                </a:lnTo>
                <a:close/>
                <a:lnTo>
                  <a:pt x="325031" y="1233371"/>
                </a:lnTo>
                <a:close/>
                <a:lnTo>
                  <a:pt x="325031" y="1187297"/>
                </a:lnTo>
                <a:close/>
                <a:lnTo>
                  <a:pt x="325708" y="1219301"/>
                </a:lnTo>
                <a:close/>
                <a:lnTo>
                  <a:pt x="326610" y="1161867"/>
                </a:lnTo>
                <a:close/>
                <a:lnTo>
                  <a:pt x="327512" y="1218956"/>
                </a:lnTo>
                <a:close/>
                <a:lnTo>
                  <a:pt x="331121" y="1225898"/>
                </a:lnTo>
                <a:close/>
                <a:lnTo>
                  <a:pt x="333151" y="1142292"/>
                </a:lnTo>
                <a:close/>
                <a:lnTo>
                  <a:pt x="333828" y="1200261"/>
                </a:lnTo>
                <a:close/>
                <a:lnTo>
                  <a:pt x="334956" y="1169958"/>
                </a:lnTo>
                <a:close/>
                <a:lnTo>
                  <a:pt x="335632" y="1201169"/>
                </a:lnTo>
                <a:close/>
                <a:lnTo>
                  <a:pt x="337437" y="1107861"/>
                </a:lnTo>
                <a:close/>
                <a:lnTo>
                  <a:pt x="339016" y="1213835"/>
                </a:lnTo>
                <a:close/>
                <a:lnTo>
                  <a:pt x="340143" y="1098216"/>
                </a:lnTo>
                <a:close/>
                <a:lnTo>
                  <a:pt x="340595" y="1232120"/>
                </a:lnTo>
                <a:close/>
                <a:lnTo>
                  <a:pt x="341046" y="1224947"/>
                </a:lnTo>
                <a:close/>
                <a:lnTo>
                  <a:pt x="341722" y="1157237"/>
                </a:lnTo>
                <a:close/>
                <a:lnTo>
                  <a:pt x="341948" y="1244691"/>
                </a:lnTo>
                <a:close/>
                <a:lnTo>
                  <a:pt x="342399" y="1262827"/>
                </a:lnTo>
                <a:close/>
                <a:lnTo>
                  <a:pt x="345106" y="1207266"/>
                </a:lnTo>
                <a:close/>
                <a:lnTo>
                  <a:pt x="345106" y="1185777"/>
                </a:lnTo>
                <a:close/>
                <a:lnTo>
                  <a:pt x="345557" y="1345194"/>
                </a:lnTo>
                <a:close/>
                <a:lnTo>
                  <a:pt x="347361" y="1120386"/>
                </a:lnTo>
                <a:close/>
                <a:lnTo>
                  <a:pt x="349166" y="1347146"/>
                </a:lnTo>
                <a:close/>
                <a:lnTo>
                  <a:pt x="349842" y="1233696"/>
                </a:lnTo>
                <a:close/>
                <a:lnTo>
                  <a:pt x="350745" y="1145707"/>
                </a:lnTo>
                <a:close/>
                <a:lnTo>
                  <a:pt x="352549" y="1346129"/>
                </a:lnTo>
                <a:close/>
                <a:lnTo>
                  <a:pt x="352549" y="1196769"/>
                </a:lnTo>
                <a:close/>
                <a:lnTo>
                  <a:pt x="353451" y="1140755"/>
                </a:lnTo>
                <a:close/>
                <a:lnTo>
                  <a:pt x="353677" y="1247418"/>
                </a:lnTo>
                <a:close/>
                <a:lnTo>
                  <a:pt x="354805" y="1264072"/>
                </a:lnTo>
                <a:close/>
                <a:lnTo>
                  <a:pt x="354805" y="1246212"/>
                </a:lnTo>
                <a:close/>
                <a:lnTo>
                  <a:pt x="354805" y="1243580"/>
                </a:lnTo>
                <a:close/>
                <a:lnTo>
                  <a:pt x="356158" y="1348404"/>
                </a:lnTo>
                <a:close/>
                <a:lnTo>
                  <a:pt x="357060" y="1159212"/>
                </a:lnTo>
                <a:close/>
                <a:lnTo>
                  <a:pt x="359767" y="1321695"/>
                </a:lnTo>
                <a:close/>
                <a:lnTo>
                  <a:pt x="360218" y="1089061"/>
                </a:lnTo>
                <a:close/>
                <a:lnTo>
                  <a:pt x="360218" y="1318179"/>
                </a:lnTo>
                <a:close/>
                <a:lnTo>
                  <a:pt x="360895" y="1210028"/>
                </a:lnTo>
                <a:close/>
                <a:lnTo>
                  <a:pt x="362699" y="1266923"/>
                </a:lnTo>
                <a:close/>
                <a:lnTo>
                  <a:pt x="363602" y="1181842"/>
                </a:lnTo>
                <a:close/>
                <a:lnTo>
                  <a:pt x="363827" y="1161946"/>
                </a:lnTo>
                <a:close/>
                <a:lnTo>
                  <a:pt x="363827" y="1204424"/>
                </a:lnTo>
                <a:close/>
                <a:lnTo>
                  <a:pt x="364955" y="1190573"/>
                </a:lnTo>
                <a:close/>
                <a:lnTo>
                  <a:pt x="365857" y="1278146"/>
                </a:lnTo>
                <a:close/>
                <a:lnTo>
                  <a:pt x="368113" y="1217423"/>
                </a:lnTo>
                <a:close/>
                <a:lnTo>
                  <a:pt x="369692" y="1266974"/>
                </a:lnTo>
                <a:close/>
                <a:lnTo>
                  <a:pt x="370594" y="1188112"/>
                </a:lnTo>
                <a:close/>
                <a:lnTo>
                  <a:pt x="372398" y="1211556"/>
                </a:lnTo>
                <a:close/>
                <a:lnTo>
                  <a:pt x="373075" y="1173245"/>
                </a:lnTo>
                <a:close/>
                <a:lnTo>
                  <a:pt x="373301" y="1182443"/>
                </a:lnTo>
                <a:close/>
                <a:lnTo>
                  <a:pt x="375556" y="1219153"/>
                </a:lnTo>
                <a:close/>
                <a:lnTo>
                  <a:pt x="377361" y="1213592"/>
                </a:lnTo>
                <a:close/>
                <a:lnTo>
                  <a:pt x="377361" y="1202402"/>
                </a:lnTo>
                <a:close/>
                <a:lnTo>
                  <a:pt x="379616" y="1263769"/>
                </a:lnTo>
                <a:close/>
                <a:lnTo>
                  <a:pt x="381421" y="1126464"/>
                </a:lnTo>
                <a:close/>
                <a:lnTo>
                  <a:pt x="382097" y="1316004"/>
                </a:lnTo>
                <a:close/>
                <a:lnTo>
                  <a:pt x="382549" y="1125666"/>
                </a:lnTo>
                <a:close/>
                <a:lnTo>
                  <a:pt x="383000" y="1270791"/>
                </a:lnTo>
                <a:close/>
                <a:lnTo>
                  <a:pt x="384353" y="1127102"/>
                </a:lnTo>
                <a:close/>
                <a:lnTo>
                  <a:pt x="384579" y="1308229"/>
                </a:lnTo>
                <a:close/>
                <a:lnTo>
                  <a:pt x="386158" y="1162686"/>
                </a:lnTo>
                <a:close/>
                <a:lnTo>
                  <a:pt x="386609" y="1225063"/>
                </a:lnTo>
                <a:close/>
                <a:lnTo>
                  <a:pt x="388188" y="1169906"/>
                </a:lnTo>
                <a:close/>
                <a:lnTo>
                  <a:pt x="393601" y="1202849"/>
                </a:lnTo>
                <a:close/>
                <a:lnTo>
                  <a:pt x="395405" y="1117573"/>
                </a:lnTo>
                <a:close/>
                <a:lnTo>
                  <a:pt x="396082" y="1139937"/>
                </a:lnTo>
                <a:close/>
                <a:lnTo>
                  <a:pt x="396082" y="1313355"/>
                </a:lnTo>
                <a:close/>
                <a:lnTo>
                  <a:pt x="397436" y="1103627"/>
                </a:lnTo>
                <a:close/>
                <a:lnTo>
                  <a:pt x="400593" y="1077100"/>
                </a:lnTo>
                <a:close/>
                <a:lnTo>
                  <a:pt x="402623" y="1091750"/>
                </a:lnTo>
                <a:close/>
                <a:lnTo>
                  <a:pt x="403075" y="1164110"/>
                </a:lnTo>
                <a:close/>
                <a:lnTo>
                  <a:pt x="403300" y="1274792"/>
                </a:lnTo>
                <a:close/>
                <a:lnTo>
                  <a:pt x="403977" y="1224646"/>
                </a:lnTo>
                <a:close/>
                <a:lnTo>
                  <a:pt x="404653" y="1114659"/>
                </a:lnTo>
                <a:close/>
                <a:lnTo>
                  <a:pt x="408488" y="1244125"/>
                </a:lnTo>
                <a:close/>
                <a:lnTo>
                  <a:pt x="412322" y="1075036"/>
                </a:lnTo>
                <a:close/>
                <a:lnTo>
                  <a:pt x="414352" y="1182484"/>
                </a:lnTo>
                <a:close/>
                <a:lnTo>
                  <a:pt x="414578" y="1219676"/>
                </a:lnTo>
                <a:close/>
                <a:lnTo>
                  <a:pt x="415029" y="1254098"/>
                </a:lnTo>
                <a:close/>
                <a:lnTo>
                  <a:pt x="417961" y="1232225"/>
                </a:lnTo>
                <a:close/>
                <a:lnTo>
                  <a:pt x="420894" y="1226093"/>
                </a:lnTo>
                <a:close/>
                <a:lnTo>
                  <a:pt x="422022" y="1168224"/>
                </a:lnTo>
                <a:close/>
                <a:lnTo>
                  <a:pt x="422473" y="1199089"/>
                </a:lnTo>
                <a:close/>
                <a:lnTo>
                  <a:pt x="422924" y="1086302"/>
                </a:lnTo>
                <a:close/>
                <a:lnTo>
                  <a:pt x="423826" y="1193916"/>
                </a:lnTo>
                <a:close/>
                <a:lnTo>
                  <a:pt x="424277" y="1235977"/>
                </a:lnTo>
                <a:close/>
                <a:lnTo>
                  <a:pt x="424503" y="1217011"/>
                </a:lnTo>
                <a:close/>
                <a:lnTo>
                  <a:pt x="425405" y="1100407"/>
                </a:lnTo>
                <a:close/>
                <a:lnTo>
                  <a:pt x="426533" y="1194563"/>
                </a:lnTo>
                <a:close/>
                <a:lnTo>
                  <a:pt x="429014" y="1243025"/>
                </a:lnTo>
                <a:close/>
                <a:lnTo>
                  <a:pt x="432397" y="1151891"/>
                </a:lnTo>
                <a:close/>
                <a:lnTo>
                  <a:pt x="432623" y="1097326"/>
                </a:lnTo>
                <a:close/>
                <a:lnTo>
                  <a:pt x="433074" y="1141507"/>
                </a:lnTo>
                <a:close/>
                <a:lnTo>
                  <a:pt x="433976" y="1145986"/>
                </a:lnTo>
                <a:close/>
                <a:lnTo>
                  <a:pt x="434427" y="1224924"/>
                </a:lnTo>
                <a:close/>
                <a:lnTo>
                  <a:pt x="441420" y="1206257"/>
                </a:lnTo>
                <a:close/>
                <a:lnTo>
                  <a:pt x="444352" y="1125410"/>
                </a:lnTo>
                <a:close/>
                <a:lnTo>
                  <a:pt x="444577" y="1202734"/>
                </a:lnTo>
                <a:close/>
                <a:lnTo>
                  <a:pt x="445931" y="1100652"/>
                </a:lnTo>
                <a:close/>
                <a:lnTo>
                  <a:pt x="447510" y="1079701"/>
                </a:lnTo>
                <a:close/>
                <a:lnTo>
                  <a:pt x="450668" y="980367"/>
                </a:lnTo>
                <a:close/>
                <a:lnTo>
                  <a:pt x="451344" y="1124127"/>
                </a:lnTo>
                <a:close/>
                <a:lnTo>
                  <a:pt x="452698" y="1120429"/>
                </a:lnTo>
                <a:close/>
                <a:lnTo>
                  <a:pt x="452923" y="1124410"/>
                </a:lnTo>
                <a:close/>
                <a:lnTo>
                  <a:pt x="455855" y="1128958"/>
                </a:lnTo>
                <a:close/>
                <a:lnTo>
                  <a:pt x="457434" y="1194503"/>
                </a:lnTo>
                <a:close/>
                <a:lnTo>
                  <a:pt x="461946" y="1158244"/>
                </a:lnTo>
                <a:close/>
                <a:lnTo>
                  <a:pt x="462397" y="1143642"/>
                </a:lnTo>
                <a:close/>
                <a:lnTo>
                  <a:pt x="463976" y="1107177"/>
                </a:lnTo>
                <a:close/>
                <a:lnTo>
                  <a:pt x="464201" y="1144349"/>
                </a:lnTo>
                <a:close/>
                <a:lnTo>
                  <a:pt x="464427" y="1247096"/>
                </a:lnTo>
                <a:close/>
                <a:lnTo>
                  <a:pt x="464427" y="1244052"/>
                </a:lnTo>
                <a:close/>
                <a:lnTo>
                  <a:pt x="466006" y="1241686"/>
                </a:lnTo>
                <a:close/>
                <a:lnTo>
                  <a:pt x="466908" y="1132085"/>
                </a:lnTo>
                <a:close/>
                <a:lnTo>
                  <a:pt x="468487" y="1129004"/>
                </a:lnTo>
                <a:close/>
                <a:lnTo>
                  <a:pt x="470291" y="1067670"/>
                </a:lnTo>
                <a:close/>
                <a:lnTo>
                  <a:pt x="471870" y="1111115"/>
                </a:lnTo>
                <a:close/>
                <a:lnTo>
                  <a:pt x="473675" y="1154918"/>
                </a:lnTo>
                <a:close/>
                <a:lnTo>
                  <a:pt x="474351" y="1121095"/>
                </a:lnTo>
                <a:close/>
                <a:lnTo>
                  <a:pt x="474802" y="1144292"/>
                </a:lnTo>
                <a:close/>
                <a:lnTo>
                  <a:pt x="475705" y="1187539"/>
                </a:lnTo>
                <a:close/>
                <a:lnTo>
                  <a:pt x="475930" y="1132920"/>
                </a:lnTo>
                <a:close/>
                <a:lnTo>
                  <a:pt x="475930" y="1026623"/>
                </a:lnTo>
                <a:close/>
                <a:lnTo>
                  <a:pt x="478186" y="1192672"/>
                </a:lnTo>
                <a:close/>
                <a:lnTo>
                  <a:pt x="479539" y="1335197"/>
                </a:lnTo>
                <a:close/>
                <a:lnTo>
                  <a:pt x="479990" y="1070942"/>
                </a:lnTo>
                <a:close/>
                <a:lnTo>
                  <a:pt x="481118" y="1261726"/>
                </a:lnTo>
                <a:close/>
                <a:lnTo>
                  <a:pt x="485404" y="1153353"/>
                </a:lnTo>
                <a:close/>
                <a:lnTo>
                  <a:pt x="489013" y="1095468"/>
                </a:lnTo>
                <a:close/>
                <a:lnTo>
                  <a:pt x="491719" y="1103045"/>
                </a:lnTo>
                <a:close/>
                <a:lnTo>
                  <a:pt x="492171" y="1117664"/>
                </a:lnTo>
                <a:close/>
                <a:lnTo>
                  <a:pt x="492622" y="1114871"/>
                </a:lnTo>
                <a:close/>
                <a:lnTo>
                  <a:pt x="493524" y="1124126"/>
                </a:lnTo>
                <a:close/>
                <a:lnTo>
                  <a:pt x="494201" y="1079001"/>
                </a:lnTo>
                <a:close/>
                <a:lnTo>
                  <a:pt x="494652" y="1156466"/>
                </a:lnTo>
                <a:close/>
                <a:lnTo>
                  <a:pt x="495103" y="1221445"/>
                </a:lnTo>
                <a:close/>
                <a:lnTo>
                  <a:pt x="497358" y="1037426"/>
                </a:lnTo>
                <a:close/>
                <a:lnTo>
                  <a:pt x="498937" y="1093442"/>
                </a:lnTo>
                <a:close/>
                <a:lnTo>
                  <a:pt x="499388" y="1080738"/>
                </a:lnTo>
                <a:close/>
                <a:lnTo>
                  <a:pt x="500291" y="1227231"/>
                </a:lnTo>
                <a:close/>
                <a:lnTo>
                  <a:pt x="500967" y="1104360"/>
                </a:lnTo>
                <a:close/>
                <a:lnTo>
                  <a:pt x="508862" y="1105583"/>
                </a:lnTo>
                <a:close/>
                <a:lnTo>
                  <a:pt x="509313" y="1039348"/>
                </a:lnTo>
                <a:close/>
                <a:lnTo>
                  <a:pt x="516531" y="1089075"/>
                </a:lnTo>
                <a:close/>
                <a:lnTo>
                  <a:pt x="520140" y="1091153"/>
                </a:lnTo>
                <a:close/>
                <a:lnTo>
                  <a:pt x="527132" y="1145875"/>
                </a:lnTo>
                <a:close/>
                <a:lnTo>
                  <a:pt x="528034" y="1139255"/>
                </a:lnTo>
                <a:close/>
                <a:lnTo>
                  <a:pt x="532771" y="1134372"/>
                </a:lnTo>
                <a:close/>
                <a:lnTo>
                  <a:pt x="536155" y="1072653"/>
                </a:lnTo>
                <a:close/>
                <a:lnTo>
                  <a:pt x="537057" y="1189288"/>
                </a:lnTo>
                <a:close/>
                <a:lnTo>
                  <a:pt x="542696" y="1107952"/>
                </a:lnTo>
                <a:close/>
                <a:lnTo>
                  <a:pt x="545628" y="1065573"/>
                </a:lnTo>
                <a:close/>
                <a:lnTo>
                  <a:pt x="554876" y="989098"/>
                </a:lnTo>
                <a:close/>
                <a:lnTo>
                  <a:pt x="558259" y="1110628"/>
                </a:lnTo>
                <a:close/>
                <a:lnTo>
                  <a:pt x="568635" y="1011798"/>
                </a:lnTo>
                <a:close/>
                <a:lnTo>
                  <a:pt x="571567" y="1173115"/>
                </a:lnTo>
                <a:close/>
                <a:lnTo>
                  <a:pt x="586680" y="1116542"/>
                </a:lnTo>
                <a:close/>
                <a:lnTo>
                  <a:pt x="595026" y="1056233"/>
                </a:lnTo>
                <a:close/>
                <a:lnTo>
                  <a:pt x="596379" y="1167072"/>
                </a:lnTo>
                <a:close/>
                <a:lnTo>
                  <a:pt x="606755" y="1144200"/>
                </a:lnTo>
                <a:close/>
                <a:lnTo>
                  <a:pt x="620063" y="1178945"/>
                </a:lnTo>
                <a:close/>
                <a:lnTo>
                  <a:pt x="634724" y="1019669"/>
                </a:lnTo>
                <a:close/>
                <a:lnTo>
                  <a:pt x="635175" y="979828"/>
                </a:lnTo>
                <a:close/>
                <a:lnTo>
                  <a:pt x="653671" y="1005350"/>
                </a:lnTo>
                <a:close/>
                <a:lnTo>
                  <a:pt x="663596" y="1009903"/>
                </a:lnTo>
                <a:close/>
                <a:lnTo>
                  <a:pt x="698106" y="1098704"/>
                </a:lnTo>
                <a:close/>
                <a:lnTo>
                  <a:pt x="722692" y="1097112"/>
                </a:lnTo>
                <a:close/>
                <a:lnTo>
                  <a:pt x="733745" y="1139597"/>
                </a:lnTo>
                <a:close/>
                <a:lnTo>
                  <a:pt x="747278" y="948615"/>
                </a:lnTo>
                <a:close/>
                <a:lnTo>
                  <a:pt x="750662" y="1062116"/>
                </a:lnTo>
                <a:close/>
                <a:lnTo>
                  <a:pt x="779759" y="885374"/>
                </a:lnTo>
                <a:close/>
                <a:lnTo>
                  <a:pt x="793292" y="918653"/>
                </a:lnTo>
                <a:close/>
                <a:lnTo>
                  <a:pt x="858254" y="1140686"/>
                </a:lnTo>
                <a:close/>
                <a:lnTo>
                  <a:pt x="928403" y="937562"/>
                </a:lnTo>
                <a:close/>
                <a:lnTo>
                  <a:pt x="944869" y="958850"/>
                </a:lnTo>
                <a:close/>
                <a:lnTo>
                  <a:pt x="1137045" y="1009945"/>
                </a:lnTo>
                <a:close/>
                <a:lnTo>
                  <a:pt x="1137045" y="438698"/>
                </a:lnTo>
                <a:close/>
                <a:lnTo>
                  <a:pt x="1137045" y="438698"/>
                </a:lnTo>
                <a:close/>
                <a:lnTo>
                  <a:pt x="944869" y="0"/>
                </a:lnTo>
                <a:close/>
                <a:lnTo>
                  <a:pt x="928403" y="120562"/>
                </a:lnTo>
                <a:close/>
                <a:lnTo>
                  <a:pt x="858254" y="732341"/>
                </a:lnTo>
                <a:close/>
                <a:lnTo>
                  <a:pt x="793292" y="345688"/>
                </a:lnTo>
                <a:close/>
                <a:lnTo>
                  <a:pt x="779759" y="120144"/>
                </a:lnTo>
                <a:close/>
                <a:lnTo>
                  <a:pt x="750662" y="625887"/>
                </a:lnTo>
                <a:close/>
                <a:lnTo>
                  <a:pt x="747278" y="154709"/>
                </a:lnTo>
                <a:close/>
                <a:lnTo>
                  <a:pt x="733745" y="759219"/>
                </a:lnTo>
                <a:close/>
                <a:lnTo>
                  <a:pt x="722692" y="606572"/>
                </a:lnTo>
                <a:close/>
                <a:lnTo>
                  <a:pt x="698106" y="698361"/>
                </a:lnTo>
                <a:close/>
                <a:lnTo>
                  <a:pt x="663596" y="551887"/>
                </a:lnTo>
                <a:close/>
                <a:lnTo>
                  <a:pt x="653671" y="583719"/>
                </a:lnTo>
                <a:close/>
                <a:lnTo>
                  <a:pt x="635175" y="508555"/>
                </a:lnTo>
                <a:close/>
                <a:lnTo>
                  <a:pt x="634724" y="451984"/>
                </a:lnTo>
                <a:close/>
                <a:lnTo>
                  <a:pt x="620063" y="817642"/>
                </a:lnTo>
                <a:close/>
                <a:lnTo>
                  <a:pt x="606755" y="760760"/>
                </a:lnTo>
                <a:close/>
                <a:lnTo>
                  <a:pt x="596379" y="843293"/>
                </a:lnTo>
                <a:close/>
                <a:lnTo>
                  <a:pt x="595026" y="651436"/>
                </a:lnTo>
                <a:close/>
                <a:lnTo>
                  <a:pt x="586680" y="619740"/>
                </a:lnTo>
                <a:close/>
                <a:lnTo>
                  <a:pt x="571567" y="796116"/>
                </a:lnTo>
                <a:close/>
                <a:lnTo>
                  <a:pt x="568635" y="540647"/>
                </a:lnTo>
                <a:close/>
                <a:lnTo>
                  <a:pt x="558259" y="739705"/>
                </a:lnTo>
                <a:close/>
                <a:lnTo>
                  <a:pt x="554876" y="428368"/>
                </a:lnTo>
                <a:close/>
                <a:lnTo>
                  <a:pt x="545628" y="664101"/>
                </a:lnTo>
                <a:close/>
                <a:lnTo>
                  <a:pt x="542696" y="666914"/>
                </a:lnTo>
                <a:close/>
                <a:lnTo>
                  <a:pt x="537057" y="794499"/>
                </a:lnTo>
                <a:close/>
                <a:lnTo>
                  <a:pt x="536155" y="657757"/>
                </a:lnTo>
                <a:close/>
                <a:lnTo>
                  <a:pt x="532771" y="744313"/>
                </a:lnTo>
                <a:close/>
                <a:lnTo>
                  <a:pt x="528034" y="767592"/>
                </a:lnTo>
                <a:close/>
                <a:lnTo>
                  <a:pt x="527132" y="755419"/>
                </a:lnTo>
                <a:close/>
                <a:lnTo>
                  <a:pt x="520140" y="678716"/>
                </a:lnTo>
                <a:close/>
                <a:lnTo>
                  <a:pt x="516531" y="739687"/>
                </a:lnTo>
                <a:close/>
                <a:lnTo>
                  <a:pt x="509313" y="638738"/>
                </a:lnTo>
                <a:close/>
                <a:lnTo>
                  <a:pt x="508862" y="597399"/>
                </a:lnTo>
                <a:close/>
                <a:lnTo>
                  <a:pt x="500967" y="589979"/>
                </a:lnTo>
                <a:close/>
                <a:lnTo>
                  <a:pt x="500291" y="869214"/>
                </a:lnTo>
                <a:close/>
                <a:lnTo>
                  <a:pt x="499388" y="665717"/>
                </a:lnTo>
                <a:close/>
                <a:lnTo>
                  <a:pt x="498937" y="663640"/>
                </a:lnTo>
                <a:close/>
                <a:lnTo>
                  <a:pt x="497358" y="585608"/>
                </a:lnTo>
                <a:close/>
                <a:lnTo>
                  <a:pt x="495103" y="875616"/>
                </a:lnTo>
                <a:close/>
                <a:lnTo>
                  <a:pt x="494652" y="774336"/>
                </a:lnTo>
                <a:close/>
                <a:lnTo>
                  <a:pt x="494201" y="670696"/>
                </a:lnTo>
                <a:close/>
                <a:lnTo>
                  <a:pt x="493524" y="641940"/>
                </a:lnTo>
                <a:close/>
                <a:lnTo>
                  <a:pt x="492622" y="630275"/>
                </a:lnTo>
                <a:close/>
                <a:lnTo>
                  <a:pt x="492171" y="695914"/>
                </a:lnTo>
                <a:close/>
                <a:lnTo>
                  <a:pt x="491719" y="613022"/>
                </a:lnTo>
                <a:close/>
                <a:lnTo>
                  <a:pt x="489013" y="643357"/>
                </a:lnTo>
                <a:close/>
                <a:lnTo>
                  <a:pt x="485404" y="759286"/>
                </a:lnTo>
                <a:close/>
                <a:lnTo>
                  <a:pt x="481118" y="858424"/>
                </a:lnTo>
                <a:close/>
                <a:lnTo>
                  <a:pt x="479990" y="596717"/>
                </a:lnTo>
                <a:close/>
                <a:lnTo>
                  <a:pt x="479539" y="1010523"/>
                </a:lnTo>
                <a:close/>
                <a:lnTo>
                  <a:pt x="478186" y="841732"/>
                </a:lnTo>
                <a:close/>
                <a:lnTo>
                  <a:pt x="475930" y="624399"/>
                </a:lnTo>
                <a:close/>
                <a:lnTo>
                  <a:pt x="475930" y="716648"/>
                </a:lnTo>
                <a:close/>
                <a:lnTo>
                  <a:pt x="475705" y="766932"/>
                </a:lnTo>
                <a:close/>
                <a:lnTo>
                  <a:pt x="474802" y="723613"/>
                </a:lnTo>
                <a:close/>
                <a:lnTo>
                  <a:pt x="474351" y="780178"/>
                </a:lnTo>
                <a:close/>
                <a:lnTo>
                  <a:pt x="473675" y="787536"/>
                </a:lnTo>
                <a:close/>
                <a:lnTo>
                  <a:pt x="471870" y="697581"/>
                </a:lnTo>
                <a:close/>
                <a:lnTo>
                  <a:pt x="470291" y="614366"/>
                </a:lnTo>
                <a:close/>
                <a:lnTo>
                  <a:pt x="468487" y="734955"/>
                </a:lnTo>
                <a:close/>
                <a:lnTo>
                  <a:pt x="466908" y="741870"/>
                </a:lnTo>
                <a:close/>
                <a:lnTo>
                  <a:pt x="466006" y="920114"/>
                </a:lnTo>
                <a:close/>
                <a:lnTo>
                  <a:pt x="464427" y="918964"/>
                </a:lnTo>
                <a:close/>
                <a:lnTo>
                  <a:pt x="464427" y="921570"/>
                </a:lnTo>
                <a:close/>
                <a:lnTo>
                  <a:pt x="464201" y="723531"/>
                </a:lnTo>
                <a:close/>
                <a:lnTo>
                  <a:pt x="463976" y="605363"/>
                </a:lnTo>
                <a:close/>
                <a:lnTo>
                  <a:pt x="462397" y="722928"/>
                </a:lnTo>
                <a:close/>
                <a:lnTo>
                  <a:pt x="461946" y="789744"/>
                </a:lnTo>
                <a:close/>
                <a:lnTo>
                  <a:pt x="457434" y="747876"/>
                </a:lnTo>
                <a:close/>
                <a:lnTo>
                  <a:pt x="455855" y="725504"/>
                </a:lnTo>
                <a:close/>
                <a:lnTo>
                  <a:pt x="452923" y="715616"/>
                </a:lnTo>
                <a:close/>
                <a:lnTo>
                  <a:pt x="452698" y="730219"/>
                </a:lnTo>
                <a:close/>
                <a:lnTo>
                  <a:pt x="451344" y="742003"/>
                </a:lnTo>
                <a:close/>
                <a:lnTo>
                  <a:pt x="450668" y="533887"/>
                </a:lnTo>
                <a:close/>
                <a:lnTo>
                  <a:pt x="447510" y="537665"/>
                </a:lnTo>
                <a:close/>
                <a:lnTo>
                  <a:pt x="445931" y="731761"/>
                </a:lnTo>
                <a:close/>
                <a:lnTo>
                  <a:pt x="444577" y="780119"/>
                </a:lnTo>
                <a:close/>
                <a:lnTo>
                  <a:pt x="444352" y="723122"/>
                </a:lnTo>
                <a:close/>
                <a:lnTo>
                  <a:pt x="441420" y="840462"/>
                </a:lnTo>
                <a:close/>
                <a:lnTo>
                  <a:pt x="434427" y="788340"/>
                </a:lnTo>
                <a:close/>
                <a:lnTo>
                  <a:pt x="433976" y="753798"/>
                </a:lnTo>
                <a:close/>
                <a:lnTo>
                  <a:pt x="433074" y="784216"/>
                </a:lnTo>
                <a:close/>
                <a:lnTo>
                  <a:pt x="432623" y="736315"/>
                </a:lnTo>
                <a:close/>
                <a:lnTo>
                  <a:pt x="432397" y="770775"/>
                </a:lnTo>
                <a:close/>
                <a:lnTo>
                  <a:pt x="429014" y="869258"/>
                </a:lnTo>
                <a:close/>
                <a:lnTo>
                  <a:pt x="426533" y="830019"/>
                </a:lnTo>
                <a:close/>
                <a:lnTo>
                  <a:pt x="425405" y="622813"/>
                </a:lnTo>
                <a:close/>
                <a:lnTo>
                  <a:pt x="424503" y="875403"/>
                </a:lnTo>
                <a:close/>
                <a:lnTo>
                  <a:pt x="424277" y="924437"/>
                </a:lnTo>
                <a:close/>
                <a:lnTo>
                  <a:pt x="423826" y="830581"/>
                </a:lnTo>
                <a:close/>
                <a:lnTo>
                  <a:pt x="422924" y="665121"/>
                </a:lnTo>
                <a:close/>
                <a:lnTo>
                  <a:pt x="422473" y="827550"/>
                </a:lnTo>
                <a:close/>
                <a:lnTo>
                  <a:pt x="422022" y="784084"/>
                </a:lnTo>
                <a:close/>
                <a:lnTo>
                  <a:pt x="420894" y="877995"/>
                </a:lnTo>
                <a:close/>
                <a:lnTo>
                  <a:pt x="417961" y="873139"/>
                </a:lnTo>
                <a:close/>
                <a:lnTo>
                  <a:pt x="415029" y="931297"/>
                </a:lnTo>
                <a:close/>
                <a:lnTo>
                  <a:pt x="414578" y="869154"/>
                </a:lnTo>
                <a:close/>
                <a:lnTo>
                  <a:pt x="414352" y="852351"/>
                </a:lnTo>
                <a:close/>
                <a:lnTo>
                  <a:pt x="412322" y="671438"/>
                </a:lnTo>
                <a:close/>
                <a:lnTo>
                  <a:pt x="408488" y="840120"/>
                </a:lnTo>
                <a:close/>
                <a:lnTo>
                  <a:pt x="404653" y="598726"/>
                </a:lnTo>
                <a:close/>
                <a:lnTo>
                  <a:pt x="403977" y="880838"/>
                </a:lnTo>
                <a:close/>
                <a:lnTo>
                  <a:pt x="403300" y="961898"/>
                </a:lnTo>
                <a:close/>
                <a:lnTo>
                  <a:pt x="403075" y="733586"/>
                </a:lnTo>
                <a:close/>
                <a:lnTo>
                  <a:pt x="402623" y="735756"/>
                </a:lnTo>
                <a:close/>
                <a:lnTo>
                  <a:pt x="400593" y="669810"/>
                </a:lnTo>
                <a:close/>
                <a:lnTo>
                  <a:pt x="397436" y="715643"/>
                </a:lnTo>
                <a:close/>
                <a:lnTo>
                  <a:pt x="396082" y="923980"/>
                </a:lnTo>
                <a:close/>
                <a:lnTo>
                  <a:pt x="396082" y="735165"/>
                </a:lnTo>
                <a:close/>
                <a:lnTo>
                  <a:pt x="395405" y="703737"/>
                </a:lnTo>
                <a:close/>
                <a:lnTo>
                  <a:pt x="393601" y="768047"/>
                </a:lnTo>
                <a:close/>
                <a:lnTo>
                  <a:pt x="388188" y="773324"/>
                </a:lnTo>
                <a:close/>
                <a:lnTo>
                  <a:pt x="386609" y="828809"/>
                </a:lnTo>
                <a:close/>
                <a:lnTo>
                  <a:pt x="386158" y="756127"/>
                </a:lnTo>
                <a:close/>
                <a:lnTo>
                  <a:pt x="384579" y="918009"/>
                </a:lnTo>
                <a:close/>
                <a:lnTo>
                  <a:pt x="384353" y="749539"/>
                </a:lnTo>
                <a:close/>
                <a:lnTo>
                  <a:pt x="383000" y="946061"/>
                </a:lnTo>
                <a:close/>
                <a:lnTo>
                  <a:pt x="382549" y="742386"/>
                </a:lnTo>
                <a:close/>
                <a:lnTo>
                  <a:pt x="382097" y="963587"/>
                </a:lnTo>
                <a:close/>
                <a:lnTo>
                  <a:pt x="381421" y="741277"/>
                </a:lnTo>
                <a:close/>
                <a:lnTo>
                  <a:pt x="379616" y="925612"/>
                </a:lnTo>
                <a:close/>
                <a:lnTo>
                  <a:pt x="377361" y="838654"/>
                </a:lnTo>
                <a:close/>
                <a:lnTo>
                  <a:pt x="377361" y="868308"/>
                </a:lnTo>
                <a:close/>
                <a:lnTo>
                  <a:pt x="375556" y="835735"/>
                </a:lnTo>
                <a:close/>
                <a:lnTo>
                  <a:pt x="373301" y="758427"/>
                </a:lnTo>
                <a:close/>
                <a:lnTo>
                  <a:pt x="373075" y="791559"/>
                </a:lnTo>
                <a:close/>
                <a:lnTo>
                  <a:pt x="372398" y="822983"/>
                </a:lnTo>
                <a:close/>
                <a:lnTo>
                  <a:pt x="370594" y="797245"/>
                </a:lnTo>
                <a:close/>
                <a:lnTo>
                  <a:pt x="369692" y="942153"/>
                </a:lnTo>
                <a:close/>
                <a:lnTo>
                  <a:pt x="368113" y="867806"/>
                </a:lnTo>
                <a:close/>
                <a:lnTo>
                  <a:pt x="365857" y="969191"/>
                </a:lnTo>
                <a:close/>
                <a:lnTo>
                  <a:pt x="364955" y="837221"/>
                </a:lnTo>
                <a:close/>
                <a:lnTo>
                  <a:pt x="363827" y="882891"/>
                </a:lnTo>
                <a:close/>
                <a:lnTo>
                  <a:pt x="363827" y="812747"/>
                </a:lnTo>
                <a:close/>
                <a:lnTo>
                  <a:pt x="363602" y="799355"/>
                </a:lnTo>
                <a:close/>
                <a:lnTo>
                  <a:pt x="362699" y="881332"/>
                </a:lnTo>
                <a:close/>
                <a:lnTo>
                  <a:pt x="360895" y="838759"/>
                </a:lnTo>
                <a:close/>
                <a:lnTo>
                  <a:pt x="360218" y="985494"/>
                </a:lnTo>
                <a:close/>
                <a:lnTo>
                  <a:pt x="360218" y="587665"/>
                </a:lnTo>
                <a:close/>
                <a:lnTo>
                  <a:pt x="359767" y="1013241"/>
                </a:lnTo>
                <a:close/>
                <a:lnTo>
                  <a:pt x="357060" y="812586"/>
                </a:lnTo>
                <a:close/>
                <a:lnTo>
                  <a:pt x="356158" y="1023484"/>
                </a:lnTo>
                <a:close/>
                <a:lnTo>
                  <a:pt x="354805" y="890790"/>
                </a:lnTo>
                <a:close/>
                <a:lnTo>
                  <a:pt x="354805" y="925491"/>
                </a:lnTo>
                <a:close/>
                <a:lnTo>
                  <a:pt x="354805" y="936891"/>
                </a:lnTo>
                <a:close/>
                <a:lnTo>
                  <a:pt x="353677" y="896469"/>
                </a:lnTo>
                <a:close/>
                <a:lnTo>
                  <a:pt x="353451" y="760246"/>
                </a:lnTo>
                <a:close/>
                <a:lnTo>
                  <a:pt x="352549" y="784374"/>
                </a:lnTo>
                <a:close/>
                <a:lnTo>
                  <a:pt x="352549" y="1054487"/>
                </a:lnTo>
                <a:close/>
                <a:lnTo>
                  <a:pt x="350745" y="792446"/>
                </a:lnTo>
                <a:close/>
                <a:lnTo>
                  <a:pt x="349842" y="865061"/>
                </a:lnTo>
                <a:close/>
                <a:lnTo>
                  <a:pt x="349166" y="1054644"/>
                </a:lnTo>
                <a:close/>
                <a:lnTo>
                  <a:pt x="347361" y="701842"/>
                </a:lnTo>
                <a:close/>
                <a:lnTo>
                  <a:pt x="345557" y="1049248"/>
                </a:lnTo>
                <a:close/>
                <a:lnTo>
                  <a:pt x="345106" y="798126"/>
                </a:lnTo>
                <a:close/>
                <a:lnTo>
                  <a:pt x="345106" y="879015"/>
                </a:lnTo>
                <a:close/>
                <a:lnTo>
                  <a:pt x="342399" y="925994"/>
                </a:lnTo>
                <a:close/>
                <a:lnTo>
                  <a:pt x="341948" y="927964"/>
                </a:lnTo>
                <a:close/>
                <a:lnTo>
                  <a:pt x="341722" y="807791"/>
                </a:lnTo>
                <a:close/>
                <a:lnTo>
                  <a:pt x="341046" y="863159"/>
                </a:lnTo>
                <a:close/>
                <a:lnTo>
                  <a:pt x="340595" y="900852"/>
                </a:lnTo>
                <a:close/>
                <a:lnTo>
                  <a:pt x="340143" y="729582"/>
                </a:lnTo>
                <a:close/>
                <a:lnTo>
                  <a:pt x="339016" y="828618"/>
                </a:lnTo>
                <a:close/>
                <a:lnTo>
                  <a:pt x="337437" y="643309"/>
                </a:lnTo>
                <a:close/>
                <a:lnTo>
                  <a:pt x="335632" y="800786"/>
                </a:lnTo>
                <a:close/>
                <a:lnTo>
                  <a:pt x="334956" y="756620"/>
                </a:lnTo>
                <a:close/>
                <a:lnTo>
                  <a:pt x="333828" y="864214"/>
                </a:lnTo>
                <a:close/>
                <a:lnTo>
                  <a:pt x="333151" y="802336"/>
                </a:lnTo>
                <a:close/>
                <a:lnTo>
                  <a:pt x="331121" y="877393"/>
                </a:lnTo>
                <a:close/>
                <a:lnTo>
                  <a:pt x="327512" y="749251"/>
                </a:lnTo>
                <a:close/>
                <a:lnTo>
                  <a:pt x="326610" y="806411"/>
                </a:lnTo>
                <a:close/>
                <a:lnTo>
                  <a:pt x="325708" y="882252"/>
                </a:lnTo>
                <a:close/>
                <a:lnTo>
                  <a:pt x="325031" y="809447"/>
                </a:lnTo>
                <a:close/>
                <a:lnTo>
                  <a:pt x="325031" y="899404"/>
                </a:lnTo>
                <a:close/>
                <a:lnTo>
                  <a:pt x="322775" y="1055952"/>
                </a:lnTo>
                <a:close/>
                <a:lnTo>
                  <a:pt x="319392" y="756620"/>
                </a:lnTo>
                <a:close/>
                <a:lnTo>
                  <a:pt x="318941" y="820456"/>
                </a:lnTo>
                <a:close/>
                <a:lnTo>
                  <a:pt x="318490" y="826835"/>
                </a:lnTo>
                <a:close/>
                <a:lnTo>
                  <a:pt x="318264" y="878848"/>
                </a:lnTo>
                <a:close/>
                <a:lnTo>
                  <a:pt x="316460" y="925454"/>
                </a:lnTo>
                <a:close/>
                <a:lnTo>
                  <a:pt x="315783" y="955580"/>
                </a:lnTo>
                <a:close/>
                <a:lnTo>
                  <a:pt x="315557" y="972596"/>
                </a:lnTo>
                <a:close/>
                <a:lnTo>
                  <a:pt x="314655" y="799807"/>
                </a:lnTo>
                <a:close/>
                <a:lnTo>
                  <a:pt x="314655" y="758607"/>
                </a:lnTo>
                <a:close/>
                <a:lnTo>
                  <a:pt x="314430" y="981528"/>
                </a:lnTo>
                <a:close/>
                <a:lnTo>
                  <a:pt x="313076" y="853832"/>
                </a:lnTo>
                <a:close/>
                <a:lnTo>
                  <a:pt x="311723" y="830249"/>
                </a:lnTo>
                <a:close/>
                <a:lnTo>
                  <a:pt x="311497" y="872345"/>
                </a:lnTo>
                <a:close/>
                <a:lnTo>
                  <a:pt x="311272" y="784113"/>
                </a:lnTo>
                <a:close/>
                <a:lnTo>
                  <a:pt x="309242" y="908789"/>
                </a:lnTo>
                <a:close/>
                <a:lnTo>
                  <a:pt x="308791" y="718822"/>
                </a:lnTo>
                <a:close/>
                <a:lnTo>
                  <a:pt x="308791" y="953100"/>
                </a:lnTo>
                <a:close/>
                <a:lnTo>
                  <a:pt x="308114" y="873045"/>
                </a:lnTo>
                <a:close/>
                <a:lnTo>
                  <a:pt x="307437" y="960505"/>
                </a:lnTo>
                <a:close/>
                <a:lnTo>
                  <a:pt x="307437" y="991290"/>
                </a:lnTo>
                <a:close/>
                <a:lnTo>
                  <a:pt x="307212" y="770897"/>
                </a:lnTo>
                <a:close/>
                <a:lnTo>
                  <a:pt x="307212" y="1019783"/>
                </a:lnTo>
                <a:close/>
                <a:lnTo>
                  <a:pt x="306761" y="792446"/>
                </a:lnTo>
                <a:close/>
                <a:lnTo>
                  <a:pt x="306761" y="893201"/>
                </a:lnTo>
                <a:close/>
                <a:lnTo>
                  <a:pt x="306761" y="979395"/>
                </a:lnTo>
                <a:close/>
                <a:lnTo>
                  <a:pt x="306535" y="929778"/>
                </a:lnTo>
                <a:close/>
                <a:lnTo>
                  <a:pt x="306535" y="900710"/>
                </a:lnTo>
                <a:close/>
                <a:lnTo>
                  <a:pt x="305858" y="925544"/>
                </a:lnTo>
                <a:close/>
                <a:lnTo>
                  <a:pt x="305182" y="846572"/>
                </a:lnTo>
                <a:close/>
                <a:lnTo>
                  <a:pt x="304731" y="870243"/>
                </a:lnTo>
                <a:close/>
                <a:lnTo>
                  <a:pt x="304731" y="806584"/>
                </a:lnTo>
                <a:close/>
                <a:lnTo>
                  <a:pt x="304505" y="942669"/>
                </a:lnTo>
                <a:close/>
                <a:lnTo>
                  <a:pt x="304279" y="927092"/>
                </a:lnTo>
                <a:close/>
                <a:lnTo>
                  <a:pt x="303828" y="959844"/>
                </a:lnTo>
                <a:close/>
                <a:lnTo>
                  <a:pt x="303603" y="869948"/>
                </a:lnTo>
                <a:close/>
                <a:lnTo>
                  <a:pt x="302701" y="838269"/>
                </a:lnTo>
                <a:close/>
                <a:lnTo>
                  <a:pt x="301122" y="777573"/>
                </a:lnTo>
                <a:close/>
                <a:lnTo>
                  <a:pt x="299994" y="809641"/>
                </a:lnTo>
                <a:close/>
                <a:lnTo>
                  <a:pt x="299994" y="864107"/>
                </a:lnTo>
                <a:close/>
                <a:lnTo>
                  <a:pt x="299994" y="832547"/>
                </a:lnTo>
                <a:close/>
                <a:lnTo>
                  <a:pt x="299092" y="946333"/>
                </a:lnTo>
                <a:close/>
                <a:lnTo>
                  <a:pt x="299092" y="928423"/>
                </a:lnTo>
                <a:close/>
                <a:lnTo>
                  <a:pt x="295257" y="890822"/>
                </a:lnTo>
                <a:close/>
                <a:lnTo>
                  <a:pt x="293227" y="664451"/>
                </a:lnTo>
                <a:close/>
                <a:lnTo>
                  <a:pt x="292776" y="900533"/>
                </a:lnTo>
                <a:close/>
                <a:lnTo>
                  <a:pt x="292550" y="935340"/>
                </a:lnTo>
                <a:close/>
                <a:lnTo>
                  <a:pt x="291874" y="939459"/>
                </a:lnTo>
                <a:close/>
                <a:lnTo>
                  <a:pt x="291648" y="936318"/>
                </a:lnTo>
                <a:close/>
                <a:lnTo>
                  <a:pt x="290295" y="1042417"/>
                </a:lnTo>
                <a:close/>
                <a:lnTo>
                  <a:pt x="288039" y="924934"/>
                </a:lnTo>
                <a:close/>
                <a:lnTo>
                  <a:pt x="287814" y="887440"/>
                </a:lnTo>
                <a:close/>
                <a:lnTo>
                  <a:pt x="287814" y="974367"/>
                </a:lnTo>
                <a:close/>
                <a:lnTo>
                  <a:pt x="287137" y="918953"/>
                </a:lnTo>
                <a:close/>
                <a:lnTo>
                  <a:pt x="286911" y="995802"/>
                </a:lnTo>
                <a:close/>
                <a:lnTo>
                  <a:pt x="286235" y="849440"/>
                </a:lnTo>
                <a:close/>
                <a:lnTo>
                  <a:pt x="285784" y="923481"/>
                </a:lnTo>
                <a:close/>
                <a:lnTo>
                  <a:pt x="285558" y="861445"/>
                </a:lnTo>
                <a:close/>
                <a:lnTo>
                  <a:pt x="285107" y="916485"/>
                </a:lnTo>
                <a:close/>
                <a:lnTo>
                  <a:pt x="284656" y="865353"/>
                </a:lnTo>
                <a:close/>
                <a:lnTo>
                  <a:pt x="284656" y="986822"/>
                </a:lnTo>
                <a:close/>
                <a:lnTo>
                  <a:pt x="283979" y="926225"/>
                </a:lnTo>
                <a:close/>
                <a:lnTo>
                  <a:pt x="283302" y="809659"/>
                </a:lnTo>
                <a:close/>
                <a:lnTo>
                  <a:pt x="282626" y="986045"/>
                </a:lnTo>
                <a:close/>
                <a:lnTo>
                  <a:pt x="282175" y="760915"/>
                </a:lnTo>
                <a:close/>
                <a:lnTo>
                  <a:pt x="281272" y="1012980"/>
                </a:lnTo>
                <a:close/>
                <a:lnTo>
                  <a:pt x="280821" y="895057"/>
                </a:lnTo>
                <a:close/>
                <a:lnTo>
                  <a:pt x="280821" y="931958"/>
                </a:lnTo>
                <a:close/>
                <a:lnTo>
                  <a:pt x="280596" y="926387"/>
                </a:lnTo>
                <a:close/>
                <a:lnTo>
                  <a:pt x="280145" y="985209"/>
                </a:lnTo>
                <a:close/>
                <a:lnTo>
                  <a:pt x="279693" y="900269"/>
                </a:lnTo>
                <a:close/>
                <a:lnTo>
                  <a:pt x="279468" y="1029765"/>
                </a:lnTo>
                <a:close/>
                <a:lnTo>
                  <a:pt x="279017" y="923895"/>
                </a:lnTo>
                <a:close/>
                <a:lnTo>
                  <a:pt x="278791" y="816800"/>
                </a:lnTo>
                <a:close/>
                <a:lnTo>
                  <a:pt x="278340" y="954748"/>
                </a:lnTo>
                <a:close/>
                <a:lnTo>
                  <a:pt x="278115" y="798096"/>
                </a:lnTo>
                <a:close/>
                <a:lnTo>
                  <a:pt x="277663" y="1004524"/>
                </a:lnTo>
                <a:close/>
                <a:lnTo>
                  <a:pt x="277663" y="917529"/>
                </a:lnTo>
                <a:close/>
                <a:lnTo>
                  <a:pt x="277438" y="980018"/>
                </a:lnTo>
                <a:close/>
                <a:lnTo>
                  <a:pt x="277438" y="859843"/>
                </a:lnTo>
                <a:close/>
                <a:lnTo>
                  <a:pt x="277438" y="871135"/>
                </a:lnTo>
                <a:close/>
                <a:lnTo>
                  <a:pt x="276987" y="915782"/>
                </a:lnTo>
                <a:close/>
                <a:lnTo>
                  <a:pt x="275633" y="879948"/>
                </a:lnTo>
                <a:close/>
                <a:lnTo>
                  <a:pt x="275182" y="920673"/>
                </a:lnTo>
                <a:close/>
                <a:lnTo>
                  <a:pt x="274957" y="856957"/>
                </a:lnTo>
                <a:close/>
                <a:lnTo>
                  <a:pt x="273829" y="947252"/>
                </a:lnTo>
                <a:close/>
                <a:lnTo>
                  <a:pt x="272024" y="910179"/>
                </a:lnTo>
                <a:close/>
                <a:lnTo>
                  <a:pt x="271348" y="904512"/>
                </a:lnTo>
                <a:close/>
                <a:lnTo>
                  <a:pt x="271122" y="788394"/>
                </a:lnTo>
                <a:close/>
                <a:lnTo>
                  <a:pt x="270671" y="826528"/>
                </a:lnTo>
                <a:close/>
                <a:lnTo>
                  <a:pt x="269769" y="921467"/>
                </a:lnTo>
                <a:close/>
                <a:lnTo>
                  <a:pt x="269769" y="919784"/>
                </a:lnTo>
                <a:close/>
                <a:lnTo>
                  <a:pt x="269543" y="906936"/>
                </a:lnTo>
                <a:close/>
                <a:lnTo>
                  <a:pt x="269543" y="932913"/>
                </a:lnTo>
                <a:close/>
                <a:lnTo>
                  <a:pt x="269318" y="828161"/>
                </a:lnTo>
                <a:close/>
                <a:lnTo>
                  <a:pt x="269318" y="646650"/>
                </a:lnTo>
                <a:close/>
                <a:lnTo>
                  <a:pt x="268190" y="984390"/>
                </a:lnTo>
                <a:close/>
                <a:lnTo>
                  <a:pt x="267062" y="917040"/>
                </a:lnTo>
                <a:close/>
                <a:lnTo>
                  <a:pt x="264581" y="1038090"/>
                </a:lnTo>
                <a:close/>
                <a:lnTo>
                  <a:pt x="264581" y="924625"/>
                </a:lnTo>
                <a:close/>
                <a:lnTo>
                  <a:pt x="264581" y="1012009"/>
                </a:lnTo>
                <a:close/>
                <a:lnTo>
                  <a:pt x="263228" y="1046642"/>
                </a:lnTo>
                <a:close/>
                <a:lnTo>
                  <a:pt x="263228" y="1098367"/>
                </a:lnTo>
                <a:close/>
                <a:lnTo>
                  <a:pt x="263228" y="823875"/>
                </a:lnTo>
                <a:close/>
                <a:lnTo>
                  <a:pt x="262100" y="826728"/>
                </a:lnTo>
                <a:close/>
                <a:lnTo>
                  <a:pt x="262100" y="801639"/>
                </a:lnTo>
                <a:close/>
                <a:lnTo>
                  <a:pt x="261874" y="1047102"/>
                </a:lnTo>
                <a:close/>
                <a:lnTo>
                  <a:pt x="260746" y="1086801"/>
                </a:lnTo>
                <a:close/>
                <a:lnTo>
                  <a:pt x="259619" y="822993"/>
                </a:lnTo>
                <a:close/>
                <a:lnTo>
                  <a:pt x="257814" y="854516"/>
                </a:lnTo>
                <a:close/>
                <a:lnTo>
                  <a:pt x="256686" y="918964"/>
                </a:lnTo>
                <a:close/>
                <a:lnTo>
                  <a:pt x="254656" y="1054653"/>
                </a:lnTo>
                <a:close/>
                <a:lnTo>
                  <a:pt x="253980" y="902729"/>
                </a:lnTo>
                <a:close/>
                <a:lnTo>
                  <a:pt x="253077" y="843868"/>
                </a:lnTo>
                <a:close/>
                <a:lnTo>
                  <a:pt x="253077" y="710328"/>
                </a:lnTo>
                <a:close/>
                <a:lnTo>
                  <a:pt x="253077" y="985687"/>
                </a:lnTo>
                <a:close/>
                <a:lnTo>
                  <a:pt x="251950" y="1035459"/>
                </a:lnTo>
                <a:close/>
                <a:lnTo>
                  <a:pt x="251499" y="1082648"/>
                </a:lnTo>
                <a:close/>
                <a:lnTo>
                  <a:pt x="251047" y="917793"/>
                </a:lnTo>
                <a:close/>
                <a:lnTo>
                  <a:pt x="250145" y="1041343"/>
                </a:lnTo>
                <a:close/>
                <a:lnTo>
                  <a:pt x="248792" y="862021"/>
                </a:lnTo>
                <a:close/>
                <a:lnTo>
                  <a:pt x="248792" y="879053"/>
                </a:lnTo>
                <a:close/>
                <a:lnTo>
                  <a:pt x="248566" y="907856"/>
                </a:lnTo>
                <a:close/>
                <a:lnTo>
                  <a:pt x="248341" y="876297"/>
                </a:lnTo>
                <a:close/>
                <a:lnTo>
                  <a:pt x="247890" y="992450"/>
                </a:lnTo>
                <a:close/>
                <a:lnTo>
                  <a:pt x="246311" y="863070"/>
                </a:lnTo>
                <a:close/>
                <a:lnTo>
                  <a:pt x="246085" y="888039"/>
                </a:lnTo>
                <a:close/>
                <a:lnTo>
                  <a:pt x="246085" y="843596"/>
                </a:lnTo>
                <a:close/>
                <a:lnTo>
                  <a:pt x="245634" y="756757"/>
                </a:lnTo>
                <a:close/>
                <a:lnTo>
                  <a:pt x="244732" y="1038012"/>
                </a:lnTo>
                <a:close/>
                <a:lnTo>
                  <a:pt x="244506" y="931364"/>
                </a:lnTo>
                <a:close/>
                <a:lnTo>
                  <a:pt x="243378" y="981491"/>
                </a:lnTo>
                <a:close/>
                <a:lnTo>
                  <a:pt x="243378" y="959748"/>
                </a:lnTo>
                <a:close/>
                <a:lnTo>
                  <a:pt x="243153" y="973406"/>
                </a:lnTo>
                <a:close/>
                <a:lnTo>
                  <a:pt x="241574" y="845470"/>
                </a:lnTo>
                <a:close/>
                <a:lnTo>
                  <a:pt x="240672" y="958638"/>
                </a:lnTo>
                <a:close/>
                <a:lnTo>
                  <a:pt x="239769" y="836227"/>
                </a:lnTo>
                <a:close/>
                <a:lnTo>
                  <a:pt x="239318" y="856324"/>
                </a:lnTo>
                <a:close/>
                <a:lnTo>
                  <a:pt x="238867" y="958542"/>
                </a:lnTo>
                <a:close/>
                <a:lnTo>
                  <a:pt x="238416" y="923807"/>
                </a:lnTo>
                <a:close/>
                <a:lnTo>
                  <a:pt x="237288" y="994475"/>
                </a:lnTo>
                <a:close/>
                <a:lnTo>
                  <a:pt x="236386" y="945626"/>
                </a:lnTo>
                <a:close/>
                <a:lnTo>
                  <a:pt x="235033" y="923707"/>
                </a:lnTo>
                <a:close/>
                <a:lnTo>
                  <a:pt x="234130" y="861869"/>
                </a:lnTo>
                <a:close/>
                <a:lnTo>
                  <a:pt x="233003" y="978178"/>
                </a:lnTo>
                <a:close/>
                <a:lnTo>
                  <a:pt x="232777" y="914846"/>
                </a:lnTo>
                <a:close/>
                <a:lnTo>
                  <a:pt x="232100" y="995443"/>
                </a:lnTo>
                <a:close/>
                <a:lnTo>
                  <a:pt x="231875" y="928974"/>
                </a:lnTo>
                <a:close/>
                <a:lnTo>
                  <a:pt x="230973" y="953978"/>
                </a:lnTo>
                <a:close/>
                <a:lnTo>
                  <a:pt x="229619" y="1000511"/>
                </a:lnTo>
                <a:close/>
                <a:lnTo>
                  <a:pt x="227364" y="853522"/>
                </a:lnTo>
                <a:close/>
                <a:lnTo>
                  <a:pt x="227138" y="922276"/>
                </a:lnTo>
                <a:close/>
                <a:lnTo>
                  <a:pt x="226913" y="1008354"/>
                </a:lnTo>
                <a:close/>
                <a:lnTo>
                  <a:pt x="226687" y="891249"/>
                </a:lnTo>
                <a:close/>
                <a:lnTo>
                  <a:pt x="226461" y="986209"/>
                </a:lnTo>
                <a:close/>
                <a:lnTo>
                  <a:pt x="226236" y="1076350"/>
                </a:lnTo>
                <a:close/>
                <a:lnTo>
                  <a:pt x="226236" y="925598"/>
                </a:lnTo>
                <a:close/>
                <a:lnTo>
                  <a:pt x="226010" y="968985"/>
                </a:lnTo>
                <a:close/>
                <a:lnTo>
                  <a:pt x="225785" y="1008307"/>
                </a:lnTo>
                <a:close/>
                <a:lnTo>
                  <a:pt x="225334" y="964601"/>
                </a:lnTo>
                <a:close/>
                <a:lnTo>
                  <a:pt x="224431" y="1038656"/>
                </a:lnTo>
                <a:close/>
                <a:lnTo>
                  <a:pt x="223980" y="952498"/>
                </a:lnTo>
                <a:close/>
                <a:lnTo>
                  <a:pt x="221499" y="885545"/>
                </a:lnTo>
                <a:close/>
                <a:lnTo>
                  <a:pt x="220822" y="1076727"/>
                </a:lnTo>
                <a:close/>
                <a:lnTo>
                  <a:pt x="220822" y="1065301"/>
                </a:lnTo>
                <a:close/>
                <a:lnTo>
                  <a:pt x="220597" y="928824"/>
                </a:lnTo>
                <a:close/>
                <a:lnTo>
                  <a:pt x="220371" y="1004612"/>
                </a:lnTo>
                <a:close/>
                <a:lnTo>
                  <a:pt x="220146" y="928473"/>
                </a:lnTo>
                <a:close/>
                <a:lnTo>
                  <a:pt x="219243" y="1004920"/>
                </a:lnTo>
                <a:close/>
                <a:lnTo>
                  <a:pt x="219243" y="1065692"/>
                </a:lnTo>
                <a:close/>
                <a:lnTo>
                  <a:pt x="219018" y="949137"/>
                </a:lnTo>
                <a:close/>
                <a:lnTo>
                  <a:pt x="218792" y="928846"/>
                </a:lnTo>
                <a:close/>
                <a:lnTo>
                  <a:pt x="218792" y="984234"/>
                </a:lnTo>
                <a:close/>
                <a:lnTo>
                  <a:pt x="218567" y="1041190"/>
                </a:lnTo>
                <a:close/>
                <a:lnTo>
                  <a:pt x="216311" y="930493"/>
                </a:lnTo>
                <a:close/>
                <a:lnTo>
                  <a:pt x="216086" y="1006119"/>
                </a:lnTo>
                <a:close/>
                <a:lnTo>
                  <a:pt x="213830" y="954015"/>
                </a:lnTo>
                <a:close/>
                <a:lnTo>
                  <a:pt x="212026" y="984464"/>
                </a:lnTo>
                <a:close/>
                <a:lnTo>
                  <a:pt x="211349" y="1046472"/>
                </a:lnTo>
                <a:close/>
                <a:lnTo>
                  <a:pt x="209770" y="966588"/>
                </a:lnTo>
                <a:close/>
                <a:lnTo>
                  <a:pt x="209770" y="1044816"/>
                </a:lnTo>
                <a:close/>
                <a:lnTo>
                  <a:pt x="209544" y="960235"/>
                </a:lnTo>
                <a:close/>
                <a:lnTo>
                  <a:pt x="209544" y="869157"/>
                </a:lnTo>
                <a:close/>
                <a:lnTo>
                  <a:pt x="206387" y="992086"/>
                </a:lnTo>
                <a:close/>
                <a:lnTo>
                  <a:pt x="206161" y="1001910"/>
                </a:lnTo>
                <a:close/>
                <a:lnTo>
                  <a:pt x="204131" y="826835"/>
                </a:lnTo>
                <a:close/>
                <a:lnTo>
                  <a:pt x="203680" y="870205"/>
                </a:lnTo>
                <a:close/>
                <a:lnTo>
                  <a:pt x="203229" y="984557"/>
                </a:lnTo>
                <a:close/>
                <a:lnTo>
                  <a:pt x="203229" y="874036"/>
                </a:lnTo>
                <a:close/>
                <a:lnTo>
                  <a:pt x="202327" y="829638"/>
                </a:lnTo>
                <a:close/>
                <a:lnTo>
                  <a:pt x="202327" y="872092"/>
                </a:lnTo>
                <a:close/>
                <a:lnTo>
                  <a:pt x="201424" y="990253"/>
                </a:lnTo>
                <a:close/>
                <a:lnTo>
                  <a:pt x="200973" y="984486"/>
                </a:lnTo>
                <a:close/>
                <a:lnTo>
                  <a:pt x="200748" y="921112"/>
                </a:lnTo>
                <a:close/>
                <a:lnTo>
                  <a:pt x="200522" y="1046938"/>
                </a:lnTo>
                <a:close/>
                <a:lnTo>
                  <a:pt x="200522" y="1064633"/>
                </a:lnTo>
                <a:close/>
                <a:lnTo>
                  <a:pt x="200296" y="926149"/>
                </a:lnTo>
                <a:close/>
                <a:lnTo>
                  <a:pt x="199620" y="1017673"/>
                </a:lnTo>
                <a:close/>
                <a:lnTo>
                  <a:pt x="198718" y="1009801"/>
                </a:lnTo>
                <a:close/>
                <a:lnTo>
                  <a:pt x="198266" y="963128"/>
                </a:lnTo>
                <a:close/>
                <a:lnTo>
                  <a:pt x="197139" y="1068225"/>
                </a:lnTo>
                <a:close/>
                <a:lnTo>
                  <a:pt x="196688" y="895963"/>
                </a:lnTo>
                <a:close/>
                <a:lnTo>
                  <a:pt x="195560" y="1006137"/>
                </a:lnTo>
                <a:close/>
                <a:lnTo>
                  <a:pt x="194432" y="1034960"/>
                </a:lnTo>
                <a:close/>
                <a:lnTo>
                  <a:pt x="193530" y="894410"/>
                </a:lnTo>
                <a:close/>
                <a:lnTo>
                  <a:pt x="192853" y="914944"/>
                </a:lnTo>
                <a:close/>
                <a:lnTo>
                  <a:pt x="192176" y="947312"/>
                </a:lnTo>
                <a:close/>
                <a:lnTo>
                  <a:pt x="191951" y="780119"/>
                </a:lnTo>
                <a:close/>
                <a:lnTo>
                  <a:pt x="191274" y="1037713"/>
                </a:lnTo>
                <a:close/>
                <a:lnTo>
                  <a:pt x="190823" y="926180"/>
                </a:lnTo>
                <a:close/>
                <a:lnTo>
                  <a:pt x="189695" y="990772"/>
                </a:lnTo>
                <a:close/>
                <a:lnTo>
                  <a:pt x="187214" y="873621"/>
                </a:lnTo>
                <a:close/>
                <a:lnTo>
                  <a:pt x="186988" y="838402"/>
                </a:lnTo>
                <a:close/>
                <a:lnTo>
                  <a:pt x="186763" y="924022"/>
                </a:lnTo>
                <a:close/>
                <a:lnTo>
                  <a:pt x="186312" y="876277"/>
                </a:lnTo>
                <a:close/>
                <a:lnTo>
                  <a:pt x="185861" y="1003712"/>
                </a:lnTo>
                <a:close/>
                <a:lnTo>
                  <a:pt x="185861" y="961415"/>
                </a:lnTo>
                <a:close/>
                <a:lnTo>
                  <a:pt x="185635" y="865768"/>
                </a:lnTo>
                <a:close/>
                <a:lnTo>
                  <a:pt x="185635" y="956642"/>
                </a:lnTo>
                <a:close/>
                <a:lnTo>
                  <a:pt x="184056" y="1009152"/>
                </a:lnTo>
                <a:close/>
                <a:lnTo>
                  <a:pt x="182928" y="878909"/>
                </a:lnTo>
                <a:close/>
                <a:lnTo>
                  <a:pt x="180222" y="927583"/>
                </a:lnTo>
                <a:close/>
                <a:lnTo>
                  <a:pt x="178868" y="930349"/>
                </a:lnTo>
                <a:close/>
                <a:lnTo>
                  <a:pt x="178643" y="1049326"/>
                </a:lnTo>
                <a:close/>
                <a:lnTo>
                  <a:pt x="178192" y="977918"/>
                </a:lnTo>
                <a:close/>
                <a:lnTo>
                  <a:pt x="178192" y="911471"/>
                </a:lnTo>
                <a:close/>
                <a:lnTo>
                  <a:pt x="173906" y="1058521"/>
                </a:lnTo>
                <a:close/>
                <a:lnTo>
                  <a:pt x="173455" y="1044153"/>
                </a:lnTo>
                <a:close/>
                <a:lnTo>
                  <a:pt x="172778" y="1011043"/>
                </a:lnTo>
                <a:close/>
                <a:lnTo>
                  <a:pt x="172778" y="953538"/>
                </a:lnTo>
                <a:close/>
                <a:lnTo>
                  <a:pt x="172778" y="944553"/>
                </a:lnTo>
                <a:close/>
                <a:lnTo>
                  <a:pt x="172327" y="939520"/>
                </a:lnTo>
                <a:close/>
                <a:lnTo>
                  <a:pt x="171650" y="1003352"/>
                </a:lnTo>
                <a:close/>
                <a:lnTo>
                  <a:pt x="171650" y="965614"/>
                </a:lnTo>
                <a:close/>
                <a:lnTo>
                  <a:pt x="170297" y="1028276"/>
                </a:lnTo>
                <a:close/>
                <a:lnTo>
                  <a:pt x="169395" y="927256"/>
                </a:lnTo>
                <a:close/>
                <a:lnTo>
                  <a:pt x="168267" y="926672"/>
                </a:lnTo>
                <a:close/>
                <a:lnTo>
                  <a:pt x="166237" y="981901"/>
                </a:lnTo>
                <a:close/>
                <a:lnTo>
                  <a:pt x="165335" y="952861"/>
                </a:lnTo>
                <a:close/>
                <a:lnTo>
                  <a:pt x="164658" y="929576"/>
                </a:lnTo>
                <a:close/>
                <a:lnTo>
                  <a:pt x="164207" y="939206"/>
                </a:lnTo>
                <a:close/>
                <a:lnTo>
                  <a:pt x="163079" y="1000569"/>
                </a:lnTo>
                <a:close/>
                <a:lnTo>
                  <a:pt x="161726" y="972827"/>
                </a:lnTo>
                <a:close/>
                <a:lnTo>
                  <a:pt x="161049" y="983632"/>
                </a:lnTo>
                <a:close/>
                <a:lnTo>
                  <a:pt x="161049" y="961112"/>
                </a:lnTo>
                <a:close/>
                <a:lnTo>
                  <a:pt x="158794" y="898822"/>
                </a:lnTo>
                <a:close/>
                <a:lnTo>
                  <a:pt x="156764" y="972067"/>
                </a:lnTo>
                <a:close/>
                <a:lnTo>
                  <a:pt x="156312" y="919666"/>
                </a:lnTo>
                <a:close/>
                <a:lnTo>
                  <a:pt x="155636" y="916222"/>
                </a:lnTo>
                <a:close/>
                <a:lnTo>
                  <a:pt x="155410" y="997509"/>
                </a:lnTo>
                <a:close/>
                <a:lnTo>
                  <a:pt x="153380" y="1110305"/>
                </a:lnTo>
                <a:close/>
                <a:lnTo>
                  <a:pt x="153380" y="1007267"/>
                </a:lnTo>
                <a:close/>
                <a:lnTo>
                  <a:pt x="152252" y="944910"/>
                </a:lnTo>
                <a:close/>
                <a:lnTo>
                  <a:pt x="152027" y="1048602"/>
                </a:lnTo>
                <a:close/>
                <a:lnTo>
                  <a:pt x="150448" y="1037583"/>
                </a:lnTo>
                <a:close/>
                <a:lnTo>
                  <a:pt x="149997" y="1007709"/>
                </a:lnTo>
                <a:close/>
                <a:lnTo>
                  <a:pt x="149546" y="926296"/>
                </a:lnTo>
                <a:close/>
                <a:lnTo>
                  <a:pt x="147967" y="901230"/>
                </a:lnTo>
                <a:close/>
                <a:lnTo>
                  <a:pt x="147516" y="985198"/>
                </a:lnTo>
                <a:close/>
                <a:lnTo>
                  <a:pt x="147064" y="1093560"/>
                </a:lnTo>
                <a:close/>
                <a:lnTo>
                  <a:pt x="146839" y="1026131"/>
                </a:lnTo>
                <a:close/>
                <a:lnTo>
                  <a:pt x="146388" y="1044236"/>
                </a:lnTo>
                <a:close/>
                <a:lnTo>
                  <a:pt x="145486" y="1119663"/>
                </a:lnTo>
                <a:close/>
                <a:lnTo>
                  <a:pt x="145034" y="993830"/>
                </a:lnTo>
                <a:close/>
                <a:lnTo>
                  <a:pt x="144358" y="1006933"/>
                </a:lnTo>
                <a:close/>
                <a:lnTo>
                  <a:pt x="143681" y="995177"/>
                </a:lnTo>
                <a:close/>
                <a:lnTo>
                  <a:pt x="143230" y="1034821"/>
                </a:lnTo>
                <a:close/>
                <a:lnTo>
                  <a:pt x="141651" y="927148"/>
                </a:lnTo>
                <a:close/>
                <a:lnTo>
                  <a:pt x="140974" y="1034597"/>
                </a:lnTo>
                <a:close/>
                <a:lnTo>
                  <a:pt x="138944" y="1128692"/>
                </a:lnTo>
                <a:close/>
                <a:lnTo>
                  <a:pt x="138944" y="1008662"/>
                </a:lnTo>
                <a:close/>
                <a:lnTo>
                  <a:pt x="138944" y="999230"/>
                </a:lnTo>
                <a:close/>
                <a:lnTo>
                  <a:pt x="138944" y="1037713"/>
                </a:lnTo>
                <a:close/>
                <a:lnTo>
                  <a:pt x="137591" y="974180"/>
                </a:lnTo>
                <a:close/>
                <a:lnTo>
                  <a:pt x="137140" y="940004"/>
                </a:lnTo>
                <a:close/>
                <a:lnTo>
                  <a:pt x="136463" y="1062410"/>
                </a:lnTo>
                <a:close/>
                <a:lnTo>
                  <a:pt x="136238" y="937655"/>
                </a:lnTo>
                <a:close/>
                <a:lnTo>
                  <a:pt x="136238" y="988186"/>
                </a:lnTo>
                <a:close/>
                <a:lnTo>
                  <a:pt x="135110" y="961665"/>
                </a:lnTo>
                <a:close/>
                <a:lnTo>
                  <a:pt x="134208" y="1118956"/>
                </a:lnTo>
                <a:close/>
                <a:lnTo>
                  <a:pt x="131501" y="961524"/>
                </a:lnTo>
                <a:close/>
                <a:lnTo>
                  <a:pt x="129471" y="935665"/>
                </a:lnTo>
                <a:close/>
                <a:lnTo>
                  <a:pt x="126313" y="1100303"/>
                </a:lnTo>
                <a:close/>
                <a:lnTo>
                  <a:pt x="121351" y="827279"/>
                </a:lnTo>
                <a:close/>
                <a:lnTo>
                  <a:pt x="119997" y="992755"/>
                </a:lnTo>
                <a:close/>
                <a:lnTo>
                  <a:pt x="119546" y="1033283"/>
                </a:lnTo>
                <a:close/>
                <a:lnTo>
                  <a:pt x="118644" y="1019262"/>
                </a:lnTo>
                <a:close/>
                <a:lnTo>
                  <a:pt x="117516" y="1006087"/>
                </a:lnTo>
                <a:close/>
                <a:lnTo>
                  <a:pt x="115712" y="1030583"/>
                </a:lnTo>
                <a:close/>
                <a:lnTo>
                  <a:pt x="114358" y="1062500"/>
                </a:lnTo>
                <a:close/>
                <a:lnTo>
                  <a:pt x="110975" y="1061192"/>
                </a:lnTo>
                <a:close/>
                <a:lnTo>
                  <a:pt x="108494" y="977033"/>
                </a:lnTo>
                <a:close/>
                <a:lnTo>
                  <a:pt x="108043" y="1032841"/>
                </a:lnTo>
                <a:close/>
                <a:lnTo>
                  <a:pt x="107592" y="984696"/>
                </a:lnTo>
                <a:close/>
                <a:lnTo>
                  <a:pt x="107592" y="1018534"/>
                </a:lnTo>
                <a:close/>
                <a:lnTo>
                  <a:pt x="107592" y="1059117"/>
                </a:lnTo>
                <a:close/>
                <a:lnTo>
                  <a:pt x="107366" y="1061062"/>
                </a:lnTo>
                <a:close/>
                <a:lnTo>
                  <a:pt x="106013" y="967332"/>
                </a:lnTo>
                <a:close/>
                <a:lnTo>
                  <a:pt x="104885" y="1032480"/>
                </a:lnTo>
                <a:close/>
                <a:lnTo>
                  <a:pt x="101727" y="923198"/>
                </a:lnTo>
                <a:close/>
                <a:lnTo>
                  <a:pt x="101276" y="1024698"/>
                </a:lnTo>
                <a:close/>
                <a:lnTo>
                  <a:pt x="97667" y="969865"/>
                </a:lnTo>
                <a:close/>
                <a:lnTo>
                  <a:pt x="97441" y="1024615"/>
                </a:lnTo>
                <a:close/>
                <a:lnTo>
                  <a:pt x="94284" y="1114409"/>
                </a:lnTo>
                <a:close/>
                <a:lnTo>
                  <a:pt x="91802" y="1069766"/>
                </a:lnTo>
                <a:close/>
                <a:lnTo>
                  <a:pt x="91577" y="901367"/>
                </a:lnTo>
                <a:close/>
                <a:lnTo>
                  <a:pt x="89998" y="968390"/>
                </a:lnTo>
                <a:close/>
                <a:lnTo>
                  <a:pt x="87968" y="1020068"/>
                </a:lnTo>
                <a:close/>
                <a:lnTo>
                  <a:pt x="86614" y="1051011"/>
                </a:lnTo>
                <a:close/>
                <a:lnTo>
                  <a:pt x="84584" y="1045236"/>
                </a:lnTo>
                <a:close/>
                <a:lnTo>
                  <a:pt x="75562" y="1043922"/>
                </a:lnTo>
                <a:close/>
                <a:lnTo>
                  <a:pt x="67442" y="1116550"/>
                </a:lnTo>
                <a:close/>
                <a:lnTo>
                  <a:pt x="66314" y="1094484"/>
                </a:lnTo>
                <a:close/>
                <a:lnTo>
                  <a:pt x="64510" y="887312"/>
                </a:lnTo>
                <a:close/>
                <a:lnTo>
                  <a:pt x="55713" y="886582"/>
                </a:lnTo>
                <a:close/>
                <a:lnTo>
                  <a:pt x="50976" y="1100305"/>
                </a:lnTo>
                <a:close/>
                <a:lnTo>
                  <a:pt x="39924" y="1043509"/>
                </a:lnTo>
                <a:close/>
                <a:lnTo>
                  <a:pt x="33157" y="1119411"/>
                </a:lnTo>
                <a:close/>
                <a:lnTo>
                  <a:pt x="32706" y="947107"/>
                </a:lnTo>
                <a:close/>
                <a:lnTo>
                  <a:pt x="29548" y="991219"/>
                </a:lnTo>
                <a:close/>
                <a:lnTo>
                  <a:pt x="28871" y="1123173"/>
                </a:lnTo>
                <a:close/>
                <a:lnTo>
                  <a:pt x="25262" y="992966"/>
                </a:lnTo>
                <a:close/>
                <a:lnTo>
                  <a:pt x="13984" y="1078603"/>
                </a:lnTo>
                <a:close/>
                <a:lnTo>
                  <a:pt x="5188" y="1086898"/>
                </a:lnTo>
                <a:close/>
                <a:lnTo>
                  <a:pt x="0" y="1129890"/>
                </a:lnTo>
                <a:close/>
                <a:lnTo>
                  <a:pt x="0" y="1129890"/>
                </a:lnTo>
                <a:close/>
              </a:path>
            </a:pathLst>
          </a:custGeom>
          <a:solidFill>
            <a:srgbClr val="F2D6BC">
              <a:alpha val="30000"/>
            </a:srgbClr>
          </a:solidFill>
          <a:ln w="12700">
            <a:solidFill>
              <a:srgbClr val="F2D6BC">
                <a:alpha val="3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5" name="Freeform 304"/>
          <p:cNvSpPr/>
          <p:nvPr/>
        </p:nvSpPr>
        <p:spPr>
          <a:xfrm>
            <a:off x="4474171" y="4265168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solidFill>
            <a:srgbClr val="4A4A4A"/>
          </a:solidFill>
          <a:ln w="10160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6" name="TextBox 305"/>
          <p:cNvSpPr txBox="1"/>
          <p:nvPr/>
        </p:nvSpPr>
        <p:spPr>
          <a:xfrm>
            <a:off x="4474171" y="4290701"/>
            <a:ext cx="4318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4A4A4A"/>
                </a:solidFill>
                <a:latin typeface="Arial"/>
              </a:rPr>
              <a:t>1060</a:t>
            </a:r>
          </a:p>
        </p:txBody>
      </p:sp>
      <p:sp>
        <p:nvSpPr>
          <p:cNvPr id="307" name="Freeform 306"/>
          <p:cNvSpPr/>
          <p:nvPr/>
        </p:nvSpPr>
        <p:spPr>
          <a:xfrm>
            <a:off x="4925290" y="4265168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solidFill>
            <a:srgbClr val="4A4A4A"/>
          </a:solidFill>
          <a:ln w="10160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8" name="TextBox 307"/>
          <p:cNvSpPr txBox="1"/>
          <p:nvPr/>
        </p:nvSpPr>
        <p:spPr>
          <a:xfrm>
            <a:off x="4925290" y="4290701"/>
            <a:ext cx="4318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4A4A4A"/>
                </a:solidFill>
                <a:latin typeface="Arial"/>
              </a:rPr>
              <a:t>1080</a:t>
            </a:r>
          </a:p>
        </p:txBody>
      </p:sp>
      <p:sp>
        <p:nvSpPr>
          <p:cNvPr id="309" name="Freeform 308"/>
          <p:cNvSpPr/>
          <p:nvPr/>
        </p:nvSpPr>
        <p:spPr>
          <a:xfrm>
            <a:off x="5376409" y="4265168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solidFill>
            <a:srgbClr val="4A4A4A"/>
          </a:solidFill>
          <a:ln w="10160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0" name="TextBox 309"/>
          <p:cNvSpPr txBox="1"/>
          <p:nvPr/>
        </p:nvSpPr>
        <p:spPr>
          <a:xfrm>
            <a:off x="5376409" y="4290701"/>
            <a:ext cx="4318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4A4A4A"/>
                </a:solidFill>
                <a:latin typeface="Arial"/>
              </a:rPr>
              <a:t>1100</a:t>
            </a:r>
          </a:p>
        </p:txBody>
      </p:sp>
      <p:sp>
        <p:nvSpPr>
          <p:cNvPr id="311" name="Freeform 310"/>
          <p:cNvSpPr/>
          <p:nvPr/>
        </p:nvSpPr>
        <p:spPr>
          <a:xfrm>
            <a:off x="5827528" y="4265168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solidFill>
            <a:srgbClr val="4A4A4A"/>
          </a:solidFill>
          <a:ln w="10160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2" name="TextBox 311"/>
          <p:cNvSpPr txBox="1"/>
          <p:nvPr/>
        </p:nvSpPr>
        <p:spPr>
          <a:xfrm>
            <a:off x="5827528" y="4290701"/>
            <a:ext cx="4318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4A4A4A"/>
                </a:solidFill>
                <a:latin typeface="Arial"/>
              </a:rPr>
              <a:t>1120</a:t>
            </a:r>
          </a:p>
        </p:txBody>
      </p:sp>
      <p:sp>
        <p:nvSpPr>
          <p:cNvPr id="313" name="TextBox 312"/>
          <p:cNvSpPr txBox="1"/>
          <p:nvPr/>
        </p:nvSpPr>
        <p:spPr>
          <a:xfrm>
            <a:off x="5135258" y="4433132"/>
            <a:ext cx="2260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1A1A1A"/>
                </a:solidFill>
                <a:latin typeface="Arial"/>
              </a:rPr>
              <a:t>High-fidelity simulation (K)</a:t>
            </a:r>
          </a:p>
        </p:txBody>
      </p:sp>
      <p:sp>
        <p:nvSpPr>
          <p:cNvPr id="314" name="Freeform 313"/>
          <p:cNvSpPr/>
          <p:nvPr/>
        </p:nvSpPr>
        <p:spPr>
          <a:xfrm>
            <a:off x="4296011" y="4131459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solidFill>
            <a:srgbClr val="4A4A4A"/>
          </a:solidFill>
          <a:ln w="10160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5" name="TextBox 314"/>
          <p:cNvSpPr txBox="1"/>
          <p:nvPr/>
        </p:nvSpPr>
        <p:spPr>
          <a:xfrm>
            <a:off x="4251561" y="4036275"/>
            <a:ext cx="4318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4A4A4A"/>
                </a:solidFill>
                <a:latin typeface="Arial"/>
              </a:rPr>
              <a:t>1060</a:t>
            </a:r>
          </a:p>
        </p:txBody>
      </p:sp>
      <p:sp>
        <p:nvSpPr>
          <p:cNvPr id="316" name="Freeform 315"/>
          <p:cNvSpPr/>
          <p:nvPr/>
        </p:nvSpPr>
        <p:spPr>
          <a:xfrm>
            <a:off x="4296011" y="3905899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solidFill>
            <a:srgbClr val="4A4A4A"/>
          </a:solidFill>
          <a:ln w="10160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7" name="TextBox 316"/>
          <p:cNvSpPr txBox="1"/>
          <p:nvPr/>
        </p:nvSpPr>
        <p:spPr>
          <a:xfrm>
            <a:off x="4251561" y="3810716"/>
            <a:ext cx="4318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4A4A4A"/>
                </a:solidFill>
                <a:latin typeface="Arial"/>
              </a:rPr>
              <a:t>1070</a:t>
            </a:r>
          </a:p>
        </p:txBody>
      </p:sp>
      <p:sp>
        <p:nvSpPr>
          <p:cNvPr id="318" name="Freeform 317"/>
          <p:cNvSpPr/>
          <p:nvPr/>
        </p:nvSpPr>
        <p:spPr>
          <a:xfrm>
            <a:off x="4296011" y="3680340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solidFill>
            <a:srgbClr val="4A4A4A"/>
          </a:solidFill>
          <a:ln w="10160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9" name="TextBox 318"/>
          <p:cNvSpPr txBox="1"/>
          <p:nvPr/>
        </p:nvSpPr>
        <p:spPr>
          <a:xfrm>
            <a:off x="4251561" y="3585156"/>
            <a:ext cx="4318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4A4A4A"/>
                </a:solidFill>
                <a:latin typeface="Arial"/>
              </a:rPr>
              <a:t>1080</a:t>
            </a:r>
          </a:p>
        </p:txBody>
      </p:sp>
      <p:sp>
        <p:nvSpPr>
          <p:cNvPr id="320" name="Freeform 319"/>
          <p:cNvSpPr/>
          <p:nvPr/>
        </p:nvSpPr>
        <p:spPr>
          <a:xfrm>
            <a:off x="4296011" y="3454780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solidFill>
            <a:srgbClr val="4A4A4A"/>
          </a:solidFill>
          <a:ln w="10160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1" name="TextBox 320"/>
          <p:cNvSpPr txBox="1"/>
          <p:nvPr/>
        </p:nvSpPr>
        <p:spPr>
          <a:xfrm>
            <a:off x="4251561" y="3359597"/>
            <a:ext cx="4318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4A4A4A"/>
                </a:solidFill>
                <a:latin typeface="Arial"/>
              </a:rPr>
              <a:t>1090</a:t>
            </a:r>
          </a:p>
        </p:txBody>
      </p:sp>
      <p:sp>
        <p:nvSpPr>
          <p:cNvPr id="322" name="Freeform 321"/>
          <p:cNvSpPr/>
          <p:nvPr/>
        </p:nvSpPr>
        <p:spPr>
          <a:xfrm>
            <a:off x="4296011" y="3229221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solidFill>
            <a:srgbClr val="4A4A4A"/>
          </a:solidFill>
          <a:ln w="10160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3" name="TextBox 322"/>
          <p:cNvSpPr txBox="1"/>
          <p:nvPr/>
        </p:nvSpPr>
        <p:spPr>
          <a:xfrm>
            <a:off x="4251561" y="3134037"/>
            <a:ext cx="4318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4A4A4A"/>
                </a:solidFill>
                <a:latin typeface="Arial"/>
              </a:rPr>
              <a:t>1100</a:t>
            </a:r>
          </a:p>
        </p:txBody>
      </p:sp>
      <p:sp>
        <p:nvSpPr>
          <p:cNvPr id="324" name="Freeform 323"/>
          <p:cNvSpPr/>
          <p:nvPr/>
        </p:nvSpPr>
        <p:spPr>
          <a:xfrm>
            <a:off x="4296011" y="3003661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solidFill>
            <a:srgbClr val="4A4A4A"/>
          </a:solidFill>
          <a:ln w="10160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5" name="TextBox 324"/>
          <p:cNvSpPr txBox="1"/>
          <p:nvPr/>
        </p:nvSpPr>
        <p:spPr>
          <a:xfrm>
            <a:off x="4251561" y="2908478"/>
            <a:ext cx="4318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4A4A4A"/>
                </a:solidFill>
                <a:latin typeface="Arial"/>
              </a:rPr>
              <a:t>1110</a:t>
            </a:r>
          </a:p>
        </p:txBody>
      </p:sp>
      <p:sp>
        <p:nvSpPr>
          <p:cNvPr id="326" name="Freeform 325"/>
          <p:cNvSpPr/>
          <p:nvPr/>
        </p:nvSpPr>
        <p:spPr>
          <a:xfrm>
            <a:off x="4296011" y="2778102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solidFill>
            <a:srgbClr val="4A4A4A"/>
          </a:solidFill>
          <a:ln w="10160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7" name="TextBox 326"/>
          <p:cNvSpPr txBox="1"/>
          <p:nvPr/>
        </p:nvSpPr>
        <p:spPr>
          <a:xfrm>
            <a:off x="4251561" y="2682918"/>
            <a:ext cx="4318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4A4A4A"/>
                </a:solidFill>
                <a:latin typeface="Arial"/>
              </a:rPr>
              <a:t>1120</a:t>
            </a:r>
          </a:p>
        </p:txBody>
      </p:sp>
      <p:sp>
        <p:nvSpPr>
          <p:cNvPr id="328" name="TextBox 327"/>
          <p:cNvSpPr txBox="1"/>
          <p:nvPr/>
        </p:nvSpPr>
        <p:spPr>
          <a:xfrm rot="16200000">
            <a:off x="3375122" y="-5048431"/>
            <a:ext cx="1879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1A1A1A"/>
                </a:solidFill>
                <a:latin typeface="Arial"/>
              </a:rPr>
              <a:t>BNN predictive mean (K)</a:t>
            </a:r>
          </a:p>
        </p:txBody>
      </p:sp>
      <p:sp>
        <p:nvSpPr>
          <p:cNvPr id="329" name="Freeform 328"/>
          <p:cNvSpPr/>
          <p:nvPr/>
        </p:nvSpPr>
        <p:spPr>
          <a:xfrm>
            <a:off x="4476524" y="4012871"/>
            <a:ext cx="51684" cy="44892"/>
          </a:xfrm>
          <a:custGeom>
            <a:avLst/>
            <a:gdLst/>
            <a:ahLst/>
            <a:cxnLst/>
            <a:rect l="l" t="t" r="r" b="b"/>
            <a:pathLst>
              <a:path w="51684" h="44892">
                <a:moveTo>
                  <a:pt x="51684" y="33669"/>
                </a:moveTo>
                <a:lnTo>
                  <a:pt x="51684" y="11223"/>
                </a:lnTo>
                <a:close/>
                <a:lnTo>
                  <a:pt x="25842" y="0"/>
                </a:lnTo>
                <a:close/>
                <a:lnTo>
                  <a:pt x="0" y="11223"/>
                </a:lnTo>
                <a:close/>
                <a:lnTo>
                  <a:pt x="0" y="33669"/>
                </a:lnTo>
                <a:close/>
                <a:lnTo>
                  <a:pt x="25842" y="44892"/>
                </a:lnTo>
                <a:close/>
                <a:lnTo>
                  <a:pt x="51684" y="33669"/>
                </a:lnTo>
                <a:close/>
              </a:path>
            </a:pathLst>
          </a:custGeom>
          <a:noFill/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0" name="Freeform 329"/>
          <p:cNvSpPr/>
          <p:nvPr/>
        </p:nvSpPr>
        <p:spPr>
          <a:xfrm>
            <a:off x="4476524" y="3945532"/>
            <a:ext cx="51684" cy="44892"/>
          </a:xfrm>
          <a:custGeom>
            <a:avLst/>
            <a:gdLst/>
            <a:ahLst/>
            <a:cxnLst/>
            <a:rect l="l" t="t" r="r" b="b"/>
            <a:pathLst>
              <a:path w="51684" h="44892">
                <a:moveTo>
                  <a:pt x="51684" y="33669"/>
                </a:moveTo>
                <a:lnTo>
                  <a:pt x="51684" y="11223"/>
                </a:lnTo>
                <a:close/>
                <a:lnTo>
                  <a:pt x="25842" y="0"/>
                </a:lnTo>
                <a:close/>
                <a:lnTo>
                  <a:pt x="0" y="11223"/>
                </a:lnTo>
                <a:close/>
                <a:lnTo>
                  <a:pt x="0" y="33669"/>
                </a:lnTo>
                <a:close/>
                <a:lnTo>
                  <a:pt x="25842" y="44892"/>
                </a:lnTo>
                <a:close/>
                <a:lnTo>
                  <a:pt x="51684" y="33669"/>
                </a:lnTo>
                <a:close/>
              </a:path>
            </a:pathLst>
          </a:custGeom>
          <a:solidFill>
            <a:srgbClr val="EBDED5">
              <a:alpha val="4411"/>
            </a:srgbClr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1" name="Freeform 330"/>
          <p:cNvSpPr/>
          <p:nvPr/>
        </p:nvSpPr>
        <p:spPr>
          <a:xfrm>
            <a:off x="4528208" y="3878193"/>
            <a:ext cx="51683" cy="44893"/>
          </a:xfrm>
          <a:custGeom>
            <a:avLst/>
            <a:gdLst/>
            <a:ahLst/>
            <a:cxnLst/>
            <a:rect l="l" t="t" r="r" b="b"/>
            <a:pathLst>
              <a:path w="51683" h="44893">
                <a:moveTo>
                  <a:pt x="51683" y="33670"/>
                </a:moveTo>
                <a:lnTo>
                  <a:pt x="51683" y="11224"/>
                </a:lnTo>
                <a:close/>
                <a:lnTo>
                  <a:pt x="25842" y="0"/>
                </a:lnTo>
                <a:close/>
                <a:lnTo>
                  <a:pt x="0" y="11224"/>
                </a:lnTo>
                <a:close/>
                <a:lnTo>
                  <a:pt x="0" y="33670"/>
                </a:lnTo>
                <a:close/>
                <a:lnTo>
                  <a:pt x="25842" y="44893"/>
                </a:lnTo>
                <a:close/>
                <a:lnTo>
                  <a:pt x="51683" y="33670"/>
                </a:lnTo>
                <a:close/>
              </a:path>
            </a:pathLst>
          </a:custGeom>
          <a:noFill/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2" name="Freeform 331"/>
          <p:cNvSpPr/>
          <p:nvPr/>
        </p:nvSpPr>
        <p:spPr>
          <a:xfrm>
            <a:off x="4528208" y="3810855"/>
            <a:ext cx="51683" cy="44892"/>
          </a:xfrm>
          <a:custGeom>
            <a:avLst/>
            <a:gdLst/>
            <a:ahLst/>
            <a:cxnLst/>
            <a:rect l="l" t="t" r="r" b="b"/>
            <a:pathLst>
              <a:path w="51683" h="44892">
                <a:moveTo>
                  <a:pt x="51683" y="33669"/>
                </a:moveTo>
                <a:lnTo>
                  <a:pt x="51683" y="11223"/>
                </a:lnTo>
                <a:close/>
                <a:lnTo>
                  <a:pt x="25842" y="0"/>
                </a:lnTo>
                <a:close/>
                <a:lnTo>
                  <a:pt x="0" y="11223"/>
                </a:lnTo>
                <a:close/>
                <a:lnTo>
                  <a:pt x="0" y="33669"/>
                </a:lnTo>
                <a:close/>
                <a:lnTo>
                  <a:pt x="25842" y="44892"/>
                </a:lnTo>
                <a:close/>
                <a:lnTo>
                  <a:pt x="51683" y="33669"/>
                </a:lnTo>
                <a:close/>
              </a:path>
            </a:pathLst>
          </a:custGeom>
          <a:noFill/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3" name="Freeform 332"/>
          <p:cNvSpPr/>
          <p:nvPr/>
        </p:nvSpPr>
        <p:spPr>
          <a:xfrm>
            <a:off x="4579891" y="3945532"/>
            <a:ext cx="51684" cy="44892"/>
          </a:xfrm>
          <a:custGeom>
            <a:avLst/>
            <a:gdLst/>
            <a:ahLst/>
            <a:cxnLst/>
            <a:rect l="l" t="t" r="r" b="b"/>
            <a:pathLst>
              <a:path w="51684" h="44892">
                <a:moveTo>
                  <a:pt x="51684" y="33669"/>
                </a:moveTo>
                <a:lnTo>
                  <a:pt x="51684" y="11223"/>
                </a:lnTo>
                <a:close/>
                <a:lnTo>
                  <a:pt x="25842" y="0"/>
                </a:lnTo>
                <a:close/>
                <a:lnTo>
                  <a:pt x="0" y="11223"/>
                </a:lnTo>
                <a:close/>
                <a:lnTo>
                  <a:pt x="0" y="33669"/>
                </a:lnTo>
                <a:close/>
                <a:lnTo>
                  <a:pt x="25842" y="44892"/>
                </a:lnTo>
                <a:close/>
                <a:lnTo>
                  <a:pt x="51684" y="33669"/>
                </a:lnTo>
                <a:close/>
              </a:path>
            </a:pathLst>
          </a:custGeom>
          <a:solidFill>
            <a:srgbClr val="995B2F">
              <a:alpha val="22058"/>
            </a:srgbClr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4" name="Freeform 333"/>
          <p:cNvSpPr/>
          <p:nvPr/>
        </p:nvSpPr>
        <p:spPr>
          <a:xfrm>
            <a:off x="4579891" y="3878193"/>
            <a:ext cx="51684" cy="44893"/>
          </a:xfrm>
          <a:custGeom>
            <a:avLst/>
            <a:gdLst/>
            <a:ahLst/>
            <a:cxnLst/>
            <a:rect l="l" t="t" r="r" b="b"/>
            <a:pathLst>
              <a:path w="51684" h="44893">
                <a:moveTo>
                  <a:pt x="51684" y="33670"/>
                </a:moveTo>
                <a:lnTo>
                  <a:pt x="51684" y="11224"/>
                </a:lnTo>
                <a:close/>
                <a:lnTo>
                  <a:pt x="25842" y="0"/>
                </a:lnTo>
                <a:close/>
                <a:lnTo>
                  <a:pt x="0" y="11224"/>
                </a:lnTo>
                <a:close/>
                <a:lnTo>
                  <a:pt x="0" y="33670"/>
                </a:lnTo>
                <a:close/>
                <a:lnTo>
                  <a:pt x="25842" y="44893"/>
                </a:lnTo>
                <a:close/>
                <a:lnTo>
                  <a:pt x="51684" y="33670"/>
                </a:lnTo>
                <a:close/>
              </a:path>
            </a:pathLst>
          </a:custGeom>
          <a:solidFill>
            <a:srgbClr val="C29D82">
              <a:alpha val="13235"/>
            </a:srgbClr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5" name="Freeform 334"/>
          <p:cNvSpPr/>
          <p:nvPr/>
        </p:nvSpPr>
        <p:spPr>
          <a:xfrm>
            <a:off x="4579891" y="3810855"/>
            <a:ext cx="51684" cy="44892"/>
          </a:xfrm>
          <a:custGeom>
            <a:avLst/>
            <a:gdLst/>
            <a:ahLst/>
            <a:cxnLst/>
            <a:rect l="l" t="t" r="r" b="b"/>
            <a:pathLst>
              <a:path w="51684" h="44892">
                <a:moveTo>
                  <a:pt x="51684" y="33669"/>
                </a:moveTo>
                <a:lnTo>
                  <a:pt x="51684" y="11223"/>
                </a:lnTo>
                <a:close/>
                <a:lnTo>
                  <a:pt x="25842" y="0"/>
                </a:lnTo>
                <a:close/>
                <a:lnTo>
                  <a:pt x="0" y="11223"/>
                </a:lnTo>
                <a:close/>
                <a:lnTo>
                  <a:pt x="0" y="33669"/>
                </a:lnTo>
                <a:close/>
                <a:lnTo>
                  <a:pt x="25842" y="44892"/>
                </a:lnTo>
                <a:close/>
                <a:lnTo>
                  <a:pt x="51684" y="33669"/>
                </a:lnTo>
                <a:close/>
              </a:path>
            </a:pathLst>
          </a:custGeom>
          <a:noFill/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6" name="Freeform 335"/>
          <p:cNvSpPr/>
          <p:nvPr/>
        </p:nvSpPr>
        <p:spPr>
          <a:xfrm>
            <a:off x="4579891" y="3743516"/>
            <a:ext cx="51684" cy="44893"/>
          </a:xfrm>
          <a:custGeom>
            <a:avLst/>
            <a:gdLst/>
            <a:ahLst/>
            <a:cxnLst/>
            <a:rect l="l" t="t" r="r" b="b"/>
            <a:pathLst>
              <a:path w="51684" h="44893">
                <a:moveTo>
                  <a:pt x="51684" y="33670"/>
                </a:moveTo>
                <a:lnTo>
                  <a:pt x="51684" y="11223"/>
                </a:lnTo>
                <a:close/>
                <a:lnTo>
                  <a:pt x="25842" y="0"/>
                </a:lnTo>
                <a:close/>
                <a:lnTo>
                  <a:pt x="0" y="11223"/>
                </a:lnTo>
                <a:close/>
                <a:lnTo>
                  <a:pt x="0" y="33670"/>
                </a:lnTo>
                <a:close/>
                <a:lnTo>
                  <a:pt x="25842" y="44893"/>
                </a:lnTo>
                <a:close/>
                <a:lnTo>
                  <a:pt x="51684" y="33670"/>
                </a:lnTo>
                <a:close/>
              </a:path>
            </a:pathLst>
          </a:custGeom>
          <a:noFill/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7" name="Freeform 336"/>
          <p:cNvSpPr/>
          <p:nvPr/>
        </p:nvSpPr>
        <p:spPr>
          <a:xfrm>
            <a:off x="4631575" y="4012871"/>
            <a:ext cx="51684" cy="44892"/>
          </a:xfrm>
          <a:custGeom>
            <a:avLst/>
            <a:gdLst/>
            <a:ahLst/>
            <a:cxnLst/>
            <a:rect l="l" t="t" r="r" b="b"/>
            <a:pathLst>
              <a:path w="51684" h="44892">
                <a:moveTo>
                  <a:pt x="51684" y="33669"/>
                </a:moveTo>
                <a:lnTo>
                  <a:pt x="51684" y="11223"/>
                </a:lnTo>
                <a:close/>
                <a:lnTo>
                  <a:pt x="25842" y="0"/>
                </a:lnTo>
                <a:close/>
                <a:lnTo>
                  <a:pt x="0" y="11223"/>
                </a:lnTo>
                <a:close/>
                <a:lnTo>
                  <a:pt x="0" y="33669"/>
                </a:lnTo>
                <a:close/>
                <a:lnTo>
                  <a:pt x="25842" y="44892"/>
                </a:lnTo>
                <a:close/>
                <a:lnTo>
                  <a:pt x="51684" y="33669"/>
                </a:lnTo>
                <a:close/>
              </a:path>
            </a:pathLst>
          </a:custGeom>
          <a:noFill/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8" name="Freeform 337"/>
          <p:cNvSpPr/>
          <p:nvPr/>
        </p:nvSpPr>
        <p:spPr>
          <a:xfrm>
            <a:off x="4631575" y="3945532"/>
            <a:ext cx="51684" cy="44892"/>
          </a:xfrm>
          <a:custGeom>
            <a:avLst/>
            <a:gdLst/>
            <a:ahLst/>
            <a:cxnLst/>
            <a:rect l="l" t="t" r="r" b="b"/>
            <a:pathLst>
              <a:path w="51684" h="44892">
                <a:moveTo>
                  <a:pt x="51684" y="33669"/>
                </a:moveTo>
                <a:lnTo>
                  <a:pt x="51684" y="11223"/>
                </a:lnTo>
                <a:close/>
                <a:lnTo>
                  <a:pt x="25842" y="0"/>
                </a:lnTo>
                <a:close/>
                <a:lnTo>
                  <a:pt x="0" y="11223"/>
                </a:lnTo>
                <a:close/>
                <a:lnTo>
                  <a:pt x="0" y="33669"/>
                </a:lnTo>
                <a:close/>
                <a:lnTo>
                  <a:pt x="25842" y="44892"/>
                </a:lnTo>
                <a:close/>
                <a:lnTo>
                  <a:pt x="51684" y="33669"/>
                </a:lnTo>
                <a:close/>
              </a:path>
            </a:pathLst>
          </a:custGeom>
          <a:solidFill>
            <a:srgbClr val="D6BDAC">
              <a:alpha val="8823"/>
            </a:srgbClr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9" name="Freeform 338"/>
          <p:cNvSpPr/>
          <p:nvPr/>
        </p:nvSpPr>
        <p:spPr>
          <a:xfrm>
            <a:off x="4631575" y="3878193"/>
            <a:ext cx="51684" cy="44893"/>
          </a:xfrm>
          <a:custGeom>
            <a:avLst/>
            <a:gdLst/>
            <a:ahLst/>
            <a:cxnLst/>
            <a:rect l="l" t="t" r="r" b="b"/>
            <a:pathLst>
              <a:path w="51684" h="44893">
                <a:moveTo>
                  <a:pt x="51684" y="33670"/>
                </a:moveTo>
                <a:lnTo>
                  <a:pt x="51684" y="11224"/>
                </a:lnTo>
                <a:close/>
                <a:lnTo>
                  <a:pt x="25842" y="0"/>
                </a:lnTo>
                <a:close/>
                <a:lnTo>
                  <a:pt x="0" y="11224"/>
                </a:lnTo>
                <a:close/>
                <a:lnTo>
                  <a:pt x="0" y="33670"/>
                </a:lnTo>
                <a:close/>
                <a:lnTo>
                  <a:pt x="25842" y="44893"/>
                </a:lnTo>
                <a:close/>
                <a:lnTo>
                  <a:pt x="51684" y="33670"/>
                </a:lnTo>
                <a:close/>
              </a:path>
            </a:pathLst>
          </a:custGeom>
          <a:solidFill>
            <a:srgbClr val="8B4513">
              <a:alpha val="78823"/>
            </a:srgbClr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0" name="Freeform 339"/>
          <p:cNvSpPr/>
          <p:nvPr/>
        </p:nvSpPr>
        <p:spPr>
          <a:xfrm>
            <a:off x="4631575" y="3810855"/>
            <a:ext cx="51684" cy="44892"/>
          </a:xfrm>
          <a:custGeom>
            <a:avLst/>
            <a:gdLst/>
            <a:ahLst/>
            <a:cxnLst/>
            <a:rect l="l" t="t" r="r" b="b"/>
            <a:pathLst>
              <a:path w="51684" h="44892">
                <a:moveTo>
                  <a:pt x="51684" y="33669"/>
                </a:moveTo>
                <a:lnTo>
                  <a:pt x="51684" y="11223"/>
                </a:lnTo>
                <a:close/>
                <a:lnTo>
                  <a:pt x="25842" y="0"/>
                </a:lnTo>
                <a:close/>
                <a:lnTo>
                  <a:pt x="0" y="11223"/>
                </a:lnTo>
                <a:close/>
                <a:lnTo>
                  <a:pt x="0" y="33669"/>
                </a:lnTo>
                <a:close/>
                <a:lnTo>
                  <a:pt x="25842" y="44892"/>
                </a:lnTo>
                <a:close/>
                <a:lnTo>
                  <a:pt x="51684" y="33669"/>
                </a:lnTo>
                <a:close/>
              </a:path>
            </a:pathLst>
          </a:custGeom>
          <a:solidFill>
            <a:srgbClr val="8B4513">
              <a:alpha val="45588"/>
            </a:srgbClr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1" name="Freeform 340"/>
          <p:cNvSpPr/>
          <p:nvPr/>
        </p:nvSpPr>
        <p:spPr>
          <a:xfrm>
            <a:off x="4683259" y="3945532"/>
            <a:ext cx="51684" cy="44892"/>
          </a:xfrm>
          <a:custGeom>
            <a:avLst/>
            <a:gdLst/>
            <a:ahLst/>
            <a:cxnLst/>
            <a:rect l="l" t="t" r="r" b="b"/>
            <a:pathLst>
              <a:path w="51684" h="44892">
                <a:moveTo>
                  <a:pt x="51684" y="33669"/>
                </a:moveTo>
                <a:lnTo>
                  <a:pt x="51684" y="11223"/>
                </a:lnTo>
                <a:close/>
                <a:lnTo>
                  <a:pt x="25842" y="0"/>
                </a:lnTo>
                <a:close/>
                <a:lnTo>
                  <a:pt x="0" y="11223"/>
                </a:lnTo>
                <a:close/>
                <a:lnTo>
                  <a:pt x="0" y="33669"/>
                </a:lnTo>
                <a:close/>
                <a:lnTo>
                  <a:pt x="25842" y="44892"/>
                </a:lnTo>
                <a:close/>
                <a:lnTo>
                  <a:pt x="51684" y="33669"/>
                </a:lnTo>
                <a:close/>
              </a:path>
            </a:pathLst>
          </a:custGeom>
          <a:solidFill>
            <a:srgbClr val="995B2F">
              <a:alpha val="22058"/>
            </a:srgbClr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2" name="Freeform 341"/>
          <p:cNvSpPr/>
          <p:nvPr/>
        </p:nvSpPr>
        <p:spPr>
          <a:xfrm>
            <a:off x="4683259" y="3878193"/>
            <a:ext cx="51684" cy="44893"/>
          </a:xfrm>
          <a:custGeom>
            <a:avLst/>
            <a:gdLst/>
            <a:ahLst/>
            <a:cxnLst/>
            <a:rect l="l" t="t" r="r" b="b"/>
            <a:pathLst>
              <a:path w="51684" h="44893">
                <a:moveTo>
                  <a:pt x="51684" y="33670"/>
                </a:moveTo>
                <a:lnTo>
                  <a:pt x="51684" y="11224"/>
                </a:lnTo>
                <a:close/>
                <a:lnTo>
                  <a:pt x="25842" y="0"/>
                </a:lnTo>
                <a:close/>
                <a:lnTo>
                  <a:pt x="0" y="11224"/>
                </a:lnTo>
                <a:close/>
                <a:lnTo>
                  <a:pt x="0" y="33670"/>
                </a:lnTo>
                <a:close/>
                <a:lnTo>
                  <a:pt x="25842" y="44893"/>
                </a:lnTo>
                <a:close/>
                <a:lnTo>
                  <a:pt x="51684" y="33670"/>
                </a:lnTo>
                <a:close/>
              </a:path>
            </a:pathLst>
          </a:custGeom>
          <a:solidFill>
            <a:srgbClr val="8B4513">
              <a:alpha val="85882"/>
            </a:srgbClr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3" name="Freeform 342"/>
          <p:cNvSpPr/>
          <p:nvPr/>
        </p:nvSpPr>
        <p:spPr>
          <a:xfrm>
            <a:off x="4683259" y="3810855"/>
            <a:ext cx="51684" cy="44892"/>
          </a:xfrm>
          <a:custGeom>
            <a:avLst/>
            <a:gdLst/>
            <a:ahLst/>
            <a:cxnLst/>
            <a:rect l="l" t="t" r="r" b="b"/>
            <a:pathLst>
              <a:path w="51684" h="44892">
                <a:moveTo>
                  <a:pt x="51684" y="33669"/>
                </a:moveTo>
                <a:lnTo>
                  <a:pt x="51684" y="11223"/>
                </a:lnTo>
                <a:close/>
                <a:lnTo>
                  <a:pt x="25842" y="0"/>
                </a:lnTo>
                <a:close/>
                <a:lnTo>
                  <a:pt x="0" y="11223"/>
                </a:lnTo>
                <a:close/>
                <a:lnTo>
                  <a:pt x="0" y="33669"/>
                </a:lnTo>
                <a:close/>
                <a:lnTo>
                  <a:pt x="25842" y="44892"/>
                </a:lnTo>
                <a:close/>
                <a:lnTo>
                  <a:pt x="51684" y="33669"/>
                </a:lnTo>
                <a:close/>
              </a:path>
            </a:pathLst>
          </a:custGeom>
          <a:solidFill>
            <a:srgbClr val="8B4513">
              <a:alpha val="51764"/>
            </a:srgbClr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4" name="Freeform 343"/>
          <p:cNvSpPr/>
          <p:nvPr/>
        </p:nvSpPr>
        <p:spPr>
          <a:xfrm>
            <a:off x="4683259" y="3743516"/>
            <a:ext cx="51684" cy="44893"/>
          </a:xfrm>
          <a:custGeom>
            <a:avLst/>
            <a:gdLst/>
            <a:ahLst/>
            <a:cxnLst/>
            <a:rect l="l" t="t" r="r" b="b"/>
            <a:pathLst>
              <a:path w="51684" h="44893">
                <a:moveTo>
                  <a:pt x="51684" y="33670"/>
                </a:moveTo>
                <a:lnTo>
                  <a:pt x="51684" y="11223"/>
                </a:lnTo>
                <a:close/>
                <a:lnTo>
                  <a:pt x="25842" y="0"/>
                </a:lnTo>
                <a:close/>
                <a:lnTo>
                  <a:pt x="0" y="11223"/>
                </a:lnTo>
                <a:close/>
                <a:lnTo>
                  <a:pt x="0" y="33670"/>
                </a:lnTo>
                <a:close/>
                <a:lnTo>
                  <a:pt x="25842" y="44893"/>
                </a:lnTo>
                <a:close/>
                <a:lnTo>
                  <a:pt x="51684" y="33670"/>
                </a:lnTo>
                <a:close/>
              </a:path>
            </a:pathLst>
          </a:custGeom>
          <a:solidFill>
            <a:srgbClr val="995B2F">
              <a:alpha val="22058"/>
            </a:srgbClr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5" name="Freeform 344"/>
          <p:cNvSpPr/>
          <p:nvPr/>
        </p:nvSpPr>
        <p:spPr>
          <a:xfrm>
            <a:off x="4734943" y="3945532"/>
            <a:ext cx="51684" cy="44892"/>
          </a:xfrm>
          <a:custGeom>
            <a:avLst/>
            <a:gdLst/>
            <a:ahLst/>
            <a:cxnLst/>
            <a:rect l="l" t="t" r="r" b="b"/>
            <a:pathLst>
              <a:path w="51684" h="44892">
                <a:moveTo>
                  <a:pt x="51684" y="33669"/>
                </a:moveTo>
                <a:lnTo>
                  <a:pt x="51684" y="11223"/>
                </a:lnTo>
                <a:close/>
                <a:lnTo>
                  <a:pt x="25842" y="0"/>
                </a:lnTo>
                <a:close/>
                <a:lnTo>
                  <a:pt x="0" y="11223"/>
                </a:lnTo>
                <a:close/>
                <a:lnTo>
                  <a:pt x="0" y="33669"/>
                </a:lnTo>
                <a:close/>
                <a:lnTo>
                  <a:pt x="25842" y="44892"/>
                </a:lnTo>
                <a:close/>
                <a:lnTo>
                  <a:pt x="51684" y="33669"/>
                </a:lnTo>
                <a:close/>
              </a:path>
            </a:pathLst>
          </a:custGeom>
          <a:solidFill>
            <a:srgbClr val="C29D82">
              <a:alpha val="13235"/>
            </a:srgbClr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6" name="Freeform 345"/>
          <p:cNvSpPr/>
          <p:nvPr/>
        </p:nvSpPr>
        <p:spPr>
          <a:xfrm>
            <a:off x="4734943" y="3878193"/>
            <a:ext cx="51684" cy="44893"/>
          </a:xfrm>
          <a:custGeom>
            <a:avLst/>
            <a:gdLst/>
            <a:ahLst/>
            <a:cxnLst/>
            <a:rect l="l" t="t" r="r" b="b"/>
            <a:pathLst>
              <a:path w="51684" h="44893">
                <a:moveTo>
                  <a:pt x="51684" y="33670"/>
                </a:moveTo>
                <a:lnTo>
                  <a:pt x="51684" y="11224"/>
                </a:lnTo>
                <a:close/>
                <a:lnTo>
                  <a:pt x="25842" y="0"/>
                </a:lnTo>
                <a:close/>
                <a:lnTo>
                  <a:pt x="0" y="11224"/>
                </a:lnTo>
                <a:close/>
                <a:lnTo>
                  <a:pt x="0" y="33670"/>
                </a:lnTo>
                <a:close/>
                <a:lnTo>
                  <a:pt x="25842" y="44893"/>
                </a:lnTo>
                <a:close/>
                <a:lnTo>
                  <a:pt x="51684" y="33670"/>
                </a:lnTo>
                <a:close/>
              </a:path>
            </a:pathLst>
          </a:custGeom>
          <a:solidFill>
            <a:srgbClr val="8B4513">
              <a:alpha val="33235"/>
            </a:srgbClr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7" name="Freeform 346"/>
          <p:cNvSpPr/>
          <p:nvPr/>
        </p:nvSpPr>
        <p:spPr>
          <a:xfrm>
            <a:off x="4734943" y="3810855"/>
            <a:ext cx="51684" cy="44892"/>
          </a:xfrm>
          <a:custGeom>
            <a:avLst/>
            <a:gdLst/>
            <a:ahLst/>
            <a:cxnLst/>
            <a:rect l="l" t="t" r="r" b="b"/>
            <a:pathLst>
              <a:path w="51684" h="44892">
                <a:moveTo>
                  <a:pt x="51684" y="33669"/>
                </a:moveTo>
                <a:lnTo>
                  <a:pt x="51684" y="11223"/>
                </a:lnTo>
                <a:close/>
                <a:lnTo>
                  <a:pt x="25842" y="0"/>
                </a:lnTo>
                <a:close/>
                <a:lnTo>
                  <a:pt x="0" y="11223"/>
                </a:lnTo>
                <a:close/>
                <a:lnTo>
                  <a:pt x="0" y="33669"/>
                </a:lnTo>
                <a:close/>
                <a:lnTo>
                  <a:pt x="25842" y="44892"/>
                </a:lnTo>
                <a:close/>
                <a:lnTo>
                  <a:pt x="51684" y="33669"/>
                </a:lnTo>
                <a:close/>
              </a:path>
            </a:pathLst>
          </a:custGeom>
          <a:solidFill>
            <a:srgbClr val="8B4513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8" name="Freeform 347"/>
          <p:cNvSpPr/>
          <p:nvPr/>
        </p:nvSpPr>
        <p:spPr>
          <a:xfrm>
            <a:off x="4734943" y="3743516"/>
            <a:ext cx="51684" cy="44893"/>
          </a:xfrm>
          <a:custGeom>
            <a:avLst/>
            <a:gdLst/>
            <a:ahLst/>
            <a:cxnLst/>
            <a:rect l="l" t="t" r="r" b="b"/>
            <a:pathLst>
              <a:path w="51684" h="44893">
                <a:moveTo>
                  <a:pt x="51684" y="33670"/>
                </a:moveTo>
                <a:lnTo>
                  <a:pt x="51684" y="11223"/>
                </a:lnTo>
                <a:close/>
                <a:lnTo>
                  <a:pt x="25842" y="0"/>
                </a:lnTo>
                <a:close/>
                <a:lnTo>
                  <a:pt x="0" y="11223"/>
                </a:lnTo>
                <a:close/>
                <a:lnTo>
                  <a:pt x="0" y="33670"/>
                </a:lnTo>
                <a:close/>
                <a:lnTo>
                  <a:pt x="25842" y="44893"/>
                </a:lnTo>
                <a:close/>
                <a:lnTo>
                  <a:pt x="51684" y="33670"/>
                </a:lnTo>
                <a:close/>
              </a:path>
            </a:pathLst>
          </a:custGeom>
          <a:solidFill>
            <a:srgbClr val="8B4513">
              <a:alpha val="64705"/>
            </a:srgbClr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9" name="Freeform 348"/>
          <p:cNvSpPr/>
          <p:nvPr/>
        </p:nvSpPr>
        <p:spPr>
          <a:xfrm>
            <a:off x="4734943" y="3676178"/>
            <a:ext cx="51684" cy="44892"/>
          </a:xfrm>
          <a:custGeom>
            <a:avLst/>
            <a:gdLst/>
            <a:ahLst/>
            <a:cxnLst/>
            <a:rect l="l" t="t" r="r" b="b"/>
            <a:pathLst>
              <a:path w="51684" h="44892">
                <a:moveTo>
                  <a:pt x="51684" y="33669"/>
                </a:moveTo>
                <a:lnTo>
                  <a:pt x="51684" y="11223"/>
                </a:lnTo>
                <a:close/>
                <a:lnTo>
                  <a:pt x="25842" y="0"/>
                </a:lnTo>
                <a:close/>
                <a:lnTo>
                  <a:pt x="0" y="11223"/>
                </a:lnTo>
                <a:close/>
                <a:lnTo>
                  <a:pt x="0" y="33669"/>
                </a:lnTo>
                <a:close/>
                <a:lnTo>
                  <a:pt x="25842" y="44892"/>
                </a:lnTo>
                <a:close/>
                <a:lnTo>
                  <a:pt x="51684" y="33669"/>
                </a:lnTo>
                <a:close/>
              </a:path>
            </a:pathLst>
          </a:custGeom>
          <a:solidFill>
            <a:srgbClr val="EBDED5">
              <a:alpha val="4411"/>
            </a:srgbClr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0" name="Freeform 349"/>
          <p:cNvSpPr/>
          <p:nvPr/>
        </p:nvSpPr>
        <p:spPr>
          <a:xfrm>
            <a:off x="4734943" y="3608839"/>
            <a:ext cx="51684" cy="44893"/>
          </a:xfrm>
          <a:custGeom>
            <a:avLst/>
            <a:gdLst/>
            <a:ahLst/>
            <a:cxnLst/>
            <a:rect l="l" t="t" r="r" b="b"/>
            <a:pathLst>
              <a:path w="51684" h="44893">
                <a:moveTo>
                  <a:pt x="51684" y="33670"/>
                </a:moveTo>
                <a:lnTo>
                  <a:pt x="51684" y="11223"/>
                </a:lnTo>
                <a:close/>
                <a:lnTo>
                  <a:pt x="25842" y="0"/>
                </a:lnTo>
                <a:close/>
                <a:lnTo>
                  <a:pt x="0" y="11223"/>
                </a:lnTo>
                <a:close/>
                <a:lnTo>
                  <a:pt x="0" y="33670"/>
                </a:lnTo>
                <a:close/>
                <a:lnTo>
                  <a:pt x="25842" y="44893"/>
                </a:lnTo>
                <a:close/>
                <a:lnTo>
                  <a:pt x="51684" y="33670"/>
                </a:lnTo>
                <a:close/>
              </a:path>
            </a:pathLst>
          </a:custGeom>
          <a:noFill/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1" name="Freeform 350"/>
          <p:cNvSpPr/>
          <p:nvPr/>
        </p:nvSpPr>
        <p:spPr>
          <a:xfrm>
            <a:off x="4786627" y="3945532"/>
            <a:ext cx="51684" cy="44892"/>
          </a:xfrm>
          <a:custGeom>
            <a:avLst/>
            <a:gdLst/>
            <a:ahLst/>
            <a:cxnLst/>
            <a:rect l="l" t="t" r="r" b="b"/>
            <a:pathLst>
              <a:path w="51684" h="44892">
                <a:moveTo>
                  <a:pt x="51684" y="33669"/>
                </a:moveTo>
                <a:lnTo>
                  <a:pt x="51684" y="11223"/>
                </a:lnTo>
                <a:close/>
                <a:lnTo>
                  <a:pt x="25842" y="0"/>
                </a:lnTo>
                <a:close/>
                <a:lnTo>
                  <a:pt x="0" y="11223"/>
                </a:lnTo>
                <a:close/>
                <a:lnTo>
                  <a:pt x="0" y="33669"/>
                </a:lnTo>
                <a:close/>
                <a:lnTo>
                  <a:pt x="25842" y="44892"/>
                </a:lnTo>
                <a:close/>
                <a:lnTo>
                  <a:pt x="51684" y="33669"/>
                </a:lnTo>
                <a:close/>
              </a:path>
            </a:pathLst>
          </a:custGeom>
          <a:noFill/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2" name="Freeform 351"/>
          <p:cNvSpPr/>
          <p:nvPr/>
        </p:nvSpPr>
        <p:spPr>
          <a:xfrm>
            <a:off x="4786627" y="3878193"/>
            <a:ext cx="51684" cy="44893"/>
          </a:xfrm>
          <a:custGeom>
            <a:avLst/>
            <a:gdLst/>
            <a:ahLst/>
            <a:cxnLst/>
            <a:rect l="l" t="t" r="r" b="b"/>
            <a:pathLst>
              <a:path w="51684" h="44893">
                <a:moveTo>
                  <a:pt x="51684" y="33670"/>
                </a:moveTo>
                <a:lnTo>
                  <a:pt x="51684" y="11224"/>
                </a:lnTo>
                <a:close/>
                <a:lnTo>
                  <a:pt x="25842" y="0"/>
                </a:lnTo>
                <a:close/>
                <a:lnTo>
                  <a:pt x="0" y="11224"/>
                </a:lnTo>
                <a:close/>
                <a:lnTo>
                  <a:pt x="0" y="33670"/>
                </a:lnTo>
                <a:close/>
                <a:lnTo>
                  <a:pt x="25842" y="44893"/>
                </a:lnTo>
                <a:close/>
                <a:lnTo>
                  <a:pt x="51684" y="33670"/>
                </a:lnTo>
                <a:close/>
              </a:path>
            </a:pathLst>
          </a:custGeom>
          <a:solidFill>
            <a:srgbClr val="995B2F">
              <a:alpha val="22058"/>
            </a:srgbClr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3" name="Freeform 352"/>
          <p:cNvSpPr/>
          <p:nvPr/>
        </p:nvSpPr>
        <p:spPr>
          <a:xfrm>
            <a:off x="4786627" y="3810855"/>
            <a:ext cx="51684" cy="44892"/>
          </a:xfrm>
          <a:custGeom>
            <a:avLst/>
            <a:gdLst/>
            <a:ahLst/>
            <a:cxnLst/>
            <a:rect l="l" t="t" r="r" b="b"/>
            <a:pathLst>
              <a:path w="51684" h="44892">
                <a:moveTo>
                  <a:pt x="51684" y="33669"/>
                </a:moveTo>
                <a:lnTo>
                  <a:pt x="51684" y="11223"/>
                </a:lnTo>
                <a:close/>
                <a:lnTo>
                  <a:pt x="25842" y="0"/>
                </a:lnTo>
                <a:close/>
                <a:lnTo>
                  <a:pt x="0" y="11223"/>
                </a:lnTo>
                <a:close/>
                <a:lnTo>
                  <a:pt x="0" y="33669"/>
                </a:lnTo>
                <a:close/>
                <a:lnTo>
                  <a:pt x="25842" y="44892"/>
                </a:lnTo>
                <a:close/>
                <a:lnTo>
                  <a:pt x="51684" y="33669"/>
                </a:lnTo>
                <a:close/>
              </a:path>
            </a:pathLst>
          </a:custGeom>
          <a:solidFill>
            <a:srgbClr val="8B4513">
              <a:alpha val="64705"/>
            </a:srgbClr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4" name="Freeform 353"/>
          <p:cNvSpPr/>
          <p:nvPr/>
        </p:nvSpPr>
        <p:spPr>
          <a:xfrm>
            <a:off x="4786627" y="3743516"/>
            <a:ext cx="51684" cy="44893"/>
          </a:xfrm>
          <a:custGeom>
            <a:avLst/>
            <a:gdLst/>
            <a:ahLst/>
            <a:cxnLst/>
            <a:rect l="l" t="t" r="r" b="b"/>
            <a:pathLst>
              <a:path w="51684" h="44893">
                <a:moveTo>
                  <a:pt x="51684" y="33670"/>
                </a:moveTo>
                <a:lnTo>
                  <a:pt x="51684" y="11223"/>
                </a:lnTo>
                <a:close/>
                <a:lnTo>
                  <a:pt x="25842" y="0"/>
                </a:lnTo>
                <a:close/>
                <a:lnTo>
                  <a:pt x="0" y="11223"/>
                </a:lnTo>
                <a:close/>
                <a:lnTo>
                  <a:pt x="0" y="33670"/>
                </a:lnTo>
                <a:close/>
                <a:lnTo>
                  <a:pt x="25842" y="44893"/>
                </a:lnTo>
                <a:close/>
                <a:lnTo>
                  <a:pt x="51684" y="33670"/>
                </a:lnTo>
                <a:close/>
              </a:path>
            </a:pathLst>
          </a:custGeom>
          <a:solidFill>
            <a:srgbClr val="8B4513">
              <a:alpha val="57941"/>
            </a:srgbClr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5" name="Freeform 354"/>
          <p:cNvSpPr/>
          <p:nvPr/>
        </p:nvSpPr>
        <p:spPr>
          <a:xfrm>
            <a:off x="4786627" y="3676178"/>
            <a:ext cx="51684" cy="44892"/>
          </a:xfrm>
          <a:custGeom>
            <a:avLst/>
            <a:gdLst/>
            <a:ahLst/>
            <a:cxnLst/>
            <a:rect l="l" t="t" r="r" b="b"/>
            <a:pathLst>
              <a:path w="51684" h="44892">
                <a:moveTo>
                  <a:pt x="51684" y="33669"/>
                </a:moveTo>
                <a:lnTo>
                  <a:pt x="51684" y="11223"/>
                </a:lnTo>
                <a:close/>
                <a:lnTo>
                  <a:pt x="25842" y="0"/>
                </a:lnTo>
                <a:close/>
                <a:lnTo>
                  <a:pt x="0" y="11223"/>
                </a:lnTo>
                <a:close/>
                <a:lnTo>
                  <a:pt x="0" y="33669"/>
                </a:lnTo>
                <a:close/>
                <a:lnTo>
                  <a:pt x="25842" y="44892"/>
                </a:lnTo>
                <a:close/>
                <a:lnTo>
                  <a:pt x="51684" y="33669"/>
                </a:lnTo>
                <a:close/>
              </a:path>
            </a:pathLst>
          </a:custGeom>
          <a:solidFill>
            <a:srgbClr val="C29D82">
              <a:alpha val="13235"/>
            </a:srgbClr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6" name="Freeform 355"/>
          <p:cNvSpPr/>
          <p:nvPr/>
        </p:nvSpPr>
        <p:spPr>
          <a:xfrm>
            <a:off x="4786627" y="3608839"/>
            <a:ext cx="51684" cy="44893"/>
          </a:xfrm>
          <a:custGeom>
            <a:avLst/>
            <a:gdLst/>
            <a:ahLst/>
            <a:cxnLst/>
            <a:rect l="l" t="t" r="r" b="b"/>
            <a:pathLst>
              <a:path w="51684" h="44893">
                <a:moveTo>
                  <a:pt x="51684" y="33670"/>
                </a:moveTo>
                <a:lnTo>
                  <a:pt x="51684" y="11223"/>
                </a:lnTo>
                <a:close/>
                <a:lnTo>
                  <a:pt x="25842" y="0"/>
                </a:lnTo>
                <a:close/>
                <a:lnTo>
                  <a:pt x="0" y="11223"/>
                </a:lnTo>
                <a:close/>
                <a:lnTo>
                  <a:pt x="0" y="33670"/>
                </a:lnTo>
                <a:close/>
                <a:lnTo>
                  <a:pt x="25842" y="44893"/>
                </a:lnTo>
                <a:close/>
                <a:lnTo>
                  <a:pt x="51684" y="33670"/>
                </a:lnTo>
                <a:close/>
              </a:path>
            </a:pathLst>
          </a:custGeom>
          <a:solidFill>
            <a:srgbClr val="EBDED5">
              <a:alpha val="4411"/>
            </a:srgbClr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7" name="Freeform 356"/>
          <p:cNvSpPr/>
          <p:nvPr/>
        </p:nvSpPr>
        <p:spPr>
          <a:xfrm>
            <a:off x="4838311" y="3878193"/>
            <a:ext cx="51684" cy="44893"/>
          </a:xfrm>
          <a:custGeom>
            <a:avLst/>
            <a:gdLst/>
            <a:ahLst/>
            <a:cxnLst/>
            <a:rect l="l" t="t" r="r" b="b"/>
            <a:pathLst>
              <a:path w="51684" h="44893">
                <a:moveTo>
                  <a:pt x="51684" y="33670"/>
                </a:moveTo>
                <a:lnTo>
                  <a:pt x="51684" y="11224"/>
                </a:lnTo>
                <a:close/>
                <a:lnTo>
                  <a:pt x="25842" y="0"/>
                </a:lnTo>
                <a:close/>
                <a:lnTo>
                  <a:pt x="0" y="11224"/>
                </a:lnTo>
                <a:close/>
                <a:lnTo>
                  <a:pt x="0" y="33670"/>
                </a:lnTo>
                <a:close/>
                <a:lnTo>
                  <a:pt x="25842" y="44893"/>
                </a:lnTo>
                <a:close/>
                <a:lnTo>
                  <a:pt x="51684" y="33670"/>
                </a:lnTo>
                <a:close/>
              </a:path>
            </a:pathLst>
          </a:custGeom>
          <a:solidFill>
            <a:srgbClr val="D6BDAC">
              <a:alpha val="8823"/>
            </a:srgbClr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8" name="Freeform 357"/>
          <p:cNvSpPr/>
          <p:nvPr/>
        </p:nvSpPr>
        <p:spPr>
          <a:xfrm>
            <a:off x="4838311" y="3810855"/>
            <a:ext cx="51684" cy="44892"/>
          </a:xfrm>
          <a:custGeom>
            <a:avLst/>
            <a:gdLst/>
            <a:ahLst/>
            <a:cxnLst/>
            <a:rect l="l" t="t" r="r" b="b"/>
            <a:pathLst>
              <a:path w="51684" h="44892">
                <a:moveTo>
                  <a:pt x="51684" y="33669"/>
                </a:moveTo>
                <a:lnTo>
                  <a:pt x="51684" y="11223"/>
                </a:lnTo>
                <a:close/>
                <a:lnTo>
                  <a:pt x="25842" y="0"/>
                </a:lnTo>
                <a:close/>
                <a:lnTo>
                  <a:pt x="0" y="11223"/>
                </a:lnTo>
                <a:close/>
                <a:lnTo>
                  <a:pt x="0" y="33669"/>
                </a:lnTo>
                <a:close/>
                <a:lnTo>
                  <a:pt x="25842" y="44892"/>
                </a:lnTo>
                <a:close/>
                <a:lnTo>
                  <a:pt x="51684" y="33669"/>
                </a:lnTo>
                <a:close/>
              </a:path>
            </a:pathLst>
          </a:custGeom>
          <a:solidFill>
            <a:srgbClr val="8B4513">
              <a:alpha val="33235"/>
            </a:srgbClr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9" name="Freeform 358"/>
          <p:cNvSpPr/>
          <p:nvPr/>
        </p:nvSpPr>
        <p:spPr>
          <a:xfrm>
            <a:off x="4838311" y="3743516"/>
            <a:ext cx="51684" cy="44893"/>
          </a:xfrm>
          <a:custGeom>
            <a:avLst/>
            <a:gdLst/>
            <a:ahLst/>
            <a:cxnLst/>
            <a:rect l="l" t="t" r="r" b="b"/>
            <a:pathLst>
              <a:path w="51684" h="44893">
                <a:moveTo>
                  <a:pt x="51684" y="33670"/>
                </a:moveTo>
                <a:lnTo>
                  <a:pt x="51684" y="11223"/>
                </a:lnTo>
                <a:close/>
                <a:lnTo>
                  <a:pt x="25842" y="0"/>
                </a:lnTo>
                <a:close/>
                <a:lnTo>
                  <a:pt x="0" y="11223"/>
                </a:lnTo>
                <a:close/>
                <a:lnTo>
                  <a:pt x="0" y="33670"/>
                </a:lnTo>
                <a:close/>
                <a:lnTo>
                  <a:pt x="25842" y="44893"/>
                </a:lnTo>
                <a:close/>
                <a:lnTo>
                  <a:pt x="51684" y="33670"/>
                </a:lnTo>
                <a:close/>
              </a:path>
            </a:pathLst>
          </a:custGeom>
          <a:solidFill>
            <a:srgbClr val="8B4513">
              <a:alpha val="27058"/>
            </a:srgbClr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0" name="Freeform 359"/>
          <p:cNvSpPr/>
          <p:nvPr/>
        </p:nvSpPr>
        <p:spPr>
          <a:xfrm>
            <a:off x="4838311" y="3676178"/>
            <a:ext cx="51684" cy="44892"/>
          </a:xfrm>
          <a:custGeom>
            <a:avLst/>
            <a:gdLst/>
            <a:ahLst/>
            <a:cxnLst/>
            <a:rect l="l" t="t" r="r" b="b"/>
            <a:pathLst>
              <a:path w="51684" h="44892">
                <a:moveTo>
                  <a:pt x="51684" y="33669"/>
                </a:moveTo>
                <a:lnTo>
                  <a:pt x="51684" y="11223"/>
                </a:lnTo>
                <a:close/>
                <a:lnTo>
                  <a:pt x="25842" y="0"/>
                </a:lnTo>
                <a:close/>
                <a:lnTo>
                  <a:pt x="0" y="11223"/>
                </a:lnTo>
                <a:close/>
                <a:lnTo>
                  <a:pt x="0" y="33669"/>
                </a:lnTo>
                <a:close/>
                <a:lnTo>
                  <a:pt x="25842" y="44892"/>
                </a:lnTo>
                <a:close/>
                <a:lnTo>
                  <a:pt x="51684" y="33669"/>
                </a:lnTo>
                <a:close/>
              </a:path>
            </a:pathLst>
          </a:custGeom>
          <a:solidFill>
            <a:srgbClr val="D6BDAC">
              <a:alpha val="8823"/>
            </a:srgbClr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1" name="Freeform 360"/>
          <p:cNvSpPr/>
          <p:nvPr/>
        </p:nvSpPr>
        <p:spPr>
          <a:xfrm>
            <a:off x="4838311" y="3608839"/>
            <a:ext cx="51684" cy="44893"/>
          </a:xfrm>
          <a:custGeom>
            <a:avLst/>
            <a:gdLst/>
            <a:ahLst/>
            <a:cxnLst/>
            <a:rect l="l" t="t" r="r" b="b"/>
            <a:pathLst>
              <a:path w="51684" h="44893">
                <a:moveTo>
                  <a:pt x="51684" y="33670"/>
                </a:moveTo>
                <a:lnTo>
                  <a:pt x="51684" y="11223"/>
                </a:lnTo>
                <a:close/>
                <a:lnTo>
                  <a:pt x="25842" y="0"/>
                </a:lnTo>
                <a:close/>
                <a:lnTo>
                  <a:pt x="0" y="11223"/>
                </a:lnTo>
                <a:close/>
                <a:lnTo>
                  <a:pt x="0" y="33670"/>
                </a:lnTo>
                <a:close/>
                <a:lnTo>
                  <a:pt x="25842" y="44893"/>
                </a:lnTo>
                <a:close/>
                <a:lnTo>
                  <a:pt x="51684" y="33670"/>
                </a:lnTo>
                <a:close/>
              </a:path>
            </a:pathLst>
          </a:custGeom>
          <a:noFill/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2" name="Freeform 361"/>
          <p:cNvSpPr/>
          <p:nvPr/>
        </p:nvSpPr>
        <p:spPr>
          <a:xfrm>
            <a:off x="4889995" y="3810855"/>
            <a:ext cx="51684" cy="44892"/>
          </a:xfrm>
          <a:custGeom>
            <a:avLst/>
            <a:gdLst/>
            <a:ahLst/>
            <a:cxnLst/>
            <a:rect l="l" t="t" r="r" b="b"/>
            <a:pathLst>
              <a:path w="51684" h="44892">
                <a:moveTo>
                  <a:pt x="51684" y="33669"/>
                </a:moveTo>
                <a:lnTo>
                  <a:pt x="51684" y="11223"/>
                </a:lnTo>
                <a:close/>
                <a:lnTo>
                  <a:pt x="25842" y="0"/>
                </a:lnTo>
                <a:close/>
                <a:lnTo>
                  <a:pt x="0" y="11223"/>
                </a:lnTo>
                <a:close/>
                <a:lnTo>
                  <a:pt x="0" y="33669"/>
                </a:lnTo>
                <a:close/>
                <a:lnTo>
                  <a:pt x="25842" y="44892"/>
                </a:lnTo>
                <a:close/>
                <a:lnTo>
                  <a:pt x="51684" y="33669"/>
                </a:lnTo>
                <a:close/>
              </a:path>
            </a:pathLst>
          </a:custGeom>
          <a:solidFill>
            <a:srgbClr val="EBDED5">
              <a:alpha val="4411"/>
            </a:srgbClr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3" name="Freeform 362"/>
          <p:cNvSpPr/>
          <p:nvPr/>
        </p:nvSpPr>
        <p:spPr>
          <a:xfrm>
            <a:off x="4889995" y="3743516"/>
            <a:ext cx="51684" cy="44893"/>
          </a:xfrm>
          <a:custGeom>
            <a:avLst/>
            <a:gdLst/>
            <a:ahLst/>
            <a:cxnLst/>
            <a:rect l="l" t="t" r="r" b="b"/>
            <a:pathLst>
              <a:path w="51684" h="44893">
                <a:moveTo>
                  <a:pt x="51684" y="33670"/>
                </a:moveTo>
                <a:lnTo>
                  <a:pt x="51684" y="11223"/>
                </a:lnTo>
                <a:close/>
                <a:lnTo>
                  <a:pt x="25842" y="0"/>
                </a:lnTo>
                <a:close/>
                <a:lnTo>
                  <a:pt x="0" y="11223"/>
                </a:lnTo>
                <a:close/>
                <a:lnTo>
                  <a:pt x="0" y="33670"/>
                </a:lnTo>
                <a:close/>
                <a:lnTo>
                  <a:pt x="25842" y="44893"/>
                </a:lnTo>
                <a:close/>
                <a:lnTo>
                  <a:pt x="51684" y="33670"/>
                </a:lnTo>
                <a:close/>
              </a:path>
            </a:pathLst>
          </a:custGeom>
          <a:solidFill>
            <a:srgbClr val="AD7C58">
              <a:alpha val="17647"/>
            </a:srgbClr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4" name="Freeform 363"/>
          <p:cNvSpPr/>
          <p:nvPr/>
        </p:nvSpPr>
        <p:spPr>
          <a:xfrm>
            <a:off x="4889995" y="3676178"/>
            <a:ext cx="51684" cy="44892"/>
          </a:xfrm>
          <a:custGeom>
            <a:avLst/>
            <a:gdLst/>
            <a:ahLst/>
            <a:cxnLst/>
            <a:rect l="l" t="t" r="r" b="b"/>
            <a:pathLst>
              <a:path w="51684" h="44892">
                <a:moveTo>
                  <a:pt x="51684" y="33669"/>
                </a:moveTo>
                <a:lnTo>
                  <a:pt x="51684" y="11223"/>
                </a:lnTo>
                <a:close/>
                <a:lnTo>
                  <a:pt x="25842" y="0"/>
                </a:lnTo>
                <a:close/>
                <a:lnTo>
                  <a:pt x="0" y="11223"/>
                </a:lnTo>
                <a:close/>
                <a:lnTo>
                  <a:pt x="0" y="33669"/>
                </a:lnTo>
                <a:close/>
                <a:lnTo>
                  <a:pt x="25842" y="44892"/>
                </a:lnTo>
                <a:close/>
                <a:lnTo>
                  <a:pt x="51684" y="33669"/>
                </a:lnTo>
                <a:close/>
              </a:path>
            </a:pathLst>
          </a:custGeom>
          <a:solidFill>
            <a:srgbClr val="AD7C58">
              <a:alpha val="17647"/>
            </a:srgbClr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5" name="Freeform 364"/>
          <p:cNvSpPr/>
          <p:nvPr/>
        </p:nvSpPr>
        <p:spPr>
          <a:xfrm>
            <a:off x="4889995" y="3608839"/>
            <a:ext cx="51684" cy="44893"/>
          </a:xfrm>
          <a:custGeom>
            <a:avLst/>
            <a:gdLst/>
            <a:ahLst/>
            <a:cxnLst/>
            <a:rect l="l" t="t" r="r" b="b"/>
            <a:pathLst>
              <a:path w="51684" h="44893">
                <a:moveTo>
                  <a:pt x="51684" y="33670"/>
                </a:moveTo>
                <a:lnTo>
                  <a:pt x="51684" y="11223"/>
                </a:lnTo>
                <a:close/>
                <a:lnTo>
                  <a:pt x="25842" y="0"/>
                </a:lnTo>
                <a:close/>
                <a:lnTo>
                  <a:pt x="0" y="11223"/>
                </a:lnTo>
                <a:close/>
                <a:lnTo>
                  <a:pt x="0" y="33670"/>
                </a:lnTo>
                <a:close/>
                <a:lnTo>
                  <a:pt x="25842" y="44893"/>
                </a:lnTo>
                <a:close/>
                <a:lnTo>
                  <a:pt x="51684" y="33670"/>
                </a:lnTo>
                <a:close/>
              </a:path>
            </a:pathLst>
          </a:custGeom>
          <a:solidFill>
            <a:srgbClr val="D6BDAC">
              <a:alpha val="8823"/>
            </a:srgbClr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6" name="Freeform 365"/>
          <p:cNvSpPr/>
          <p:nvPr/>
        </p:nvSpPr>
        <p:spPr>
          <a:xfrm>
            <a:off x="4941679" y="3810855"/>
            <a:ext cx="51684" cy="44892"/>
          </a:xfrm>
          <a:custGeom>
            <a:avLst/>
            <a:gdLst/>
            <a:ahLst/>
            <a:cxnLst/>
            <a:rect l="l" t="t" r="r" b="b"/>
            <a:pathLst>
              <a:path w="51684" h="44892">
                <a:moveTo>
                  <a:pt x="51684" y="33669"/>
                </a:moveTo>
                <a:lnTo>
                  <a:pt x="51684" y="11223"/>
                </a:lnTo>
                <a:close/>
                <a:lnTo>
                  <a:pt x="25842" y="0"/>
                </a:lnTo>
                <a:close/>
                <a:lnTo>
                  <a:pt x="0" y="11223"/>
                </a:lnTo>
                <a:close/>
                <a:lnTo>
                  <a:pt x="0" y="33669"/>
                </a:lnTo>
                <a:close/>
                <a:lnTo>
                  <a:pt x="25842" y="44892"/>
                </a:lnTo>
                <a:close/>
                <a:lnTo>
                  <a:pt x="51684" y="33669"/>
                </a:lnTo>
                <a:close/>
              </a:path>
            </a:pathLst>
          </a:custGeom>
          <a:solidFill>
            <a:srgbClr val="D6BDAC">
              <a:alpha val="8823"/>
            </a:srgbClr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7" name="Freeform 366"/>
          <p:cNvSpPr/>
          <p:nvPr/>
        </p:nvSpPr>
        <p:spPr>
          <a:xfrm>
            <a:off x="4941679" y="3743516"/>
            <a:ext cx="51684" cy="44893"/>
          </a:xfrm>
          <a:custGeom>
            <a:avLst/>
            <a:gdLst/>
            <a:ahLst/>
            <a:cxnLst/>
            <a:rect l="l" t="t" r="r" b="b"/>
            <a:pathLst>
              <a:path w="51684" h="44893">
                <a:moveTo>
                  <a:pt x="51684" y="33670"/>
                </a:moveTo>
                <a:lnTo>
                  <a:pt x="51684" y="11223"/>
                </a:lnTo>
                <a:close/>
                <a:lnTo>
                  <a:pt x="25842" y="0"/>
                </a:lnTo>
                <a:close/>
                <a:lnTo>
                  <a:pt x="0" y="11223"/>
                </a:lnTo>
                <a:close/>
                <a:lnTo>
                  <a:pt x="0" y="33670"/>
                </a:lnTo>
                <a:close/>
                <a:lnTo>
                  <a:pt x="25842" y="44893"/>
                </a:lnTo>
                <a:close/>
                <a:lnTo>
                  <a:pt x="51684" y="33670"/>
                </a:lnTo>
                <a:close/>
              </a:path>
            </a:pathLst>
          </a:custGeom>
          <a:solidFill>
            <a:srgbClr val="EBDED5">
              <a:alpha val="4411"/>
            </a:srgbClr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8" name="Freeform 367"/>
          <p:cNvSpPr/>
          <p:nvPr/>
        </p:nvSpPr>
        <p:spPr>
          <a:xfrm>
            <a:off x="4941679" y="3676178"/>
            <a:ext cx="51684" cy="44892"/>
          </a:xfrm>
          <a:custGeom>
            <a:avLst/>
            <a:gdLst/>
            <a:ahLst/>
            <a:cxnLst/>
            <a:rect l="l" t="t" r="r" b="b"/>
            <a:pathLst>
              <a:path w="51684" h="44892">
                <a:moveTo>
                  <a:pt x="51684" y="33669"/>
                </a:moveTo>
                <a:lnTo>
                  <a:pt x="51684" y="11223"/>
                </a:lnTo>
                <a:close/>
                <a:lnTo>
                  <a:pt x="25842" y="0"/>
                </a:lnTo>
                <a:close/>
                <a:lnTo>
                  <a:pt x="0" y="11223"/>
                </a:lnTo>
                <a:close/>
                <a:lnTo>
                  <a:pt x="0" y="33669"/>
                </a:lnTo>
                <a:close/>
                <a:lnTo>
                  <a:pt x="25842" y="44892"/>
                </a:lnTo>
                <a:close/>
                <a:lnTo>
                  <a:pt x="51684" y="33669"/>
                </a:lnTo>
                <a:close/>
              </a:path>
            </a:pathLst>
          </a:custGeom>
          <a:solidFill>
            <a:srgbClr val="8B4513">
              <a:alpha val="27058"/>
            </a:srgbClr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9" name="Freeform 368"/>
          <p:cNvSpPr/>
          <p:nvPr/>
        </p:nvSpPr>
        <p:spPr>
          <a:xfrm>
            <a:off x="4941679" y="3541501"/>
            <a:ext cx="51684" cy="44892"/>
          </a:xfrm>
          <a:custGeom>
            <a:avLst/>
            <a:gdLst/>
            <a:ahLst/>
            <a:cxnLst/>
            <a:rect l="l" t="t" r="r" b="b"/>
            <a:pathLst>
              <a:path w="51684" h="44892">
                <a:moveTo>
                  <a:pt x="51684" y="33669"/>
                </a:moveTo>
                <a:lnTo>
                  <a:pt x="51684" y="11223"/>
                </a:lnTo>
                <a:close/>
                <a:lnTo>
                  <a:pt x="25842" y="0"/>
                </a:lnTo>
                <a:close/>
                <a:lnTo>
                  <a:pt x="0" y="11223"/>
                </a:lnTo>
                <a:close/>
                <a:lnTo>
                  <a:pt x="0" y="33669"/>
                </a:lnTo>
                <a:close/>
                <a:lnTo>
                  <a:pt x="25842" y="44892"/>
                </a:lnTo>
                <a:close/>
                <a:lnTo>
                  <a:pt x="51684" y="33669"/>
                </a:lnTo>
                <a:close/>
              </a:path>
            </a:pathLst>
          </a:custGeom>
          <a:solidFill>
            <a:srgbClr val="EBDED5">
              <a:alpha val="4411"/>
            </a:srgbClr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0" name="Freeform 369"/>
          <p:cNvSpPr/>
          <p:nvPr/>
        </p:nvSpPr>
        <p:spPr>
          <a:xfrm>
            <a:off x="4941679" y="3474162"/>
            <a:ext cx="51684" cy="44893"/>
          </a:xfrm>
          <a:custGeom>
            <a:avLst/>
            <a:gdLst/>
            <a:ahLst/>
            <a:cxnLst/>
            <a:rect l="l" t="t" r="r" b="b"/>
            <a:pathLst>
              <a:path w="51684" h="44893">
                <a:moveTo>
                  <a:pt x="51684" y="33669"/>
                </a:moveTo>
                <a:lnTo>
                  <a:pt x="51684" y="11223"/>
                </a:lnTo>
                <a:close/>
                <a:lnTo>
                  <a:pt x="25842" y="0"/>
                </a:lnTo>
                <a:close/>
                <a:lnTo>
                  <a:pt x="0" y="11223"/>
                </a:lnTo>
                <a:close/>
                <a:lnTo>
                  <a:pt x="0" y="33669"/>
                </a:lnTo>
                <a:close/>
                <a:lnTo>
                  <a:pt x="25842" y="44893"/>
                </a:lnTo>
                <a:close/>
                <a:lnTo>
                  <a:pt x="51684" y="33669"/>
                </a:lnTo>
                <a:close/>
              </a:path>
            </a:pathLst>
          </a:custGeom>
          <a:noFill/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1" name="Freeform 370"/>
          <p:cNvSpPr/>
          <p:nvPr/>
        </p:nvSpPr>
        <p:spPr>
          <a:xfrm>
            <a:off x="4993363" y="3676178"/>
            <a:ext cx="51683" cy="44892"/>
          </a:xfrm>
          <a:custGeom>
            <a:avLst/>
            <a:gdLst/>
            <a:ahLst/>
            <a:cxnLst/>
            <a:rect l="l" t="t" r="r" b="b"/>
            <a:pathLst>
              <a:path w="51683" h="44892">
                <a:moveTo>
                  <a:pt x="51683" y="33669"/>
                </a:moveTo>
                <a:lnTo>
                  <a:pt x="51683" y="11223"/>
                </a:lnTo>
                <a:close/>
                <a:lnTo>
                  <a:pt x="25842" y="0"/>
                </a:lnTo>
                <a:close/>
                <a:lnTo>
                  <a:pt x="0" y="11223"/>
                </a:lnTo>
                <a:close/>
                <a:lnTo>
                  <a:pt x="0" y="33669"/>
                </a:lnTo>
                <a:close/>
                <a:lnTo>
                  <a:pt x="25842" y="44892"/>
                </a:lnTo>
                <a:close/>
                <a:lnTo>
                  <a:pt x="51683" y="33669"/>
                </a:lnTo>
                <a:close/>
              </a:path>
            </a:pathLst>
          </a:custGeom>
          <a:solidFill>
            <a:srgbClr val="D6BDAC">
              <a:alpha val="8823"/>
            </a:srgbClr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2" name="Freeform 371"/>
          <p:cNvSpPr/>
          <p:nvPr/>
        </p:nvSpPr>
        <p:spPr>
          <a:xfrm>
            <a:off x="4993363" y="3608839"/>
            <a:ext cx="51683" cy="44893"/>
          </a:xfrm>
          <a:custGeom>
            <a:avLst/>
            <a:gdLst/>
            <a:ahLst/>
            <a:cxnLst/>
            <a:rect l="l" t="t" r="r" b="b"/>
            <a:pathLst>
              <a:path w="51683" h="44893">
                <a:moveTo>
                  <a:pt x="51683" y="33670"/>
                </a:moveTo>
                <a:lnTo>
                  <a:pt x="51683" y="11223"/>
                </a:lnTo>
                <a:close/>
                <a:lnTo>
                  <a:pt x="25842" y="0"/>
                </a:lnTo>
                <a:close/>
                <a:lnTo>
                  <a:pt x="0" y="11223"/>
                </a:lnTo>
                <a:close/>
                <a:lnTo>
                  <a:pt x="0" y="33670"/>
                </a:lnTo>
                <a:close/>
                <a:lnTo>
                  <a:pt x="25842" y="44893"/>
                </a:lnTo>
                <a:close/>
                <a:lnTo>
                  <a:pt x="51683" y="33670"/>
                </a:lnTo>
                <a:close/>
              </a:path>
            </a:pathLst>
          </a:custGeom>
          <a:solidFill>
            <a:srgbClr val="995B2F">
              <a:alpha val="22058"/>
            </a:srgbClr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3" name="Freeform 372"/>
          <p:cNvSpPr/>
          <p:nvPr/>
        </p:nvSpPr>
        <p:spPr>
          <a:xfrm>
            <a:off x="4993363" y="3541501"/>
            <a:ext cx="51683" cy="44892"/>
          </a:xfrm>
          <a:custGeom>
            <a:avLst/>
            <a:gdLst/>
            <a:ahLst/>
            <a:cxnLst/>
            <a:rect l="l" t="t" r="r" b="b"/>
            <a:pathLst>
              <a:path w="51683" h="44892">
                <a:moveTo>
                  <a:pt x="51683" y="33669"/>
                </a:moveTo>
                <a:lnTo>
                  <a:pt x="51683" y="11223"/>
                </a:lnTo>
                <a:close/>
                <a:lnTo>
                  <a:pt x="25842" y="0"/>
                </a:lnTo>
                <a:close/>
                <a:lnTo>
                  <a:pt x="0" y="11223"/>
                </a:lnTo>
                <a:close/>
                <a:lnTo>
                  <a:pt x="0" y="33669"/>
                </a:lnTo>
                <a:close/>
                <a:lnTo>
                  <a:pt x="25842" y="44892"/>
                </a:lnTo>
                <a:close/>
                <a:lnTo>
                  <a:pt x="51683" y="33669"/>
                </a:lnTo>
                <a:close/>
              </a:path>
            </a:pathLst>
          </a:custGeom>
          <a:noFill/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4" name="Freeform 373"/>
          <p:cNvSpPr/>
          <p:nvPr/>
        </p:nvSpPr>
        <p:spPr>
          <a:xfrm>
            <a:off x="5045046" y="3608839"/>
            <a:ext cx="51684" cy="44893"/>
          </a:xfrm>
          <a:custGeom>
            <a:avLst/>
            <a:gdLst/>
            <a:ahLst/>
            <a:cxnLst/>
            <a:rect l="l" t="t" r="r" b="b"/>
            <a:pathLst>
              <a:path w="51684" h="44893">
                <a:moveTo>
                  <a:pt x="51684" y="33670"/>
                </a:moveTo>
                <a:lnTo>
                  <a:pt x="51684" y="11223"/>
                </a:lnTo>
                <a:close/>
                <a:lnTo>
                  <a:pt x="25842" y="0"/>
                </a:lnTo>
                <a:close/>
                <a:lnTo>
                  <a:pt x="0" y="11223"/>
                </a:lnTo>
                <a:close/>
                <a:lnTo>
                  <a:pt x="0" y="33670"/>
                </a:lnTo>
                <a:close/>
                <a:lnTo>
                  <a:pt x="25842" y="44893"/>
                </a:lnTo>
                <a:close/>
                <a:lnTo>
                  <a:pt x="51684" y="33670"/>
                </a:lnTo>
                <a:close/>
              </a:path>
            </a:pathLst>
          </a:custGeom>
          <a:noFill/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5" name="Freeform 374"/>
          <p:cNvSpPr/>
          <p:nvPr/>
        </p:nvSpPr>
        <p:spPr>
          <a:xfrm>
            <a:off x="5096730" y="3743516"/>
            <a:ext cx="51684" cy="44893"/>
          </a:xfrm>
          <a:custGeom>
            <a:avLst/>
            <a:gdLst/>
            <a:ahLst/>
            <a:cxnLst/>
            <a:rect l="l" t="t" r="r" b="b"/>
            <a:pathLst>
              <a:path w="51684" h="44893">
                <a:moveTo>
                  <a:pt x="51684" y="33670"/>
                </a:moveTo>
                <a:lnTo>
                  <a:pt x="51684" y="11223"/>
                </a:lnTo>
                <a:close/>
                <a:lnTo>
                  <a:pt x="25842" y="0"/>
                </a:lnTo>
                <a:close/>
                <a:lnTo>
                  <a:pt x="0" y="11223"/>
                </a:lnTo>
                <a:close/>
                <a:lnTo>
                  <a:pt x="0" y="33670"/>
                </a:lnTo>
                <a:close/>
                <a:lnTo>
                  <a:pt x="25842" y="44893"/>
                </a:lnTo>
                <a:close/>
                <a:lnTo>
                  <a:pt x="51684" y="33670"/>
                </a:lnTo>
                <a:close/>
              </a:path>
            </a:pathLst>
          </a:custGeom>
          <a:noFill/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6" name="Freeform 375"/>
          <p:cNvSpPr/>
          <p:nvPr/>
        </p:nvSpPr>
        <p:spPr>
          <a:xfrm>
            <a:off x="5096730" y="3676178"/>
            <a:ext cx="51684" cy="44892"/>
          </a:xfrm>
          <a:custGeom>
            <a:avLst/>
            <a:gdLst/>
            <a:ahLst/>
            <a:cxnLst/>
            <a:rect l="l" t="t" r="r" b="b"/>
            <a:pathLst>
              <a:path w="51684" h="44892">
                <a:moveTo>
                  <a:pt x="51684" y="33669"/>
                </a:moveTo>
                <a:lnTo>
                  <a:pt x="51684" y="11223"/>
                </a:lnTo>
                <a:close/>
                <a:lnTo>
                  <a:pt x="25842" y="0"/>
                </a:lnTo>
                <a:close/>
                <a:lnTo>
                  <a:pt x="0" y="11223"/>
                </a:lnTo>
                <a:close/>
                <a:lnTo>
                  <a:pt x="0" y="33669"/>
                </a:lnTo>
                <a:close/>
                <a:lnTo>
                  <a:pt x="25842" y="44892"/>
                </a:lnTo>
                <a:close/>
                <a:lnTo>
                  <a:pt x="51684" y="33669"/>
                </a:lnTo>
                <a:close/>
              </a:path>
            </a:pathLst>
          </a:custGeom>
          <a:noFill/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7" name="Freeform 376"/>
          <p:cNvSpPr/>
          <p:nvPr/>
        </p:nvSpPr>
        <p:spPr>
          <a:xfrm>
            <a:off x="5096730" y="3474162"/>
            <a:ext cx="51684" cy="44893"/>
          </a:xfrm>
          <a:custGeom>
            <a:avLst/>
            <a:gdLst/>
            <a:ahLst/>
            <a:cxnLst/>
            <a:rect l="l" t="t" r="r" b="b"/>
            <a:pathLst>
              <a:path w="51684" h="44893">
                <a:moveTo>
                  <a:pt x="51684" y="33669"/>
                </a:moveTo>
                <a:lnTo>
                  <a:pt x="51684" y="11223"/>
                </a:lnTo>
                <a:close/>
                <a:lnTo>
                  <a:pt x="25842" y="0"/>
                </a:lnTo>
                <a:close/>
                <a:lnTo>
                  <a:pt x="0" y="11223"/>
                </a:lnTo>
                <a:close/>
                <a:lnTo>
                  <a:pt x="0" y="33669"/>
                </a:lnTo>
                <a:close/>
                <a:lnTo>
                  <a:pt x="25842" y="44893"/>
                </a:lnTo>
                <a:close/>
                <a:lnTo>
                  <a:pt x="51684" y="33669"/>
                </a:lnTo>
                <a:close/>
              </a:path>
            </a:pathLst>
          </a:custGeom>
          <a:solidFill>
            <a:srgbClr val="EBDED5">
              <a:alpha val="4411"/>
            </a:srgbClr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8" name="Freeform 377"/>
          <p:cNvSpPr/>
          <p:nvPr/>
        </p:nvSpPr>
        <p:spPr>
          <a:xfrm>
            <a:off x="5200098" y="3676178"/>
            <a:ext cx="51684" cy="44892"/>
          </a:xfrm>
          <a:custGeom>
            <a:avLst/>
            <a:gdLst/>
            <a:ahLst/>
            <a:cxnLst/>
            <a:rect l="l" t="t" r="r" b="b"/>
            <a:pathLst>
              <a:path w="51684" h="44892">
                <a:moveTo>
                  <a:pt x="51684" y="33669"/>
                </a:moveTo>
                <a:lnTo>
                  <a:pt x="51684" y="11223"/>
                </a:lnTo>
                <a:close/>
                <a:lnTo>
                  <a:pt x="25842" y="0"/>
                </a:lnTo>
                <a:close/>
                <a:lnTo>
                  <a:pt x="0" y="11223"/>
                </a:lnTo>
                <a:close/>
                <a:lnTo>
                  <a:pt x="0" y="33669"/>
                </a:lnTo>
                <a:close/>
                <a:lnTo>
                  <a:pt x="25842" y="44892"/>
                </a:lnTo>
                <a:close/>
                <a:lnTo>
                  <a:pt x="51684" y="33669"/>
                </a:lnTo>
                <a:close/>
              </a:path>
            </a:pathLst>
          </a:custGeom>
          <a:noFill/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9" name="Freeform 378"/>
          <p:cNvSpPr/>
          <p:nvPr/>
        </p:nvSpPr>
        <p:spPr>
          <a:xfrm>
            <a:off x="5200098" y="3272147"/>
            <a:ext cx="51684" cy="44892"/>
          </a:xfrm>
          <a:custGeom>
            <a:avLst/>
            <a:gdLst/>
            <a:ahLst/>
            <a:cxnLst/>
            <a:rect l="l" t="t" r="r" b="b"/>
            <a:pathLst>
              <a:path w="51684" h="44892">
                <a:moveTo>
                  <a:pt x="51684" y="33669"/>
                </a:moveTo>
                <a:lnTo>
                  <a:pt x="51684" y="11223"/>
                </a:lnTo>
                <a:close/>
                <a:lnTo>
                  <a:pt x="25842" y="0"/>
                </a:lnTo>
                <a:close/>
                <a:lnTo>
                  <a:pt x="0" y="11223"/>
                </a:lnTo>
                <a:close/>
                <a:lnTo>
                  <a:pt x="0" y="33669"/>
                </a:lnTo>
                <a:close/>
                <a:lnTo>
                  <a:pt x="25842" y="44892"/>
                </a:lnTo>
                <a:close/>
                <a:lnTo>
                  <a:pt x="51684" y="33669"/>
                </a:lnTo>
                <a:close/>
              </a:path>
            </a:pathLst>
          </a:custGeom>
          <a:noFill/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0" name="Freeform 379"/>
          <p:cNvSpPr/>
          <p:nvPr/>
        </p:nvSpPr>
        <p:spPr>
          <a:xfrm>
            <a:off x="5406834" y="3272147"/>
            <a:ext cx="51684" cy="44892"/>
          </a:xfrm>
          <a:custGeom>
            <a:avLst/>
            <a:gdLst/>
            <a:ahLst/>
            <a:cxnLst/>
            <a:rect l="l" t="t" r="r" b="b"/>
            <a:pathLst>
              <a:path w="51684" h="44892">
                <a:moveTo>
                  <a:pt x="51684" y="33669"/>
                </a:moveTo>
                <a:lnTo>
                  <a:pt x="51684" y="11223"/>
                </a:lnTo>
                <a:close/>
                <a:lnTo>
                  <a:pt x="25842" y="0"/>
                </a:lnTo>
                <a:close/>
                <a:lnTo>
                  <a:pt x="0" y="11223"/>
                </a:lnTo>
                <a:close/>
                <a:lnTo>
                  <a:pt x="0" y="33669"/>
                </a:lnTo>
                <a:close/>
                <a:lnTo>
                  <a:pt x="25842" y="44892"/>
                </a:lnTo>
                <a:close/>
                <a:lnTo>
                  <a:pt x="51684" y="33669"/>
                </a:lnTo>
                <a:close/>
              </a:path>
            </a:pathLst>
          </a:custGeom>
          <a:noFill/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1" name="Freeform 380"/>
          <p:cNvSpPr/>
          <p:nvPr/>
        </p:nvSpPr>
        <p:spPr>
          <a:xfrm>
            <a:off x="5406834" y="3204808"/>
            <a:ext cx="51684" cy="44892"/>
          </a:xfrm>
          <a:custGeom>
            <a:avLst/>
            <a:gdLst/>
            <a:ahLst/>
            <a:cxnLst/>
            <a:rect l="l" t="t" r="r" b="b"/>
            <a:pathLst>
              <a:path w="51684" h="44892">
                <a:moveTo>
                  <a:pt x="51684" y="33669"/>
                </a:moveTo>
                <a:lnTo>
                  <a:pt x="51684" y="11223"/>
                </a:lnTo>
                <a:close/>
                <a:lnTo>
                  <a:pt x="25842" y="0"/>
                </a:lnTo>
                <a:close/>
                <a:lnTo>
                  <a:pt x="0" y="11223"/>
                </a:lnTo>
                <a:close/>
                <a:lnTo>
                  <a:pt x="0" y="33669"/>
                </a:lnTo>
                <a:close/>
                <a:lnTo>
                  <a:pt x="25842" y="44892"/>
                </a:lnTo>
                <a:close/>
                <a:lnTo>
                  <a:pt x="51684" y="33669"/>
                </a:lnTo>
                <a:close/>
              </a:path>
            </a:pathLst>
          </a:custGeom>
          <a:noFill/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2" name="Freeform 381"/>
          <p:cNvSpPr/>
          <p:nvPr/>
        </p:nvSpPr>
        <p:spPr>
          <a:xfrm>
            <a:off x="4502366" y="3979201"/>
            <a:ext cx="51684" cy="44893"/>
          </a:xfrm>
          <a:custGeom>
            <a:avLst/>
            <a:gdLst/>
            <a:ahLst/>
            <a:cxnLst/>
            <a:rect l="l" t="t" r="r" b="b"/>
            <a:pathLst>
              <a:path w="51684" h="44893">
                <a:moveTo>
                  <a:pt x="51684" y="33670"/>
                </a:moveTo>
                <a:lnTo>
                  <a:pt x="51684" y="11223"/>
                </a:lnTo>
                <a:close/>
                <a:lnTo>
                  <a:pt x="25842" y="0"/>
                </a:lnTo>
                <a:close/>
                <a:lnTo>
                  <a:pt x="0" y="11223"/>
                </a:lnTo>
                <a:close/>
                <a:lnTo>
                  <a:pt x="0" y="33670"/>
                </a:lnTo>
                <a:close/>
                <a:lnTo>
                  <a:pt x="25842" y="44893"/>
                </a:lnTo>
                <a:close/>
                <a:lnTo>
                  <a:pt x="51684" y="33670"/>
                </a:lnTo>
                <a:close/>
              </a:path>
            </a:pathLst>
          </a:custGeom>
          <a:solidFill>
            <a:srgbClr val="D6BDAC">
              <a:alpha val="8823"/>
            </a:srgbClr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3" name="Freeform 382"/>
          <p:cNvSpPr/>
          <p:nvPr/>
        </p:nvSpPr>
        <p:spPr>
          <a:xfrm>
            <a:off x="4502366" y="3911863"/>
            <a:ext cx="51684" cy="44892"/>
          </a:xfrm>
          <a:custGeom>
            <a:avLst/>
            <a:gdLst/>
            <a:ahLst/>
            <a:cxnLst/>
            <a:rect l="l" t="t" r="r" b="b"/>
            <a:pathLst>
              <a:path w="51684" h="44892">
                <a:moveTo>
                  <a:pt x="51684" y="33669"/>
                </a:moveTo>
                <a:lnTo>
                  <a:pt x="51684" y="11223"/>
                </a:lnTo>
                <a:close/>
                <a:lnTo>
                  <a:pt x="25842" y="0"/>
                </a:lnTo>
                <a:close/>
                <a:lnTo>
                  <a:pt x="0" y="11223"/>
                </a:lnTo>
                <a:close/>
                <a:lnTo>
                  <a:pt x="0" y="33669"/>
                </a:lnTo>
                <a:close/>
                <a:lnTo>
                  <a:pt x="25842" y="44892"/>
                </a:lnTo>
                <a:close/>
                <a:lnTo>
                  <a:pt x="51684" y="33669"/>
                </a:lnTo>
                <a:close/>
              </a:path>
            </a:pathLst>
          </a:custGeom>
          <a:solidFill>
            <a:srgbClr val="EBDED5">
              <a:alpha val="4411"/>
            </a:srgbClr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4" name="Freeform 383"/>
          <p:cNvSpPr/>
          <p:nvPr/>
        </p:nvSpPr>
        <p:spPr>
          <a:xfrm>
            <a:off x="4554050" y="3979201"/>
            <a:ext cx="51683" cy="44893"/>
          </a:xfrm>
          <a:custGeom>
            <a:avLst/>
            <a:gdLst/>
            <a:ahLst/>
            <a:cxnLst/>
            <a:rect l="l" t="t" r="r" b="b"/>
            <a:pathLst>
              <a:path w="51683" h="44893">
                <a:moveTo>
                  <a:pt x="51683" y="33670"/>
                </a:moveTo>
                <a:lnTo>
                  <a:pt x="51683" y="11223"/>
                </a:lnTo>
                <a:close/>
                <a:lnTo>
                  <a:pt x="25841" y="0"/>
                </a:lnTo>
                <a:close/>
                <a:lnTo>
                  <a:pt x="0" y="11223"/>
                </a:lnTo>
                <a:close/>
                <a:lnTo>
                  <a:pt x="0" y="33670"/>
                </a:lnTo>
                <a:close/>
                <a:lnTo>
                  <a:pt x="25841" y="44893"/>
                </a:lnTo>
                <a:close/>
                <a:lnTo>
                  <a:pt x="51683" y="33670"/>
                </a:lnTo>
                <a:close/>
              </a:path>
            </a:pathLst>
          </a:custGeom>
          <a:solidFill>
            <a:srgbClr val="D6BDAC">
              <a:alpha val="8823"/>
            </a:srgbClr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5" name="Freeform 384"/>
          <p:cNvSpPr/>
          <p:nvPr/>
        </p:nvSpPr>
        <p:spPr>
          <a:xfrm>
            <a:off x="4554050" y="3911863"/>
            <a:ext cx="51683" cy="44892"/>
          </a:xfrm>
          <a:custGeom>
            <a:avLst/>
            <a:gdLst/>
            <a:ahLst/>
            <a:cxnLst/>
            <a:rect l="l" t="t" r="r" b="b"/>
            <a:pathLst>
              <a:path w="51683" h="44892">
                <a:moveTo>
                  <a:pt x="51683" y="33669"/>
                </a:moveTo>
                <a:lnTo>
                  <a:pt x="51683" y="11223"/>
                </a:lnTo>
                <a:close/>
                <a:lnTo>
                  <a:pt x="25841" y="0"/>
                </a:lnTo>
                <a:close/>
                <a:lnTo>
                  <a:pt x="0" y="11223"/>
                </a:lnTo>
                <a:close/>
                <a:lnTo>
                  <a:pt x="0" y="33669"/>
                </a:lnTo>
                <a:close/>
                <a:lnTo>
                  <a:pt x="25841" y="44892"/>
                </a:lnTo>
                <a:close/>
                <a:lnTo>
                  <a:pt x="51683" y="33669"/>
                </a:lnTo>
                <a:close/>
              </a:path>
            </a:pathLst>
          </a:custGeom>
          <a:solidFill>
            <a:srgbClr val="AD7C58">
              <a:alpha val="17647"/>
            </a:srgbClr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6" name="Freeform 385"/>
          <p:cNvSpPr/>
          <p:nvPr/>
        </p:nvSpPr>
        <p:spPr>
          <a:xfrm>
            <a:off x="4554050" y="3844524"/>
            <a:ext cx="51683" cy="44893"/>
          </a:xfrm>
          <a:custGeom>
            <a:avLst/>
            <a:gdLst/>
            <a:ahLst/>
            <a:cxnLst/>
            <a:rect l="l" t="t" r="r" b="b"/>
            <a:pathLst>
              <a:path w="51683" h="44893">
                <a:moveTo>
                  <a:pt x="51683" y="33669"/>
                </a:moveTo>
                <a:lnTo>
                  <a:pt x="51683" y="11223"/>
                </a:lnTo>
                <a:close/>
                <a:lnTo>
                  <a:pt x="25841" y="0"/>
                </a:lnTo>
                <a:close/>
                <a:lnTo>
                  <a:pt x="0" y="11223"/>
                </a:lnTo>
                <a:close/>
                <a:lnTo>
                  <a:pt x="0" y="33669"/>
                </a:lnTo>
                <a:close/>
                <a:lnTo>
                  <a:pt x="25841" y="44893"/>
                </a:lnTo>
                <a:close/>
                <a:lnTo>
                  <a:pt x="51683" y="33669"/>
                </a:lnTo>
                <a:close/>
              </a:path>
            </a:pathLst>
          </a:custGeom>
          <a:solidFill>
            <a:srgbClr val="D6BDAC">
              <a:alpha val="8823"/>
            </a:srgbClr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7" name="Freeform 386"/>
          <p:cNvSpPr/>
          <p:nvPr/>
        </p:nvSpPr>
        <p:spPr>
          <a:xfrm>
            <a:off x="4554050" y="3777186"/>
            <a:ext cx="51683" cy="44892"/>
          </a:xfrm>
          <a:custGeom>
            <a:avLst/>
            <a:gdLst/>
            <a:ahLst/>
            <a:cxnLst/>
            <a:rect l="l" t="t" r="r" b="b"/>
            <a:pathLst>
              <a:path w="51683" h="44892">
                <a:moveTo>
                  <a:pt x="51683" y="33669"/>
                </a:moveTo>
                <a:lnTo>
                  <a:pt x="51683" y="11223"/>
                </a:lnTo>
                <a:close/>
                <a:lnTo>
                  <a:pt x="25841" y="0"/>
                </a:lnTo>
                <a:close/>
                <a:lnTo>
                  <a:pt x="0" y="11223"/>
                </a:lnTo>
                <a:close/>
                <a:lnTo>
                  <a:pt x="0" y="33669"/>
                </a:lnTo>
                <a:close/>
                <a:lnTo>
                  <a:pt x="25841" y="44892"/>
                </a:lnTo>
                <a:close/>
                <a:lnTo>
                  <a:pt x="51683" y="33669"/>
                </a:lnTo>
                <a:close/>
              </a:path>
            </a:pathLst>
          </a:custGeom>
          <a:solidFill>
            <a:srgbClr val="EBDED5">
              <a:alpha val="4411"/>
            </a:srgbClr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8" name="Freeform 387"/>
          <p:cNvSpPr/>
          <p:nvPr/>
        </p:nvSpPr>
        <p:spPr>
          <a:xfrm>
            <a:off x="4605733" y="3979201"/>
            <a:ext cx="51684" cy="44893"/>
          </a:xfrm>
          <a:custGeom>
            <a:avLst/>
            <a:gdLst/>
            <a:ahLst/>
            <a:cxnLst/>
            <a:rect l="l" t="t" r="r" b="b"/>
            <a:pathLst>
              <a:path w="51684" h="44893">
                <a:moveTo>
                  <a:pt x="51684" y="33670"/>
                </a:moveTo>
                <a:lnTo>
                  <a:pt x="51684" y="11223"/>
                </a:lnTo>
                <a:close/>
                <a:lnTo>
                  <a:pt x="25842" y="0"/>
                </a:lnTo>
                <a:close/>
                <a:lnTo>
                  <a:pt x="0" y="11223"/>
                </a:lnTo>
                <a:close/>
                <a:lnTo>
                  <a:pt x="0" y="33670"/>
                </a:lnTo>
                <a:close/>
                <a:lnTo>
                  <a:pt x="25842" y="44893"/>
                </a:lnTo>
                <a:close/>
                <a:lnTo>
                  <a:pt x="51684" y="33670"/>
                </a:lnTo>
                <a:close/>
              </a:path>
            </a:pathLst>
          </a:custGeom>
          <a:solidFill>
            <a:srgbClr val="AD7C58">
              <a:alpha val="17647"/>
            </a:srgbClr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9" name="Freeform 388"/>
          <p:cNvSpPr/>
          <p:nvPr/>
        </p:nvSpPr>
        <p:spPr>
          <a:xfrm>
            <a:off x="4605733" y="3911863"/>
            <a:ext cx="51684" cy="44892"/>
          </a:xfrm>
          <a:custGeom>
            <a:avLst/>
            <a:gdLst/>
            <a:ahLst/>
            <a:cxnLst/>
            <a:rect l="l" t="t" r="r" b="b"/>
            <a:pathLst>
              <a:path w="51684" h="44892">
                <a:moveTo>
                  <a:pt x="51684" y="33669"/>
                </a:moveTo>
                <a:lnTo>
                  <a:pt x="51684" y="11223"/>
                </a:lnTo>
                <a:close/>
                <a:lnTo>
                  <a:pt x="25842" y="0"/>
                </a:lnTo>
                <a:close/>
                <a:lnTo>
                  <a:pt x="0" y="11223"/>
                </a:lnTo>
                <a:close/>
                <a:lnTo>
                  <a:pt x="0" y="33669"/>
                </a:lnTo>
                <a:close/>
                <a:lnTo>
                  <a:pt x="25842" y="44892"/>
                </a:lnTo>
                <a:close/>
                <a:lnTo>
                  <a:pt x="51684" y="33669"/>
                </a:lnTo>
                <a:close/>
              </a:path>
            </a:pathLst>
          </a:custGeom>
          <a:solidFill>
            <a:srgbClr val="8B4513">
              <a:alpha val="71764"/>
            </a:srgbClr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0" name="Freeform 389"/>
          <p:cNvSpPr/>
          <p:nvPr/>
        </p:nvSpPr>
        <p:spPr>
          <a:xfrm>
            <a:off x="4605733" y="3844524"/>
            <a:ext cx="51684" cy="44893"/>
          </a:xfrm>
          <a:custGeom>
            <a:avLst/>
            <a:gdLst/>
            <a:ahLst/>
            <a:cxnLst/>
            <a:rect l="l" t="t" r="r" b="b"/>
            <a:pathLst>
              <a:path w="51684" h="44893">
                <a:moveTo>
                  <a:pt x="51684" y="33669"/>
                </a:moveTo>
                <a:lnTo>
                  <a:pt x="51684" y="11223"/>
                </a:lnTo>
                <a:close/>
                <a:lnTo>
                  <a:pt x="25842" y="0"/>
                </a:lnTo>
                <a:close/>
                <a:lnTo>
                  <a:pt x="0" y="11223"/>
                </a:lnTo>
                <a:close/>
                <a:lnTo>
                  <a:pt x="0" y="33669"/>
                </a:lnTo>
                <a:close/>
                <a:lnTo>
                  <a:pt x="25842" y="44893"/>
                </a:lnTo>
                <a:close/>
                <a:lnTo>
                  <a:pt x="51684" y="33669"/>
                </a:lnTo>
                <a:close/>
              </a:path>
            </a:pathLst>
          </a:custGeom>
          <a:solidFill>
            <a:srgbClr val="8B4513">
              <a:alpha val="27058"/>
            </a:srgbClr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1" name="Freeform 390"/>
          <p:cNvSpPr/>
          <p:nvPr/>
        </p:nvSpPr>
        <p:spPr>
          <a:xfrm>
            <a:off x="4657417" y="3911863"/>
            <a:ext cx="51684" cy="44892"/>
          </a:xfrm>
          <a:custGeom>
            <a:avLst/>
            <a:gdLst/>
            <a:ahLst/>
            <a:cxnLst/>
            <a:rect l="l" t="t" r="r" b="b"/>
            <a:pathLst>
              <a:path w="51684" h="44892">
                <a:moveTo>
                  <a:pt x="51684" y="33669"/>
                </a:moveTo>
                <a:lnTo>
                  <a:pt x="51684" y="11223"/>
                </a:lnTo>
                <a:close/>
                <a:lnTo>
                  <a:pt x="25842" y="0"/>
                </a:lnTo>
                <a:close/>
                <a:lnTo>
                  <a:pt x="0" y="11223"/>
                </a:lnTo>
                <a:close/>
                <a:lnTo>
                  <a:pt x="0" y="33669"/>
                </a:lnTo>
                <a:close/>
                <a:lnTo>
                  <a:pt x="25842" y="44892"/>
                </a:lnTo>
                <a:close/>
                <a:lnTo>
                  <a:pt x="51684" y="33669"/>
                </a:lnTo>
                <a:close/>
              </a:path>
            </a:pathLst>
          </a:custGeom>
          <a:solidFill>
            <a:srgbClr val="8B4513">
              <a:alpha val="64705"/>
            </a:srgbClr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2" name="Freeform 391"/>
          <p:cNvSpPr/>
          <p:nvPr/>
        </p:nvSpPr>
        <p:spPr>
          <a:xfrm>
            <a:off x="4657417" y="3844524"/>
            <a:ext cx="51684" cy="44893"/>
          </a:xfrm>
          <a:custGeom>
            <a:avLst/>
            <a:gdLst/>
            <a:ahLst/>
            <a:cxnLst/>
            <a:rect l="l" t="t" r="r" b="b"/>
            <a:pathLst>
              <a:path w="51684" h="44893">
                <a:moveTo>
                  <a:pt x="51684" y="33669"/>
                </a:moveTo>
                <a:lnTo>
                  <a:pt x="51684" y="11223"/>
                </a:lnTo>
                <a:close/>
                <a:lnTo>
                  <a:pt x="25842" y="0"/>
                </a:lnTo>
                <a:close/>
                <a:lnTo>
                  <a:pt x="0" y="11223"/>
                </a:lnTo>
                <a:close/>
                <a:lnTo>
                  <a:pt x="0" y="33669"/>
                </a:lnTo>
                <a:close/>
                <a:lnTo>
                  <a:pt x="25842" y="44893"/>
                </a:lnTo>
                <a:close/>
                <a:lnTo>
                  <a:pt x="51684" y="33669"/>
                </a:lnTo>
                <a:close/>
              </a:path>
            </a:pathLst>
          </a:custGeom>
          <a:solidFill>
            <a:srgbClr val="8B4513">
              <a:alpha val="57941"/>
            </a:srgbClr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3" name="Freeform 392"/>
          <p:cNvSpPr/>
          <p:nvPr/>
        </p:nvSpPr>
        <p:spPr>
          <a:xfrm>
            <a:off x="4657417" y="3777186"/>
            <a:ext cx="51684" cy="44892"/>
          </a:xfrm>
          <a:custGeom>
            <a:avLst/>
            <a:gdLst/>
            <a:ahLst/>
            <a:cxnLst/>
            <a:rect l="l" t="t" r="r" b="b"/>
            <a:pathLst>
              <a:path w="51684" h="44892">
                <a:moveTo>
                  <a:pt x="51684" y="33669"/>
                </a:moveTo>
                <a:lnTo>
                  <a:pt x="51684" y="11223"/>
                </a:lnTo>
                <a:close/>
                <a:lnTo>
                  <a:pt x="25842" y="0"/>
                </a:lnTo>
                <a:close/>
                <a:lnTo>
                  <a:pt x="0" y="11223"/>
                </a:lnTo>
                <a:close/>
                <a:lnTo>
                  <a:pt x="0" y="33669"/>
                </a:lnTo>
                <a:close/>
                <a:lnTo>
                  <a:pt x="25842" y="44892"/>
                </a:lnTo>
                <a:close/>
                <a:lnTo>
                  <a:pt x="51684" y="33669"/>
                </a:lnTo>
                <a:close/>
              </a:path>
            </a:pathLst>
          </a:custGeom>
          <a:solidFill>
            <a:srgbClr val="8B4513">
              <a:alpha val="33235"/>
            </a:srgbClr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4" name="Freeform 393"/>
          <p:cNvSpPr/>
          <p:nvPr/>
        </p:nvSpPr>
        <p:spPr>
          <a:xfrm>
            <a:off x="4657417" y="3709847"/>
            <a:ext cx="51684" cy="44892"/>
          </a:xfrm>
          <a:custGeom>
            <a:avLst/>
            <a:gdLst/>
            <a:ahLst/>
            <a:cxnLst/>
            <a:rect l="l" t="t" r="r" b="b"/>
            <a:pathLst>
              <a:path w="51684" h="44892">
                <a:moveTo>
                  <a:pt x="51684" y="33669"/>
                </a:moveTo>
                <a:lnTo>
                  <a:pt x="51684" y="11223"/>
                </a:lnTo>
                <a:close/>
                <a:lnTo>
                  <a:pt x="25842" y="0"/>
                </a:lnTo>
                <a:close/>
                <a:lnTo>
                  <a:pt x="0" y="11223"/>
                </a:lnTo>
                <a:close/>
                <a:lnTo>
                  <a:pt x="0" y="33669"/>
                </a:lnTo>
                <a:close/>
                <a:lnTo>
                  <a:pt x="25842" y="44892"/>
                </a:lnTo>
                <a:close/>
                <a:lnTo>
                  <a:pt x="51684" y="33669"/>
                </a:lnTo>
                <a:close/>
              </a:path>
            </a:pathLst>
          </a:custGeom>
          <a:noFill/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5" name="Freeform 394"/>
          <p:cNvSpPr/>
          <p:nvPr/>
        </p:nvSpPr>
        <p:spPr>
          <a:xfrm>
            <a:off x="4709101" y="3911863"/>
            <a:ext cx="51684" cy="44892"/>
          </a:xfrm>
          <a:custGeom>
            <a:avLst/>
            <a:gdLst/>
            <a:ahLst/>
            <a:cxnLst/>
            <a:rect l="l" t="t" r="r" b="b"/>
            <a:pathLst>
              <a:path w="51684" h="44892">
                <a:moveTo>
                  <a:pt x="51684" y="33669"/>
                </a:moveTo>
                <a:lnTo>
                  <a:pt x="51684" y="11223"/>
                </a:lnTo>
                <a:close/>
                <a:lnTo>
                  <a:pt x="25842" y="0"/>
                </a:lnTo>
                <a:close/>
                <a:lnTo>
                  <a:pt x="0" y="11223"/>
                </a:lnTo>
                <a:close/>
                <a:lnTo>
                  <a:pt x="0" y="33669"/>
                </a:lnTo>
                <a:close/>
                <a:lnTo>
                  <a:pt x="25842" y="44892"/>
                </a:lnTo>
                <a:close/>
                <a:lnTo>
                  <a:pt x="51684" y="33669"/>
                </a:lnTo>
                <a:close/>
              </a:path>
            </a:pathLst>
          </a:custGeom>
          <a:solidFill>
            <a:srgbClr val="8B4513">
              <a:alpha val="39411"/>
            </a:srgbClr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6" name="Freeform 395"/>
          <p:cNvSpPr/>
          <p:nvPr/>
        </p:nvSpPr>
        <p:spPr>
          <a:xfrm>
            <a:off x="4709101" y="3844524"/>
            <a:ext cx="51684" cy="44893"/>
          </a:xfrm>
          <a:custGeom>
            <a:avLst/>
            <a:gdLst/>
            <a:ahLst/>
            <a:cxnLst/>
            <a:rect l="l" t="t" r="r" b="b"/>
            <a:pathLst>
              <a:path w="51684" h="44893">
                <a:moveTo>
                  <a:pt x="51684" y="33669"/>
                </a:moveTo>
                <a:lnTo>
                  <a:pt x="51684" y="11223"/>
                </a:lnTo>
                <a:close/>
                <a:lnTo>
                  <a:pt x="25842" y="0"/>
                </a:lnTo>
                <a:close/>
                <a:lnTo>
                  <a:pt x="0" y="11223"/>
                </a:lnTo>
                <a:close/>
                <a:lnTo>
                  <a:pt x="0" y="33669"/>
                </a:lnTo>
                <a:close/>
                <a:lnTo>
                  <a:pt x="25842" y="44893"/>
                </a:lnTo>
                <a:close/>
                <a:lnTo>
                  <a:pt x="51684" y="33669"/>
                </a:lnTo>
                <a:close/>
              </a:path>
            </a:pathLst>
          </a:custGeom>
          <a:solidFill>
            <a:srgbClr val="8B4513">
              <a:alpha val="85882"/>
            </a:srgbClr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7" name="Freeform 396"/>
          <p:cNvSpPr/>
          <p:nvPr/>
        </p:nvSpPr>
        <p:spPr>
          <a:xfrm>
            <a:off x="4709101" y="3777186"/>
            <a:ext cx="51684" cy="44892"/>
          </a:xfrm>
          <a:custGeom>
            <a:avLst/>
            <a:gdLst/>
            <a:ahLst/>
            <a:cxnLst/>
            <a:rect l="l" t="t" r="r" b="b"/>
            <a:pathLst>
              <a:path w="51684" h="44892">
                <a:moveTo>
                  <a:pt x="51684" y="33669"/>
                </a:moveTo>
                <a:lnTo>
                  <a:pt x="51684" y="11223"/>
                </a:lnTo>
                <a:close/>
                <a:lnTo>
                  <a:pt x="25842" y="0"/>
                </a:lnTo>
                <a:close/>
                <a:lnTo>
                  <a:pt x="0" y="11223"/>
                </a:lnTo>
                <a:close/>
                <a:lnTo>
                  <a:pt x="0" y="33669"/>
                </a:lnTo>
                <a:close/>
                <a:lnTo>
                  <a:pt x="25842" y="44892"/>
                </a:lnTo>
                <a:close/>
                <a:lnTo>
                  <a:pt x="51684" y="33669"/>
                </a:lnTo>
                <a:close/>
              </a:path>
            </a:pathLst>
          </a:custGeom>
          <a:solidFill>
            <a:srgbClr val="995B2F">
              <a:alpha val="22058"/>
            </a:srgbClr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8" name="Freeform 397"/>
          <p:cNvSpPr/>
          <p:nvPr/>
        </p:nvSpPr>
        <p:spPr>
          <a:xfrm>
            <a:off x="4709101" y="3642509"/>
            <a:ext cx="51684" cy="44892"/>
          </a:xfrm>
          <a:custGeom>
            <a:avLst/>
            <a:gdLst/>
            <a:ahLst/>
            <a:cxnLst/>
            <a:rect l="l" t="t" r="r" b="b"/>
            <a:pathLst>
              <a:path w="51684" h="44892">
                <a:moveTo>
                  <a:pt x="51684" y="33669"/>
                </a:moveTo>
                <a:lnTo>
                  <a:pt x="51684" y="11223"/>
                </a:lnTo>
                <a:close/>
                <a:lnTo>
                  <a:pt x="25842" y="0"/>
                </a:lnTo>
                <a:close/>
                <a:lnTo>
                  <a:pt x="0" y="11223"/>
                </a:lnTo>
                <a:close/>
                <a:lnTo>
                  <a:pt x="0" y="33669"/>
                </a:lnTo>
                <a:close/>
                <a:lnTo>
                  <a:pt x="25842" y="44892"/>
                </a:lnTo>
                <a:close/>
                <a:lnTo>
                  <a:pt x="51684" y="33669"/>
                </a:lnTo>
                <a:close/>
              </a:path>
            </a:pathLst>
          </a:custGeom>
          <a:noFill/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9" name="Freeform 398"/>
          <p:cNvSpPr/>
          <p:nvPr/>
        </p:nvSpPr>
        <p:spPr>
          <a:xfrm>
            <a:off x="4760785" y="3979201"/>
            <a:ext cx="51684" cy="44893"/>
          </a:xfrm>
          <a:custGeom>
            <a:avLst/>
            <a:gdLst/>
            <a:ahLst/>
            <a:cxnLst/>
            <a:rect l="l" t="t" r="r" b="b"/>
            <a:pathLst>
              <a:path w="51684" h="44893">
                <a:moveTo>
                  <a:pt x="51684" y="33670"/>
                </a:moveTo>
                <a:lnTo>
                  <a:pt x="51684" y="11223"/>
                </a:lnTo>
                <a:close/>
                <a:lnTo>
                  <a:pt x="25842" y="0"/>
                </a:lnTo>
                <a:close/>
                <a:lnTo>
                  <a:pt x="0" y="11223"/>
                </a:lnTo>
                <a:close/>
                <a:lnTo>
                  <a:pt x="0" y="33670"/>
                </a:lnTo>
                <a:close/>
                <a:lnTo>
                  <a:pt x="25842" y="44893"/>
                </a:lnTo>
                <a:close/>
                <a:lnTo>
                  <a:pt x="51684" y="33670"/>
                </a:lnTo>
                <a:close/>
              </a:path>
            </a:pathLst>
          </a:custGeom>
          <a:noFill/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0" name="Freeform 399"/>
          <p:cNvSpPr/>
          <p:nvPr/>
        </p:nvSpPr>
        <p:spPr>
          <a:xfrm>
            <a:off x="4760785" y="3911863"/>
            <a:ext cx="51684" cy="44892"/>
          </a:xfrm>
          <a:custGeom>
            <a:avLst/>
            <a:gdLst/>
            <a:ahLst/>
            <a:cxnLst/>
            <a:rect l="l" t="t" r="r" b="b"/>
            <a:pathLst>
              <a:path w="51684" h="44892">
                <a:moveTo>
                  <a:pt x="51684" y="33669"/>
                </a:moveTo>
                <a:lnTo>
                  <a:pt x="51684" y="11223"/>
                </a:lnTo>
                <a:close/>
                <a:lnTo>
                  <a:pt x="25842" y="0"/>
                </a:lnTo>
                <a:close/>
                <a:lnTo>
                  <a:pt x="0" y="11223"/>
                </a:lnTo>
                <a:close/>
                <a:lnTo>
                  <a:pt x="0" y="33669"/>
                </a:lnTo>
                <a:close/>
                <a:lnTo>
                  <a:pt x="25842" y="44892"/>
                </a:lnTo>
                <a:close/>
                <a:lnTo>
                  <a:pt x="51684" y="33669"/>
                </a:lnTo>
                <a:close/>
              </a:path>
            </a:pathLst>
          </a:custGeom>
          <a:solidFill>
            <a:srgbClr val="AD7C58">
              <a:alpha val="17647"/>
            </a:srgbClr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1" name="Freeform 400"/>
          <p:cNvSpPr/>
          <p:nvPr/>
        </p:nvSpPr>
        <p:spPr>
          <a:xfrm>
            <a:off x="4760785" y="3844524"/>
            <a:ext cx="51684" cy="44893"/>
          </a:xfrm>
          <a:custGeom>
            <a:avLst/>
            <a:gdLst/>
            <a:ahLst/>
            <a:cxnLst/>
            <a:rect l="l" t="t" r="r" b="b"/>
            <a:pathLst>
              <a:path w="51684" h="44893">
                <a:moveTo>
                  <a:pt x="51684" y="33669"/>
                </a:moveTo>
                <a:lnTo>
                  <a:pt x="51684" y="11223"/>
                </a:lnTo>
                <a:close/>
                <a:lnTo>
                  <a:pt x="25842" y="0"/>
                </a:lnTo>
                <a:close/>
                <a:lnTo>
                  <a:pt x="0" y="11223"/>
                </a:lnTo>
                <a:close/>
                <a:lnTo>
                  <a:pt x="0" y="33669"/>
                </a:lnTo>
                <a:close/>
                <a:lnTo>
                  <a:pt x="25842" y="44893"/>
                </a:lnTo>
                <a:close/>
                <a:lnTo>
                  <a:pt x="51684" y="33669"/>
                </a:lnTo>
                <a:close/>
              </a:path>
            </a:pathLst>
          </a:custGeom>
          <a:solidFill>
            <a:srgbClr val="8B4513">
              <a:alpha val="92941"/>
            </a:srgbClr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2" name="Freeform 401"/>
          <p:cNvSpPr/>
          <p:nvPr/>
        </p:nvSpPr>
        <p:spPr>
          <a:xfrm>
            <a:off x="4760785" y="3777186"/>
            <a:ext cx="51684" cy="44892"/>
          </a:xfrm>
          <a:custGeom>
            <a:avLst/>
            <a:gdLst/>
            <a:ahLst/>
            <a:cxnLst/>
            <a:rect l="l" t="t" r="r" b="b"/>
            <a:pathLst>
              <a:path w="51684" h="44892">
                <a:moveTo>
                  <a:pt x="51684" y="33669"/>
                </a:moveTo>
                <a:lnTo>
                  <a:pt x="51684" y="11223"/>
                </a:lnTo>
                <a:close/>
                <a:lnTo>
                  <a:pt x="25842" y="0"/>
                </a:lnTo>
                <a:close/>
                <a:lnTo>
                  <a:pt x="0" y="11223"/>
                </a:lnTo>
                <a:close/>
                <a:lnTo>
                  <a:pt x="0" y="33669"/>
                </a:lnTo>
                <a:close/>
                <a:lnTo>
                  <a:pt x="25842" y="44892"/>
                </a:lnTo>
                <a:close/>
                <a:lnTo>
                  <a:pt x="51684" y="33669"/>
                </a:lnTo>
                <a:close/>
              </a:path>
            </a:pathLst>
          </a:custGeom>
          <a:solidFill>
            <a:srgbClr val="8B4513">
              <a:alpha val="64705"/>
            </a:srgbClr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3" name="Freeform 402"/>
          <p:cNvSpPr/>
          <p:nvPr/>
        </p:nvSpPr>
        <p:spPr>
          <a:xfrm>
            <a:off x="4760785" y="3709847"/>
            <a:ext cx="51684" cy="44892"/>
          </a:xfrm>
          <a:custGeom>
            <a:avLst/>
            <a:gdLst/>
            <a:ahLst/>
            <a:cxnLst/>
            <a:rect l="l" t="t" r="r" b="b"/>
            <a:pathLst>
              <a:path w="51684" h="44892">
                <a:moveTo>
                  <a:pt x="51684" y="33669"/>
                </a:moveTo>
                <a:lnTo>
                  <a:pt x="51684" y="11223"/>
                </a:lnTo>
                <a:close/>
                <a:lnTo>
                  <a:pt x="25842" y="0"/>
                </a:lnTo>
                <a:close/>
                <a:lnTo>
                  <a:pt x="0" y="11223"/>
                </a:lnTo>
                <a:close/>
                <a:lnTo>
                  <a:pt x="0" y="33669"/>
                </a:lnTo>
                <a:close/>
                <a:lnTo>
                  <a:pt x="25842" y="44892"/>
                </a:lnTo>
                <a:close/>
                <a:lnTo>
                  <a:pt x="51684" y="33669"/>
                </a:lnTo>
                <a:close/>
              </a:path>
            </a:pathLst>
          </a:custGeom>
          <a:solidFill>
            <a:srgbClr val="995B2F">
              <a:alpha val="22058"/>
            </a:srgbClr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4" name="Freeform 403"/>
          <p:cNvSpPr/>
          <p:nvPr/>
        </p:nvSpPr>
        <p:spPr>
          <a:xfrm>
            <a:off x="4812469" y="3911863"/>
            <a:ext cx="51684" cy="44892"/>
          </a:xfrm>
          <a:custGeom>
            <a:avLst/>
            <a:gdLst/>
            <a:ahLst/>
            <a:cxnLst/>
            <a:rect l="l" t="t" r="r" b="b"/>
            <a:pathLst>
              <a:path w="51684" h="44892">
                <a:moveTo>
                  <a:pt x="51684" y="33669"/>
                </a:moveTo>
                <a:lnTo>
                  <a:pt x="51684" y="11223"/>
                </a:lnTo>
                <a:close/>
                <a:lnTo>
                  <a:pt x="25842" y="0"/>
                </a:lnTo>
                <a:close/>
                <a:lnTo>
                  <a:pt x="0" y="11223"/>
                </a:lnTo>
                <a:close/>
                <a:lnTo>
                  <a:pt x="0" y="33669"/>
                </a:lnTo>
                <a:close/>
                <a:lnTo>
                  <a:pt x="25842" y="44892"/>
                </a:lnTo>
                <a:close/>
                <a:lnTo>
                  <a:pt x="51684" y="33669"/>
                </a:lnTo>
                <a:close/>
              </a:path>
            </a:pathLst>
          </a:custGeom>
          <a:solidFill>
            <a:srgbClr val="C29D82">
              <a:alpha val="13235"/>
            </a:srgbClr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5" name="Freeform 404"/>
          <p:cNvSpPr/>
          <p:nvPr/>
        </p:nvSpPr>
        <p:spPr>
          <a:xfrm>
            <a:off x="4812469" y="3844524"/>
            <a:ext cx="51684" cy="44893"/>
          </a:xfrm>
          <a:custGeom>
            <a:avLst/>
            <a:gdLst/>
            <a:ahLst/>
            <a:cxnLst/>
            <a:rect l="l" t="t" r="r" b="b"/>
            <a:pathLst>
              <a:path w="51684" h="44893">
                <a:moveTo>
                  <a:pt x="51684" y="33669"/>
                </a:moveTo>
                <a:lnTo>
                  <a:pt x="51684" y="11223"/>
                </a:lnTo>
                <a:close/>
                <a:lnTo>
                  <a:pt x="25842" y="0"/>
                </a:lnTo>
                <a:close/>
                <a:lnTo>
                  <a:pt x="0" y="11223"/>
                </a:lnTo>
                <a:close/>
                <a:lnTo>
                  <a:pt x="0" y="33669"/>
                </a:lnTo>
                <a:close/>
                <a:lnTo>
                  <a:pt x="25842" y="44893"/>
                </a:lnTo>
                <a:close/>
                <a:lnTo>
                  <a:pt x="51684" y="33669"/>
                </a:lnTo>
                <a:close/>
              </a:path>
            </a:pathLst>
          </a:custGeom>
          <a:noFill/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6" name="Freeform 405"/>
          <p:cNvSpPr/>
          <p:nvPr/>
        </p:nvSpPr>
        <p:spPr>
          <a:xfrm>
            <a:off x="4812469" y="3777186"/>
            <a:ext cx="51684" cy="44892"/>
          </a:xfrm>
          <a:custGeom>
            <a:avLst/>
            <a:gdLst/>
            <a:ahLst/>
            <a:cxnLst/>
            <a:rect l="l" t="t" r="r" b="b"/>
            <a:pathLst>
              <a:path w="51684" h="44892">
                <a:moveTo>
                  <a:pt x="51684" y="33669"/>
                </a:moveTo>
                <a:lnTo>
                  <a:pt x="51684" y="11223"/>
                </a:lnTo>
                <a:close/>
                <a:lnTo>
                  <a:pt x="25842" y="0"/>
                </a:lnTo>
                <a:close/>
                <a:lnTo>
                  <a:pt x="0" y="11223"/>
                </a:lnTo>
                <a:close/>
                <a:lnTo>
                  <a:pt x="0" y="33669"/>
                </a:lnTo>
                <a:close/>
                <a:lnTo>
                  <a:pt x="25842" y="44892"/>
                </a:lnTo>
                <a:close/>
                <a:lnTo>
                  <a:pt x="51684" y="33669"/>
                </a:lnTo>
                <a:close/>
              </a:path>
            </a:pathLst>
          </a:custGeom>
          <a:solidFill>
            <a:srgbClr val="8B4513">
              <a:alpha val="45588"/>
            </a:srgbClr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7" name="Freeform 406"/>
          <p:cNvSpPr/>
          <p:nvPr/>
        </p:nvSpPr>
        <p:spPr>
          <a:xfrm>
            <a:off x="4812469" y="3709847"/>
            <a:ext cx="51684" cy="44892"/>
          </a:xfrm>
          <a:custGeom>
            <a:avLst/>
            <a:gdLst/>
            <a:ahLst/>
            <a:cxnLst/>
            <a:rect l="l" t="t" r="r" b="b"/>
            <a:pathLst>
              <a:path w="51684" h="44892">
                <a:moveTo>
                  <a:pt x="51684" y="33669"/>
                </a:moveTo>
                <a:lnTo>
                  <a:pt x="51684" y="11223"/>
                </a:lnTo>
                <a:close/>
                <a:lnTo>
                  <a:pt x="25842" y="0"/>
                </a:lnTo>
                <a:close/>
                <a:lnTo>
                  <a:pt x="0" y="11223"/>
                </a:lnTo>
                <a:close/>
                <a:lnTo>
                  <a:pt x="0" y="33669"/>
                </a:lnTo>
                <a:close/>
                <a:lnTo>
                  <a:pt x="25842" y="44892"/>
                </a:lnTo>
                <a:close/>
                <a:lnTo>
                  <a:pt x="51684" y="33669"/>
                </a:lnTo>
                <a:close/>
              </a:path>
            </a:pathLst>
          </a:custGeom>
          <a:solidFill>
            <a:srgbClr val="8B4513">
              <a:alpha val="57941"/>
            </a:srgbClr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8" name="Freeform 407"/>
          <p:cNvSpPr/>
          <p:nvPr/>
        </p:nvSpPr>
        <p:spPr>
          <a:xfrm>
            <a:off x="4812469" y="3642509"/>
            <a:ext cx="51684" cy="44892"/>
          </a:xfrm>
          <a:custGeom>
            <a:avLst/>
            <a:gdLst/>
            <a:ahLst/>
            <a:cxnLst/>
            <a:rect l="l" t="t" r="r" b="b"/>
            <a:pathLst>
              <a:path w="51684" h="44892">
                <a:moveTo>
                  <a:pt x="51684" y="33669"/>
                </a:moveTo>
                <a:lnTo>
                  <a:pt x="51684" y="11223"/>
                </a:lnTo>
                <a:close/>
                <a:lnTo>
                  <a:pt x="25842" y="0"/>
                </a:lnTo>
                <a:close/>
                <a:lnTo>
                  <a:pt x="0" y="11223"/>
                </a:lnTo>
                <a:close/>
                <a:lnTo>
                  <a:pt x="0" y="33669"/>
                </a:lnTo>
                <a:close/>
                <a:lnTo>
                  <a:pt x="25842" y="44892"/>
                </a:lnTo>
                <a:close/>
                <a:lnTo>
                  <a:pt x="51684" y="33669"/>
                </a:lnTo>
                <a:close/>
              </a:path>
            </a:pathLst>
          </a:custGeom>
          <a:solidFill>
            <a:srgbClr val="EBDED5">
              <a:alpha val="4411"/>
            </a:srgbClr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9" name="Freeform 408"/>
          <p:cNvSpPr/>
          <p:nvPr/>
        </p:nvSpPr>
        <p:spPr>
          <a:xfrm>
            <a:off x="4812469" y="3575170"/>
            <a:ext cx="51684" cy="44892"/>
          </a:xfrm>
          <a:custGeom>
            <a:avLst/>
            <a:gdLst/>
            <a:ahLst/>
            <a:cxnLst/>
            <a:rect l="l" t="t" r="r" b="b"/>
            <a:pathLst>
              <a:path w="51684" h="44892">
                <a:moveTo>
                  <a:pt x="51684" y="33669"/>
                </a:moveTo>
                <a:lnTo>
                  <a:pt x="51684" y="11223"/>
                </a:lnTo>
                <a:close/>
                <a:lnTo>
                  <a:pt x="25842" y="0"/>
                </a:lnTo>
                <a:close/>
                <a:lnTo>
                  <a:pt x="0" y="11223"/>
                </a:lnTo>
                <a:close/>
                <a:lnTo>
                  <a:pt x="0" y="33669"/>
                </a:lnTo>
                <a:close/>
                <a:lnTo>
                  <a:pt x="25842" y="44892"/>
                </a:lnTo>
                <a:close/>
                <a:lnTo>
                  <a:pt x="51684" y="33669"/>
                </a:lnTo>
                <a:close/>
              </a:path>
            </a:pathLst>
          </a:custGeom>
          <a:noFill/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0" name="Freeform 409"/>
          <p:cNvSpPr/>
          <p:nvPr/>
        </p:nvSpPr>
        <p:spPr>
          <a:xfrm>
            <a:off x="4864153" y="3844524"/>
            <a:ext cx="51684" cy="44893"/>
          </a:xfrm>
          <a:custGeom>
            <a:avLst/>
            <a:gdLst/>
            <a:ahLst/>
            <a:cxnLst/>
            <a:rect l="l" t="t" r="r" b="b"/>
            <a:pathLst>
              <a:path w="51684" h="44893">
                <a:moveTo>
                  <a:pt x="51684" y="33669"/>
                </a:moveTo>
                <a:lnTo>
                  <a:pt x="51684" y="11223"/>
                </a:lnTo>
                <a:close/>
                <a:lnTo>
                  <a:pt x="25842" y="0"/>
                </a:lnTo>
                <a:close/>
                <a:lnTo>
                  <a:pt x="0" y="11223"/>
                </a:lnTo>
                <a:close/>
                <a:lnTo>
                  <a:pt x="0" y="33669"/>
                </a:lnTo>
                <a:close/>
                <a:lnTo>
                  <a:pt x="25842" y="44893"/>
                </a:lnTo>
                <a:close/>
                <a:lnTo>
                  <a:pt x="51684" y="33669"/>
                </a:lnTo>
                <a:close/>
              </a:path>
            </a:pathLst>
          </a:custGeom>
          <a:solidFill>
            <a:srgbClr val="995B2F">
              <a:alpha val="22058"/>
            </a:srgbClr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1" name="Freeform 410"/>
          <p:cNvSpPr/>
          <p:nvPr/>
        </p:nvSpPr>
        <p:spPr>
          <a:xfrm>
            <a:off x="4864153" y="3777186"/>
            <a:ext cx="51684" cy="44892"/>
          </a:xfrm>
          <a:custGeom>
            <a:avLst/>
            <a:gdLst/>
            <a:ahLst/>
            <a:cxnLst/>
            <a:rect l="l" t="t" r="r" b="b"/>
            <a:pathLst>
              <a:path w="51684" h="44892">
                <a:moveTo>
                  <a:pt x="51684" y="33669"/>
                </a:moveTo>
                <a:lnTo>
                  <a:pt x="51684" y="11223"/>
                </a:lnTo>
                <a:close/>
                <a:lnTo>
                  <a:pt x="25842" y="0"/>
                </a:lnTo>
                <a:close/>
                <a:lnTo>
                  <a:pt x="0" y="11223"/>
                </a:lnTo>
                <a:close/>
                <a:lnTo>
                  <a:pt x="0" y="33669"/>
                </a:lnTo>
                <a:close/>
                <a:lnTo>
                  <a:pt x="25842" y="44892"/>
                </a:lnTo>
                <a:close/>
                <a:lnTo>
                  <a:pt x="51684" y="33669"/>
                </a:lnTo>
                <a:close/>
              </a:path>
            </a:pathLst>
          </a:custGeom>
          <a:solidFill>
            <a:srgbClr val="AD7C58">
              <a:alpha val="17647"/>
            </a:srgbClr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2" name="Freeform 411"/>
          <p:cNvSpPr/>
          <p:nvPr/>
        </p:nvSpPr>
        <p:spPr>
          <a:xfrm>
            <a:off x="4864153" y="3709847"/>
            <a:ext cx="51684" cy="44892"/>
          </a:xfrm>
          <a:custGeom>
            <a:avLst/>
            <a:gdLst/>
            <a:ahLst/>
            <a:cxnLst/>
            <a:rect l="l" t="t" r="r" b="b"/>
            <a:pathLst>
              <a:path w="51684" h="44892">
                <a:moveTo>
                  <a:pt x="51684" y="33669"/>
                </a:moveTo>
                <a:lnTo>
                  <a:pt x="51684" y="11223"/>
                </a:lnTo>
                <a:close/>
                <a:lnTo>
                  <a:pt x="25842" y="0"/>
                </a:lnTo>
                <a:close/>
                <a:lnTo>
                  <a:pt x="0" y="11223"/>
                </a:lnTo>
                <a:close/>
                <a:lnTo>
                  <a:pt x="0" y="33669"/>
                </a:lnTo>
                <a:close/>
                <a:lnTo>
                  <a:pt x="25842" y="44892"/>
                </a:lnTo>
                <a:close/>
                <a:lnTo>
                  <a:pt x="51684" y="33669"/>
                </a:lnTo>
                <a:close/>
              </a:path>
            </a:pathLst>
          </a:custGeom>
          <a:solidFill>
            <a:srgbClr val="8B4513">
              <a:alpha val="27058"/>
            </a:srgbClr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3" name="Freeform 412"/>
          <p:cNvSpPr/>
          <p:nvPr/>
        </p:nvSpPr>
        <p:spPr>
          <a:xfrm>
            <a:off x="4864153" y="3642509"/>
            <a:ext cx="51684" cy="44892"/>
          </a:xfrm>
          <a:custGeom>
            <a:avLst/>
            <a:gdLst/>
            <a:ahLst/>
            <a:cxnLst/>
            <a:rect l="l" t="t" r="r" b="b"/>
            <a:pathLst>
              <a:path w="51684" h="44892">
                <a:moveTo>
                  <a:pt x="51684" y="33669"/>
                </a:moveTo>
                <a:lnTo>
                  <a:pt x="51684" y="11223"/>
                </a:lnTo>
                <a:close/>
                <a:lnTo>
                  <a:pt x="25842" y="0"/>
                </a:lnTo>
                <a:close/>
                <a:lnTo>
                  <a:pt x="0" y="11223"/>
                </a:lnTo>
                <a:close/>
                <a:lnTo>
                  <a:pt x="0" y="33669"/>
                </a:lnTo>
                <a:close/>
                <a:lnTo>
                  <a:pt x="25842" y="44892"/>
                </a:lnTo>
                <a:close/>
                <a:lnTo>
                  <a:pt x="51684" y="33669"/>
                </a:lnTo>
                <a:close/>
              </a:path>
            </a:pathLst>
          </a:custGeom>
          <a:solidFill>
            <a:srgbClr val="AD7C58">
              <a:alpha val="17647"/>
            </a:srgbClr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4" name="Freeform 413"/>
          <p:cNvSpPr/>
          <p:nvPr/>
        </p:nvSpPr>
        <p:spPr>
          <a:xfrm>
            <a:off x="4864153" y="3575170"/>
            <a:ext cx="51684" cy="44892"/>
          </a:xfrm>
          <a:custGeom>
            <a:avLst/>
            <a:gdLst/>
            <a:ahLst/>
            <a:cxnLst/>
            <a:rect l="l" t="t" r="r" b="b"/>
            <a:pathLst>
              <a:path w="51684" h="44892">
                <a:moveTo>
                  <a:pt x="51684" y="33669"/>
                </a:moveTo>
                <a:lnTo>
                  <a:pt x="51684" y="11223"/>
                </a:lnTo>
                <a:close/>
                <a:lnTo>
                  <a:pt x="25842" y="0"/>
                </a:lnTo>
                <a:close/>
                <a:lnTo>
                  <a:pt x="0" y="11223"/>
                </a:lnTo>
                <a:close/>
                <a:lnTo>
                  <a:pt x="0" y="33669"/>
                </a:lnTo>
                <a:close/>
                <a:lnTo>
                  <a:pt x="25842" y="44892"/>
                </a:lnTo>
                <a:close/>
                <a:lnTo>
                  <a:pt x="51684" y="33669"/>
                </a:lnTo>
                <a:close/>
              </a:path>
            </a:pathLst>
          </a:custGeom>
          <a:noFill/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5" name="Freeform 414"/>
          <p:cNvSpPr/>
          <p:nvPr/>
        </p:nvSpPr>
        <p:spPr>
          <a:xfrm>
            <a:off x="4915837" y="3777186"/>
            <a:ext cx="51684" cy="44892"/>
          </a:xfrm>
          <a:custGeom>
            <a:avLst/>
            <a:gdLst/>
            <a:ahLst/>
            <a:cxnLst/>
            <a:rect l="l" t="t" r="r" b="b"/>
            <a:pathLst>
              <a:path w="51684" h="44892">
                <a:moveTo>
                  <a:pt x="51684" y="33669"/>
                </a:moveTo>
                <a:lnTo>
                  <a:pt x="51684" y="11223"/>
                </a:lnTo>
                <a:close/>
                <a:lnTo>
                  <a:pt x="25842" y="0"/>
                </a:lnTo>
                <a:close/>
                <a:lnTo>
                  <a:pt x="0" y="11223"/>
                </a:lnTo>
                <a:close/>
                <a:lnTo>
                  <a:pt x="0" y="33669"/>
                </a:lnTo>
                <a:close/>
                <a:lnTo>
                  <a:pt x="25842" y="44892"/>
                </a:lnTo>
                <a:close/>
                <a:lnTo>
                  <a:pt x="51684" y="33669"/>
                </a:lnTo>
                <a:close/>
              </a:path>
            </a:pathLst>
          </a:custGeom>
          <a:solidFill>
            <a:srgbClr val="AD7C58">
              <a:alpha val="17647"/>
            </a:srgbClr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6" name="Freeform 415"/>
          <p:cNvSpPr/>
          <p:nvPr/>
        </p:nvSpPr>
        <p:spPr>
          <a:xfrm>
            <a:off x="4915837" y="3709847"/>
            <a:ext cx="51684" cy="44892"/>
          </a:xfrm>
          <a:custGeom>
            <a:avLst/>
            <a:gdLst/>
            <a:ahLst/>
            <a:cxnLst/>
            <a:rect l="l" t="t" r="r" b="b"/>
            <a:pathLst>
              <a:path w="51684" h="44892">
                <a:moveTo>
                  <a:pt x="51684" y="33669"/>
                </a:moveTo>
                <a:lnTo>
                  <a:pt x="51684" y="11223"/>
                </a:lnTo>
                <a:close/>
                <a:lnTo>
                  <a:pt x="25842" y="0"/>
                </a:lnTo>
                <a:close/>
                <a:lnTo>
                  <a:pt x="0" y="11223"/>
                </a:lnTo>
                <a:close/>
                <a:lnTo>
                  <a:pt x="0" y="33669"/>
                </a:lnTo>
                <a:close/>
                <a:lnTo>
                  <a:pt x="25842" y="44892"/>
                </a:lnTo>
                <a:close/>
                <a:lnTo>
                  <a:pt x="51684" y="33669"/>
                </a:lnTo>
                <a:close/>
              </a:path>
            </a:pathLst>
          </a:custGeom>
          <a:solidFill>
            <a:srgbClr val="C29D82">
              <a:alpha val="13235"/>
            </a:srgbClr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7" name="Freeform 416"/>
          <p:cNvSpPr/>
          <p:nvPr/>
        </p:nvSpPr>
        <p:spPr>
          <a:xfrm>
            <a:off x="4915837" y="3642509"/>
            <a:ext cx="51684" cy="44892"/>
          </a:xfrm>
          <a:custGeom>
            <a:avLst/>
            <a:gdLst/>
            <a:ahLst/>
            <a:cxnLst/>
            <a:rect l="l" t="t" r="r" b="b"/>
            <a:pathLst>
              <a:path w="51684" h="44892">
                <a:moveTo>
                  <a:pt x="51684" y="33669"/>
                </a:moveTo>
                <a:lnTo>
                  <a:pt x="51684" y="11223"/>
                </a:lnTo>
                <a:close/>
                <a:lnTo>
                  <a:pt x="25842" y="0"/>
                </a:lnTo>
                <a:close/>
                <a:lnTo>
                  <a:pt x="0" y="11223"/>
                </a:lnTo>
                <a:close/>
                <a:lnTo>
                  <a:pt x="0" y="33669"/>
                </a:lnTo>
                <a:close/>
                <a:lnTo>
                  <a:pt x="25842" y="44892"/>
                </a:lnTo>
                <a:close/>
                <a:lnTo>
                  <a:pt x="51684" y="33669"/>
                </a:lnTo>
                <a:close/>
              </a:path>
            </a:pathLst>
          </a:custGeom>
          <a:solidFill>
            <a:srgbClr val="8B4513">
              <a:alpha val="27058"/>
            </a:srgbClr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8" name="Freeform 417"/>
          <p:cNvSpPr/>
          <p:nvPr/>
        </p:nvSpPr>
        <p:spPr>
          <a:xfrm>
            <a:off x="4915837" y="3575170"/>
            <a:ext cx="51684" cy="44892"/>
          </a:xfrm>
          <a:custGeom>
            <a:avLst/>
            <a:gdLst/>
            <a:ahLst/>
            <a:cxnLst/>
            <a:rect l="l" t="t" r="r" b="b"/>
            <a:pathLst>
              <a:path w="51684" h="44892">
                <a:moveTo>
                  <a:pt x="51684" y="33669"/>
                </a:moveTo>
                <a:lnTo>
                  <a:pt x="51684" y="11223"/>
                </a:lnTo>
                <a:close/>
                <a:lnTo>
                  <a:pt x="25842" y="0"/>
                </a:lnTo>
                <a:close/>
                <a:lnTo>
                  <a:pt x="0" y="11223"/>
                </a:lnTo>
                <a:close/>
                <a:lnTo>
                  <a:pt x="0" y="33669"/>
                </a:lnTo>
                <a:close/>
                <a:lnTo>
                  <a:pt x="25842" y="44892"/>
                </a:lnTo>
                <a:close/>
                <a:lnTo>
                  <a:pt x="51684" y="33669"/>
                </a:lnTo>
                <a:close/>
              </a:path>
            </a:pathLst>
          </a:custGeom>
          <a:solidFill>
            <a:srgbClr val="EBDED5">
              <a:alpha val="4411"/>
            </a:srgbClr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9" name="Freeform 418"/>
          <p:cNvSpPr/>
          <p:nvPr/>
        </p:nvSpPr>
        <p:spPr>
          <a:xfrm>
            <a:off x="4967521" y="3911863"/>
            <a:ext cx="51684" cy="44892"/>
          </a:xfrm>
          <a:custGeom>
            <a:avLst/>
            <a:gdLst/>
            <a:ahLst/>
            <a:cxnLst/>
            <a:rect l="l" t="t" r="r" b="b"/>
            <a:pathLst>
              <a:path w="51684" h="44892">
                <a:moveTo>
                  <a:pt x="51684" y="33669"/>
                </a:moveTo>
                <a:lnTo>
                  <a:pt x="51684" y="11223"/>
                </a:lnTo>
                <a:close/>
                <a:lnTo>
                  <a:pt x="25842" y="0"/>
                </a:lnTo>
                <a:close/>
                <a:lnTo>
                  <a:pt x="0" y="11223"/>
                </a:lnTo>
                <a:close/>
                <a:lnTo>
                  <a:pt x="0" y="33669"/>
                </a:lnTo>
                <a:close/>
                <a:lnTo>
                  <a:pt x="25842" y="44892"/>
                </a:lnTo>
                <a:close/>
                <a:lnTo>
                  <a:pt x="51684" y="33669"/>
                </a:lnTo>
                <a:close/>
              </a:path>
            </a:pathLst>
          </a:custGeom>
          <a:noFill/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0" name="Freeform 419"/>
          <p:cNvSpPr/>
          <p:nvPr/>
        </p:nvSpPr>
        <p:spPr>
          <a:xfrm>
            <a:off x="4967521" y="3777186"/>
            <a:ext cx="51684" cy="44892"/>
          </a:xfrm>
          <a:custGeom>
            <a:avLst/>
            <a:gdLst/>
            <a:ahLst/>
            <a:cxnLst/>
            <a:rect l="l" t="t" r="r" b="b"/>
            <a:pathLst>
              <a:path w="51684" h="44892">
                <a:moveTo>
                  <a:pt x="51684" y="33669"/>
                </a:moveTo>
                <a:lnTo>
                  <a:pt x="51684" y="11223"/>
                </a:lnTo>
                <a:close/>
                <a:lnTo>
                  <a:pt x="25842" y="0"/>
                </a:lnTo>
                <a:close/>
                <a:lnTo>
                  <a:pt x="0" y="11223"/>
                </a:lnTo>
                <a:close/>
                <a:lnTo>
                  <a:pt x="0" y="33669"/>
                </a:lnTo>
                <a:close/>
                <a:lnTo>
                  <a:pt x="25842" y="44892"/>
                </a:lnTo>
                <a:close/>
                <a:lnTo>
                  <a:pt x="51684" y="33669"/>
                </a:lnTo>
                <a:close/>
              </a:path>
            </a:pathLst>
          </a:custGeom>
          <a:solidFill>
            <a:srgbClr val="D6BDAC">
              <a:alpha val="8823"/>
            </a:srgbClr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1" name="Freeform 420"/>
          <p:cNvSpPr/>
          <p:nvPr/>
        </p:nvSpPr>
        <p:spPr>
          <a:xfrm>
            <a:off x="4967521" y="3709847"/>
            <a:ext cx="51684" cy="44892"/>
          </a:xfrm>
          <a:custGeom>
            <a:avLst/>
            <a:gdLst/>
            <a:ahLst/>
            <a:cxnLst/>
            <a:rect l="l" t="t" r="r" b="b"/>
            <a:pathLst>
              <a:path w="51684" h="44892">
                <a:moveTo>
                  <a:pt x="51684" y="33669"/>
                </a:moveTo>
                <a:lnTo>
                  <a:pt x="51684" y="11223"/>
                </a:lnTo>
                <a:close/>
                <a:lnTo>
                  <a:pt x="25842" y="0"/>
                </a:lnTo>
                <a:close/>
                <a:lnTo>
                  <a:pt x="0" y="11223"/>
                </a:lnTo>
                <a:close/>
                <a:lnTo>
                  <a:pt x="0" y="33669"/>
                </a:lnTo>
                <a:close/>
                <a:lnTo>
                  <a:pt x="25842" y="44892"/>
                </a:lnTo>
                <a:close/>
                <a:lnTo>
                  <a:pt x="51684" y="33669"/>
                </a:lnTo>
                <a:close/>
              </a:path>
            </a:pathLst>
          </a:custGeom>
          <a:solidFill>
            <a:srgbClr val="D6BDAC">
              <a:alpha val="8823"/>
            </a:srgbClr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2" name="Freeform 421"/>
          <p:cNvSpPr/>
          <p:nvPr/>
        </p:nvSpPr>
        <p:spPr>
          <a:xfrm>
            <a:off x="4967521" y="3642509"/>
            <a:ext cx="51684" cy="44892"/>
          </a:xfrm>
          <a:custGeom>
            <a:avLst/>
            <a:gdLst/>
            <a:ahLst/>
            <a:cxnLst/>
            <a:rect l="l" t="t" r="r" b="b"/>
            <a:pathLst>
              <a:path w="51684" h="44892">
                <a:moveTo>
                  <a:pt x="51684" y="33669"/>
                </a:moveTo>
                <a:lnTo>
                  <a:pt x="51684" y="11223"/>
                </a:lnTo>
                <a:close/>
                <a:lnTo>
                  <a:pt x="25842" y="0"/>
                </a:lnTo>
                <a:close/>
                <a:lnTo>
                  <a:pt x="0" y="11223"/>
                </a:lnTo>
                <a:close/>
                <a:lnTo>
                  <a:pt x="0" y="33669"/>
                </a:lnTo>
                <a:close/>
                <a:lnTo>
                  <a:pt x="25842" y="44892"/>
                </a:lnTo>
                <a:close/>
                <a:lnTo>
                  <a:pt x="51684" y="33669"/>
                </a:lnTo>
                <a:close/>
              </a:path>
            </a:pathLst>
          </a:custGeom>
          <a:solidFill>
            <a:srgbClr val="C29D82">
              <a:alpha val="13235"/>
            </a:srgbClr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3" name="Freeform 422"/>
          <p:cNvSpPr/>
          <p:nvPr/>
        </p:nvSpPr>
        <p:spPr>
          <a:xfrm>
            <a:off x="4967521" y="3575170"/>
            <a:ext cx="51684" cy="44892"/>
          </a:xfrm>
          <a:custGeom>
            <a:avLst/>
            <a:gdLst/>
            <a:ahLst/>
            <a:cxnLst/>
            <a:rect l="l" t="t" r="r" b="b"/>
            <a:pathLst>
              <a:path w="51684" h="44892">
                <a:moveTo>
                  <a:pt x="51684" y="33669"/>
                </a:moveTo>
                <a:lnTo>
                  <a:pt x="51684" y="11223"/>
                </a:lnTo>
                <a:close/>
                <a:lnTo>
                  <a:pt x="25842" y="0"/>
                </a:lnTo>
                <a:close/>
                <a:lnTo>
                  <a:pt x="0" y="11223"/>
                </a:lnTo>
                <a:close/>
                <a:lnTo>
                  <a:pt x="0" y="33669"/>
                </a:lnTo>
                <a:close/>
                <a:lnTo>
                  <a:pt x="25842" y="44892"/>
                </a:lnTo>
                <a:close/>
                <a:lnTo>
                  <a:pt x="51684" y="33669"/>
                </a:lnTo>
                <a:close/>
              </a:path>
            </a:pathLst>
          </a:custGeom>
          <a:solidFill>
            <a:srgbClr val="8B4513">
              <a:alpha val="27058"/>
            </a:srgbClr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4" name="Freeform 423"/>
          <p:cNvSpPr/>
          <p:nvPr/>
        </p:nvSpPr>
        <p:spPr>
          <a:xfrm>
            <a:off x="5019205" y="3709847"/>
            <a:ext cx="51683" cy="44892"/>
          </a:xfrm>
          <a:custGeom>
            <a:avLst/>
            <a:gdLst/>
            <a:ahLst/>
            <a:cxnLst/>
            <a:rect l="l" t="t" r="r" b="b"/>
            <a:pathLst>
              <a:path w="51683" h="44892">
                <a:moveTo>
                  <a:pt x="51683" y="33669"/>
                </a:moveTo>
                <a:lnTo>
                  <a:pt x="51683" y="11223"/>
                </a:lnTo>
                <a:close/>
                <a:lnTo>
                  <a:pt x="25841" y="0"/>
                </a:lnTo>
                <a:close/>
                <a:lnTo>
                  <a:pt x="0" y="11223"/>
                </a:lnTo>
                <a:close/>
                <a:lnTo>
                  <a:pt x="0" y="33669"/>
                </a:lnTo>
                <a:close/>
                <a:lnTo>
                  <a:pt x="25841" y="44892"/>
                </a:lnTo>
                <a:close/>
                <a:lnTo>
                  <a:pt x="51683" y="33669"/>
                </a:lnTo>
                <a:close/>
              </a:path>
            </a:pathLst>
          </a:custGeom>
          <a:noFill/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5" name="Freeform 424"/>
          <p:cNvSpPr/>
          <p:nvPr/>
        </p:nvSpPr>
        <p:spPr>
          <a:xfrm>
            <a:off x="5019205" y="3642509"/>
            <a:ext cx="51683" cy="44892"/>
          </a:xfrm>
          <a:custGeom>
            <a:avLst/>
            <a:gdLst/>
            <a:ahLst/>
            <a:cxnLst/>
            <a:rect l="l" t="t" r="r" b="b"/>
            <a:pathLst>
              <a:path w="51683" h="44892">
                <a:moveTo>
                  <a:pt x="51683" y="33669"/>
                </a:moveTo>
                <a:lnTo>
                  <a:pt x="51683" y="11223"/>
                </a:lnTo>
                <a:close/>
                <a:lnTo>
                  <a:pt x="25841" y="0"/>
                </a:lnTo>
                <a:close/>
                <a:lnTo>
                  <a:pt x="0" y="11223"/>
                </a:lnTo>
                <a:close/>
                <a:lnTo>
                  <a:pt x="0" y="33669"/>
                </a:lnTo>
                <a:close/>
                <a:lnTo>
                  <a:pt x="25841" y="44892"/>
                </a:lnTo>
                <a:close/>
                <a:lnTo>
                  <a:pt x="51683" y="33669"/>
                </a:lnTo>
                <a:close/>
              </a:path>
            </a:pathLst>
          </a:custGeom>
          <a:noFill/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6" name="Freeform 425"/>
          <p:cNvSpPr/>
          <p:nvPr/>
        </p:nvSpPr>
        <p:spPr>
          <a:xfrm>
            <a:off x="5019205" y="3575170"/>
            <a:ext cx="51683" cy="44892"/>
          </a:xfrm>
          <a:custGeom>
            <a:avLst/>
            <a:gdLst/>
            <a:ahLst/>
            <a:cxnLst/>
            <a:rect l="l" t="t" r="r" b="b"/>
            <a:pathLst>
              <a:path w="51683" h="44892">
                <a:moveTo>
                  <a:pt x="51683" y="33669"/>
                </a:moveTo>
                <a:lnTo>
                  <a:pt x="51683" y="11223"/>
                </a:lnTo>
                <a:close/>
                <a:lnTo>
                  <a:pt x="25841" y="0"/>
                </a:lnTo>
                <a:close/>
                <a:lnTo>
                  <a:pt x="0" y="11223"/>
                </a:lnTo>
                <a:close/>
                <a:lnTo>
                  <a:pt x="0" y="33669"/>
                </a:lnTo>
                <a:close/>
                <a:lnTo>
                  <a:pt x="25841" y="44892"/>
                </a:lnTo>
                <a:close/>
                <a:lnTo>
                  <a:pt x="51683" y="33669"/>
                </a:lnTo>
                <a:close/>
              </a:path>
            </a:pathLst>
          </a:custGeom>
          <a:solidFill>
            <a:srgbClr val="EBDED5">
              <a:alpha val="4411"/>
            </a:srgbClr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7" name="Freeform 426"/>
          <p:cNvSpPr/>
          <p:nvPr/>
        </p:nvSpPr>
        <p:spPr>
          <a:xfrm>
            <a:off x="5019205" y="3440493"/>
            <a:ext cx="51683" cy="44892"/>
          </a:xfrm>
          <a:custGeom>
            <a:avLst/>
            <a:gdLst/>
            <a:ahLst/>
            <a:cxnLst/>
            <a:rect l="l" t="t" r="r" b="b"/>
            <a:pathLst>
              <a:path w="51683" h="44892">
                <a:moveTo>
                  <a:pt x="51683" y="33669"/>
                </a:moveTo>
                <a:lnTo>
                  <a:pt x="51683" y="11223"/>
                </a:lnTo>
                <a:close/>
                <a:lnTo>
                  <a:pt x="25841" y="0"/>
                </a:lnTo>
                <a:close/>
                <a:lnTo>
                  <a:pt x="0" y="11223"/>
                </a:lnTo>
                <a:close/>
                <a:lnTo>
                  <a:pt x="0" y="33669"/>
                </a:lnTo>
                <a:close/>
                <a:lnTo>
                  <a:pt x="25841" y="44892"/>
                </a:lnTo>
                <a:close/>
                <a:lnTo>
                  <a:pt x="51683" y="33669"/>
                </a:lnTo>
                <a:close/>
              </a:path>
            </a:pathLst>
          </a:custGeom>
          <a:noFill/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8" name="Freeform 427"/>
          <p:cNvSpPr/>
          <p:nvPr/>
        </p:nvSpPr>
        <p:spPr>
          <a:xfrm>
            <a:off x="5070888" y="3709847"/>
            <a:ext cx="51684" cy="44892"/>
          </a:xfrm>
          <a:custGeom>
            <a:avLst/>
            <a:gdLst/>
            <a:ahLst/>
            <a:cxnLst/>
            <a:rect l="l" t="t" r="r" b="b"/>
            <a:pathLst>
              <a:path w="51684" h="44892">
                <a:moveTo>
                  <a:pt x="51684" y="33669"/>
                </a:moveTo>
                <a:lnTo>
                  <a:pt x="51684" y="11223"/>
                </a:lnTo>
                <a:close/>
                <a:lnTo>
                  <a:pt x="25842" y="0"/>
                </a:lnTo>
                <a:close/>
                <a:lnTo>
                  <a:pt x="0" y="11223"/>
                </a:lnTo>
                <a:close/>
                <a:lnTo>
                  <a:pt x="0" y="33669"/>
                </a:lnTo>
                <a:close/>
                <a:lnTo>
                  <a:pt x="25842" y="44892"/>
                </a:lnTo>
                <a:close/>
                <a:lnTo>
                  <a:pt x="51684" y="33669"/>
                </a:lnTo>
                <a:close/>
              </a:path>
            </a:pathLst>
          </a:custGeom>
          <a:solidFill>
            <a:srgbClr val="EBDED5">
              <a:alpha val="4411"/>
            </a:srgbClr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9" name="Freeform 428"/>
          <p:cNvSpPr/>
          <p:nvPr/>
        </p:nvSpPr>
        <p:spPr>
          <a:xfrm>
            <a:off x="5070888" y="3575170"/>
            <a:ext cx="51684" cy="44892"/>
          </a:xfrm>
          <a:custGeom>
            <a:avLst/>
            <a:gdLst/>
            <a:ahLst/>
            <a:cxnLst/>
            <a:rect l="l" t="t" r="r" b="b"/>
            <a:pathLst>
              <a:path w="51684" h="44892">
                <a:moveTo>
                  <a:pt x="51684" y="33669"/>
                </a:moveTo>
                <a:lnTo>
                  <a:pt x="51684" y="11223"/>
                </a:lnTo>
                <a:close/>
                <a:lnTo>
                  <a:pt x="25842" y="0"/>
                </a:lnTo>
                <a:close/>
                <a:lnTo>
                  <a:pt x="0" y="11223"/>
                </a:lnTo>
                <a:close/>
                <a:lnTo>
                  <a:pt x="0" y="33669"/>
                </a:lnTo>
                <a:close/>
                <a:lnTo>
                  <a:pt x="25842" y="44892"/>
                </a:lnTo>
                <a:close/>
                <a:lnTo>
                  <a:pt x="51684" y="33669"/>
                </a:lnTo>
                <a:close/>
              </a:path>
            </a:pathLst>
          </a:custGeom>
          <a:solidFill>
            <a:srgbClr val="EBDED5">
              <a:alpha val="4411"/>
            </a:srgbClr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0" name="Freeform 429"/>
          <p:cNvSpPr/>
          <p:nvPr/>
        </p:nvSpPr>
        <p:spPr>
          <a:xfrm>
            <a:off x="5070888" y="3507831"/>
            <a:ext cx="51684" cy="44893"/>
          </a:xfrm>
          <a:custGeom>
            <a:avLst/>
            <a:gdLst/>
            <a:ahLst/>
            <a:cxnLst/>
            <a:rect l="l" t="t" r="r" b="b"/>
            <a:pathLst>
              <a:path w="51684" h="44893">
                <a:moveTo>
                  <a:pt x="51684" y="33670"/>
                </a:moveTo>
                <a:lnTo>
                  <a:pt x="51684" y="11224"/>
                </a:lnTo>
                <a:close/>
                <a:lnTo>
                  <a:pt x="25842" y="0"/>
                </a:lnTo>
                <a:close/>
                <a:lnTo>
                  <a:pt x="0" y="11224"/>
                </a:lnTo>
                <a:close/>
                <a:lnTo>
                  <a:pt x="0" y="33670"/>
                </a:lnTo>
                <a:close/>
                <a:lnTo>
                  <a:pt x="25842" y="44893"/>
                </a:lnTo>
                <a:close/>
                <a:lnTo>
                  <a:pt x="51684" y="33670"/>
                </a:lnTo>
                <a:close/>
              </a:path>
            </a:pathLst>
          </a:custGeom>
          <a:noFill/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1" name="Freeform 430"/>
          <p:cNvSpPr/>
          <p:nvPr/>
        </p:nvSpPr>
        <p:spPr>
          <a:xfrm>
            <a:off x="5122572" y="3507831"/>
            <a:ext cx="51684" cy="44893"/>
          </a:xfrm>
          <a:custGeom>
            <a:avLst/>
            <a:gdLst/>
            <a:ahLst/>
            <a:cxnLst/>
            <a:rect l="l" t="t" r="r" b="b"/>
            <a:pathLst>
              <a:path w="51684" h="44893">
                <a:moveTo>
                  <a:pt x="51684" y="33670"/>
                </a:moveTo>
                <a:lnTo>
                  <a:pt x="51684" y="11224"/>
                </a:lnTo>
                <a:close/>
                <a:lnTo>
                  <a:pt x="25842" y="0"/>
                </a:lnTo>
                <a:close/>
                <a:lnTo>
                  <a:pt x="0" y="11224"/>
                </a:lnTo>
                <a:close/>
                <a:lnTo>
                  <a:pt x="0" y="33670"/>
                </a:lnTo>
                <a:close/>
                <a:lnTo>
                  <a:pt x="25842" y="44893"/>
                </a:lnTo>
                <a:close/>
                <a:lnTo>
                  <a:pt x="51684" y="33670"/>
                </a:lnTo>
                <a:close/>
              </a:path>
            </a:pathLst>
          </a:custGeom>
          <a:solidFill>
            <a:srgbClr val="EBDED5">
              <a:alpha val="4411"/>
            </a:srgbClr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2" name="Freeform 431"/>
          <p:cNvSpPr/>
          <p:nvPr/>
        </p:nvSpPr>
        <p:spPr>
          <a:xfrm>
            <a:off x="5174256" y="3642509"/>
            <a:ext cx="51684" cy="44892"/>
          </a:xfrm>
          <a:custGeom>
            <a:avLst/>
            <a:gdLst/>
            <a:ahLst/>
            <a:cxnLst/>
            <a:rect l="l" t="t" r="r" b="b"/>
            <a:pathLst>
              <a:path w="51684" h="44892">
                <a:moveTo>
                  <a:pt x="51684" y="33669"/>
                </a:moveTo>
                <a:lnTo>
                  <a:pt x="51684" y="11223"/>
                </a:lnTo>
                <a:close/>
                <a:lnTo>
                  <a:pt x="25842" y="0"/>
                </a:lnTo>
                <a:close/>
                <a:lnTo>
                  <a:pt x="0" y="11223"/>
                </a:lnTo>
                <a:close/>
                <a:lnTo>
                  <a:pt x="0" y="33669"/>
                </a:lnTo>
                <a:close/>
                <a:lnTo>
                  <a:pt x="25842" y="44892"/>
                </a:lnTo>
                <a:close/>
                <a:lnTo>
                  <a:pt x="51684" y="33669"/>
                </a:lnTo>
                <a:close/>
              </a:path>
            </a:pathLst>
          </a:custGeom>
          <a:noFill/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3" name="Freeform 432"/>
          <p:cNvSpPr/>
          <p:nvPr/>
        </p:nvSpPr>
        <p:spPr>
          <a:xfrm>
            <a:off x="5174256" y="3575170"/>
            <a:ext cx="51684" cy="44892"/>
          </a:xfrm>
          <a:custGeom>
            <a:avLst/>
            <a:gdLst/>
            <a:ahLst/>
            <a:cxnLst/>
            <a:rect l="l" t="t" r="r" b="b"/>
            <a:pathLst>
              <a:path w="51684" h="44892">
                <a:moveTo>
                  <a:pt x="51684" y="33669"/>
                </a:moveTo>
                <a:lnTo>
                  <a:pt x="51684" y="11223"/>
                </a:lnTo>
                <a:close/>
                <a:lnTo>
                  <a:pt x="25842" y="0"/>
                </a:lnTo>
                <a:close/>
                <a:lnTo>
                  <a:pt x="0" y="11223"/>
                </a:lnTo>
                <a:close/>
                <a:lnTo>
                  <a:pt x="0" y="33669"/>
                </a:lnTo>
                <a:close/>
                <a:lnTo>
                  <a:pt x="25842" y="44892"/>
                </a:lnTo>
                <a:close/>
                <a:lnTo>
                  <a:pt x="51684" y="33669"/>
                </a:lnTo>
                <a:close/>
              </a:path>
            </a:pathLst>
          </a:custGeom>
          <a:noFill/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4" name="Freeform 433"/>
          <p:cNvSpPr/>
          <p:nvPr/>
        </p:nvSpPr>
        <p:spPr>
          <a:xfrm>
            <a:off x="5225940" y="3575170"/>
            <a:ext cx="51684" cy="44892"/>
          </a:xfrm>
          <a:custGeom>
            <a:avLst/>
            <a:gdLst/>
            <a:ahLst/>
            <a:cxnLst/>
            <a:rect l="l" t="t" r="r" b="b"/>
            <a:pathLst>
              <a:path w="51684" h="44892">
                <a:moveTo>
                  <a:pt x="51684" y="33669"/>
                </a:moveTo>
                <a:lnTo>
                  <a:pt x="51684" y="11223"/>
                </a:lnTo>
                <a:close/>
                <a:lnTo>
                  <a:pt x="25842" y="0"/>
                </a:lnTo>
                <a:close/>
                <a:lnTo>
                  <a:pt x="0" y="11223"/>
                </a:lnTo>
                <a:close/>
                <a:lnTo>
                  <a:pt x="0" y="33669"/>
                </a:lnTo>
                <a:close/>
                <a:lnTo>
                  <a:pt x="25842" y="44892"/>
                </a:lnTo>
                <a:close/>
                <a:lnTo>
                  <a:pt x="51684" y="33669"/>
                </a:lnTo>
                <a:close/>
              </a:path>
            </a:pathLst>
          </a:custGeom>
          <a:noFill/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5" name="Freeform 434"/>
          <p:cNvSpPr/>
          <p:nvPr/>
        </p:nvSpPr>
        <p:spPr>
          <a:xfrm>
            <a:off x="5277624" y="3373154"/>
            <a:ext cx="51684" cy="44893"/>
          </a:xfrm>
          <a:custGeom>
            <a:avLst/>
            <a:gdLst/>
            <a:ahLst/>
            <a:cxnLst/>
            <a:rect l="l" t="t" r="r" b="b"/>
            <a:pathLst>
              <a:path w="51684" h="44893">
                <a:moveTo>
                  <a:pt x="51684" y="33670"/>
                </a:moveTo>
                <a:lnTo>
                  <a:pt x="51684" y="11223"/>
                </a:lnTo>
                <a:close/>
                <a:lnTo>
                  <a:pt x="25842" y="0"/>
                </a:lnTo>
                <a:close/>
                <a:lnTo>
                  <a:pt x="0" y="11223"/>
                </a:lnTo>
                <a:close/>
                <a:lnTo>
                  <a:pt x="0" y="33670"/>
                </a:lnTo>
                <a:close/>
                <a:lnTo>
                  <a:pt x="25842" y="44893"/>
                </a:lnTo>
                <a:close/>
                <a:lnTo>
                  <a:pt x="51684" y="33670"/>
                </a:lnTo>
                <a:close/>
              </a:path>
            </a:pathLst>
          </a:custGeom>
          <a:noFill/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6" name="Freeform 435"/>
          <p:cNvSpPr/>
          <p:nvPr/>
        </p:nvSpPr>
        <p:spPr>
          <a:xfrm>
            <a:off x="5277624" y="3238477"/>
            <a:ext cx="51684" cy="44893"/>
          </a:xfrm>
          <a:custGeom>
            <a:avLst/>
            <a:gdLst/>
            <a:ahLst/>
            <a:cxnLst/>
            <a:rect l="l" t="t" r="r" b="b"/>
            <a:pathLst>
              <a:path w="51684" h="44893">
                <a:moveTo>
                  <a:pt x="51684" y="33670"/>
                </a:moveTo>
                <a:lnTo>
                  <a:pt x="51684" y="11223"/>
                </a:lnTo>
                <a:close/>
                <a:lnTo>
                  <a:pt x="25842" y="0"/>
                </a:lnTo>
                <a:close/>
                <a:lnTo>
                  <a:pt x="0" y="11223"/>
                </a:lnTo>
                <a:close/>
                <a:lnTo>
                  <a:pt x="0" y="33670"/>
                </a:lnTo>
                <a:close/>
                <a:lnTo>
                  <a:pt x="25842" y="44893"/>
                </a:lnTo>
                <a:close/>
                <a:lnTo>
                  <a:pt x="51684" y="33670"/>
                </a:lnTo>
                <a:close/>
              </a:path>
            </a:pathLst>
          </a:custGeom>
          <a:noFill/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7" name="Freeform 436"/>
          <p:cNvSpPr/>
          <p:nvPr/>
        </p:nvSpPr>
        <p:spPr>
          <a:xfrm>
            <a:off x="5329308" y="3642509"/>
            <a:ext cx="51684" cy="44892"/>
          </a:xfrm>
          <a:custGeom>
            <a:avLst/>
            <a:gdLst/>
            <a:ahLst/>
            <a:cxnLst/>
            <a:rect l="l" t="t" r="r" b="b"/>
            <a:pathLst>
              <a:path w="51684" h="44892">
                <a:moveTo>
                  <a:pt x="51684" y="33669"/>
                </a:moveTo>
                <a:lnTo>
                  <a:pt x="51684" y="11223"/>
                </a:lnTo>
                <a:close/>
                <a:lnTo>
                  <a:pt x="25842" y="0"/>
                </a:lnTo>
                <a:close/>
                <a:lnTo>
                  <a:pt x="0" y="11223"/>
                </a:lnTo>
                <a:close/>
                <a:lnTo>
                  <a:pt x="0" y="33669"/>
                </a:lnTo>
                <a:close/>
                <a:lnTo>
                  <a:pt x="25842" y="44892"/>
                </a:lnTo>
                <a:close/>
                <a:lnTo>
                  <a:pt x="51684" y="33669"/>
                </a:lnTo>
                <a:close/>
              </a:path>
            </a:pathLst>
          </a:custGeom>
          <a:noFill/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8" name="Freeform 437"/>
          <p:cNvSpPr/>
          <p:nvPr/>
        </p:nvSpPr>
        <p:spPr>
          <a:xfrm>
            <a:off x="5587727" y="3440493"/>
            <a:ext cx="51684" cy="44892"/>
          </a:xfrm>
          <a:custGeom>
            <a:avLst/>
            <a:gdLst/>
            <a:ahLst/>
            <a:cxnLst/>
            <a:rect l="l" t="t" r="r" b="b"/>
            <a:pathLst>
              <a:path w="51684" h="44892">
                <a:moveTo>
                  <a:pt x="51684" y="33669"/>
                </a:moveTo>
                <a:lnTo>
                  <a:pt x="51684" y="11223"/>
                </a:lnTo>
                <a:close/>
                <a:lnTo>
                  <a:pt x="25842" y="0"/>
                </a:lnTo>
                <a:close/>
                <a:lnTo>
                  <a:pt x="0" y="11223"/>
                </a:lnTo>
                <a:close/>
                <a:lnTo>
                  <a:pt x="0" y="33669"/>
                </a:lnTo>
                <a:close/>
                <a:lnTo>
                  <a:pt x="25842" y="44892"/>
                </a:lnTo>
                <a:close/>
                <a:lnTo>
                  <a:pt x="51684" y="33669"/>
                </a:lnTo>
                <a:close/>
              </a:path>
            </a:pathLst>
          </a:custGeom>
          <a:noFill/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9" name="Freeform 438"/>
          <p:cNvSpPr/>
          <p:nvPr/>
        </p:nvSpPr>
        <p:spPr>
          <a:xfrm>
            <a:off x="4340461" y="2675575"/>
            <a:ext cx="0" cy="1589593"/>
          </a:xfrm>
          <a:custGeom>
            <a:avLst/>
            <a:gdLst/>
            <a:ahLst/>
            <a:cxnLst/>
            <a:rect l="l" t="t" r="r" b="b"/>
            <a:pathLst>
              <a:path w="0" h="1589593">
                <a:moveTo>
                  <a:pt x="0" y="1589593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0" name="Freeform 439"/>
          <p:cNvSpPr/>
          <p:nvPr/>
        </p:nvSpPr>
        <p:spPr>
          <a:xfrm>
            <a:off x="4340461" y="4265168"/>
            <a:ext cx="1589593" cy="0"/>
          </a:xfrm>
          <a:custGeom>
            <a:avLst/>
            <a:gdLst/>
            <a:ahLst/>
            <a:cxnLst/>
            <a:rect l="l" t="t" r="r" b="b"/>
            <a:pathLst>
              <a:path w="1589593" h="0">
                <a:moveTo>
                  <a:pt x="0" y="0"/>
                </a:moveTo>
                <a:lnTo>
                  <a:pt x="1589593" y="0"/>
                </a:lnTo>
                <a:close/>
              </a:path>
            </a:pathLst>
          </a:custGeom>
          <a:noFill/>
          <a:ln w="10160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1" name="Freeform 440"/>
          <p:cNvSpPr/>
          <p:nvPr/>
        </p:nvSpPr>
        <p:spPr>
          <a:xfrm>
            <a:off x="4340461" y="2675575"/>
            <a:ext cx="1589593" cy="1589593"/>
          </a:xfrm>
          <a:custGeom>
            <a:avLst/>
            <a:gdLst/>
            <a:ahLst/>
            <a:cxnLst/>
            <a:rect l="l" t="t" r="r" b="b"/>
            <a:pathLst>
              <a:path w="1589593" h="1589593">
                <a:moveTo>
                  <a:pt x="0" y="1589593"/>
                </a:moveTo>
                <a:lnTo>
                  <a:pt x="1589593" y="0"/>
                </a:lnTo>
                <a:close/>
              </a:path>
            </a:pathLst>
          </a:custGeom>
          <a:noFill/>
          <a:ln w="10160">
            <a:solidFill>
              <a:srgbClr val="7A7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2" name="Freeform 441"/>
          <p:cNvSpPr/>
          <p:nvPr/>
        </p:nvSpPr>
        <p:spPr>
          <a:xfrm>
            <a:off x="4377375" y="2712489"/>
            <a:ext cx="802628" cy="340081"/>
          </a:xfrm>
          <a:custGeom>
            <a:avLst/>
            <a:gdLst/>
            <a:ahLst/>
            <a:cxnLst/>
            <a:rect l="l" t="t" r="r" b="b"/>
            <a:pathLst>
              <a:path w="802628" h="340081">
                <a:moveTo>
                  <a:pt x="26670" y="340081"/>
                </a:moveTo>
                <a:lnTo>
                  <a:pt x="775958" y="340081"/>
                </a:lnTo>
                <a:close/>
                <a:lnTo>
                  <a:pt x="795961" y="333414"/>
                </a:lnTo>
                <a:close/>
                <a:lnTo>
                  <a:pt x="802628" y="313411"/>
                </a:lnTo>
                <a:close/>
                <a:lnTo>
                  <a:pt x="802628" y="26670"/>
                </a:lnTo>
                <a:close/>
                <a:lnTo>
                  <a:pt x="795961" y="6667"/>
                </a:lnTo>
                <a:close/>
                <a:lnTo>
                  <a:pt x="775958" y="0"/>
                </a:lnTo>
                <a:close/>
                <a:lnTo>
                  <a:pt x="26670" y="0"/>
                </a:lnTo>
                <a:close/>
                <a:lnTo>
                  <a:pt x="6668" y="6667"/>
                </a:lnTo>
                <a:close/>
                <a:lnTo>
                  <a:pt x="0" y="26670"/>
                </a:lnTo>
                <a:close/>
                <a:lnTo>
                  <a:pt x="0" y="313411"/>
                </a:lnTo>
                <a:close/>
                <a:lnTo>
                  <a:pt x="6668" y="333414"/>
                </a:lnTo>
                <a:close/>
                <a:lnTo>
                  <a:pt x="26670" y="340081"/>
                </a:lnTo>
                <a:close/>
                <a:lnTo>
                  <a:pt x="26670" y="340081"/>
                </a:lnTo>
                <a:close/>
              </a:path>
            </a:pathLst>
          </a:custGeom>
          <a:solidFill>
            <a:srgbClr val="FFFFFF">
              <a:alpha val="85000"/>
            </a:srgbClr>
          </a:solidFill>
          <a:ln w="7620">
            <a:solidFill>
              <a:srgbClr val="B0B0B0">
                <a:alpha val="8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3" name="TextBox 442"/>
          <p:cNvSpPr txBox="1"/>
          <p:nvPr/>
        </p:nvSpPr>
        <p:spPr>
          <a:xfrm>
            <a:off x="4404045" y="2680181"/>
            <a:ext cx="8890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1A1A1A"/>
                </a:solidFill>
                <a:latin typeface="Arial"/>
              </a:rPr>
              <a:t>R² = 0.628</a:t>
            </a:r>
          </a:p>
        </p:txBody>
      </p:sp>
      <p:sp>
        <p:nvSpPr>
          <p:cNvPr id="444" name="TextBox 443"/>
          <p:cNvSpPr txBox="1"/>
          <p:nvPr/>
        </p:nvSpPr>
        <p:spPr>
          <a:xfrm>
            <a:off x="4404045" y="2780297"/>
            <a:ext cx="1117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1A1A1A"/>
                </a:solidFill>
                <a:latin typeface="Arial"/>
              </a:rPr>
              <a:t>RMSE = 4.05 K</a:t>
            </a:r>
          </a:p>
        </p:txBody>
      </p:sp>
      <p:sp>
        <p:nvSpPr>
          <p:cNvPr id="445" name="TextBox 444"/>
          <p:cNvSpPr txBox="1"/>
          <p:nvPr/>
        </p:nvSpPr>
        <p:spPr>
          <a:xfrm>
            <a:off x="4404045" y="2880412"/>
            <a:ext cx="11938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1A1A1A"/>
                </a:solidFill>
                <a:latin typeface="Arial"/>
              </a:rPr>
              <a:t>PICP90 = 0.944</a:t>
            </a:r>
          </a:p>
        </p:txBody>
      </p:sp>
      <p:sp>
        <p:nvSpPr>
          <p:cNvPr id="446" name="TextBox 445"/>
          <p:cNvSpPr txBox="1"/>
          <p:nvPr/>
        </p:nvSpPr>
        <p:spPr>
          <a:xfrm>
            <a:off x="4213294" y="2430643"/>
            <a:ext cx="2032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1A1A1A"/>
                </a:solidFill>
                <a:latin typeface="Arial"/>
              </a:rPr>
              <a:t>C</a:t>
            </a:r>
          </a:p>
        </p:txBody>
      </p:sp>
      <p:sp>
        <p:nvSpPr>
          <p:cNvPr id="447" name="TextBox 446"/>
          <p:cNvSpPr txBox="1"/>
          <p:nvPr/>
        </p:nvSpPr>
        <p:spPr>
          <a:xfrm>
            <a:off x="4340461" y="2472375"/>
            <a:ext cx="16510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Max fuel temperature</a:t>
            </a:r>
          </a:p>
        </p:txBody>
      </p:sp>
      <p:sp>
        <p:nvSpPr>
          <p:cNvPr id="448" name="Rectangle 447"/>
          <p:cNvSpPr/>
          <p:nvPr/>
        </p:nvSpPr>
        <p:spPr>
          <a:xfrm>
            <a:off x="994175" y="4865015"/>
            <a:ext cx="5063947" cy="217444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9" name="Rectangle 448"/>
          <p:cNvSpPr/>
          <p:nvPr/>
        </p:nvSpPr>
        <p:spPr>
          <a:xfrm>
            <a:off x="994175" y="4865015"/>
            <a:ext cx="3601029" cy="2174443"/>
          </a:xfrm>
          <a:prstGeom prst="rect">
            <a:avLst/>
          </a:prstGeom>
          <a:solidFill>
            <a:srgbClr val="E8EFF5">
              <a:alpha val="45000"/>
            </a:srgbClr>
          </a:solidFill>
          <a:ln w="12700">
            <a:solidFill>
              <a:srgbClr val="E8EFF5">
                <a:alpha val="4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0" name="Freeform 449"/>
          <p:cNvSpPr/>
          <p:nvPr/>
        </p:nvSpPr>
        <p:spPr>
          <a:xfrm>
            <a:off x="4595204" y="4865015"/>
            <a:ext cx="0" cy="2174443"/>
          </a:xfrm>
          <a:custGeom>
            <a:avLst/>
            <a:gdLst/>
            <a:ahLst/>
            <a:cxnLst/>
            <a:rect l="l" t="t" r="r" b="b"/>
            <a:pathLst>
              <a:path w="0" h="2174443">
                <a:moveTo>
                  <a:pt x="0" y="2174443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7A7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1" name="Freeform 450"/>
          <p:cNvSpPr/>
          <p:nvPr/>
        </p:nvSpPr>
        <p:spPr>
          <a:xfrm>
            <a:off x="1219239" y="7039458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solidFill>
            <a:srgbClr val="4A4A4A"/>
          </a:solidFill>
          <a:ln w="10160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2" name="TextBox 451"/>
          <p:cNvSpPr txBox="1"/>
          <p:nvPr/>
        </p:nvSpPr>
        <p:spPr>
          <a:xfrm>
            <a:off x="1219239" y="7064991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4A4A4A"/>
                </a:solidFill>
                <a:latin typeface="Arial"/>
              </a:rPr>
              <a:t>0.6</a:t>
            </a:r>
          </a:p>
        </p:txBody>
      </p:sp>
      <p:sp>
        <p:nvSpPr>
          <p:cNvPr id="453" name="Freeform 452"/>
          <p:cNvSpPr/>
          <p:nvPr/>
        </p:nvSpPr>
        <p:spPr>
          <a:xfrm>
            <a:off x="2344561" y="7039458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solidFill>
            <a:srgbClr val="4A4A4A"/>
          </a:solidFill>
          <a:ln w="10160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4" name="TextBox 453"/>
          <p:cNvSpPr txBox="1"/>
          <p:nvPr/>
        </p:nvSpPr>
        <p:spPr>
          <a:xfrm>
            <a:off x="2344561" y="7064991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4A4A4A"/>
                </a:solidFill>
                <a:latin typeface="Arial"/>
              </a:rPr>
              <a:t>0.7</a:t>
            </a:r>
          </a:p>
        </p:txBody>
      </p:sp>
      <p:sp>
        <p:nvSpPr>
          <p:cNvPr id="455" name="Freeform 454"/>
          <p:cNvSpPr/>
          <p:nvPr/>
        </p:nvSpPr>
        <p:spPr>
          <a:xfrm>
            <a:off x="3469882" y="7039458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solidFill>
            <a:srgbClr val="4A4A4A"/>
          </a:solidFill>
          <a:ln w="10160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6" name="TextBox 455"/>
          <p:cNvSpPr txBox="1"/>
          <p:nvPr/>
        </p:nvSpPr>
        <p:spPr>
          <a:xfrm>
            <a:off x="3469882" y="7064991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4A4A4A"/>
                </a:solidFill>
                <a:latin typeface="Arial"/>
              </a:rPr>
              <a:t>0.8</a:t>
            </a:r>
          </a:p>
        </p:txBody>
      </p:sp>
      <p:sp>
        <p:nvSpPr>
          <p:cNvPr id="457" name="Freeform 456"/>
          <p:cNvSpPr/>
          <p:nvPr/>
        </p:nvSpPr>
        <p:spPr>
          <a:xfrm>
            <a:off x="4595204" y="7039458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solidFill>
            <a:srgbClr val="4A4A4A"/>
          </a:solidFill>
          <a:ln w="10160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8" name="TextBox 457"/>
          <p:cNvSpPr txBox="1"/>
          <p:nvPr/>
        </p:nvSpPr>
        <p:spPr>
          <a:xfrm>
            <a:off x="4595204" y="7064991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4A4A4A"/>
                </a:solidFill>
                <a:latin typeface="Arial"/>
              </a:rPr>
              <a:t>0.9</a:t>
            </a:r>
          </a:p>
        </p:txBody>
      </p:sp>
      <p:sp>
        <p:nvSpPr>
          <p:cNvPr id="459" name="Freeform 458"/>
          <p:cNvSpPr/>
          <p:nvPr/>
        </p:nvSpPr>
        <p:spPr>
          <a:xfrm>
            <a:off x="5720525" y="7039458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solidFill>
            <a:srgbClr val="4A4A4A"/>
          </a:solidFill>
          <a:ln w="10160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0" name="TextBox 459"/>
          <p:cNvSpPr txBox="1"/>
          <p:nvPr/>
        </p:nvSpPr>
        <p:spPr>
          <a:xfrm>
            <a:off x="5720525" y="7064991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4A4A4A"/>
                </a:solidFill>
                <a:latin typeface="Arial"/>
              </a:rPr>
              <a:t>1.0</a:t>
            </a:r>
          </a:p>
        </p:txBody>
      </p:sp>
      <p:sp>
        <p:nvSpPr>
          <p:cNvPr id="461" name="TextBox 460"/>
          <p:cNvSpPr txBox="1"/>
          <p:nvPr/>
        </p:nvSpPr>
        <p:spPr>
          <a:xfrm>
            <a:off x="3526148" y="7207421"/>
            <a:ext cx="3784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1A1A1A"/>
                </a:solidFill>
                <a:latin typeface="Arial"/>
              </a:rPr>
              <a:t>PICP90 (empirical coverage at 90% nominal level)</a:t>
            </a:r>
          </a:p>
        </p:txBody>
      </p:sp>
      <p:sp>
        <p:nvSpPr>
          <p:cNvPr id="462" name="Freeform 461"/>
          <p:cNvSpPr/>
          <p:nvPr/>
        </p:nvSpPr>
        <p:spPr>
          <a:xfrm>
            <a:off x="949725" y="5125948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solidFill>
            <a:srgbClr val="4A4A4A"/>
          </a:solidFill>
          <a:ln w="10160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3" name="TextBox 462"/>
          <p:cNvSpPr txBox="1"/>
          <p:nvPr/>
        </p:nvSpPr>
        <p:spPr>
          <a:xfrm>
            <a:off x="905275" y="5030764"/>
            <a:ext cx="8890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4A4A4A"/>
                </a:solidFill>
                <a:latin typeface="Arial"/>
              </a:rPr>
              <a:t>Max stress</a:t>
            </a:r>
          </a:p>
        </p:txBody>
      </p:sp>
      <p:sp>
        <p:nvSpPr>
          <p:cNvPr id="464" name="Freeform 463"/>
          <p:cNvSpPr/>
          <p:nvPr/>
        </p:nvSpPr>
        <p:spPr>
          <a:xfrm>
            <a:off x="949725" y="5560836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solidFill>
            <a:srgbClr val="4A4A4A"/>
          </a:solidFill>
          <a:ln w="10160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5" name="TextBox 464"/>
          <p:cNvSpPr txBox="1"/>
          <p:nvPr/>
        </p:nvSpPr>
        <p:spPr>
          <a:xfrm>
            <a:off x="769258" y="5466785"/>
            <a:ext cx="5080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4A4A4A"/>
                </a:solidFill>
                <a:latin typeface="Arial"/>
              </a:rPr>
              <a:t>k eff</a:t>
            </a:r>
          </a:p>
        </p:txBody>
      </p:sp>
      <p:sp>
        <p:nvSpPr>
          <p:cNvPr id="466" name="Freeform 465"/>
          <p:cNvSpPr/>
          <p:nvPr/>
        </p:nvSpPr>
        <p:spPr>
          <a:xfrm>
            <a:off x="949725" y="5995725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solidFill>
            <a:srgbClr val="4A4A4A"/>
          </a:solidFill>
          <a:ln w="10160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7" name="TextBox 466"/>
          <p:cNvSpPr txBox="1"/>
          <p:nvPr/>
        </p:nvSpPr>
        <p:spPr>
          <a:xfrm>
            <a:off x="905275" y="5901083"/>
            <a:ext cx="1117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4A4A4A"/>
                </a:solidFill>
                <a:latin typeface="Arial"/>
              </a:rPr>
              <a:t>Max fuel temp</a:t>
            </a:r>
          </a:p>
        </p:txBody>
      </p:sp>
      <p:sp>
        <p:nvSpPr>
          <p:cNvPr id="468" name="Freeform 467"/>
          <p:cNvSpPr/>
          <p:nvPr/>
        </p:nvSpPr>
        <p:spPr>
          <a:xfrm>
            <a:off x="949725" y="6430614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solidFill>
            <a:srgbClr val="4A4A4A"/>
          </a:solidFill>
          <a:ln w="10160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9" name="TextBox 468"/>
          <p:cNvSpPr txBox="1"/>
          <p:nvPr/>
        </p:nvSpPr>
        <p:spPr>
          <a:xfrm>
            <a:off x="905275" y="6335430"/>
            <a:ext cx="14224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4A4A4A"/>
                </a:solidFill>
                <a:latin typeface="Arial"/>
              </a:rPr>
              <a:t>Max monolith temp</a:t>
            </a:r>
          </a:p>
        </p:txBody>
      </p:sp>
      <p:sp>
        <p:nvSpPr>
          <p:cNvPr id="470" name="Freeform 469"/>
          <p:cNvSpPr/>
          <p:nvPr/>
        </p:nvSpPr>
        <p:spPr>
          <a:xfrm>
            <a:off x="949725" y="6865502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solidFill>
            <a:srgbClr val="4A4A4A"/>
          </a:solidFill>
          <a:ln w="10160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1" name="TextBox 470"/>
          <p:cNvSpPr txBox="1"/>
          <p:nvPr/>
        </p:nvSpPr>
        <p:spPr>
          <a:xfrm>
            <a:off x="905275" y="6770319"/>
            <a:ext cx="11938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4A4A4A"/>
                </a:solidFill>
                <a:latin typeface="Arial"/>
              </a:rPr>
              <a:t>Wall expansion</a:t>
            </a:r>
          </a:p>
        </p:txBody>
      </p:sp>
      <p:sp>
        <p:nvSpPr>
          <p:cNvPr id="472" name="Freeform 471"/>
          <p:cNvSpPr/>
          <p:nvPr/>
        </p:nvSpPr>
        <p:spPr>
          <a:xfrm>
            <a:off x="994175" y="4865015"/>
            <a:ext cx="0" cy="2174443"/>
          </a:xfrm>
          <a:custGeom>
            <a:avLst/>
            <a:gdLst/>
            <a:ahLst/>
            <a:cxnLst/>
            <a:rect l="l" t="t" r="r" b="b"/>
            <a:pathLst>
              <a:path w="0" h="2174443">
                <a:moveTo>
                  <a:pt x="0" y="2174443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3" name="Freeform 472"/>
          <p:cNvSpPr/>
          <p:nvPr/>
        </p:nvSpPr>
        <p:spPr>
          <a:xfrm>
            <a:off x="994175" y="7039458"/>
            <a:ext cx="5063947" cy="0"/>
          </a:xfrm>
          <a:custGeom>
            <a:avLst/>
            <a:gdLst/>
            <a:ahLst/>
            <a:cxnLst/>
            <a:rect l="l" t="t" r="r" b="b"/>
            <a:pathLst>
              <a:path w="5063947" h="0">
                <a:moveTo>
                  <a:pt x="0" y="0"/>
                </a:moveTo>
                <a:lnTo>
                  <a:pt x="5063947" y="0"/>
                </a:lnTo>
                <a:close/>
              </a:path>
            </a:pathLst>
          </a:custGeom>
          <a:noFill/>
          <a:ln w="10160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4" name="Freeform 473"/>
          <p:cNvSpPr/>
          <p:nvPr/>
        </p:nvSpPr>
        <p:spPr>
          <a:xfrm>
            <a:off x="5530507" y="4983474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38100" y="76200"/>
                </a:moveTo>
                <a:lnTo>
                  <a:pt x="52680" y="73300"/>
                </a:lnTo>
                <a:close/>
                <a:lnTo>
                  <a:pt x="65041" y="65041"/>
                </a:lnTo>
                <a:close/>
                <a:lnTo>
                  <a:pt x="73300" y="52681"/>
                </a:lnTo>
                <a:close/>
                <a:lnTo>
                  <a:pt x="76200" y="38100"/>
                </a:lnTo>
                <a:close/>
                <a:lnTo>
                  <a:pt x="73300" y="23520"/>
                </a:lnTo>
                <a:close/>
                <a:lnTo>
                  <a:pt x="65041" y="11160"/>
                </a:lnTo>
                <a:close/>
                <a:lnTo>
                  <a:pt x="52680" y="2901"/>
                </a:lnTo>
                <a:close/>
                <a:lnTo>
                  <a:pt x="38100" y="0"/>
                </a:lnTo>
                <a:close/>
                <a:lnTo>
                  <a:pt x="23520" y="2901"/>
                </a:lnTo>
                <a:close/>
                <a:lnTo>
                  <a:pt x="11159" y="11160"/>
                </a:lnTo>
                <a:close/>
                <a:lnTo>
                  <a:pt x="2900" y="23520"/>
                </a:lnTo>
                <a:close/>
                <a:lnTo>
                  <a:pt x="0" y="38100"/>
                </a:lnTo>
                <a:close/>
                <a:lnTo>
                  <a:pt x="2900" y="52681"/>
                </a:lnTo>
                <a:close/>
                <a:lnTo>
                  <a:pt x="11159" y="65041"/>
                </a:lnTo>
                <a:close/>
                <a:lnTo>
                  <a:pt x="23520" y="73300"/>
                </a:lnTo>
                <a:close/>
                <a:lnTo>
                  <a:pt x="38100" y="76200"/>
                </a:lnTo>
                <a:close/>
                <a:lnTo>
                  <a:pt x="38100" y="76200"/>
                </a:lnTo>
                <a:close/>
              </a:path>
            </a:pathLst>
          </a:custGeom>
          <a:solidFill>
            <a:srgbClr val="1B3A5C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5" name="Freeform 474"/>
          <p:cNvSpPr/>
          <p:nvPr/>
        </p:nvSpPr>
        <p:spPr>
          <a:xfrm>
            <a:off x="5466364" y="5418363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38100" y="76200"/>
                </a:moveTo>
                <a:lnTo>
                  <a:pt x="52680" y="73300"/>
                </a:lnTo>
                <a:close/>
                <a:lnTo>
                  <a:pt x="65040" y="65041"/>
                </a:lnTo>
                <a:close/>
                <a:lnTo>
                  <a:pt x="73299" y="52680"/>
                </a:lnTo>
                <a:close/>
                <a:lnTo>
                  <a:pt x="76200" y="38100"/>
                </a:lnTo>
                <a:close/>
                <a:lnTo>
                  <a:pt x="73299" y="23520"/>
                </a:lnTo>
                <a:close/>
                <a:lnTo>
                  <a:pt x="65040" y="11159"/>
                </a:lnTo>
                <a:close/>
                <a:lnTo>
                  <a:pt x="52680" y="2900"/>
                </a:lnTo>
                <a:close/>
                <a:lnTo>
                  <a:pt x="38100" y="0"/>
                </a:lnTo>
                <a:close/>
                <a:lnTo>
                  <a:pt x="23519" y="2900"/>
                </a:lnTo>
                <a:close/>
                <a:lnTo>
                  <a:pt x="11159" y="11159"/>
                </a:lnTo>
                <a:close/>
                <a:lnTo>
                  <a:pt x="2900" y="23520"/>
                </a:lnTo>
                <a:close/>
                <a:lnTo>
                  <a:pt x="0" y="38100"/>
                </a:lnTo>
                <a:close/>
                <a:lnTo>
                  <a:pt x="2900" y="52680"/>
                </a:lnTo>
                <a:close/>
                <a:lnTo>
                  <a:pt x="11159" y="65041"/>
                </a:lnTo>
                <a:close/>
                <a:lnTo>
                  <a:pt x="23519" y="73300"/>
                </a:lnTo>
                <a:close/>
                <a:lnTo>
                  <a:pt x="38100" y="76200"/>
                </a:lnTo>
                <a:close/>
                <a:lnTo>
                  <a:pt x="38100" y="76200"/>
                </a:lnTo>
                <a:close/>
              </a:path>
            </a:pathLst>
          </a:custGeom>
          <a:solidFill>
            <a:srgbClr val="1B3A5C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6" name="Freeform 475"/>
          <p:cNvSpPr/>
          <p:nvPr/>
        </p:nvSpPr>
        <p:spPr>
          <a:xfrm>
            <a:off x="4966721" y="5853252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38100" y="76200"/>
                </a:moveTo>
                <a:lnTo>
                  <a:pt x="52680" y="73299"/>
                </a:lnTo>
                <a:close/>
                <a:lnTo>
                  <a:pt x="65041" y="65041"/>
                </a:lnTo>
                <a:close/>
                <a:lnTo>
                  <a:pt x="73300" y="52680"/>
                </a:lnTo>
                <a:close/>
                <a:lnTo>
                  <a:pt x="76200" y="38100"/>
                </a:lnTo>
                <a:close/>
                <a:lnTo>
                  <a:pt x="73300" y="23520"/>
                </a:lnTo>
                <a:close/>
                <a:lnTo>
                  <a:pt x="65041" y="11159"/>
                </a:lnTo>
                <a:close/>
                <a:lnTo>
                  <a:pt x="52680" y="2900"/>
                </a:lnTo>
                <a:close/>
                <a:lnTo>
                  <a:pt x="38100" y="0"/>
                </a:lnTo>
                <a:close/>
                <a:lnTo>
                  <a:pt x="23520" y="2900"/>
                </a:lnTo>
                <a:close/>
                <a:lnTo>
                  <a:pt x="11159" y="11159"/>
                </a:lnTo>
                <a:close/>
                <a:lnTo>
                  <a:pt x="2900" y="23520"/>
                </a:lnTo>
                <a:close/>
                <a:lnTo>
                  <a:pt x="0" y="38100"/>
                </a:lnTo>
                <a:close/>
                <a:lnTo>
                  <a:pt x="2900" y="52680"/>
                </a:lnTo>
                <a:close/>
                <a:lnTo>
                  <a:pt x="11159" y="65041"/>
                </a:lnTo>
                <a:close/>
                <a:lnTo>
                  <a:pt x="23520" y="73299"/>
                </a:lnTo>
                <a:close/>
                <a:lnTo>
                  <a:pt x="38100" y="76200"/>
                </a:lnTo>
                <a:close/>
                <a:lnTo>
                  <a:pt x="38100" y="76200"/>
                </a:lnTo>
                <a:close/>
              </a:path>
            </a:pathLst>
          </a:custGeom>
          <a:solidFill>
            <a:srgbClr val="1B3A5C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7" name="Freeform 476"/>
          <p:cNvSpPr/>
          <p:nvPr/>
        </p:nvSpPr>
        <p:spPr>
          <a:xfrm>
            <a:off x="5025238" y="6288140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38100" y="76200"/>
                </a:moveTo>
                <a:lnTo>
                  <a:pt x="52680" y="73300"/>
                </a:lnTo>
                <a:close/>
                <a:lnTo>
                  <a:pt x="65040" y="65041"/>
                </a:lnTo>
                <a:close/>
                <a:lnTo>
                  <a:pt x="73299" y="52681"/>
                </a:lnTo>
                <a:close/>
                <a:lnTo>
                  <a:pt x="76200" y="38100"/>
                </a:lnTo>
                <a:close/>
                <a:lnTo>
                  <a:pt x="73299" y="23520"/>
                </a:lnTo>
                <a:close/>
                <a:lnTo>
                  <a:pt x="65040" y="11160"/>
                </a:lnTo>
                <a:close/>
                <a:lnTo>
                  <a:pt x="52680" y="2901"/>
                </a:lnTo>
                <a:close/>
                <a:lnTo>
                  <a:pt x="38100" y="0"/>
                </a:lnTo>
                <a:close/>
                <a:lnTo>
                  <a:pt x="23519" y="2901"/>
                </a:lnTo>
                <a:close/>
                <a:lnTo>
                  <a:pt x="11159" y="11160"/>
                </a:lnTo>
                <a:close/>
                <a:lnTo>
                  <a:pt x="2900" y="23520"/>
                </a:lnTo>
                <a:close/>
                <a:lnTo>
                  <a:pt x="0" y="38100"/>
                </a:lnTo>
                <a:close/>
                <a:lnTo>
                  <a:pt x="2900" y="52681"/>
                </a:lnTo>
                <a:close/>
                <a:lnTo>
                  <a:pt x="11159" y="65041"/>
                </a:lnTo>
                <a:close/>
                <a:lnTo>
                  <a:pt x="23519" y="73300"/>
                </a:lnTo>
                <a:close/>
                <a:lnTo>
                  <a:pt x="38100" y="76200"/>
                </a:lnTo>
                <a:close/>
                <a:lnTo>
                  <a:pt x="38100" y="76200"/>
                </a:lnTo>
                <a:close/>
              </a:path>
            </a:pathLst>
          </a:custGeom>
          <a:solidFill>
            <a:srgbClr val="1B3A5C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8" name="Freeform 477"/>
          <p:cNvSpPr/>
          <p:nvPr/>
        </p:nvSpPr>
        <p:spPr>
          <a:xfrm>
            <a:off x="5682425" y="6723029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38100" y="76200"/>
                </a:moveTo>
                <a:lnTo>
                  <a:pt x="52681" y="73300"/>
                </a:lnTo>
                <a:close/>
                <a:lnTo>
                  <a:pt x="65041" y="65041"/>
                </a:lnTo>
                <a:close/>
                <a:lnTo>
                  <a:pt x="73300" y="52680"/>
                </a:lnTo>
                <a:close/>
                <a:lnTo>
                  <a:pt x="76200" y="38100"/>
                </a:lnTo>
                <a:close/>
                <a:lnTo>
                  <a:pt x="73300" y="23520"/>
                </a:lnTo>
                <a:close/>
                <a:lnTo>
                  <a:pt x="65041" y="11159"/>
                </a:lnTo>
                <a:close/>
                <a:lnTo>
                  <a:pt x="52681" y="2900"/>
                </a:lnTo>
                <a:close/>
                <a:lnTo>
                  <a:pt x="38100" y="0"/>
                </a:lnTo>
                <a:close/>
                <a:lnTo>
                  <a:pt x="23520" y="2900"/>
                </a:lnTo>
                <a:close/>
                <a:lnTo>
                  <a:pt x="11160" y="11159"/>
                </a:lnTo>
                <a:close/>
                <a:lnTo>
                  <a:pt x="2901" y="23520"/>
                </a:lnTo>
                <a:close/>
                <a:lnTo>
                  <a:pt x="0" y="38100"/>
                </a:lnTo>
                <a:close/>
                <a:lnTo>
                  <a:pt x="2901" y="52680"/>
                </a:lnTo>
                <a:close/>
                <a:lnTo>
                  <a:pt x="11160" y="65041"/>
                </a:lnTo>
                <a:close/>
                <a:lnTo>
                  <a:pt x="23520" y="73300"/>
                </a:lnTo>
                <a:close/>
                <a:lnTo>
                  <a:pt x="38100" y="76200"/>
                </a:lnTo>
                <a:close/>
                <a:lnTo>
                  <a:pt x="38100" y="76200"/>
                </a:lnTo>
                <a:close/>
              </a:path>
            </a:pathLst>
          </a:custGeom>
          <a:solidFill>
            <a:srgbClr val="1B3A5C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9" name="Rectangle 478"/>
          <p:cNvSpPr/>
          <p:nvPr/>
        </p:nvSpPr>
        <p:spPr>
          <a:xfrm>
            <a:off x="5527131" y="5087848"/>
            <a:ext cx="76200" cy="76200"/>
          </a:xfrm>
          <a:prstGeom prst="rect">
            <a:avLst/>
          </a:prstGeom>
          <a:solidFill>
            <a:srgbClr val="7A7A7A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0" name="Rectangle 479"/>
          <p:cNvSpPr/>
          <p:nvPr/>
        </p:nvSpPr>
        <p:spPr>
          <a:xfrm>
            <a:off x="5682425" y="5522736"/>
            <a:ext cx="76200" cy="76200"/>
          </a:xfrm>
          <a:prstGeom prst="rect">
            <a:avLst/>
          </a:prstGeom>
          <a:solidFill>
            <a:srgbClr val="7A7A7A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1" name="Rectangle 480"/>
          <p:cNvSpPr/>
          <p:nvPr/>
        </p:nvSpPr>
        <p:spPr>
          <a:xfrm>
            <a:off x="2294082" y="5957625"/>
            <a:ext cx="76200" cy="76200"/>
          </a:xfrm>
          <a:prstGeom prst="rect">
            <a:avLst/>
          </a:prstGeom>
          <a:solidFill>
            <a:srgbClr val="7A7A7A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2" name="Rectangle 481"/>
          <p:cNvSpPr/>
          <p:nvPr/>
        </p:nvSpPr>
        <p:spPr>
          <a:xfrm>
            <a:off x="2216435" y="6392514"/>
            <a:ext cx="76200" cy="76200"/>
          </a:xfrm>
          <a:prstGeom prst="rect">
            <a:avLst/>
          </a:prstGeom>
          <a:solidFill>
            <a:srgbClr val="7A7A7A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3" name="Rectangle 482"/>
          <p:cNvSpPr/>
          <p:nvPr/>
        </p:nvSpPr>
        <p:spPr>
          <a:xfrm>
            <a:off x="5682425" y="6827402"/>
            <a:ext cx="76200" cy="76200"/>
          </a:xfrm>
          <a:prstGeom prst="rect">
            <a:avLst/>
          </a:prstGeom>
          <a:solidFill>
            <a:srgbClr val="7A7A7A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4" name="Freeform 483"/>
          <p:cNvSpPr/>
          <p:nvPr/>
        </p:nvSpPr>
        <p:spPr>
          <a:xfrm>
            <a:off x="5486592" y="5176439"/>
            <a:ext cx="107763" cy="107764"/>
          </a:xfrm>
          <a:custGeom>
            <a:avLst/>
            <a:gdLst/>
            <a:ahLst/>
            <a:cxnLst/>
            <a:rect l="l" t="t" r="r" b="b"/>
            <a:pathLst>
              <a:path w="107763" h="107764">
                <a:moveTo>
                  <a:pt x="53882" y="107764"/>
                </a:moveTo>
                <a:lnTo>
                  <a:pt x="107763" y="53882"/>
                </a:lnTo>
                <a:close/>
                <a:lnTo>
                  <a:pt x="53882" y="0"/>
                </a:lnTo>
                <a:close/>
                <a:lnTo>
                  <a:pt x="0" y="53882"/>
                </a:lnTo>
                <a:close/>
                <a:lnTo>
                  <a:pt x="53882" y="107764"/>
                </a:lnTo>
                <a:close/>
              </a:path>
            </a:pathLst>
          </a:custGeom>
          <a:solidFill>
            <a:srgbClr val="B0B0B0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5" name="Freeform 484"/>
          <p:cNvSpPr/>
          <p:nvPr/>
        </p:nvSpPr>
        <p:spPr>
          <a:xfrm>
            <a:off x="5588997" y="5611328"/>
            <a:ext cx="107763" cy="107763"/>
          </a:xfrm>
          <a:custGeom>
            <a:avLst/>
            <a:gdLst/>
            <a:ahLst/>
            <a:cxnLst/>
            <a:rect l="l" t="t" r="r" b="b"/>
            <a:pathLst>
              <a:path w="107763" h="107763">
                <a:moveTo>
                  <a:pt x="53881" y="107763"/>
                </a:moveTo>
                <a:lnTo>
                  <a:pt x="107763" y="53882"/>
                </a:lnTo>
                <a:close/>
                <a:lnTo>
                  <a:pt x="53881" y="0"/>
                </a:lnTo>
                <a:close/>
                <a:lnTo>
                  <a:pt x="0" y="53882"/>
                </a:lnTo>
                <a:close/>
                <a:lnTo>
                  <a:pt x="53881" y="107763"/>
                </a:lnTo>
                <a:close/>
              </a:path>
            </a:pathLst>
          </a:custGeom>
          <a:solidFill>
            <a:srgbClr val="B0B0B0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6" name="Freeform 485"/>
          <p:cNvSpPr/>
          <p:nvPr/>
        </p:nvSpPr>
        <p:spPr>
          <a:xfrm>
            <a:off x="1941829" y="6046217"/>
            <a:ext cx="107763" cy="107763"/>
          </a:xfrm>
          <a:custGeom>
            <a:avLst/>
            <a:gdLst/>
            <a:ahLst/>
            <a:cxnLst/>
            <a:rect l="l" t="t" r="r" b="b"/>
            <a:pathLst>
              <a:path w="107763" h="107763">
                <a:moveTo>
                  <a:pt x="53882" y="107763"/>
                </a:moveTo>
                <a:lnTo>
                  <a:pt x="107763" y="53881"/>
                </a:lnTo>
                <a:close/>
                <a:lnTo>
                  <a:pt x="53882" y="0"/>
                </a:lnTo>
                <a:close/>
                <a:lnTo>
                  <a:pt x="0" y="53881"/>
                </a:lnTo>
                <a:close/>
                <a:lnTo>
                  <a:pt x="53882" y="107763"/>
                </a:lnTo>
                <a:close/>
              </a:path>
            </a:pathLst>
          </a:custGeom>
          <a:solidFill>
            <a:srgbClr val="B0B0B0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7" name="Freeform 486"/>
          <p:cNvSpPr/>
          <p:nvPr/>
        </p:nvSpPr>
        <p:spPr>
          <a:xfrm>
            <a:off x="2071241" y="6481105"/>
            <a:ext cx="107763" cy="107763"/>
          </a:xfrm>
          <a:custGeom>
            <a:avLst/>
            <a:gdLst/>
            <a:ahLst/>
            <a:cxnLst/>
            <a:rect l="l" t="t" r="r" b="b"/>
            <a:pathLst>
              <a:path w="107763" h="107763">
                <a:moveTo>
                  <a:pt x="53882" y="107763"/>
                </a:moveTo>
                <a:lnTo>
                  <a:pt x="107763" y="53882"/>
                </a:lnTo>
                <a:close/>
                <a:lnTo>
                  <a:pt x="53882" y="0"/>
                </a:lnTo>
                <a:close/>
                <a:lnTo>
                  <a:pt x="0" y="53882"/>
                </a:lnTo>
                <a:close/>
                <a:lnTo>
                  <a:pt x="53882" y="107763"/>
                </a:lnTo>
                <a:close/>
              </a:path>
            </a:pathLst>
          </a:custGeom>
          <a:solidFill>
            <a:srgbClr val="B0B0B0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8" name="Freeform 487"/>
          <p:cNvSpPr/>
          <p:nvPr/>
        </p:nvSpPr>
        <p:spPr>
          <a:xfrm>
            <a:off x="5666644" y="6915994"/>
            <a:ext cx="107763" cy="107763"/>
          </a:xfrm>
          <a:custGeom>
            <a:avLst/>
            <a:gdLst/>
            <a:ahLst/>
            <a:cxnLst/>
            <a:rect l="l" t="t" r="r" b="b"/>
            <a:pathLst>
              <a:path w="107763" h="107763">
                <a:moveTo>
                  <a:pt x="53881" y="107763"/>
                </a:moveTo>
                <a:lnTo>
                  <a:pt x="107763" y="53882"/>
                </a:lnTo>
                <a:close/>
                <a:lnTo>
                  <a:pt x="53881" y="0"/>
                </a:lnTo>
                <a:close/>
                <a:lnTo>
                  <a:pt x="0" y="53882"/>
                </a:lnTo>
                <a:close/>
                <a:lnTo>
                  <a:pt x="53881" y="107763"/>
                </a:lnTo>
                <a:close/>
              </a:path>
            </a:pathLst>
          </a:custGeom>
          <a:solidFill>
            <a:srgbClr val="B0B0B0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9" name="TextBox 488"/>
          <p:cNvSpPr txBox="1"/>
          <p:nvPr/>
        </p:nvSpPr>
        <p:spPr>
          <a:xfrm>
            <a:off x="285222" y="4584992"/>
            <a:ext cx="2032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1A1A1A"/>
                </a:solidFill>
                <a:latin typeface="Arial"/>
              </a:rPr>
              <a:t>D</a:t>
            </a:r>
          </a:p>
        </p:txBody>
      </p:sp>
      <p:sp>
        <p:nvSpPr>
          <p:cNvPr id="490" name="Freeform 489"/>
          <p:cNvSpPr/>
          <p:nvPr/>
        </p:nvSpPr>
        <p:spPr>
          <a:xfrm>
            <a:off x="1029555" y="4973737"/>
            <a:ext cx="3530339" cy="0"/>
          </a:xfrm>
          <a:custGeom>
            <a:avLst/>
            <a:gdLst/>
            <a:ahLst/>
            <a:cxnLst/>
            <a:rect l="l" t="t" r="r" b="b"/>
            <a:pathLst>
              <a:path w="3530339" h="0">
                <a:moveTo>
                  <a:pt x="0" y="0"/>
                </a:moveTo>
                <a:lnTo>
                  <a:pt x="3530339" y="0"/>
                </a:lnTo>
                <a:close/>
              </a:path>
            </a:pathLst>
          </a:custGeom>
          <a:noFill/>
          <a:ln w="8890">
            <a:solidFill>
              <a:srgbClr val="B0B0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1" name="Freeform 490"/>
          <p:cNvSpPr/>
          <p:nvPr/>
        </p:nvSpPr>
        <p:spPr>
          <a:xfrm>
            <a:off x="1029555" y="4955957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60" h="35560">
                <a:moveTo>
                  <a:pt x="35560" y="35560"/>
                </a:moveTo>
                <a:lnTo>
                  <a:pt x="0" y="17780"/>
                </a:lnTo>
                <a:close/>
                <a:lnTo>
                  <a:pt x="35560" y="0"/>
                </a:lnTo>
                <a:close/>
              </a:path>
            </a:pathLst>
          </a:custGeom>
          <a:noFill/>
          <a:ln w="8890">
            <a:solidFill>
              <a:srgbClr val="B0B0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2" name="Freeform 491"/>
          <p:cNvSpPr/>
          <p:nvPr/>
        </p:nvSpPr>
        <p:spPr>
          <a:xfrm>
            <a:off x="4524334" y="4955957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60" h="35560">
                <a:moveTo>
                  <a:pt x="0" y="0"/>
                </a:moveTo>
                <a:lnTo>
                  <a:pt x="35560" y="17780"/>
                </a:lnTo>
                <a:close/>
                <a:lnTo>
                  <a:pt x="0" y="35560"/>
                </a:lnTo>
                <a:close/>
              </a:path>
            </a:pathLst>
          </a:custGeom>
          <a:noFill/>
          <a:ln w="8890">
            <a:solidFill>
              <a:srgbClr val="B0B0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3" name="TextBox 492"/>
          <p:cNvSpPr txBox="1"/>
          <p:nvPr/>
        </p:nvSpPr>
        <p:spPr>
          <a:xfrm>
            <a:off x="2794689" y="4875382"/>
            <a:ext cx="1117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7A7A7A"/>
                </a:solidFill>
                <a:latin typeface="Arial"/>
              </a:rPr>
              <a:t>under-covered</a:t>
            </a:r>
          </a:p>
        </p:txBody>
      </p:sp>
      <p:sp>
        <p:nvSpPr>
          <p:cNvPr id="494" name="TextBox 493"/>
          <p:cNvSpPr txBox="1"/>
          <p:nvPr/>
        </p:nvSpPr>
        <p:spPr>
          <a:xfrm rot="16200000">
            <a:off x="4404774" y="5624733"/>
            <a:ext cx="9652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7A7A7A"/>
                </a:solidFill>
                <a:latin typeface="Arial"/>
              </a:rPr>
              <a:t>nominal 90%</a:t>
            </a:r>
          </a:p>
        </p:txBody>
      </p:sp>
      <p:sp>
        <p:nvSpPr>
          <p:cNvPr id="495" name="TextBox 494"/>
          <p:cNvSpPr txBox="1"/>
          <p:nvPr/>
        </p:nvSpPr>
        <p:spPr>
          <a:xfrm>
            <a:off x="994175" y="4661815"/>
            <a:ext cx="3784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Interval calibration across five coupled outputs</a:t>
            </a:r>
          </a:p>
        </p:txBody>
      </p:sp>
      <p:sp>
        <p:nvSpPr>
          <p:cNvPr id="496" name="Freeform 495"/>
          <p:cNvSpPr/>
          <p:nvPr/>
        </p:nvSpPr>
        <p:spPr>
          <a:xfrm>
            <a:off x="1124985" y="6879301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38100" y="76200"/>
                </a:moveTo>
                <a:lnTo>
                  <a:pt x="52680" y="73300"/>
                </a:lnTo>
                <a:close/>
                <a:lnTo>
                  <a:pt x="65040" y="65041"/>
                </a:lnTo>
                <a:close/>
                <a:lnTo>
                  <a:pt x="73299" y="52680"/>
                </a:lnTo>
                <a:close/>
                <a:lnTo>
                  <a:pt x="76200" y="38100"/>
                </a:lnTo>
                <a:close/>
                <a:lnTo>
                  <a:pt x="73299" y="23520"/>
                </a:lnTo>
                <a:close/>
                <a:lnTo>
                  <a:pt x="65040" y="11159"/>
                </a:lnTo>
                <a:close/>
                <a:lnTo>
                  <a:pt x="52680" y="2900"/>
                </a:lnTo>
                <a:close/>
                <a:lnTo>
                  <a:pt x="38100" y="0"/>
                </a:lnTo>
                <a:close/>
                <a:lnTo>
                  <a:pt x="23519" y="2900"/>
                </a:lnTo>
                <a:close/>
                <a:lnTo>
                  <a:pt x="11159" y="11159"/>
                </a:lnTo>
                <a:close/>
                <a:lnTo>
                  <a:pt x="2900" y="23520"/>
                </a:lnTo>
                <a:close/>
                <a:lnTo>
                  <a:pt x="0" y="38100"/>
                </a:lnTo>
                <a:close/>
                <a:lnTo>
                  <a:pt x="2900" y="52680"/>
                </a:lnTo>
                <a:close/>
                <a:lnTo>
                  <a:pt x="11159" y="65041"/>
                </a:lnTo>
                <a:close/>
                <a:lnTo>
                  <a:pt x="23519" y="73300"/>
                </a:lnTo>
                <a:close/>
                <a:lnTo>
                  <a:pt x="38100" y="76200"/>
                </a:lnTo>
                <a:close/>
                <a:lnTo>
                  <a:pt x="38100" y="76200"/>
                </a:lnTo>
                <a:close/>
              </a:path>
            </a:pathLst>
          </a:custGeom>
          <a:solidFill>
            <a:srgbClr val="1B3A5C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7" name="TextBox 496"/>
          <p:cNvSpPr txBox="1"/>
          <p:nvPr/>
        </p:nvSpPr>
        <p:spPr>
          <a:xfrm>
            <a:off x="1287545" y="6813737"/>
            <a:ext cx="13462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Physics-reg. BNN</a:t>
            </a:r>
          </a:p>
        </p:txBody>
      </p:sp>
      <p:sp>
        <p:nvSpPr>
          <p:cNvPr id="498" name="Rectangle 497"/>
          <p:cNvSpPr/>
          <p:nvPr/>
        </p:nvSpPr>
        <p:spPr>
          <a:xfrm>
            <a:off x="2128707" y="6879301"/>
            <a:ext cx="76200" cy="76200"/>
          </a:xfrm>
          <a:prstGeom prst="rect">
            <a:avLst/>
          </a:prstGeom>
          <a:solidFill>
            <a:srgbClr val="7A7A7A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9" name="TextBox 498"/>
          <p:cNvSpPr txBox="1"/>
          <p:nvPr/>
        </p:nvSpPr>
        <p:spPr>
          <a:xfrm>
            <a:off x="2291267" y="6813737"/>
            <a:ext cx="8890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MC-Dropout</a:t>
            </a:r>
          </a:p>
        </p:txBody>
      </p:sp>
      <p:sp>
        <p:nvSpPr>
          <p:cNvPr id="500" name="Freeform 499"/>
          <p:cNvSpPr/>
          <p:nvPr/>
        </p:nvSpPr>
        <p:spPr>
          <a:xfrm>
            <a:off x="2899288" y="6863519"/>
            <a:ext cx="107763" cy="107763"/>
          </a:xfrm>
          <a:custGeom>
            <a:avLst/>
            <a:gdLst/>
            <a:ahLst/>
            <a:cxnLst/>
            <a:rect l="l" t="t" r="r" b="b"/>
            <a:pathLst>
              <a:path w="107763" h="107763">
                <a:moveTo>
                  <a:pt x="53881" y="107763"/>
                </a:moveTo>
                <a:lnTo>
                  <a:pt x="107763" y="53882"/>
                </a:lnTo>
                <a:close/>
                <a:lnTo>
                  <a:pt x="53881" y="0"/>
                </a:lnTo>
                <a:close/>
                <a:lnTo>
                  <a:pt x="0" y="53882"/>
                </a:lnTo>
                <a:close/>
                <a:lnTo>
                  <a:pt x="53881" y="107763"/>
                </a:lnTo>
                <a:close/>
              </a:path>
            </a:pathLst>
          </a:custGeom>
          <a:solidFill>
            <a:srgbClr val="B0B0B0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1" name="TextBox 500"/>
          <p:cNvSpPr txBox="1"/>
          <p:nvPr/>
        </p:nvSpPr>
        <p:spPr>
          <a:xfrm>
            <a:off x="3077629" y="6813737"/>
            <a:ext cx="1117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Deep Ensemble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