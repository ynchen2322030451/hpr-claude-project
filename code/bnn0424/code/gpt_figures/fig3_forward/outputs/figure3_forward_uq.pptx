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 — Forward UQ.</a:t>
            </a:r>
          </a:p>
          <a:p>
            <a:r>
              <a:t>Panel A: stress, Panel B: k_eff, Panel C: fuel temp.</a:t>
            </a:r>
          </a:p>
          <a:p>
            <a:r>
              <a:t>All text on last slide is editable.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3 | Coupling reshapes forward response distributions</a:t>
            </a:r>
          </a:p>
        </p:txBody>
      </p:sp>
      <p:pic>
        <p:nvPicPr>
          <p:cNvPr id="3" name="Picture 2" descr="figure3_comp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22181"/>
            <a:ext cx="10972800" cy="52194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3A | Coupling reshapes stress distribution</a:t>
            </a:r>
          </a:p>
        </p:txBody>
      </p:sp>
      <p:pic>
        <p:nvPicPr>
          <p:cNvPr id="3" name="Picture 2" descr="figure3_panelA_st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80" y="1280160"/>
            <a:ext cx="6907333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3B | Coupled k_eff distribution</a:t>
            </a:r>
          </a:p>
        </p:txBody>
      </p:sp>
      <p:pic>
        <p:nvPicPr>
          <p:cNvPr id="3" name="Picture 2" descr="figure3_panelB_k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357" y="1280160"/>
            <a:ext cx="456298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Figure 3C | Coupled max fuel temperature distribution</a:t>
            </a:r>
          </a:p>
        </p:txBody>
      </p:sp>
      <p:pic>
        <p:nvPicPr>
          <p:cNvPr id="3" name="Picture 2" descr="figure3_panelC_ther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4357" y="1280160"/>
            <a:ext cx="456298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22960"/>
            <a:ext cx="365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 i="0">
                <a:solidFill>
                  <a:srgbClr val="1A1A1A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7A7A7A"/>
                </a:solidFill>
                <a:latin typeface="Arial"/>
              </a:rPr>
              <a:t>Figure 3 — Editable text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A.  Coupling reshapes stress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B.  Coupled k_eff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B3A5C"/>
                </a:solidFill>
                <a:latin typeface="Arial"/>
              </a:rPr>
              <a:t>C.  Coupled max fuel temperature 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A1A1A"/>
                </a:solidFill>
                <a:latin typeface="Arial"/>
              </a:rPr>
              <a:t>Axis labels (editable):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A x-axis: Coupled steady-state max stress (MPa)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A legend: Uncoupled pass / Coupled steady state / 131 MPa threshold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B x-axis: k_eff (coupled)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Panel C x-axis: Max fuel temperature (K)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1A1A1A"/>
                </a:solidFill>
                <a:latin typeface="Arial"/>
              </a:rPr>
              <a:t>•  All y-axes: 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1">
                <a:solidFill>
                  <a:srgbClr val="7A7A7A"/>
                </a:solidFill>
                <a:latin typeface="Arial"/>
              </a:rPr>
              <a:t>Caption: Coupling-induced forward response shift. (A) Max stress: uncoupled pass vs coupled steady state, with 131 MPa threshold. (B) Coupled k_eff. (C) Coupled max fuel temperature. All distributions from BNN predictive draw (20,000 input samples × 50 MC weight draws).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